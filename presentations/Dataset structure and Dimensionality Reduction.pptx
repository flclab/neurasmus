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notesSlides/notesSlide1.xml" ContentType="application/vnd.openxmlformats-officedocument.presentationml.notesSlide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notesSlides/notesSlide2.xml" ContentType="application/vnd.openxmlformats-officedocument.presentationml.notesSlide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notesSlides/notesSlide3.xml" ContentType="application/vnd.openxmlformats-officedocument.presentationml.notesSlide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notesSlides/notesSlide4.xml" ContentType="application/vnd.openxmlformats-officedocument.presentationml.notesSlide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notesSlides/notesSlide5.xml" ContentType="application/vnd.openxmlformats-officedocument.presentationml.notesSlide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78" r:id="rId10"/>
    <p:sldId id="298" r:id="rId11"/>
    <p:sldId id="299" r:id="rId12"/>
    <p:sldId id="300" r:id="rId13"/>
    <p:sldId id="262" r:id="rId14"/>
    <p:sldId id="282" r:id="rId15"/>
    <p:sldId id="283" r:id="rId16"/>
    <p:sldId id="284" r:id="rId17"/>
    <p:sldId id="286" r:id="rId18"/>
    <p:sldId id="301" r:id="rId19"/>
    <p:sldId id="296" r:id="rId20"/>
    <p:sldId id="287" r:id="rId21"/>
    <p:sldId id="288" r:id="rId22"/>
    <p:sldId id="289" r:id="rId23"/>
    <p:sldId id="290" r:id="rId24"/>
    <p:sldId id="302" r:id="rId25"/>
    <p:sldId id="265" r:id="rId26"/>
    <p:sldId id="297" r:id="rId27"/>
    <p:sldId id="291" r:id="rId28"/>
    <p:sldId id="292" r:id="rId29"/>
    <p:sldId id="293" r:id="rId30"/>
    <p:sldId id="303" r:id="rId31"/>
    <p:sldId id="294" r:id="rId32"/>
    <p:sldId id="29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36"/>
    <p:restoredTop sz="68333"/>
  </p:normalViewPr>
  <p:slideViewPr>
    <p:cSldViewPr snapToGrid="0">
      <p:cViewPr>
        <p:scale>
          <a:sx n="74" d="100"/>
          <a:sy n="74" d="100"/>
        </p:scale>
        <p:origin x="2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1:23.30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0 105 7616,'0'17'-384,"0"-5"4155,0 0-1665,0-9-1528,0 5 1,0-10-461,0-4 1,8 3-1,4-9 1,3-2 40,3-1 1,5-3 0,2 1 0,3 1-103,3 5 1,2-5 0,2 7 0,-1-1-140,1 4 0,0 4 0,-2 2 1,-4 2 102,-5 4 0,-5 11 0,-3 14 0,-5 8 106,-5 8 1,-6 3-1,-8 5 1,-7 1-23,-7 2 1,-9 0-1,2-5 1,-4-3 25,-2-3 1,-3 1 0,1-9-1,6-4-101,3-4 0,5-10 0,6 1 0,1-7-178,5-3 71,3-8 0,10 3 0,2-5 46,1 4 0,9-4 0,0 4 0,5-2-18,4 2 0,3-4 0,-3 3 0,6-3-35,4-2 0,4 0 0,2 0 0,3 0-140,3 0 0,1-2 0,7-1 0,-1-3-208,1 2 0,-9 0 0,-3 0 0,-6-2-939,-6 2 1,2 2 1370,-8 2 0,-7 8 0,-8 2 0</inkml:trace>
  <inkml:trace contextRef="#ctx0" brushRef="#br0" timeOffset="350">1188 699 7578,'0'17'1107,"0"1"1,0-7 1808,0 1 1765,0-8-3010,0 4 0,0-7-1509,0 5-6200,0-4 6038,0 6 0,8-8 0,2 0 0</inkml:trace>
  <inkml:trace contextRef="#ctx0" brushRef="#br0" timeOffset="1000">1695 472 8196,'9'2'4327,"-3"3"-1055,-4-3-1250,-2 6-1660,8-8 1,-4 0 0,5-2 0,1-4-229,0-5 1,1-1-1,9-3 1,1-7-286,2-3 0,8 0 0,-1-8 0,3-4-105,1 0 0,1 0 0,-2 2 1,-2 2-626,-1 4 0,-9-2-470,2 8 1328,-11 7 0,-6 18 1,-10 16-1,-4 9 185,-2 6 1,4 4 0,-3 3-1,-1 7 277,0 3 0,6 3 1,-1 1-1,3 4-152,2 6 1,0-3-1,0-3 1,0-6-328,0-5 1,6-7 0,1-10 0,1-7-630,0-4 1,5-9 105,-1-4 0,-4-12 0,-2-6 1,-4-3-461,-2-3 0,-6 7 1,-2-1-1,-2 0 1023,-3 3 0,-3-15 0,-1 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1:33.08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383 290 8106,'-10'0'-1349,"-5"0"1601,5 0 101,0-8 0,1 4 501,3-7 1,4 5 62,-4-6 1,4 6 1362,2-5-1920,0 7 0,0-2 0,0 12 0,0 5 34,0 5 0,0 11 1,0 6-1,-2 8-273,-4 4 0,5 7 1,-5 8-1,4 0-221,2 0 0,0-1 1,0-9-1,2-3-162,4-7 1,-3-11 0,7-5 0,0-7-355,0-5 1,-5-4 0,5-10 0,-2-4-139,-4-6 1,0-9 0,-1-4 0,3-2 195,-2-5 1,-8-1 0,-3-1 0,-3-1 132,-4 0 1,-7 0-1,-2-2 1,-1-2 424,-1-2 0,-2-7 0,-8 3 0</inkml:trace>
  <inkml:trace contextRef="#ctx0" brushRef="#br0" timeOffset="285">51 307 8106,'-17'0'1157,"-1"0"0,9-2-540,3-3 0,6-3 1,6-6-1,5 5-127,5 1 1,9-4-1,4 4 1,6-1-186,6-5 1,9 4 0,10-1-1,3-1-185,2 2 0,5-3 0,6 7 0,2 2-305,-5 2 1,1 6 0,-18 6 0,-5 9-297,-8 6 1,-16 5 0,-10 6 0,-9 5 147,-6 6 1,-18 3-1,-9 5 1,-10 3 193,-6 6 1,-7-2 0,1 0 0,-5-2 87,-6-4 1,3-3 0,-3-7-1,6-5 15,5-4 1,-1-10 0,5-4-1,2-5-218,4-6 0,1-5-140,12-7 1,9-7-1,11-5-1114,8-4 1,5-1 1507,9-1 0,7-7 0,2-2 0</inkml:trace>
  <inkml:trace contextRef="#ctx0" brushRef="#br0" timeOffset="1034">1274 814 7832,'17'0'488,"-5"0"525,0 0 0,-7 0 1,5-2-408,-2-4 0,0 2 1,-5-7-369,3-3 1,6-2-1,-6-1 1,-2 0-45,-2-1 0,-2 1 0,0-1 0,0 1-77,0-1 1,-2-5 0,-4 0 0,-6 1-72,-3 3 0,-3 3 0,1 3 0,-3 3-214,-3 2 1,-4 3-1,-8 5 1,2 1-110,4 5 1,-4 10 0,4 7 0,-2 0 93,2 3 1,3 1 0,9 8-1,1 0 212,5 0 0,3-1 0,8 1 0,0 0 142,0 0 0,4-8 0,6-1 0,9-5 107,6-4 0,-2 3 1,7-14-1,1-2-54,2-2 0,2-4 1,-1-4-1,-1-6-167,-3-3 1,1-5 0,-6-3 0,-2-4-52,-3 0 1,1-6 0,-11 5 0,-1-1-79,-3 0 0,-4 8 1,-2-2-1,-2 3-100,-4 3 1,2 5 0,-7 2 0,-3 3-171,-1 3 1,-1 4 0,3 6 0,1 5-3,-2 5 1,5 7-1,-1 2 1,2 0 59,4 1 1,2 3 0,4-4 0,4 0 66,6 0 0,3-1 0,5-7 1,1-1-215,2-5 0,8-3 0,0-8 0,6 0-146,4 0 0,2-2 0,-5-4 577,3-5 0,8-13 0,-5-3 0</inkml:trace>
  <inkml:trace contextRef="#ctx0" brushRef="#br0" timeOffset="1483">1937 115 8106,'-2'-17'0,"-1"-1"-61,-3 1 0,0 5 0,4 1 1093,-4-3 298,4-1-1023,-6 5 0,8 10 1,0 11-1,0 7 102,0 5 1,0 4-1,0 8 1,0 0 93,0 0 0,0 14 0,0 3 0,0 4-183,0 4 1,0 8 0,0 10 0,0 2-238,0 3 1,0-5-1,2-5 1,2-7-385,2-7 1,8-13-1,-3-7-666,5-8 0,1-14 1,-1-13 204,-4-8 1,-5-11 0,-7-10-1,-2-1 51,-3 1 1,-5-6-1,-10 2 1,-1-4 710,-2-2 0,-8-8 0,4-1 0</inkml:trace>
  <inkml:trace contextRef="#ctx0" brushRef="#br0" timeOffset="1650">1693 657 8106,'-2'9'2377,"-4"-3"-1559,4-4 1,14-2-1,13 0-479,4 0 1,8-2 0,6-4 0,-1-3-628,1-1 0,6-4 0,-5 7 0,3-1-714,-1 0 1,-7 2-1,4 6 1,-4-2-1342,-4-3 2343,3 3 0,-10-6 0,7 8 0</inkml:trace>
  <inkml:trace contextRef="#ctx0" brushRef="#br0" timeOffset="2117">2619 866 8106,'17'-2'654,"0"-4"1,-1 3-1,-2-9-82,-3-2 0,-5-1 0,4-3 0,-3 1-125,-3-1 1,-2 1 0,-2 0 0,0-1-172,0 1 1,-2 1 0,-3 3-1,-9 1-210,-7-2 0,-1 7 1,-7 1-1,-2 4-127,-2 2 1,0 0 0,2 2 0,2 4-129,-2 5 0,0 11 0,2 3 0,5 2 155,5 4 1,2-4-1,1 2 1,4 2 126,7 2 1,3-4-1,2-1 1,2-3 74,3-4 1,5-1 0,10-5 0,1-3-82,2-7 0,8-3 1,-2-2-1,2-2-190,-1-3 1,1-5-1,-8-9 1,-2-3-32,-1-1 1,-3-2 0,1 3-1,-3-1 35,-3 2 1,1 1-1,-7 3 319,-2-1-389,-2 1 0,-4 7 1,-2 6-1,-4 8 65,-1 8 1,5 9-1,-2 4 1,4 3 5,2 3 0,0-4 1,2 0-1,4 0-236,5 0 1,7-3 0,3 1 0,4-4-120,3-5 0,3-10 0,7-1 0,5-3-113,2-2 1,1-7-1,5-7 1,-3-7-1231,-1-9 1796,-8-2 0,11-3 0,-5 0 0</inkml:trace>
  <inkml:trace contextRef="#ctx0" brushRef="#br0" timeOffset="2500">3439 622 8106,'0'-18'5681,"0"1"-3757,0-1-2025,-7 1 1,3 1 0,-8 5-199,-2 5 0,5 4 0,-3 0 0,-1-2 70,-3-2 0,-7 1 1,-1 6-1,3 3-18,2 2 0,-1 6 0,-1-4 0,0 1 231,5 5 1,1 1-1,7 3 1,0-1 138,0 1 0,2-1 0,8 3 0,4 1-25,6 2 1,3 2-1,5-3 1,1 1-19,2-2 1,3 5 0,-5-3 0,2 0 13,-1 2 0,-5-5 0,-3 3 0,-5-1 152,-1 1 0,-2-4 1,-6 4-257,0-3 0,-8-8 0,-3-3 0,-7-1-264,-5-4 0,1-2 0,-5-4 0,2-4-255,4-6 0,-1-3 0,3-5 0,0-1-476,3-2 1,4 0 0,1 5-1,5 1 1005,4-1 0,2-7 0,0-2 0</inkml:trace>
  <inkml:trace contextRef="#ctx0" brushRef="#br0" timeOffset="2917">3684 796 8111,'11'0'1370,"1"0"0,-8-2-618,2-3 0,-2 3-238,2-4 0,3 4 0,9 2-148,-1 0 0,1 0 0,-1 0 0,1 0-129,-1 0 1,0-2-1,1-2 1,1-4-278,5-1 1,-5-1-1,2-4 1,-5 3-186,-4-3 0,-3 4 1,3-1-166,-6-3 1,-4-1-1,-4-1 1,-4 5 44,-6 5 0,-11 4 0,-6 2 0,-4 2 210,-2 4 1,2 3 0,2 9-1,2-1 295,-2 1 0,6 1 0,1 2 1,7 5 148,5 1 0,4-4 0,8 4 0,0 0-155,0 1 0,14-7 0,5 2 0,9-3-368,8-3 0,1-5 1,8-3-1,0-1-256,-1-4 0,1-4 1,3-6-1,-3-5-374,-2-5 0,3-3 1,-7-3-1,-4-3-1388,-4-2 2232,-10-2 0,12-14 0,-6-2 0</inkml:trace>
  <inkml:trace contextRef="#ctx0" brushRef="#br0" timeOffset="3167">4487 133 8468,'0'-18'2910,"0"1"-1117,0-1-1555,0 9 1,0 9-1,0 11 1,0 5 99,0 1 1,0 10 0,-2 6 0,-2 10-4,-1 8 0,-3-3 0,4 12 0,-4 0-282,-2 4 1,7-1-1,-3-1 1,4-2-439,2-4 1,0-4 0,0-7 0,0-8-936,0-6 0,8-12 1,3-1-251,5-10 1,-5-6 1569,1-2 0,0-8 0,5-2 0</inkml:trace>
  <inkml:trace contextRef="#ctx0" brushRef="#br0" timeOffset="3351">4278 569 8111,'0'-17'3589,"0"-1"0,0 7-3373,0-1 1,9 8 0,9-2-1,11 5-939,10 1 1,5 0 0,9 0-1,1 0-1062,4 0 1,4 0 1784,8 0 0,0-8 0,0-2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1:28.42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243 210 8098,'11'0'2044,"1"0"-787,-8-7 1,4 7-765,-8 0 1,0 7 0,0 13-1,0 3-226,0 6 1,0 6 0,0 6 0,0 5-305,0 5 0,0 1 0,0-1 1,0-3-264,0-1 0,0-8 1,0-1-1,0-7-1279,0-7 0,2-11 875,3-1 0,-3-10 0,4-2 0,-4-12-348,-2-9 0,-6 1 1052,0-3 0,-15-12 0,2-2 0</inkml:trace>
  <inkml:trace contextRef="#ctx0" brushRef="#br0" timeOffset="317">51 158 8098,'-16'-2'1666,"2"-4"233,3-5 1,7 1-1346,-2-2 1,14 1-1,7-5 1,11 2-327,7 3 0,0 1 0,13-3 1,3 3-161,1 2 0,10-4 0,4 7 0,4 1-353,2 2 1,-2 2 0,-2 2-1,-4 4-67,-2 5 0,-9 18 0,-12 8 1,-10 6 251,-12 5 0,-7 12 0,-12 8 0,-6 6 182,-9 0 0,-11-2 1,-10-4-1,-5-4-91,-2-6 1,1-6 0,-5-7 0,5-10-159,1-10 1,-6-6 0,3-3 0,-3-4-337,3-7 1,-3-3-1,10-2 1,4-2-485,4-3 1,12-5 0,2-8-676,9 1 1662,6 0 0,2-9 0,0-1 0</inkml:trace>
  <inkml:trace contextRef="#ctx0" brushRef="#br0" timeOffset="633">1448 245 10437,'-12'0'800,"0"2"1,-1 4-323,-3 6 1,-1 5 0,-3 6 0,-3 8-281,-6 8 1,-4 6 0,-2 9 0,0 3-60,0 1 1,8-2-1,4-9 1,5-9-337,7-7 0,-3 0-470,8-7 1,2-11 0,10-11-1,6-8-623,3-3 0,3-9 0,-1-5 1290,1 2 0,7-14 0,2-2 0</inkml:trace>
  <inkml:trace contextRef="#ctx0" brushRef="#br0" timeOffset="882">1395 210 8206,'0'-11'1863,"0"-1"1,0 6-1111,0-5 0,8 9 0,2 2 1,1 9-531,1 7 1,0 9 0,5 4 0,1 6-139,-1 6 0,-5 4 0,-1 7 0,3 0-105,2 1 0,-5-1 1,-1 0-1,0-1-483,-1-5 0,-3-3 0,4-8 0,-2-2-3258,-5-4 2610,7-4 1,-8-17 0,4-10 1150,-4-13 0,-18-10 0,-3-10 0</inkml:trace>
  <inkml:trace contextRef="#ctx0" brushRef="#br0" timeOffset="1066">1098 612 8206,'10'8'2303,"-2"-6"1,0 5-1733,3-7 1,7 0 0,3 0 0,6 0-637,6 0 1,0 0 0,12-1 0,1-3-915,5-2 1,-3-8 0,11 5 0,-7-3-2138,-5 0 3116,3 8 0,-13-19 0,6 4 0</inkml:trace>
  <inkml:trace contextRef="#ctx0" brushRef="#br0" timeOffset="1366">1954 333 8129,'12'-16'2021,"-2"2"-1161,-3 3 1,-1 9-348,-6 2 1,0 8 0,-2 11 0,-2 4-114,-2 6 0,-5 6 0,3 6 1,0 6-154,1 3 1,1 3 0,4-1 0,-2 0-151,-2 1 0,0-3 0,6-3 0,0-8-467,0-8 1,6 0 0,2-10-329,2-5 0,-5-9 0,5-13-226,-2-5 1,-2-11 0,-6-3 0,0-2-1609,0-4 2532,0-2 0,-8-2 0,-2 0 0</inkml:trace>
  <inkml:trace contextRef="#ctx0" brushRef="#br0" timeOffset="1733">1937 437 8129,'0'-17'1475,"6"5"1,-1 1-642,-1-3 0,4 4 1,0 1-1,3-1-406,9 0 0,-1 1 0,10-5 0,2 2-163,2-1 0,10-1 1,2 1-1,1 3-286,1 2 1,-8 2 0,-1 6 0,-6 0-313,-9 0 0,-10 0 0,-3 2 1,-2 4 59,-4 6 0,-10 9 0,-6 2 0,-5 1 223,-6 1 1,-5 2 0,-9 8-1,-1-2 48,-3-4 1,0 4-1,6-4 1,2 4 238,4 2 1,-2-8 0,8-2 0,1-1-283,3-1 1,9-6-54,5-5 1,5-8 0,5 2 0,7-4 115,4-2 0,7-2 1,2-2-1,0-2 83,0 2 1,5 2 0,-5 2 0,0 0-105,0 0 0,6 0 0,-4 0 0,3 2-150,-1 4 0,-8-2 0,2 6 0,-3-1-456,-3 1 1,1-4 0,-1 4 608,1-3 0,7 7 0,2-4 0</inkml:trace>
  <inkml:trace contextRef="#ctx0" brushRef="#br0" timeOffset="2733">2897 298 8146,'2'-16'-1414,"2"3"4015,2 1-354,0 0-1679,-6-5 1,0 9-1,0 8-62,0 10 1,0 13-1,0 6 1,0 6-124,0 6 1,0 3 0,0 9 0,0-1-170,0 1 0,2 5 0,2 0 0,3-2-135,3-1 1,2-11-1,5-5 1,1-8-55,-1-8 0,6-11 1,3-6-1,-1-4-27,0-2 1,4-16 0,-4-7 0,1-8-22,-1-4 1,-2-6 0,-5 1-1,-1-1 14,0-2 0,-5 4 1,-2-5-1,-2 1-115,-5 4 1,5 4-1,-2 4 1,-2 4-149,-2 2 1,-4 3 56,-4 11 1,4 7-1,-6 14-25,1 7 1,5 14 0,-4 2 0,4 8 245,2 4 0,2 1 1,2 5-1,4-3 150,1-1 1,9-7 0,7 5 0,0-4-47,0-8 1,6 0 0,0-10-1,6-2 7,4-1 1,0-11 0,-6-3 0,0-6 42,0-6 0,0-3 1,-2-11-1,-2-3-7,-2-6 1,-8-4 0,0-2-1,-5 0-103,-4 0 1,-3-2 0,3-1 0,-6-5-112,-4-2 0,-2 2 0,0-5 0,0-2 32,0 1 0,-8 8 0,-2 1 0,-1 3-196,-1 2 1,6 9 0,-4 7-732,3 6 1,1 11 0,6 2-267,0 9 1,0 7 0,2 3-1,4 3-1145,5 1 2367,5 8 0,1-4 0,1 8 0</inkml:trace>
  <inkml:trace contextRef="#ctx0" brushRef="#br0" timeOffset="3065">4487 472 8104,'1'-17'69,"3"-1"495,2 1 0,6-1 1535,-6 1-1076,-1 0 1,-5 9-545,0 8 0,0 8 0,0 9 0,0 2-123,0 5 1,-5 3 0,-1 8-1,2 0-311,2 0 0,-4 0 0,0-1 0,2-1-215,3-3 1,1 3 0,0-6 0,0 2-1291,0 0 0,0-8 0,0 3-3065,0-5 4525,0-9 0,7-10 0,3-10 0</inkml:trace>
  <inkml:trace contextRef="#ctx0" brushRef="#br0" timeOffset="3799">4923 437 8195,'8'-17'0,"-6"5"0,4 1 1514,-4-3 1,3 4 1607,1-1-2749,0 7 0,-6-2 1,-2 12 60,-4 5 0,4 11 0,-3 3 0,1 2-142,-2 4 1,2 2-1,-6 2 1,2 0-231,5 0 1,-5 2 0,0 0 0,0 0-144,1-4 0,1-4 0,6 2 0,0-4-406,0-2 1,-6-7 363,0-7 0,2-7 1,8 0-1,4-8-60,2-8 0,-5-11 0,5-4 0,0-2 49,-1 0 1,-5 0-1,4-6 1,-2 0 82,0 0 0,2 0 0,-5 0 1,3 0-5,-2 0 1,-2 6 0,-2 2 0,0 0 65,0 0 1,6 5-178,0-1 112,0 11 1,-6 12-1,1 12 1,3 5 360,2 7 0,6-3 1,-4 6-1,1 0 104,5 1 0,3 3 0,5 5 0,1 1-85,-2-4 0,1-2 0,-1 4 0,4 0-365,2 0 1,-3-8-1,3-3 1,0-5-10,0-1 0,-4-9 1,5-3-1,-3-4-70,-4-2 0,-3-8 0,-5-3 0,-1-7 107,1-5 0,-5 1 1,-2-7-1,-2-2 12,2-2 0,-4-2 1,4 0-1,-5 1-43,-1-1 1,0 0 0,0 0 0,0 0-124,0 0 1,0 2 0,0 4-1,0 6 92,0 3 0,0 3 0,-1 1-1816,-5 4-786,4 5 0,-6 9 2675,8 3 0,8 5 0,1 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1:26.65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453 140 8362,'0'12'1027,"0"-1"-253,0-7 0,0 12-368,0-5 1,0 5-1,0 1 1,0 3 49,0 3 0,0 4 1,0 8-1,0 0-247,0 0 1,0 6 0,0 1 0,0 1-130,0 0 0,0-2 0,0-7 0,0-1-516,0-3 0,0 1 0,0-8-1259,0-2 1,0-7-1465,0-3 3159,0-7 0,0 4 0,0-8 0</inkml:trace>
  <inkml:trace contextRef="#ctx0" brushRef="#br0" timeOffset="266">68 140 8362,'-17'0'947,"-1"0"1,7 0 931,-1 0-1455,8 0 1,-2 6 0,14 0 25,10-2 1,1-3-1,10-1 1,4-1-145,6-5 1,6 0 0,9-10-1,4-3-379,6 0 1,4-1 0,2 3 0,0 1-1083,0 5 0,-2-3 0,-4 8 0,-8 2 1155,-8 2 0,-5 2 0,-8 0 0</inkml:trace>
  <inkml:trace contextRef="#ctx0" brushRef="#br0" timeOffset="783">1029 175 8317,'0'-19'-314,"0"-3"1064,0-1 0,0 0 0,2 5 1951,4 1-2054,-4 7 1,5 4-409,-7 12 0,0 11 0,0 13 0,-2 4 117,-3 7 1,3-2 0,-4 10 0,4 3-84,2 4 1,0 10-1,0-4 1,0 0-149,0-3 1,0-5-1,0-4 1,0-3-64,0-6 0,2-6 1,4-6-167,5-6 1,5-13 0,-1-10 89,-3-10 1,4-7-1,-5-5 1,5-3-328,1-2 0,-1-2 0,-3-6 1,1 2-125,5 4 0,-1-4 0,5 6 1,-4-3 55,-1 1 1,-1 8 0,1 0 0,-1 5 60,1 4 1,-7 9-1,1-3 417,2 4 1,-7 12-1,-1 5 1,-4 8 356,-2 5 0,0 1 1,0 6-1,0-1-332,0 1 0,0 0 1,0 0-1,0-2-303,0-4 1,0 2-1,0-7 1,0-3-1395,0-2 0,2-9 793,4-4 1,-2-4 0,7-2 0,1-2 809,-2-4 0,5-11 0,-5-10 0</inkml:trace>
  <inkml:trace contextRef="#ctx0" brushRef="#br0" timeOffset="1116">1693 664 16186,'17'-6'220,"1"0"1,-1-1 0,0 3 0,3-4-207,3-2 1,-3-1 0,3-5 0,-4 2-240,-1 3 0,-1-1 0,1-5 0,-3-1-401,-3 1 1,-4-1 492,-8 1 1,-14 1 0,-5 5 0,-7 5 124,-5 4 0,-2 10 0,-2 5 0,0 7 333,1 3 0,1 8 0,3-2 0,7 4 16,4 2 1,3 0-1,5 0 1,7 0-152,8 0 1,15-2-1,16-2 1,11-6-463,11-6 1,13-5 0,11-14-1,6-2-2173,7-4 2445,3-11 0,-45 4 0,0-1 0,1-4 0,-1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1:59.8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18 105 8111,'-10'0'5153,"3"2"-3396,7 4 1,2-4-1047,3 4 1,5-4 0,8-2-1,1 0-571,4 0 1,4 0 0,8 0 0,2-2-639,4-4 1,4 2-1,7-8 1,2 1-1017,4 1 1,-1-6 0,7 7 1513,2-1 0,2-13 0,2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2:00.75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141 245 7797,'9'-18'110,"-3"1"0,2-1 4467,-2 1-3940,0 7 0,-6 10 0,0 14 1,0 7-130,0 8 0,0 6 0,0 6 1,0 5-173,0 5 0,2 9 1,1 4-1,5 4-190,2 2 0,-4-2 1,3-2-1,1-4-348,0-2 1,-4-4 0,3-9-1,1-6-1518,0-5 1,-6-8-78,1-5 1,3-13 0,-2-10 1796,-2-10 0,-10-13 0,-4-5 0</inkml:trace>
  <inkml:trace contextRef="#ctx0" brushRef="#br0" timeOffset="301">1 297 8159,'0'-27'527,"0"4"442,0 3 1,0 3-1,2-1 1,4 3-267,5 3 0,7-3 0,7 3 1,8-2-494,6 3 0,15-3 0,1 6 0,5 1-307,6-1 1,-4 2-1,0 8 1,-4 4-395,-7 5 0,-7 5 0,-13 3 1,-6 3 11,-7 1 0,-12 8 1,-2 0-1,-10 6 245,-12 4 1,-3-1 0,-12-3 0,-6 2 248,-4 2 1,3-6 0,-7-6 0,-1 0-151,-3-2 1,-1 2 0,1-9 0,5-5-423,5 1 1,6-9-1,6-1-45,6-4 0,11-4 0,6-4 602,4-5 0,10-5 0,2-1 0</inkml:trace>
  <inkml:trace contextRef="#ctx0" brushRef="#br0" timeOffset="734">787 716 8353,'-10'-8'608,"2"-1"429,1-1 1,5-6 1996,-4 5-2433,4 3 1,2 2 0,0 12-122,0 6 0,0 5 1,0 6-1,0 5-155,0-1 1,0 6 0,0-4 0,2 2-148,4-2 0,-4 2 0,5-6 1,-1 1-341,0-1 0,2-2-29,-2-5 1,-2-9 0,5-5-3,-1-8 1,-2-11 0,-6-11 0,0-1-30,0-4 0,0 0 1,0 0-1,0 2 67,0-2 1,0 4 0,0 0 0,0 1-263,0 5 0,0 2 0,0 1 0,2 1-195,4-1 1,3 7 0,9 1-1,-1 2 36,1 4 1,1 2-1,2 2 1,5 2-389,1 4 1,2-2 0,6 6 963,0-2 0,7 5 0,3-3 0</inkml:trace>
  <inkml:trace contextRef="#ctx0" brushRef="#br0" timeOffset="1167">1573 734 6770,'6'-18'3915,"-1"1"1,1 5-3313,-6 0 0,0 7-345,0-7 1,-8 2 0,-3-1-301,-5 5 1,-7 4-1,-2 4 1,0 2-154,-1 2 1,-3 7-1,4 1 1,0 7 93,0 8 1,1-2 0,9 2 0,3 1 153,6-3 0,4 6 1,2-4-1,4 2-40,8-2 0,1-4 0,17-9 0,3-5-5,5-5 0,-1-4 0,4-2 1,-6-2 37,-6-4 0,4-9 0,-8-10 0,-2-3 29,-5-3 0,-12 0 0,0 0 0,-4 2 36,-2-2 0,-10 0 0,-8 0 0,-9 4-113,-6 2 1,-2 7 0,-2 8 0,-1 3-580,-3 3 1,2 4 0,8 6 0,4 5-161,2 5 0,3 9 0,11 4 0,5 2-1114,4-2 1,10 4 1854,3-4 0,13 4 0,3 2 0</inkml:trace>
  <inkml:trace contextRef="#ctx0" brushRef="#br0" timeOffset="1483">2149 87 8254,'-6'-17'222,"0"0"0,3-1 3176,1 1-2677,2 7 1,-2 2 0,-2 10 0,-2 4-388,2 6 1,2 11 0,0 8 0,-2 6 17,-1 4 0,-3 13 0,4 0 0,-2 6-133,2 6 0,2 2 0,2 4 1,0 2-273,0 1 1,0-5-1,2-8 1,2-3-158,2-9 1,6-7 0,-7-14 0,1-6-1509,2-3 0,-4-11 451,7-3 0,-7-6 1,2-6-1,-4-5 1267,-2-5 0,-8-1 0,-1-1 0</inkml:trace>
  <inkml:trace contextRef="#ctx0" brushRef="#br0" timeOffset="1667">1870 576 12323,'11'0'1953,"3"0"0,3 0-1928,5 0 1,11-1 0,0-3-1,7-4-849,5-2 1,2 4-1,5-5 1,0-1-3062,1 2 3885,-9-5 0,15-3 0,-5-9 0</inkml:trace>
  <inkml:trace contextRef="#ctx0" brushRef="#br0" timeOffset="2069">2760 734 8784,'12'0'2223,"0"0"0,-9-2-1742,3-4 1,-4 2-1,-2-8-418,0-1 0,-8 5 0,-3 0-18,-5 0 1,-3 7 0,-2-5 0,-5 4-47,-1 2 0,6 8 1,-4 3-1,1 7-6,1 5 1,0-2 0,5 8 0,3 2 116,3 2 0,4 2 0,8 0 0,4 0-46,8 0 0,1-2 1,15-4-1,-1-7-57,0-9 0,4-5 0,6-8 1,0 0-40,-4 0 1,-8-8 0,2-5-1,-2-9-229,-3-7 0,-9-6 1,-3-4-1,-2-1-5,-4 1 0,-4 2 0,-6 2 0,-8 2-201,-7 4 0,-6-2 0,-8 10 0,0 3-155,0 5 1,0 9-1,0 0 1,2 8-41,4 7 0,2 7 0,7 5 662,3 6 0,-4 4 0,11 2 0</inkml:trace>
  <inkml:trace contextRef="#ctx0" brushRef="#br0" timeOffset="2449">3406 769 8506,'2'-16'749,"4"4"0,-4-3 0,4 3 75,-4-3 1,-2 3 0,0 0-458,0-1 1,0 3 0,-2 0 0,-2 1-305,-2-1 0,-7 6 0,1-2 0,-3 4-41,-3 2 1,-1 0 0,-3 0 0,-3 2 104,-2 4 1,4 6-1,-4 9 1,-1 4 53,1 3 1,6 1-1,-1 6 1,7 1 88,3 5 0,8-4 0,-1 4 1,5-4-419,5-2 0,11-2 0,11-4 0,4-6-397,6-4 0,8-3 0,-5-4 1,1-7-268,2-3 1,-4-9 0,5-5-1,-3-6 21,-8-5 1,0 2-1,-10-6 1,-1-1 790,-3 1 0,-1-2 0,-1-6 0</inkml:trace>
  <inkml:trace contextRef="#ctx0" brushRef="#br0" timeOffset="2867">4035 856 8019,'18'-6'223,"-1"0"0,-5-7 0,-1 3 0,1-2 753,-2 1 1,-1-1-1,-5-5 157,2-1 0,0 1-1026,-6-1 1,-2 3 0,-4 1-114,-5 2 0,-5 9 0,-3-3 1,-3 4 59,-1 2 0,-6 0 1,4 0-1,-1 0 190,1 0 0,-4 8 1,4 3-1,0 5 28,-1 1 0,3 1 0,6 1 0,-1 4 34,1 6 1,7-1 0,4 1 0,4 2-213,2 2 1,0-4 0,4 0 0,6 0-298,7-2 0,12-2 0,1-9 0,3-4-226,1-7 0,1-3 0,0-4 0,0-3-56,0-7 1,-8-11-1,-3-4 1,-5-3 93,-1 1 1,-9 0-1,-3-6 1,-4 0 177,-2 0 1,-8 2 0,-5 4-1,-7 6 26,-3 4 0,-8 3 0,4 4 1,-2 7-283,0 3 0,7 4 1,-1 3-1,3 7 2,3 4 1,7 9 0,5 4 0,3 2 466,2-2 0,0 4 0,2-4 0,3 4 0,13 2 0,9 0 0</inkml:trace>
  <inkml:trace contextRef="#ctx0" brushRef="#br0" timeOffset="3183">4559 210 8019,'0'-27'54,"0"3"0,0 5 612,0 1 0,0 1 1723,0-1-1895,0 9 1,0 3 0,0 14 0,0 7 65,0 7 1,0 9 0,0 0 0,0 7 70,0 9 0,0 5 0,0 5 0,0 3-190,0 2 0,0 0 0,0 4 0,0-2-401,0 2 1,0-8 0,0-5-1,0-11-706,0-5 0,2-4 0,4-4-559,6-5 0,-3-13 0,3-7 1225,1-8 0,3-5 0,1-9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2:08.76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228 534 8110,'17'10'1074,"1"-2"-31,-1-8 1,-5 0 115,0 0 0,-7-2-725,7-4 1,-8 2 0,2-7-186,-4-3 1,-2-2-166,0-1 0,-8-1 0,-4 3-213,-3 3 0,-9 5 1,-1 7-1,-2 0-35,-4 0 0,6 7 0,0 5 1,1 3-9,1 3 0,0 5 0,5 2 0,1 3-63,-1 3 0,9 2 1,3 2-1,4 0-209,2-1 1,2 1 0,4-2-1,7-2-123,9-1 0,7-15 1,11 1-1,5-7-132,0-5 1,5-2 0,-3-4 698,3-4 0,3-11 0,-1-10 0</inkml:trace>
  <inkml:trace contextRef="#ctx0" brushRef="#br0" timeOffset="466">769 726 7992,'12'0'0,"-2"-2"0,-1-1 68,1-3 1,2-6 0,3 4 269,-3-1 0,1 3 0,-7-6 1,0 1 721,2 1 1,-4-6-531,7 5 0,-7-5 0,2-1-284,-4-1 1,-10 9 0,-3 1 0,-5 2-260,-1 0 0,-7 0 0,-1 6 0,0 0-109,0 0 1,-6 8 0,3 4 0,-1 3-55,0 3 0,2 1 0,-2 2 0,6 5 101,3 1 1,3-4 0,1 6 0,5 0 241,5-1 0,6-1 0,6-6 0,7 2 22,9-1 1,5-5 0,10-3-1,1-5 22,3-1 0,6-2 0,-5-8 1,1-4-84,0-5 0,-2-5 1,-8-1-1,-4-3-209,-6-3 0,-6 2 0,-5-7 0,-6 1-92,-4 0 1,-4 0 0,-4-4 0,-6 4 91,-3 1 0,-10 3 0,-4 6 0,-4 1-165,-2 5 1,0 3-1,0 8 1,2 2-495,4 4 1,-2 5 0,7 12 0,3 7-143,2 3 0,9 2 1,4-1-1,6-1 882,6-3 0,4 3 0,15-14 0,2 6 0</inkml:trace>
  <inkml:trace contextRef="#ctx0" brushRef="#br0" timeOffset="783">1415 133 7992,'-5'-28'-800,"-1"5"0,2 4 2227,2 1 1,2 1 1869,0-1-3115,0 9 1,0 9 0,0 11 0,0 7 126,0 5 1,0 4 0,0 8 0,0 2 61,0 4 0,-6 3 0,-2 11 0,1 1-107,-1 2 1,0 6-1,4-4 1,-4 3-129,-1 3 0,5-2 0,-2-4 1,4-8-654,2-1 1,0-15 0,0-3-1502,0-5 1,2-13 1338,4-9 1,-2-14-1,5-7 1,-1-9-272,-4-3 0,-2 4 0,-2-6 950,0-2 0,0-10 0,0-4 0</inkml:trace>
  <inkml:trace contextRef="#ctx0" brushRef="#br0" timeOffset="1049">1712 115 7992,'8'-17'784,"-6"-1"0,4 1 666,-4-1 0,-2 1-547,0-1 1,0 11-947,0 7 0,0 9 0,0 13 0,-2 3 77,-4 2 0,2 8 0,-6 6 1,1 0 111,-1 1 0,-2 3 0,-3 9 1,1 2-249,3 3 1,5-1-1,-4-6 1,2 1-227,5-1 0,1-2 1,2-3-1,2-6-532,3-4 0,5-10 0,8-4 0,1-5-755,4-7 0,-3-3 1615,3-8 0,-4-8 0,-1-1 0</inkml:trace>
  <inkml:trace contextRef="#ctx0" brushRef="#br0" timeOffset="1413">1939 639 7992,'12'0'1677,"0"0"0,-6 0-834,5 0 0,1 0 0,5 0-310,1 0 1,1 0 0,2-2 0,3-2-504,-3-2 0,6-1 1,0 3-1,3-4-295,-1-2 0,-8 1 1,2-5-1,-3 2-386,-3-1 0,-7-3 1,-4-1 268,-4-1 0,-10 7 0,-6 1 0,-7 2 374,-8 4 0,-4 4 0,-2 4 0,0 4 231,0 2 1,0 7 0,0 7 0,2-1 67,4 2 1,4-4-1,9 8 1,3 3 23,1 1 1,8-4-1,0 0 1,10 2-179,12 2 0,1-6 0,12-4 0,4-3-287,4-3 1,2-5 0,-5-3 0,3-1-416,2-4 0,0-4 1,-6-6-1,0-3-481,0-1 0,-2-6 0,-2 3 1,-4-7-1166,-2-3 2211,6 0 0,-4-2 0,8-3 0</inkml:trace>
  <inkml:trace contextRef="#ctx0" brushRef="#br0" timeOffset="1747">2952 604 7992,'0'12'2859,"0"-1"-1610,0-7 1,0 2-854,0-12 1,-2-3-355,-3-9 1,3 7 0,-6 1 0,0 2 19,-4 4 1,-3-4-1,-3 3 1,1 1-88,0 2 1,-3 2-1,-1 0 1,-2 0 64,1 0 0,-3 8 1,2 5-1,1 7 121,3 3 0,7 8 0,3-2 0,1 4-122,4 2 0,4 0 1,6-2-1,5-2-193,5-2 0,3-10 0,5 1 0,5-9-114,4-3 1,2-2 0,0-6 0,-1-2-421,1-4 0,0-3 1,0-9-1,-2-1-93,-4-5 1,2-3-1,-5-8 1,-1 0 150,0 0 0,-2 1 1,-5-3 629,-1-4 0,1-4 0,-1-7 0</inkml:trace>
  <inkml:trace contextRef="#ctx0" brushRef="#br0" timeOffset="2030">3319 168 7992,'10'-18'-800,"-4"1"0,-3-1 2099,3 1 0,-4-1-9,4 1 1,-4 5 446,-2 1-1588,0 7 1,0-2 0,0 12 0,0 5 194,0 5 1,0 3 0,-2 4 0,-2 7 33,-2 3 0,-5 9 1,5 5-1,0 3-72,-2 3 0,4 1 0,-5 4 0,1 4-326,4 0 0,2 4 0,2-7 0,0-5-15,0-6 1,0-1-1,0-10 1,2-8-1298,4-8 1,-2-1 362,7-14 1,-1-3 0,2-8-1,-6-7 24,-4-4 0,-2-3 0,-2-2 0,-4-5 945,-6-1 0,-3-2 0,-3-6 0,-7-7 0,-2-3 0</inkml:trace>
  <inkml:trace contextRef="#ctx0" brushRef="#br0" timeOffset="2197">3040 464 7992,'-8'10'1409,"4"0"-94,-8-4-576,8-4 1,4 5-1,12-7 1,4 0-329,1 0 1,8 0 0,4 0 0,6 0-662,6 0 1,-2 0 0,8 0 0,1-2-305,2-3 0,5 1 1,1-6-1,4 0-391,2 1 0,-5 5 0,1-4 945,-4 0 0,-1-1 0,-1-9 0</inkml:trace>
  <inkml:trace contextRef="#ctx0" brushRef="#br0" timeOffset="2482">3843 552 8471,'0'9'1978,"0"1"0,0-4-1431,0 6 0,0-1 1,0 5-1,0 3-174,0 1 1,0 7 0,0 0 0,0 2-258,0 0 1,0 0-1,0 4 1,0-2-562,0-2 1,0-7 0,0 1-1618,0-4 0,8-9 1074,3-4 0,-3-12 0,-2-5 0,-4-7 988,-2-5 0,8-12 0,1-10 0</inkml:trace>
  <inkml:trace contextRef="#ctx0" brushRef="#br0" timeOffset="2633">3930 220 11661,'-7'-17'3312,"5"7"-5760,-6 2 0,10 8 2448,4 0 0,3 16 0,9 3 0</inkml:trace>
  <inkml:trace contextRef="#ctx0" brushRef="#br0" timeOffset="3115">4454 692 8301,'12'-16'852,"0"4"0,-7-1 0,5 5-333,-2-2 0,0 1 0,-5-5-257,3 2 0,0 1-118,-6-7 0,-8 9 0,-3 3 0,-5 4-38,-1 2 1,-7 0 0,-1 0-1,0 2-39,0 4 1,0-3 0,3 9 0,-1 4 163,2 5 0,1 0 0,3 8 0,-1 2-82,1 2 0,5 2 0,2 0 1,3 0-199,3 0 1,4-2 0,6-2 0,5-4-232,5-1 0,7-9 0,2-7 0,2-3-29,4-3 1,2-4 0,2-5 0,-2-7 38,-4-4 0,4-9 0,-5-4 0,-1-4 149,-4-2 1,-5-6 0,-7 1-1,-5-1 193,-4-2 1,-4 6 0,-6-1 0,-9 5 60,-10 3 0,-8 9 1,-4 0-1,-2 7-186,2 8 0,1 4 1,-1 6-1,-2 6-227,2 7 0,10 13 0,6 1 0,5 7-238,7 9 0,3-2 0,8-1 0,0 1-15,0 0 0,8-7 1,5 1-1,7-6 533,3-4 0,8-7 0,-2-1 0,4-8 0,2-7 0,0-4 0,0-2 0</inkml:trace>
  <inkml:trace contextRef="#ctx0" brushRef="#br0" timeOffset="3499">4821 622 8304,'17'-10'2406,"-5"-6"-401,0 5-1270,-8 3 1,3 2 0,-7 12-613,0 6 1,-2 3 0,-1 3-1,-3 1 127,2 4 1,-4-1 0,2 7 0,2 2 123,2 2 0,-3 2 0,-1 0 0,2 0-55,2 0 1,2-1 0,0-1 0,0-3-271,0-7 1,6-4 0,2-3 0,1-5-528,5-5 0,7-4 1,4-4-1,1-4-12,-1-5 0,6-7 1,-2-3-1,4-4 165,2-2 0,-6 3 1,-2-5-1,-2 0 175,-3 2 0,3-4 0,-4 8 0,-3 1 282,-5 3 1,-9 7-122,2 1 0,-4 9 0,-4 2 0,-2 9-117,-2 7 1,-5 9-1,5 4 1,2 4-444,2 2 1,2-6 0,0 0 0,2 2-469,4 2 1,4-6 0,7-3 1016,1-5 0,7-1 0,2-1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2:06.66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332 866 6895,'2'15'981,"2"-1"1110,2-2 885,0-8-1328,-6 3 1,2-7-1333,3 0 1,-3-2 0,4-3 0,-4-7-321,-2-4 0,-2-1 1,-4-1-183,-5 1 0,-5 0 0,-1 1 0,-1 4-238,1 7 1,-3-3-1,-1 2 1,-4 2 27,-2 2 1,3 10 0,-3 4 0,0 5 280,0 6 1,5 4 0,-1 8-1,6 0 161,5 0 1,4 0-1,8 0 1,0 0-16,0 0 1,14-8 0,5-6 0,5-7 122,1-8 0,6-4 0,-2-4 0,4-4 39,2-6 0,0-5 0,-2-6 0,-2-6-31,-2-4 0,-6-4 1,4-2-1,1-2-156,-1 2 0,-6-3 0,2-1 1,-3-2-260,-3-3 0,-5-3 0,-2 1 1,-3 1-113,-3 3 0,4 7 1,-2-2-1,-2 6-240,-2 6 1,-2 4 300,0 8 0,0 9 41,0 8 1,-6 9 0,-2 13 0,-2 3 271,-3 2 0,-1 4 0,1 8 1,1 4 225,-2 1 0,1-3 0,-1 6 0,4-1 144,3-1 0,1 5 0,6-3 0,0 1-292,0-1 0,2 2 0,6-11 0,7-3-372,6-4 1,5-9 0,-3-1-1,4-7-343,0-9 0,6-5 0,-6-5 0,-1-9 628,-9-7 0,8 1 0,-5-5 0</inkml:trace>
  <inkml:trace contextRef="#ctx0" brushRef="#br0" timeOffset="501">1118 866 9098,'8'-10'3127,"-6"-5"-2760,4 3 1,-5 2 0,-1-1-107,0-3 0,0-1-228,0-3 0,-1 3 1,-5 1-1,-6 4-31,-3 3 1,-3 1 0,-1 6-1,-3 0-155,-1 0 1,-6 0-1,4 2 1,-1 5 112,1 11 0,-4 1 0,6 8 0,2 1 35,1-1 1,5 2-1,3 6 1,6-2 3,4-4 0,2 4 1,4-6-1,6 0 146,7-3 1,7-11-1,-1-3 1,4-2 24,0-5 0,6-1 0,-6-4 1,0-3-85,-3-7 1,1-4 0,-2-3 0,-1-2-87,-3-3 1,-7-7 0,-3 4 0,1-2-22,0 0 1,-6 6 0,1-4 222,-3 1 1,-2 3-371,0 6 0,-2 7-97,-3 4 1,3 12 0,-4 6 0,4 5 191,2 6 1,0-3 0,0 5 0,0-2-79,0 0 0,2 7 0,4-7 0,5-2-141,5-1 0,3-3 1,3-1-1,3-3-416,2-1 1,2-8 0,6 2 0,0-6-1430,0-6 2137,-8-4 0,6-15 0,-6-2 0</inkml:trace>
  <inkml:trace contextRef="#ctx0" brushRef="#br0" timeOffset="817">1869 28 8210,'-10'-8'1676,"1"6"-1134,3-4 1,2-2 0,-6 4-272,2 6 1,3 6 0,3 12 0,-2 3-9,-2 6 1,-6 6 0,5 6-1,-3 7 77,-4 8 1,5 8-1,-3 12 1,-2 6-113,-1 3 1,3 2-1,2-1 1,3-7-189,3-9 0,2-16 0,2-13 1,0-6-624,0-6 0,8-5 1,3-13-668,5-5 0,-1-6 0,-1-6 317,-2-5 0,-9-5 0,3-3 0,-6-3 933,-6-1 0,-3-8 0,-16 4 0,-3-8 0</inkml:trace>
  <inkml:trace contextRef="#ctx0" brushRef="#br0" timeOffset="983">1467 621 8210,'0'12'4767,"0"0"-4337,0-8 1,8 3-1,4-7 1,5 0-502,6 0 1,5 0-1,8-2 1,5-1-368,6-3 0,-3-6 1,3 4-1,2 1-1837,1-1 0,4-4 2275,5 6 0,-5-7 0,6 3 0</inkml:trace>
  <inkml:trace contextRef="#ctx0" brushRef="#br0" timeOffset="1434">2323 796 8210,'12'0'0,"-1"0"2536,3 0-1657,-6 0 0,1 0 1,-5-2-557,2-4 1,0-3 0,-6-9-62,0 1 1,0-1 0,-2 1-85,-4-1 0,-4 7 0,-9 1 0,-4 2-221,-6 4 0,1-3 0,-1 1 0,0 2-96,2 2 1,-4 10 0,6 3 0,0 7 195,-1 5 0,3-2 1,6 8-1,1 3 49,4 1 1,5-1 0,7 0 0,0-3 58,0 2 1,7-6 0,5-2 0,4-3-61,1-3 0,6-7 0,3-4 0,-1-4-143,0-2 1,-2-2 0,-3-4 0,1-6-128,2-3 0,1-3 0,-9-1 1,-1-3 8,-3-1 1,-1 0-1,2 5 1,-4 3 146,-1 3 0,-5-3-261,4 3 0,-4 6 312,-2 6 0,0 10 0,0 11 0,0 3-107,0-3 0,0 6 1,2 0-1,4 2-713,5 0 0,5-7 1,3 3-1,5-2-3235,5 1 4013,11-9 0,5 1 0,7-7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2:04.70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140 1066 8004,'0'17'237,"0"1"1,-1-7 1583,-5 1 1271,4 0-2313,-6-3 1,8-3 0,0-12 0,0-5-61,0-5 0,0-7 0,0-2 0,0-2-344,0-4 1,0-8-1,0-4 1,0-2-131,0-3 0,0-8 0,0-5 0,0 1-201,0 0 1,0-6 0,0 2 0,0-2-527,0 2 0,8 6 0,3 9 0,7 5-444,5 1 1,-1 4-1,7 8 1,2 6 128,2 6 1,4-1 0,1 14-1,5 2-136,2 3 1,-7 1 0,3 3 0,-6 7-1487,-6 8 2419,4 11 0,-13-2 0,5 8 0</inkml:trace>
  <inkml:trace contextRef="#ctx0" brushRef="#br0" timeOffset="249">1 769 7510,'11'10'1871,"-1"-3"-935,-2 1 1,5-6 0,-1 4-395,4-4 1,1-2 0,3-2 0,1-2-586,2-2 0,8-2 0,-2 3 0,2-5-829,-2 0 1,4-5 0,-3 5 0,3-2 871,1 1 0,1-9 0,0-7 0</inkml:trace>
  <inkml:trace contextRef="#ctx0" brushRef="#br0" timeOffset="651">717 891 8210,'11'0'120,"-1"-2"1,0-2 596,0-1 0,-5-7 1,5 4-81,-2-2 0,3 5 0,-5-7-324,-2-2 0,4-1 0,-2-3-189,-2 1 0,-4 5 1,-6 3-1,-6-1-30,-3 0 1,-3 6-1,-1-1 1,-3 3-208,-1 2 1,-6 2 0,6 3-1,-1 7-184,-1 4 1,6 3-1,-4 2 1,3 3 146,3-3 0,7 6 0,2 0 1,2 2 142,1 0 0,1-7 0,10 3 0,5-2 51,5 1 0,3-3 0,4-8 0,7-3 101,2-2 0,3-2 0,0-6 0,-2-2-130,-4-4 1,2-4-1,-7-9 1,-3-2-134,-1-3 0,-9-7 1,-1 4-1,-2-2-24,-4 0 0,-6 0 0,-8-4 1,-8 4-90,-1 5 1,-8 7 0,-2 3-1,-4 5-386,-2 1 0,6 10 0,2 9 0,-1 7-97,1 5 0,8 2 0,-1 8 714,7 2 0,9-4 0,-4 12 0</inkml:trace>
  <inkml:trace contextRef="#ctx0" brushRef="#br0" timeOffset="1050">1136 734 8210,'-18'0'1783,"1"0"0,7 2-1277,5 4 0,3 9 0,2 11 0,0-1-230,0 0 0,0 6 0,0 0 0,2 6-83,3 4 0,-1-6 0,6-8 0,-2 0-94,-4 0 0,3-6 0,1 1 181,2-9 1,-6-7-1,3-12-267,1-5 1,-6-7-1,4-5 1,-4-4-84,-2 0 0,6-6 0,0 4 0,-3-4-200,-1-2 0,-2 6 1,0-1-1,0 1-127,0 2 0,6 0 0,2 6 0,0-3-56,-1 3 1,7 4 0,-2 3-1,3 4 172,3 3 1,1 1 0,4 6 0,6 0-105,4 0 1,8 2 0,4 2-1,3 1-1106,7-1 1491,16-2 0,1-2 0,16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2:21.36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0 7992,'-2'16'20,"-4"-4"0,4 3 1454,-4-3 1259,4-4-191,2-1-448,0-7-1632,8 0 1,2 0 0,9 0-1,2 0-391,3 0 0,5 2 0,-4 2 0,2 2-540,4-2 1,8-2 0,2-2 0,-1 0-608,3 0 0,-4-2 1,6-4-1,-3-6 1076,-3-3 0,-2-10 0,-2-3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2:25.0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1044 7387,'0'18'-544,"5"-6"3266,1-1-1003,0-7 1,-4 4-941,4-8 0,-2-6 0,5-2 0,-1-1-291,-4-5 0,4-7 1,0-5-1,-1-1-166,1-4 1,4-2-1,-4-4 1,-1-1-273,1-3 0,0-8 0,-4 3 1,1-5-229,-1-1 1,4-6-1,-2-1 1,0 5-266,2 6 1,1-1-1,9 6 1,-1 1-150,1-1 0,5 4 1,2 8-1,2 4-348,4 2 0,2-2 1,2 7-1,0 7-4,0 3 0,-6-2 0,-2 6 0,-1 5 325,-5 4 0,-4 7 619,-5 8 0,4 7 0,-7 2 0</inkml:trace>
  <inkml:trace contextRef="#ctx0" brushRef="#br0" timeOffset="267">70 783 8438,'-9'7'3176,"1"-5"-2837,8 6 1,8-8 0,5 0 0,7-2-178,3-4 1,8 2-1,-2-7 1,4-1-443,2 2 1,0-5-1,0 3 1,0-1-1346,0 1 0,0-2 1625,0 9 0,0-9 0,0 4 0</inkml:trace>
  <inkml:trace contextRef="#ctx0" brushRef="#br0" timeOffset="633">629 905 8243,'18'8'583,"-1"-7"100,1 5 0,-1-4 1,1-2-1,-1 0-183,1 0 0,1-6 0,2-1 1,5-3-279,1-4 0,-4-1 1,4-3-1,-2 1-54,-3-1 0,-3-1 0,-1-2 0,-3-3-138,-3 3 0,-3 2 0,-5 1 0,2 1-75,-2-1 1,-4 3 0,-6 3-175,-5 6 0,-11-1 0,-1 1 0,0 4-307,-3 6 0,5 5 1,-8 11-1,0 1 110,2 2 0,1 3 1,9-5-1,0 4 536,-1 2 0,3 1 0,3 3 0,6-4 52,4-2 0,2 4 0,4-6 1,8-1 92,11-3 1,10-3 0,8-5 0,5-5-521,5-4 0,1-4 0,1-4 0,-1-5-1022,0-5 1,1-7-1,-3-2 1277,-3-3 0,-5-1 0,-7-6 0</inkml:trace>
  <inkml:trace contextRef="#ctx0" brushRef="#br0" timeOffset="1150">1782 765 6990,'12'0'2080,"-1"0"0,-7-2 1,2-4-1635,-4-5 1,-2-5-390,0-1 0,-2-1 0,-4 1 0,-6 1-92,-3 5 1,-3-3 0,-1 8-1,-2 2-166,-3 2 1,-7 2 0,4 0 0,-2 2-1,0 4 1,6 4-1,-4 9 1,1 3 208,5 1 1,4 6 0,5-4-1,6 2 157,4 4 0,2-3 1,0-1-1,4-2 37,8-4 0,-1-3 1,15-5-1,-1-3-66,4-2 0,2-4 0,0-8 0,-2-4-121,2-2 1,0-7-1,-2-6 1,-4-1-198,1-1 1,-9 4-1,3-8 1,-7 0-76,1 1 1,-6 3 0,-1 6 247,1-5 0,-6 5-106,4-4 0,-6 11 1,-4 8 135,-2 8 1,-2 8-1,4 9 1,-1 4 69,1 2 1,2 3 0,2 5 0,0-1 21,0 1 1,8-6-1,3 1 1,5-1-265,1-2 0,8-2 0,5-9 0,3-5-449,1-5 0,1-4 0,2-4 0,2-4-285,2-5 0,-2-11 0,-8-3 0,-4-2 885,-2-4 0,6-10 0,-4-4 0</inkml:trace>
  <inkml:trace contextRef="#ctx0" brushRef="#br0" timeOffset="1432">2498 206 8243,'-10'-17'374,"3"5"1,5 0 1001,-4-1 1,4-3 709,-4-1-1958,4 7 0,2 4-50,0 12 0,0 6 0,0 9 0,0 4 200,0 3 0,-2 6 0,-2 11 1,-2 4-66,3 5 1,-1 4-1,0 0 1,-2 6 36,2 4 1,2-6-1,2-3 1,2-5-421,4-2 1,-2-9 0,7-6 0,1-8-1269,-2-4 1,5-9-1,-3-10 405,3-4 1,-5-4 0,-4-4-1,-4-6 173,-2-3 1,-2-9 859,-4 1 0,-11-16 0,-10 2 0</inkml:trace>
  <inkml:trace contextRef="#ctx0" brushRef="#br0" timeOffset="1616">2236 573 8243,'8'10'1272,"3"-5"1,-1-3 0,2-2-576,1 0 1,3 0 0,1 0 0,1 0-338,-1 0 1,9 0 0,3 0 0,4 0-442,2 0 0,-1-5 0,3-3 0,2 0-790,2 0 0,0-5 0,-6 3 0,-2-2-950,-4 1 0,4 5 0,-6-4 1821,0 2 0,-2-5 0,-7 3 0</inkml:trace>
  <inkml:trace contextRef="#ctx0" brushRef="#br0" timeOffset="1966">2882 555 8243,'18'10'2979,"-7"-2"-2337,1-8 1,-8 8-397,2 3 0,-10-1 0,-2 2 1,0 1 4,-2 3 0,6 7 0,-3 0 1,3 1 56,2 1 0,0-4 0,0 6 0,0-1-171,0-5 0,9-2 0,7-1 0,5-3-195,1-3 0,5-4 0,0-8 0,2-2-141,0-4 1,-2-4 0,2-9 0,-5-4 42,-5-6 1,-1-3 0,-3 1 0,-1 2 15,-3-2 1,-7-2-1,2 0 1,-4 4-133,-2 6 0,-2 0 0,-2 3 1,-4 7-900,-1 3 1,5 6 305,-2 10 1,4 4 0,2 7-1,0 0 865,0 1 0,10-1 0,7 1 0,8 7 0,10 2 0</inkml:trace>
  <inkml:trace contextRef="#ctx0" brushRef="#br0" timeOffset="2333">3581 538 8243,'8'-10'-889,"-7"1"1,7 5 4369,0-2-2311,-6 0 0,6 8 0,-8 4-572,0 6 1,0 5 0,0 4 0,0 5-88,0 1 1,0 2 0,0 6 0,0 0-275,0 0 0,0-6 1,0-2-1,0 0-23,0 0 0,0-5-16,0 1 0,0-13-414,0-10 1,0-8 0,0-10 0,0-1-408,0-4 0,0 1 0,0-7 0,0 0 246,0 2 0,0-4 1,0 6-1,0-1-65,0 1 0,0 2 0,0 5 1,2 1 73,3-1 0,13 1 0,11 0 0,4-1 77,2 1 0,6 5 0,1 2 0,5 3-292,7 3 1,-1 2 0,5 2-1,-4 0-406,-1 0 0,-11 0 989,-7 0 0,0 0 0,-8 0 0</inkml:trace>
  <inkml:trace contextRef="#ctx0" brushRef="#br0" timeOffset="2699">4105 678 8243,'-6'11'872,"0"1"1467,2 2-1976,2-7 1,4 1 0,4-8 0,6 0 179,3 0 0,8 0 1,3 0-1,1-2-112,4-4 1,2-3 0,2-9 0,0 1-286,0-1 1,-2 1 0,-2-1-1,-4-1 80,-2-4 1,-4 3 0,-9-3 0,-6 4-764,-4 1 1,-2 1 0,-2 1-1,-6 3 206,-9 1 0,-9 8 1,-8 0-1,-3 8-187,-4 8 1,4 5-1,-4 4 1,6 5 347,6 1 1,-2 2 0,8 6 0,4 0 263,5 0 1,6 0-1,8 0 1,2 0 253,4-1 0,6-6 1,11-5-1,6-4-306,4-1 0,10-9 0,1-3 1,3-4-410,-1-2 0,-5-8 0,4-5 1,-1-7-980,1-3 0,-4-2 1,3 2 1345,-1-6 0,6-4 0,-5-2 0</inkml:trace>
  <inkml:trace contextRef="#ctx0" brushRef="#br0" timeOffset="3083">5030 486 8243,'0'-18'1049,"0"7"1,0-1 611,0-2 0,0 5-656,0-3 1,-2 2-965,-3-1 0,-5 1 0,-8 6-242,1-2 0,-1 0 0,1 8 0,0 2 78,-1 2 1,1 8 0,-1-3-1,1 5 182,-1 1 1,7-5 0,1 0 0,2 3 305,4 6 0,2-1 1,2 3-1,2-2 71,4 3 0,4-5 0,7 6 0,3-1-107,3-1 1,-2 2-1,6-2 1,-1 5 0,-5-1 0,4 0 1,-3-6-1,-5 3-2,-3-3 0,-5-2 1,3-1-1,-6-1-139,-4 1 0,-4-7 0,-4-1 0,-8-2-525,-7-4 0,0-2 1,-8-2-1,-2 0-623,-2 0 0,0-8 0,1-2 0,5-1-531,2-1 1,2 2 0,5-3 0,3 1-233,3-2 0,4 5 1722,8-3 0,0 0 0,0-5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2:23.73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297 682 8256,'0'-18'604,"0"7"0,0-1 1059,0-1 1,0 3-716,0-2 0,0 1-617,0-7 0,0 6 1,-2 3-239,-3 1 0,-5 2 1,-8 6-1,1 0-117,0 0 1,-3 2-1,-1 4 1,-4 6-68,-3 3 1,7 5-1,-2 1 1,3 4 172,3 2 0,1 2 1,3 6-1,3 0 125,2 0 1,2 0 0,10 0 0,6-2-114,8-4 0,11 2 1,0-8-1,4-3-85,2-7 0,0-5 1,0-8-1,-1 0-66,1 0 1,-6-8 0,-1-5 0,-5-7-97,-8-3 1,1-10-1,-10 0 1,-2-6-58,-2 1 0,-4 1 1,-4 2-1,-6 0 94,-3 0 1,-11 8-1,-3 3 1,-4 7-410,-2 5 1,1 5-1,-1 7 1,2 2-487,4 3 1,3 13 0,9 11-1,1 6-318,5 6 0,3-3 1329,8 9 0,15 0 0,5 5 0</inkml:trace>
  <inkml:trace contextRef="#ctx0" brushRef="#br0" timeOffset="367">699 961 8089,'0'18'1168,"0"-1"1,0-5 2281,0 0-2258,0-9 1,2 3-753,4-12 0,-4-3 1,4-11-1,-3-1-81,3-2 1,-4-8 0,4 0 0,-4-6 35,-2-4 1,-6-8 0,-2 5 0,1-3-276,-1 1 1,-4-3 0,6-7 0,3-2-391,1 1 0,2 3 0,2 4 0,3 1-172,7 3 0,5 7 1,5 0-1,3 8-155,2 8 1,-4 3 0,7 5-1,-1 1-225,-2 2 0,6 9 0,-4-3 1,4 4-172,2 2 1,-6 2 0,-2 4-1,0 5-1521,0 5 2514,-5-7 0,3 15 0,-7-5 0</inkml:trace>
  <inkml:trace contextRef="#ctx0" brushRef="#br0" timeOffset="584">594 612 8043,'0'18'2128,"0"-1"1,8-7-1151,4-4 1,9-5 0,4-1 0,2-1-837,4-5 1,8 2 0,4-6-1,2 0-1417,3 1 0,1 5 1,-1-4 1274,-1 0 0,-1-1 0,7-9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2:22.36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420 208 8315,'8'-17'-569,"-4"1"1,5 3 2019,-1 1 0,-2 6 0,-4-3-20,4 1 1,-4-6-441,4 3 0,-4 1-866,-2-2 0,-8 6-430,-4-5 1,-3 7 0,-5-2 0,-1 4-13,-2 2 0,-7 0 0,5 0 0,0 2-73,0 4 0,-6 4 0,4 7 0,-1 1 190,5-1 0,4 0 1,1 3-1,1 1 172,-1 2 1,9 1 0,3-5-1,4 3 42,2 1 0,2 2 1,6-4-1,9 5 194,10 1 1,6-4 0,2 6 0,2 2 140,4 2 1,-4 2 0,3 0 0,-5 0 34,-6 0 0,-3 2 1,-9 2-1,-1 1-47,-5-1 1,-3-2 0,-10-2 0,-4-2-307,-5-4 0,-7-4 1,-5-7-1,-6-3-144,-4-3 1,-2-2 0,0-7 0,0 3-384,0-2 1,0-8 0,2-3 0,2-3-278,2-4 0,8-3 1,-3-5-1,5-1 57,1 2 1,9-1 0,3 1-1,4-2-1277,2 2 1993,8 1 0,1-5 0,9-2 0</inkml:trace>
  <inkml:trace contextRef="#ctx0" brushRef="#br0" timeOffset="417">700 732 10225,'11'0'3355,"1"-2"-2704,1-4 1,-3 5 0,4-5 0,3 2-175,5-2 1,1 2 0,-4-8-1,3 1-386,1 1 1,0-5 0,-7 3 0,-3-2-86,-1 3 1,-2-5 0,1 5-173,-5-5 1,-4-1 0,-4 1-399,-4 4 1,-3 5 0,-9 7 0,-1 0 145,-5 0 1,-1 0 0,-6 4-1,4 5 254,2 9 0,-4 5 1,5 0-1,3 6 165,2 4 1,7-2-1,2 2 1,2 2 408,5-4 1,4 4 0,9-8 0,12 3-65,9-1 0,2-10 1,13-1-1,1-11-518,-3-5 1,13-2-1,-5-2 1,0-5-271,-3-11 0,-1-1 0,-7-8 0,-2-1-979,-2 1 0,-4-2 0,-4-6 1421,-6 0 0,-3-7 0,-3-3 0</inkml:trace>
  <inkml:trace contextRef="#ctx0" brushRef="#br0" timeOffset="717">1503 51 8372,'-6'-12'1144,"0"1"0,-2 1-162,3-1 1,3 5-640,-4 12 1,4 5-1,2 12 1,0 8 16,0 8 0,2 0 0,2 10 0,2 3 110,-3 4 1,1 10-1,0-2 1,4 4-84,2 2 0,-4-2 1,3-4-1,1-4-400,0 0 0,-5-13 1,5-2-1,0-12-979,0-10 1,-5-6-732,7-5 0,-8-6 0,2-12 298,-4-6 1,-4-5-1,-2-5 1425,-2-1 0,-15-8 0,1 4 0</inkml:trace>
  <inkml:trace contextRef="#ctx0" brushRef="#br0" timeOffset="899">1293 540 8372,'10'8'858,"0"-6"0,-6 6 20,1-1 0,3-5 0,-2 4 0,6-4-44,3-2 0,5 0 1,3-2-1,8-2-792,8-2 0,5-7 0,9 1 0,-1-5-1011,1-7 0,1 5 0,4-6 1,6 2 968,4-1 0,10-7 0,1 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2:30.11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400 140 8243,'8'-11'-783,"1"-1"-39,1-2 1,6 5 782,-5-3 0,-1 6 39,2-5 0,-8 7 0,-4-4 0,-10 8 0</inkml:trace>
  <inkml:trace contextRef="#ctx0" brushRef="#br0" timeOffset="850">400 140 8243,'8'-23'-9,"3"0"1,-3 5-1,-2 7 451,-4-3 0,4-2 987,0-1-559,-1 7-606,-5 3 1,0 8 0,0 5 191,0 6 0,-5 9 0,-1 5 0,2 1-45,2 4 0,-6 4 0,-2 5 1,-1 7-74,-1 3 0,2 11 0,-3 5 1,1 5-311,-1 5 0,-1 0 0,0-8 0,5-4-78,1-6 0,-4-12 0,7-7 0,1-8-2711,2-7 959,2-13 0,0-5 693,0-12 1,0-3-845,0-9 1953,0 1 0,0-1 0,0 1 0</inkml:trace>
  <inkml:trace contextRef="#ctx0" brushRef="#br0" timeOffset="1117">33 507 8243,'-11'-10'2192,"-1"4"-1464,8 5 0,-2 1-123,12 0 1,10 0 0,9-2-64,2-4 1,2 4-1,8-6 1,4 2-498,5 0 1,5-5 0,1 3-1,2 0-969,5 0 1,-3-3 0,6 5 0,-2 0-45,-4-2 1,-9 7-1,-4-7 968,-1 0 0,-5-2 0,6-7 0</inkml:trace>
  <inkml:trace contextRef="#ctx0" brushRef="#br0" timeOffset="2064">1011 629 8243,'0'-17'413,"0"5"1,0 0 953,0-1 0,0 3-777,0-1 0,0 5-642,0-6 1,-2 8 131,-4-2 1,-3 6-1,-7 6 1,1 6-42,-3 3 0,5 5 0,-11 1 0,5 4 99,1 3 0,1 1 0,0 4 1,1-2-53,4-2 1,-1 0 0,7 4 0,2-4-118,2-6 1,10-3-1,4-3 1,5 1-96,6-1 1,3-7 0,5-4 0,-2-6 50,2-6 0,2-4 0,0-9 1,-2-3 60,-2-1 1,-8-6-1,3 4 1,-7-2 75,-5-5 0,-3 5 0,-5 0 0,2 0-13,-2 0 1,-10 4 0,-6-3 0,-3 5-289,-3 5 0,-7 5 0,-4-1 1,-2 6-154,2 4 1,-4 2-1,4 4 1,-2 6-523,2 7 1,3 7 0,9-1 0,1 6 913,5 4 0,3-6 0,8 6 0,0-6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2:33.74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95 749 8938,'-11'0'4120,"-1"0"-3753,8 0 0,-4 2 1,10 2-1,4 2-14,6-2 0,3-2 0,3-2 0,1 0-94,4 0 1,3 0-1,5 0 1,-4-2-221,-2-4 0,4 2 0,-6-7 0,1-5-164,1-5 0,-12 1 0,5-3 0,-4 4-353,-5 1 0,-1-5 0,-8 0 0,-2 1 135,-4 3 1,-5 7 0,-13 3-1,-5 1 228,-4 4 1,-2 4-1,0 6 1,0 5 161,0 5 1,1 3-1,1 3 1,3 3 264,7 2 0,4 2 1,3 6-1,3 0 86,1 0 0,10 0 0,2-2 1,12-2-164,9-2 1,8-8 0,12 1 0,5-9 54,5-7 0,1-4 0,1-2 0,1-2-683,4-4 1,-11-3-1,-1-11 1,-7-1-383,-4-3 0,-2-7 0,-4 4 0,-5-2 138,-5 0 1,-9 8 0,-5-5 0,-3 3 233,-2 0 1,-2 0 0,-1 5 0,-5 1 238,-2-1 1,4 7 0,-5 1 207,-3 2 1,6 0 0,1 4 1331,-1-1-596,6-1 0,-6 8-357,8 4 0,0 3 0,2 9 0,2-1 135,2 1 1,5 1-1,-3 2 1,2 5-266,3 1 0,3 2 0,1 6 0,3 0-411,3 0 1,-2 0 0,9-2 0,1-2-236,2-2 1,2-2 0,-3 0 0,0-7-758,-3-7 1,-8-9 125,2 2 1,-5-12 0,-7-6-1,-7-5 984,-8-6 0,-5-5 0,-9-6 0</inkml:trace>
  <inkml:trace contextRef="#ctx0" brushRef="#br0" timeOffset="234">1038 627 8924,'-8'-10'1101,"5"3"1,-9 7-490,-2 0 0,1 7 0,-3 7 0,1 5-418,-5 5 0,-3 9 0,2 0 0,-5 7-295,-1 5 0,-2 2 0,-6 5 1,0 2-278,0 5 1,2-7 0,4 0 0,6-11-1235,4-10 1,7-6 769,0-7 0,16-10 1,2-10 841,8-14 0,11-9 0,2-10 0</inkml:trace>
  <inkml:trace contextRef="#ctx0" brushRef="#br0" timeOffset="851">1457 68 8243,'0'-17'164,"0"5"1,0 1 2458,0-3-1741,0 6 0,0 2-527,0 12 1,0 4-1,0 9 1,0 5 129,0 5 1,-5 4 0,-3 4 0,0 3 87,0 7 0,-5 9 0,3 4 0,-2 4-315,1 8 0,-1 6 0,-5 7 0,1-3-292,4-7 1,5-11 0,5-7-1,-2-9-207,-2-7 0,0-12 1,8-8-2730,4-7 1,-2-6 1225,7-8 1,-7-2 0,2-4 1743,-4-6 0,-10-3 0,-3-3 0,-5-7 0,-1-2 0</inkml:trace>
  <inkml:trace contextRef="#ctx0" brushRef="#br0" timeOffset="1050">1160 627 8243,'0'-17'1694,"0"-1"0,0 7-633,0-1 1,0 0 0,2-3-650,4 3 0,4 2 0,7 7 1,3-5-416,3-2 0,4 4 0,10-3 0,4-1-482,5 0 1,-1 6 0,2-3 0,1 1-786,3 0 1,-7 0-1,-1 6 1,-2 0 1269,-1 0 0,1-8 0,-6-1 0</inkml:trace>
  <inkml:trace contextRef="#ctx0" brushRef="#br0" timeOffset="1435">1824 662 8829,'2'-15'1132,"4"3"0,-4 12 0,4 14 0,-4 5-818,-2 4 1,0 8 0,0-2 0,0 4-47,0 2 1,-2 0-1,-2 0 1,-2-2 53,2-4 0,0 4 1,0-6-1,-2 1 108,3-5 1,1-10-237,2-1 0,0-10-590,0-2 0,0-8 0,0-11 0,0-4-65,0-7 1,0-1 0,0 0 0,0 2 70,0-2 1,0-2-1,0-2 1,2 2 66,3 4 0,3-2 1,8 6-1,-1 0 101,5-1 0,3-3 1,0 6-1,6 4-37,4 5 1,2 0-1,0 9 1,0 1-429,0 2 0,6 2 0,0 2 1,-3 2 686,-1 1 0,-2 9 0,0-4 0,0 7 0</inkml:trace>
  <inkml:trace contextRef="#ctx0" brushRef="#br0" timeOffset="1934">2627 749 8243,'12'-2'1191,"0"-3"1,-6 1-335,5-8 1,1 0-519,5-5 1,-7 0-120,-4-1 1,-4 6 0,-4 3-1,-4-1 40,-6 0 1,-5 6 0,-4-1 0,-5 3-129,-1 2 0,4 0 0,-6 0 0,0 2-124,2 3 1,-1 3 0,7 8-1,-4-1 131,-2 5 0,5 3 0,1 0 1,5 4-106,5 1 1,5 5 0,-4-6 0,2 0-91,5-4 1,6-3-1,5-3 1,2-1-168,4-5 1,1 3-1,4-8 1,3-4-131,1-6 0,6 0 1,-6-8-1,1-1-89,1-3 0,-6-1 0,5-3 0,-5-1-50,-1-2 1,-7-1-1,1 7 342,1-1 148,-5 1 116,0 7 0,-14 10 0,0 12 1,2 5 79,2 7 1,2-5 0,0 4 0,0-3-191,0-3 1,0 6 0,2 1-1,4-3-311,6-2 0,3-7 0,3-2 0,-1-2-147,1-5 1,5-1 0,0-2-1,1 0-25,1 0 1,0-2 0,6-3 0,-4-7 478,-1-4 0,-3-9 0,2 6 0,2-6 0</inkml:trace>
  <inkml:trace contextRef="#ctx0" brushRef="#br0" timeOffset="2285">3309 749 8449,'0'-17'1245,"2"1"-25,3 5 1,-3 1-552,4 4 1,-4 2-537,-2-7 0,-8 5 0,-3-4 79,-5 2 1,-1 3 0,-3 5 0,-1 0 31,-2 0 1,-3 2 0,5 3 0,-4 7-5,-2 4 0,3 3 0,-3 2 0,2 5 60,4 1 0,3-4 0,5 6 0,3 2-389,2 2 0,2-4 1,8-2-1,6-1-191,9-5 1,9 2 0,9-3 0,0-7-156,-1-3 0,7-4 1,2-6-1,0-2-260,-1-4 1,-1 2 0,-6-8 0,0-3-68,0-6 1,-2 1 0,-2-5 0,-4 2 220,-2-1 0,-1-5 1,-7 4-1,0-2 541,1-4 0,-3 4 0,-3-2 0,4-1 0,-7-4 0</inkml:trace>
  <inkml:trace contextRef="#ctx0" brushRef="#br0" timeOffset="2552">3815 208 8243,'6'-12'233,"0"1"1,0-1 0,-6-5 1115,0-1 0,0 7 1003,0-1-2136,0 8 1,0-2 0,0 14-1,-2 7 118,-4 7 1,4 11 0,-6 2 0,2 9 182,0 7 1,-7 7 0,1 2 0,-1 2-334,1 4 1,-4 2 0,7 4 0,-3 0-264,0-2 0,9-6 0,-3-16 0,4-5-511,2-6 0,6 0 0,1-16-1831,3-6 1,2-5 1408,5-10 0,-5-8 0,-2-3 1,-3-5 19,-3-1 0,-4-7 992,-6 1 0,-3-8 0,-9 4 0</inkml:trace>
  <inkml:trace contextRef="#ctx0" brushRef="#br0" timeOffset="2717">3571 627 8741,'5'-17'2685,"1"-1"1,2 1-2003,-2-1 0,5 9 1,13 3-1,5 4-835,4 2 0,9 0 0,7 0 0,5 0-511,5 0 1,7 0 0,-4 0 0,0 0 662,-4 0 0,4-8 0,0-2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2:50.63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34 8288,'10'-8'1237,"-2"4"1325,-8-8-2255,0 9 1,2-3 0,1 12 0,3 7 295,-2 8 1,-2 7 0,-2 9-1,0 5-43,0 11 1,0 1 0,-2 10-1,-2 2-181,-2 2 0,1 4 0,5 1 0,0 1-182,0-6 1,2-8 0,3-13 0,5-6 322,0-5-392,5-8 0,-7-13 0,4-15 0,-4-10-30,-1-5 1,1-8 0,6-3 0,-3-1-398,3-4 0,-1 4 1,1-2-1,-2 0-320,1 2 0,5-4 0,3 5 0,2 1-48,-1 0 1,3 2 0,0 5-1,2 3 259,4 3 1,-3 4 0,1 8-1,2 0 294,2 0 1,-4 14 0,0 5 0,0 6 234,-2 6 0,-7 2 0,-11 2 1,-1 0 200,-4 0 1,-4 0 0,-8 0-1,-9-2 40,-10-4 1,-6 2 0,-4-8 0,-2-1-428,-2-3 0,-2-9 1,3-4-1,-5-4-383,0-2 1,-3 0 0,9 0 0,4-2-672,4-4 1,10 2-1,-1-8 325,9-1 1,7 3 0,12 0 793,5 3 0,21-7 0,4 4 0</inkml:trace>
  <inkml:trace contextRef="#ctx0" brushRef="#br0" timeOffset="614">1170 662 7807,'0'-9'2281,"0"1"1,0 10-2017,0 4 0,-2 3 0,-2 9 1,-1-1-163,1 1 0,2-1 0,2 3 0,0 1-32,0 2 1,8 1 0,3-7 0,5 1 28,1-1 1,8-5-1,3-3 1,1-1-200,0-4 1,0-4 0,6-4 0,-2-4 12,-4-1 0,2-9 1,-8-5-1,-1 0-111,-3-3 1,-1 7-1,-1-6 1,-1 1 90,-5 1 0,-3 6 0,-8 5-3,0-2 0,0 5-54,0-3 1,0 10 0,0 2 0,0 12 358,0 9 0,0 1 0,0 7 0,0 2 309,0 2 0,0 9 1,0 5-1,0 5 135,0 7 0,0 5 0,0 9 0,0 3-244,0-2 1,-14-4 0,-5-4 0,-6-4-134,-6-2 1,-8-10-1,-4-11 1,0-8-199,1-8 1,-7-11 0,3-6 0,-3-6-1159,3-6 0,-3-6 1,6-9-1,3-4-212,3-2 0,2 0 0,15-5 0,7 5-2264,3 2 3569,4-6 0,14 4 0,2-8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2:45.44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315 123 8467,'0'-17'1442,"0"5"1519,0 0-2142,0 8-372,0-11 1,2 13 168,4-4 1,-2-2-268,8 3 1,-1-3 0,7 4-290,-1-2 0,1 0 0,-1 6 0,0 0-119,1 0 0,1-5 0,3-1 0,3 2-21,2 2 0,-4 2 1,5 0-1,-1 2 47,0 4 1,-6-2 0,2 5 0,-3 1 19,-3 0 1,1-5-1,-3 7 1,-1 2 106,-2 1 1,-3-3 0,3-1 0,-6 3-5,-4 2 1,4 1 0,-1 1 0,-1-1 68,-2 0 0,-2 1 0,0-1 1,-2 1 18,-4-1 1,3 1 0,-7-1 0,0 1-52,0-1 1,1 1-1,-5-1 1,2 1-83,-1-1 0,-3 0 0,1 1 0,1-1-14,3 1 0,1-1 0,-4 1 0,3-1-80,-3 1 0,4-1 0,-1-1 1,-1-3 55,2-1 0,-5 0 0,5 5 0,0 1 113,5-1 0,-3-5 1,0-1-1,0 3 22,1 1 1,-5 3 0,4-1-1,-1 1 1,-1-1 0,-2 1 0,4-1-109,1 1 0,5-1 0,-6 1 1,2-1 8,0 0 1,-1 1 0,3-1 0,-2 1 21,2-1 0,-4 1 1,2-1-1,2 1 19,3-1 0,-5 1 1,0-1-1,2 1-18,2-1 0,-4 0 0,0 1 0,3-1-44,1 1 0,2-1 0,0 1 1,0-1-27,0 1 0,0-1 1,0 1-1,0-1 3,0 1 1,5-1 0,3 1-1,0-1-3,0 0 1,5 3-1,-1 1 1,3 2-26,3-1 1,-6-3 0,-1-3 0,3-3-137,1-1 1,3-2 0,-1 3 37,1-1 0,-1-8 0,1 2-242,-1-4 0,1-2 113,-1 0 1,-5 0 0,-3-2-78,-1-4 1,-2 2-459,-6-8-50,0 8 828,0-3 1,-8 7 79,-3 0 1,-5 0 0,1 2 12,3 3 1,-4-3 168,5 4 0,1 2 12,-2-2 1,3 2 0,-5-5-66,2 3 1,1 6-1,-5-4-61,5 1 1,-3-3 0,6 6 0,1 1-28,-1 3 0,-4 1 0,6 1 1,0-1 1,-1 1 1,5 1 0,-6 2 0,2 3-1,0-3 0,1 6 0,5 0 0,0 1 175,0-5 1,0-2 0,0 1 0,0 1 6,0-2 0,0 1 1,0-1-1,0 2-100,0-1 1,1 5 0,3 0 0,4 2-156,2 0 0,-4-6 0,3 6 0,1 3 40,0 1 1,-1 1 0,5 1 0,-2 2 61,1 4 0,-3-4 1,0 4-1,-1-5 169,1-1 0,-6 0 0,2 0 0,-4 2-127,-2 4 0,0-4 0,0 4 0,-2-5-209,-4-1 1,2 0 0,-8 0 0,-1 2-21,-3 4 0,-1-4 0,-1 5 0,-1-1-205,-4 0 0,1 5 0,-5-5 0,0-2-122,0-2 1,-2-2 0,-4-4-1,4-6-64,5-7 0,-1-13 0,2-1 1,2-10-306,1-11 0,3-10 0,-1-14 1,1-6-475,-1-3 0,7-4 0,1-3 1,2-1 1217,4 2 0,-5 2 0,-1 1 0</inkml:trace>
  <inkml:trace contextRef="#ctx0" brushRef="#br0" timeOffset="1201">1712 769 8635,'0'-17'840,"0"7"1,0 4-1,-2 14 1,-1 10-351,-3 9 1,0 8 0,6 7 0,0 9-151,0 5 0,0 8 0,0-4 0,0 0-157,0 1 1,0 3 0,0-6 0,0-4-224,0-5 0,2-9 0,2-9 1,2-3-2401,-3-3 845,7-10 0,-6-9 952,8-12 1,-8-3 0,1-9-1,-3-1-773,-2-5 1416,-7-3 0,-3-15 0,-8-3 0</inkml:trace>
  <inkml:trace contextRef="#ctx0" brushRef="#br0" timeOffset="1536">1520 857 8045,'0'-12'609,"0"0"438,0-1 1,2 3-496,4-2 1,6 7 0,9-5-280,2 2 1,8 0 0,-2 4 0,6-1-107,6 1 1,-2 2 0,7 2 0,3 0-127,1 0 0,-3 2 0,-2 4 0,-3 5-265,-3 5 1,-10 9-1,-5 4 1,-7 4-20,-5 2 0,-7 8 1,-12 3-1,-11 7 82,-9 5 1,-8-2 0,-6 8 0,-5 0 35,-5-2 1,5-2-1,1-7 1,2-1 65,5 1 1,-3-5-1,4-7 1,8-12-167,8-8 66,-1-3 0,20-16 0,-2-8 0,8-8-359,8-3 1,5-1 0,5 1 0,3-1-769,2 1 1286,2 0 0,6-9 0,0-1 0</inkml:trace>
  <inkml:trace contextRef="#ctx0" brushRef="#br0" timeOffset="1934">2306 1433 7656,'12'0'1018,"-1"0"0,-5 0 1,6 0-1,1 0-498,3 0 0,7-6 0,3 0 0,1 0-176,4-1 1,2-1-1,2-6 1,-2 3-97,-4-3 1,2-1 0,-8-3 0,-2 1-272,-1-1 0,-3-1 0,-1-3 1,-5-1-327,-5 2 1,-4 1 0,-4 3-120,-4-1 1,-5 3 0,-12 3 0,-7 7 84,-3 3 1,-2 9 0,1 5 0,-1 3 423,0 3 0,6 7 0,1 4 0,3 4 293,4 2 0,9 0 1,6 0-1,4 0 54,2 0 0,10 0 0,10-2 1,13-4-172,11-6 1,9-3 0,5-5 0,4-3-591,0-6 1,0-4 0,-6-4 0,3-6-616,-3-10 0,-4 1 0,-5-8 1,-6-1-671,-5-3 1,-8-4 1657,-5-2 0,4 1 0,0-1 0</inkml:trace>
  <inkml:trace contextRef="#ctx0" brushRef="#br0" timeOffset="2318">3337 1363 8137,'0'18'-174,"0"-1"0,1-1 0,3-3 8,2-1 1,2-3-1,-4 5 1,2-2 788,-2 1 0,3-3 1942,-1 2-1248,8-9 175,-12 5 1,5-16-1,-7-3-761,0-5 1,0-3 0,0-2 0,0-3-353,0 3 0,-2-4 0,-1-1 0,-3-1-212,2-4 0,0 4 1,0-2-1,-2-2-91,2-2 1,2-8 0,2-1 0,0-1-186,0 0 1,2-3 0,4 3 0,4-2-313,0-3 0,11 5 0,-4 2 0,5 4-226,3 3 0,0-1 0,6 2 0,-2 5-278,2 11 1,2 1 0,2 9 0,0-1 244,0 0 0,-6 2 1,0 8-1,2 4-494,2 6 0,0 3 1,-3 3 1173,-7-1 0,-4 8 0,-1 3 0</inkml:trace>
  <inkml:trace contextRef="#ctx0" brushRef="#br0" timeOffset="2567">3092 1223 8288,'0'18'1144,"0"-1"1,2-5 0,4-2-447,5-3 0,7-1 0,3-8 1,4-2-422,3-1 1,3-7-1,7 4 1,3 0-722,-2 1 1,-2-5-1,-2 4 1,0 0-237,0 1 1,-2 1 0,-4 4 0,-4-2 679,0-2 0,-5-7 0,5 3 0</inkml:trace>
  <inkml:trace contextRef="#ctx0" brushRef="#br0" timeOffset="2818">3913 1258 7124,'10'-7'2158,"-3"3"1679,-7-8-3519,0 8 1,0-2-1,0 12 1,0 6-127,0 3 1,0 11-1,0 1 1,0 2-277,0 0 0,0-6 0,0 6 0,0 0-558,0-1 0,0-3 1,2-8-83,4 1 0,-2-3 1,8-3-279,1-6 0,-3-6 0,0-6 1002,-3-6 0,7-11 0,-4-4 0</inkml:trace>
  <inkml:trace contextRef="#ctx0" brushRef="#br0" timeOffset="3000">4018 944 8288,'-6'-12'2003,"0"1"1,0-1 1236,6-5-2718,-8 7 0,8 2-1313,0 8 0,2 2 0,10 2-304,2 2 1,-5 1 0,3-3 0,2 4 1094,1 2 0,2 1 0,1 7 0</inkml:trace>
  <inkml:trace contextRef="#ctx0" brushRef="#br0" timeOffset="3400">4262 1223 8288,'10'0'3963,"-2"-2"-2462,-8-3-1397,0 3 0,0-4 0,0 12 0,0 5-38,0 5 1,0 7-1,0 2 1,2 1-46,3-1 0,-3 4 1,4-6-1,-4-1 85,-2-3 1,8 4 17,3 0 1,5-7 0,3-10 0,3-4-229,1-2 0,6-8 0,-4-4 0,3-5-102,3-6 1,-4 1 0,0-5 0,0 2-101,0 4 1,-5-5 0,-1 3-1,-6 4-126,-3 5 0,-8 4 218,2 5 1,-4 5-1,-2 0 236,0 9 1,-2 7-1,-2 3 1,-2 2 146,2 3 1,2-1-1,4-5 1,4 1-136,6 4 0,3-5 0,5 1 0,3-7-276,6-5 1,4-1 0,2-6 0,0 0-631,0 0 0,0 0 1,-2 0-1,-2-2 872,-2-3 0,-8-5 0,4-8 0,-7 1 0</inkml:trace>
  <inkml:trace contextRef="#ctx0" brushRef="#br0" timeOffset="3785">5205 1381 13263,'18'0'694,"-1"0"1,1 0-454,-1 0 1,1 0-1,-1 0 1,0-2-282,1-4 0,-1 2 0,1-6 1,-1 0-191,1 1 0,-3 3 1,-1-6-1,-4-1-113,-3-3 1,-1 5-1,-6-1 178,0-2 1,-8 7 0,-5 1 0,-7 4 121,-3 2 0,-2 0 0,4 2 0,-3 4 283,3 5 0,2 5 0,1 1 0,1 3 114,-1 3 0,8-4 0,5 7 0,3-3-172,2 0 0,7 0 0,7-5 0,7-1-217,8 1 1,6-7-1,4-1 1,4-2-467,2-4 1,1-2 0,5-2-1,-5-2-508,-5-4 1,-4 2 0,-2-8-1,-2 1-1703,-4 1 2712,-4-5 0,-8-3 0,1-9 0</inkml:trace>
  <inkml:trace contextRef="#ctx0" brushRef="#br0" timeOffset="4283">5991 1381 7490,'12'5'-420,"-1"1"1379,-7 8 0,6-12 1,-6 5-518,2 1 0,7-6-28,-1 4 0,-2-4-196,1-2 0,-7-2 1,2-4-148,-4-5 0,-2-5 1,-2-1-45,-4-1 1,-4 3 0,-7 1-1,-2 4 95,-5 2 0,3 3 0,-6 5 0,0 0 65,-1 0 0,7 0 0,-2 2 1,1 3 17,-1 7 1,10 4 0,-5 3-1,5 2 49,3 3 1,2 5 0,8-4-1,2 0-187,4 0 1,5-1 0,13-7 0,5-1-75,4-5 0,8-3 1,-1-8-1,-1-2-134,-2-4 1,-2-3 0,0-11 0,0-1 16,0-2 1,-2-8 0,-4 0-1,-6-6-195,-3-4 1,-3-2 0,0 2 0,-1-5-101,-4-5 1,1-1 0,-7 2-1,-2 3 214,-2 6 1,-2 10 618,0 2 1,-2 10 0,-2 3-201,-2 14 1,-7 4 0,3 12 0,-2 3 158,1 5 1,1 9-1,-4-2 1,5 4 139,1 2 1,2 2-1,6 1 1,0 5-399,0 2 0,8-5 1,5 5-1,9-2-397,7-4 1,12-1 0,5-1 0,5 0-3435,1-4 3716,0-10 0,1 3 0,-1-9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2:52.53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36 383 8288,'-12'2'353,"1"3"1,7-1 1443,-2 8-1325,4-8 1,10 4 0,3-6 0,5 1 31,1 3 1,7 0 0,1-8 0,2-2-89,4-2 0,0-7 1,0 3-1,-2-1-306,2-1 1,-4 0 0,1-7-1,-3-3-210,-4-1 1,-3 0 0,-5 5 0,-3 1-224,-2 0 1,-4-1 0,-10 3 0,-6 1-282,-3 2 1,-11 8 0,-3-1-1,-4 3 396,-2 2 0,0 7 0,1 5 0,-1 6 163,0 5 1,6-2 0,1 8 0,3 2 355,4 2 0,7 4 1,5 2-1,1 2 167,4-2 1,12-3-1,9-3 1,10-3 3,6-7 1,10-6 0,4-5 0,3-6-108,2-4 1,-1-2 0,-1 0 0,-1-2-166,-1-4 0,-1-10 1,-14-7-1,-2 2-321,-2 1 0,-8-3 0,3 0 0,-7-1-537,-5-1 0,-3 6 0,-5-4 0,2 3-20,-2 3 1,-2-1-1,-4 3 147,-4 3 0,-3-2 290,-9 9 1,6 1-1,3 10 341,1 5 1,2 5 0,6 3 0,0 3 295,0 1 1,8 6 0,5-6 0,7 0 108,3 3 1,10-7 0,0 6 0,8-1-252,4-1 1,1-2 0,6-7 0,-1-3-762,-4 3 1,1-4 0,-9-1-1,-6-1-2209,-8-4 0,-6-2 74,-1-2 2632,-8-8 0,-10-9 0,-10-10 0</inkml:trace>
  <inkml:trace contextRef="#ctx0" brushRef="#br0" timeOffset="249">1189 383 11090,'-10'-8'733,"-6"6"1,5-2-285,-5 8 0,-1 6 1,-1 9-1,-1 4-355,-4 7 1,1 2 0,-7 5 0,-2 2-394,-2 2 0,0 0 0,2-6 0,4 0-299,2-1 1,1-6 0,9-5-1225,3-4 0,6-9 1822,12-4 0,12-4 0,9-2 0</inkml:trace>
  <inkml:trace contextRef="#ctx0" brushRef="#br0" timeOffset="783">1485 557 8107,'6'-17'0,"2"-1"309,2 1 1,-6-1 2584,1 1-2536,-3 7 1,-2 6-1,0 14 247,0 8 1,-5 11-1,-3 0 1,-2 6 159,-4 6 0,5 3 0,-1 9 0,0 1-394,1 4 1,3 4 0,-4 10-1,2 2 137,5 1 0,1 1 0,2-8 0,0-6-452,0-10 0,2-3-309,3-14 0,-1-14 0,6-23-137,-2-13 0,-1-10 1,-3-12-1,2-4-309,-2-6 1,-2-3 0,-2-2 0,0-1 217,0 1 0,0-1 0,0-1 1,0-2 318,0-2 1,0 1 0,0 9 0,2 3 1,4 2 0,9-1 1,10 7-1,5 6 213,6 4 1,1 5 0,10 11 0,1 3 67,3 0 1,1 6-1,1-4 1,-1 6-16,0 6 0,-7 4 1,-6 7-1,-8 1-185,-8-1 0,-11 7 1,-8-1-1,-8 0 31,-8 2 1,-11-5 0,-6 5 0,-6-2 26,-6 1 0,2 1 0,-5-6 0,-1 1-237,0-5 1,7-7 0,-5 2 0,2-3-360,0-3 1,3-2 0,9-2 0,5 0-347,5 0 0,9-8 1,6-3 406,8-5 0,14 1 0,9 1 556,0 3 0,14-9 0,-4-7 0</inkml:trace>
  <inkml:trace contextRef="#ctx0" brushRef="#br0" timeOffset="1184">2219 662 10446,'-10'10'1759,"4"-2"1,12-8-1317,6 0 0,9 0 0,4 0 0,3-2-182,3-4 0,0 2 0,0-8 1,-2 1-228,2 1 1,0-6 0,-2 7 0,-6-3-266,-3 0 0,-3 3 0,-1-5-183,-5 3 1,-3-1 0,-10-4 143,-4 5 0,-9 3 0,-10 8 0,-3 0 6,-3 0 0,-2 8 0,0 3 0,2 5 333,2 1 0,8 1 0,-2-1 0,3 1 221,3-1 0,7 6 1,4 1-1,4-1-18,2 2 0,8-5 0,6 3 1,7-4-233,8-1 1,6-3-1,4-1 1,4-4-444,1-3 1,1-1-1,3-6 1,-1-2-520,1-4 0,-3 3 0,0-9 0,-5-2-327,-7-1 1,0-8-1,-9-1 1249,-3 3 0,6-6 0,0 0 0</inkml:trace>
  <inkml:trace contextRef="#ctx0" brushRef="#br0" timeOffset="1533">3057 522 10296,'0'-9'1586,"0"3"1,0 12-1,0 5-1189,0 5 1,0 3 0,0 3 0,0 3-97,0 2 0,0 0 1,0 4-1,0-4-151,0-1 0,0 3 1,0-6-25,0-2 1,0-1-72,0-3 0,0-9 1,0-8-266,0-10 1,2-7-1,2-6 1,2-5-144,-2 1 0,-2-4 0,0 6 0,1 0-1,3-1 1,0-3 0,-4 6 0,2 2-126,2 1 1,7 5-1,-1 1 1,4 3-3,1-3 1,0 6 0,3 2 0,3 4 111,6 2 0,4 0 0,2 0 0,0 2-340,0 4 1,6-2 0,0 6 0,-1-2 708,3-5 0,-14-1 0,20-9 0,-13-3 0</inkml:trace>
  <inkml:trace contextRef="#ctx0" brushRef="#br0" timeOffset="1850">3983 86 8303,'0'-18'-147,"0"7"1,0-1 1771,0-2 1,0 5-527,0-3 1,-2 8-759,-4-2 0,2 18 0,-6 9 1,1 9 149,-1 6 1,-2 11-1,-5 0 1,-1 5-82,1 6 1,2-2 0,1 7-1,2-3-304,-1-4 1,3-2-1,0-3 1,3-5-277,3-5 0,2-10 0,2-4-490,0-2 0,0-7 1,2-8-3420,3-3 1099,-3-1 1976,14-6 0,-14-2 604,4-4 1,-12-3-1,-4-9 400,0 1 0,-13-8 0,4-3 0</inkml:trace>
  <inkml:trace contextRef="#ctx0" brushRef="#br0" timeOffset="2032">3616 557 8303,'0'-17'354,"0"5"1,-2 3 1115,-4 1 0,4 0-832,-3 2 0,5 4 1,5-4-1,7 4-212,4 2 0,3 0 0,4 0 1,6 0-264,4 0 0,10 0 1,2-1-1,1-3-663,1-2 0,-1-2 0,7 4 0,-1-2-855,1 3 0,-7-1 0,-1 0 0,-3-2 1355,-3 2 0,-10-6 0,-3 1 0</inkml:trace>
  <inkml:trace contextRef="#ctx0" brushRef="#br0" timeOffset="2664">4350 470 8285,'11'-2'3315,"1"-4"-2919,-8 4 1,5-5-519,-3 7 664,-4 0 3341,6 0-4222,-24 0 1,11 0 276,-13 0 0,5 0 14,-5 0 1,1 0 30,-1 0 1,1 0-1,1 2 1,3 1 53,1 3 1,0 2 0,-5-4-1,1 4 109,5 1 0,-5 1 1,6 4-1,-1-3-20,-1 3 1,8 7 0,-2 2 0,5-1-54,1-3 1,9 6 0,7 3-1,7 1-16,4 0 1,2-2 0,4 4 0,-2-4-31,-2-2 1,-7 5 0,1-7 0,-4-2-184,-1-1 0,-8-3 0,-5 0-18,-3 1 1,-11-8 0,-9-5 0,-9-3-142,-6-2 0,-10-5 1,-1-3-1,-1 0-247,4 0 0,5-5 0,1 3 0,2-2-536,4 1 0,3 1 0,11-4 1098,3 3 0,-3-1 0,5-5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3:21.72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348 294 7955,'2'10'1187,"4"-5"1,-2-3-378,7-2 0,-5 0-540,6 0 1,-8-7-1,2-5-89,-5-4 0,-1 5 1,0-1-1,-1-1-54,-5-3 0,2 4 0,-8 3 0,-3-1-161,-7 0 0,3 6 0,-6-1 0,-1 5 52,-3 5 0,2 1 0,-2 10 0,-2 5 43,-2 4 0,6 4 0,4 6 0,3 0-4,3 0 1,5 2 0,2 2 0,3 2-60,3-3 1,10-7 0,5-3-1,5-5 72,1-8 0,8 1 0,3-10 0,1-2 126,0-2 0,-2-10 0,4-4 0,-4-5-86,-2-7 0,1 3 0,-5-8 0,2-2-87,-1-2 0,-5-2 0,-3 2 0,-3 2-151,3 2 0,-6 2 0,-3-2 0,-3 5-215,-2 5 0,0 1 190,0 1 0,-7 7 1,-3 6-2,0 8 0,-3 6 0,5 9 1,0 3 233,0 1 0,1 8 1,3-4-1,-2 2 78,2 0 0,4-1 0,6 3 0,5-2 7,5 2 1,9-6 0,4-2 0,4-3-19,2-3 0,8-7 0,4-4 0,1-4-33,-1-2 1,1-8 0,-7-4 0,-2-5-190,-2-6 0,-4 3 0,-6-5 1,-8 2-122,-5-1 1,-9-7 0,5 4 0,-2 0 46,-4 4 1,-2 3 0,-2 3 0,-2-1 0,-4 1 1,2 5-33,-8 1 82,1 7 0,-5 4 0,5 13 0,5 7 252,4 3 0,-4 8 0,0-4 1,2 2 1,2 0 1,8-5 0,2 5 0,2 0 208,3-2 0,9-2 0,3-7 0,2-1-107,4 1 1,2-9 0,2-3 0,0-4-136,0-2 0,6-2 0,-3-4 0,-3-5-262,-4-5 1,-9-3 0,1-3 0,-4-3-231,-1-2 0,-6 6 0,-3-3 0,-1 3-6,-4-2 0,-2 3 0,-2-3-43,0 4-70,-8 9 467,-2 2 1,1 16-1,3 6 1,4 5 224,2 4 0,0 6 0,0-3 0,2-1 140,4 0 0,3 4 1,9-4-1,-1 1-192,1-1 0,5-2 0,2-5 0,2-3-371,5-3 1,0-4-1,3-8 1,0 0-537,0 0 0,-6-2 1,-1-2-1,-3-4-265,-4-2 1,-1-1 0,-3-7 0,-1 1 64,-5-1 1,3 1 954,-8-1 0,7 1 0,-3-1 0</inkml:trace>
  <inkml:trace contextRef="#ctx0" brushRef="#br0" timeOffset="500">2182 608 8159,'17'-8'654,"-5"1"0,-2-7 0,-1 4-171,1 3 1,-6-7-1,4 2 1,-1-1-62,5 1 0,-4-3 1,0 3-234,-1-3 0,-5-3 0,4 1-61,-4-1 0,-12 1 1,-5 1-178,-7 5 1,-1-3-1,4 8 1,-4 2-23,-7 2 1,5 4-1,0 4 1,2 4 31,-1-1 1,1 13 0,6-5 0,1 5 52,4 3 1,-1 0-1,7 6 1,2-4-1,2-2 0,10 5 0,4-7 0,3-4 43,3-5 1,5-1-1,2-7 1,2-2 35,4-2 1,0-10-1,0-3 1,-3-5-15,-3-1 0,4-9 1,-4-3-1,2-4 17,4-2 0,-3-1 1,-1-3-1,-2-4-206,-4-2 0,3 1 0,-5-3 0,-3 5-64,-1-1 0,-7 8 1,-2-2-1,-4 8 18,-2 4 1,0 7 146,0 7 1,-2 7 0,-4 0 0,-4 10 27,0 11 1,-5 3 0,5 9 0,-1 2 176,-1 2 1,8 2-1,-2 2 1,4 1-181,2 3 1,0 0 0,0-6-1,0 2-126,0 3 0,2-9 0,4 4 0,6-2-781,3 0 1,3-6-1,1-3 891,4-5 0,4-1 0,8-1 0</inkml:trace>
  <inkml:trace contextRef="#ctx0" brushRef="#br0" timeOffset="1616">3561 538 7929,'-11'10'-572,"1"-2"1597,2 0 1,-3-5 100,5 9 0,-6-6-202,6 6 0,3-9-528,8 3 0,5-6 1,8-4-1,-1-5-119,0-7 1,7 3-1,1-13 1,2 1-173,4-4 0,0-4 1,0-2-1,-2 0-65,2 0 1,2 0 0,2 0 0,-2 2-278,-4 4 0,-3 4 0,-9 8-151,1-1 1,-7 10 0,-1 10 0,-2 14 306,-4 11 1,-4 8 0,-4 6 0,-4 5 276,-2 5 0,-1 1 0,-7 2 0,1 3-8,-1 1 0,7-6 1,1-7-1,0-4 160,0-8 0,7 0 0,-1-12-111,8-5 1,5-9 0,11-14-1,3-11-109,6-9 1,4-8-1,4-6 1,2-3-114,2-1 1,-1-4 0,-7 9-1,-2 1-138,-2 2 1,-7 2-1,1 2 1,-4 2-605,-1 2 0,-6 8-670,-1-3 1098,-7 13 0,4 13 1,-10 13-1,-2 8 322,-2 5 0,0 1 0,4 6 0,-1 0 207,-3 0 0,-6 5 0,6 1 0,0-2 19,-1-2 1,5-8 0,-4-2 0,4-2-56,2-3 1,2-5-144,4-5 1,3-5-1,11-10 1,3-9-156,6-11 1,-2-3-1,3-5 1,-1-2-57,-2 0 1,4-5 0,-8 8 0,0-3-143,3-1 1,-7 1 0,4 3 0,-3 7-227,-3 4 0,-5 1-93,-1 1 1,-9 9 458,-2 8 0,-2 8 0,-9 11 0,-3 5 437,-1 5 1,-1 4 0,3 2 0,3-1-106,2 1 0,-3-2 0,5-2 1,2-3-180,2-3 0,2-2 0,2-5 0,4-3-347,5-3 1,7-5-1,5-7 1,4 0-387,0 0 0,6-7 0,-4-5 0,4-3 27,2-3 0,-6 1 1,-1-1 714,-3 1 0,-2-9 0,-5-1 0</inkml:trace>
  <inkml:trace contextRef="#ctx0" brushRef="#br0" timeOffset="2066">5203 538 9129,'0'-17'598,"0"-1"0,0 7 0,0-1 114,0-1 1,0-3 0,2-1-586,4-1 0,-4 6-291,4 1 0,-12 7 0,-8-2 82,-7 4 1,0 10-1,-7 6 1,1 5 128,0 4 0,4 10 0,-6 0 0,0 8 252,1 4 0,5-7 1,11 3-1,7-4-26,3-2 0,2-2 0,4-4 0,7-6-200,13-3 0,7-11 1,5-3-1,3-6-3,2-6 0,0-3 0,-6-9 0,0-1-189,0-4 0,-6-5 0,-4-7 0,-4 1-59,-5-1 1,-10 0 0,-1 0-1,-3 0-7,-2 0 1,-7 6 0,-5 2 0,-6 1 40,-5 5 0,-4 4 0,-8 5 1,0 6-225,0 4 0,0 12 0,2 5 0,4 9-175,6 3 1,3 2-1,5 6 1,3 0-79,6 0 0,5 4 0,2-3 0,5-4 369,6-5 1,11-4-1,6-6 1,4-1 251,2-4 0,0-7 0,0-8 0,-2-7 0,-4-6 0,12-5 0,-4-14 0</inkml:trace>
  <inkml:trace contextRef="#ctx0" brushRef="#br0" timeOffset="2333">5727 172 7929,'0'-28'291,"2"3"0,2 8 0,2-1 1318,-2 1 1,-2-1 286,-2 1-1681,0 7 1,-6 12 0,-2 16 0,0 9 71,0 6 0,-5 4 0,3 3 1,-2 7 14,1 3 0,-1 5 0,-7 3 1,-1 4-251,3 0 0,-4 4 0,9-8 0,-2-3-384,3-7 1,3 1 0,8-10-1,0-6-625,0-8 1,2-8-1,4-5-87,5-6 0,-1-6 1,0-6-1,-2-6 461,-5-3 1,-1-3-1,-2-1 1,-2-3 582,-3-1 0,-5-8 0,-8 2 0,-7-12 0,-2-3 0</inkml:trace>
  <inkml:trace contextRef="#ctx0" brushRef="#br0" timeOffset="2481">5413 486 7729,'11'0'1124,"1"0"0,-6 0 0,5 0-536,3 0 0,-4 0 0,1 0 1,5 0-447,5 0 0,1-6 0,7-2 0,2 1-444,2-1 1,4-4 0,3 4 0,5 1-1318,0-1 1,3 0 0,-5 4 1618,1-2 0,-5-7 0,4 3 0</inkml:trace>
  <inkml:trace contextRef="#ctx0" brushRef="#br0" timeOffset="2883">6164 573 7929,'11'0'2686,"1"0"-511,-8 0-1607,11-7 0,-13-3-425,4-8 0,-6 9 0,-6 3-167,-5 4 0,-5 2 0,-3 0 0,-3 2 13,-1 4 0,-2 3 1,4 9-1,-3 1 130,3 5 1,1-3-1,5 8 1,3 2 40,6 2 0,5 2 1,1-2-1,1-2-7,5-2 0,6-8 1,9 1-1,5-9-141,1-7 0,2-4 1,6-2-1,-2-2-149,-4-4 1,4-9-1,-6-10 1,0-3-63,-4-3 0,-5-2 0,-5-2 0,-3 1-14,-2-1 1,-2 0 0,-8 2 0,-6 4-6,-9 5 1,-3 7 0,-9 5 0,-2 6-419,-2 4 1,0 2-1,2 2 1,4 6-41,2 10 1,1 1-1,9 10 1,3 2-667,6 2 1342,4 2 0,2 0 0,0 0 0</inkml:trace>
  <inkml:trace contextRef="#ctx0" brushRef="#br0" timeOffset="3400">6670 538 7929,'-12'0'1912,"1"0"1,7 2-1159,-2 4 0,4 4 0,2 9-255,0 5 0,0-5 0,0 6 0,0-2-169,0 1 0,0 5 0,0-6 0,0 0-172,0 3 1,0-7 0,0 4-1,0-3 49,0-3 1,0-5-14,0-1 1,0-9 0,2-2-298,4-9 0,-2-9 1,6-3-1,-1-4 78,1-2 1,-6-3 0,4-5 0,-1 1-46,5-1 1,-2 2 0,-1 2-1,1 1-215,0-1 0,3 4 1,9 0-1,1 2-59,-2 4 0,7 7 0,1 2 1,4 1-478,2 1 0,5 2 1,1 8-1,0 0-975,1 0 0,-3 0 1796,8 0 0,7 8 0,8 2 0</inkml:trace>
  <inkml:trace contextRef="#ctx0" brushRef="#br0" timeOffset="4416">662 1761 7929,'12'0'1480,"0"0"0,-1-2-1084,7-4 0,-3 2 0,-1-5 0,-4-1-27,-3 0 0,5 4 0,-6-5-160,-2-3 0,3-1 0,-1-3 0,-2 1-94,-2-1 1,-10 3-1,-5 1 1,-7 4-184,-3 3 0,-8 1 1,2 6-1,-4 0-24,-2 0 0,-6 9 1,1 7-1,1 7 89,2 4 0,2 3 1,0 4-1,2 1 145,4 0 0,9 6 1,11 2-1,1-1-86,4 1 0,16-2 0,9-8 1,8-2-124,8-2 0,10-10 1,-1 1-1,3-8-195,-3-5 1,-1-1 0,-8-6-1,-2 0-286,-8 0 1,-6-2-1,-3-4 1,-1-5-338,1-5 0,-9-1 1,-3-1-1,-4 1-681,-2-1 1566,0 1 0,0-8 0,0-3 0</inkml:trace>
  <inkml:trace contextRef="#ctx0" brushRef="#br0" timeOffset="5299">1151 1831 7929,'6'-12'186,"2"2"1,0 1 421,0-1 0,-1 4 1,-3-5 232,2-3 0,0 4-155,-6-1 1,0-1-544,0-6 1,-2 3 0,-4 1 0,-6 5-82,-3 1 1,-8 2 0,-3 6-1,-1 0-41,-4 0 0,4 8 0,-2 3 1,-2 5-4,-2 1 1,6 7 0,3 1-1,5 2-7,2 4 1,7 4 0,4 4 0,4 0 24,2-6 0,2 2 0,6-8 0,9 2-14,10 0 0,6-13 0,4-1 0,2-5 75,2-6 0,2-4 1,-5-6-1,3-8-84,-2-7 1,-4 0 0,-6-9 0,-4-1-86,0-2 0,-11-1 0,1-1 0,-5 0 19,-6 0 0,-2 6 0,-4 0 0,-4-1 33,-5 3 0,-7 4 1,-3 9-1,-4 5 1,-3 1 1,1 2-1,-4 6 1,2 0-21,-2 0 0,4 8 0,0 5 0,1 7-24,5 3 0,2 8 0,3-2 1,3 4 0,1 2 0,8-8 0,-2-1 1,6-3 72,6 0 1,4-1-1,7-11 1,3-5 65,3-4 1,4-2-1,8-2 1,0-4-27,0-5 1,0-5 0,0-3-1,0-3-82,0-1 0,0-6 0,-1 6 0,-1-1-161,-3-1 0,1 6 1,-6-5-1,0 5-39,0 1 0,-1 1 0,-7 1 169,0 5 0,-1 5 1,-2 12 194,-3 5 1,-7 7 0,2 3 0,-4 5 133,-2 1 1,0 2 0,0 6 0,0 0 55,0 0 1,-6 1-1,0 1 1,2 0-222,2-4 0,-3-4 0,-1 0 1,2-5-98,2-5 0,4-3 33,4-5 1,3-5-1,9-12 1,-1-5-152,1-5 1,-1-3-1,3-3 1,1-3-45,2-2 1,8 0 0,-3-4-1,1 2 67,0-2 0,0-2 0,6 0 0,0 3-88,0 7 1,-6-2-1,-2 2 1,-2 1-155,-4 3 0,-7 9 386,-2 4 0,-10 6 1,0 6 338,-6 6 0,-8 9 0,4 4 0,-1 3-85,-5 3 0,4 2 0,1 0 0,1-2-43,4-2 0,0 0 1,0 4-1,-2-4-378,3-6 0,1-3 0,4-3-578,3 1 0,5-9 0,7-3 76,1-4 1,-1-4 0,1-4 0,-1-5-6,1-5 0,-3-3 1,-1-3-1,-4-1-400,-3 2 0,1 1 1020,-2 3 0,-4-8 0,6-2 0</inkml:trace>
  <inkml:trace contextRef="#ctx0" brushRef="#br0" timeOffset="5783">2653 1237 7929,'2'-19'246,"4"-5"1,-4 5 0,4-4 1114,-4 3 1,-2 9-325,0-1 0,0 10-927,0 2 1,0 14 0,0 11 0,0 4 143,0 8 1,-8 0-1,-4 9 1,-3 5 25,-3 5 0,3 6 1,-1 8-1,3 0-171,-1 0 1,-9-1 0,9 1 0,1-2-268,-3-4 0,8-11 0,3-13 0,5-5-146,5-6 1,-1-5-1,8-13 1,2-5-552,1-4 1,3-10 0,-1-3-1,0-5 107,1-1 1,-8-3-1,-5-1 1,-3-2 305,-2 1 0,0-5 1,-2 0-1,-3-2 442,-7 0 0,-5 0 0,-5-6 0,-3 2 0,-2 4 0,5 1 0,-1 7 0,4-2 0,1 1 0,1 3 1319,-1 2 73,1 7 1,9 2-892,8 8 1,8 6-1,11 0 1,3-2-128,1-2 1,8-2 0,-2 0-1,4-2-278,2-4 0,0 2 0,2-8 0,2 1-418,1 1 1,7-4-1,-6 7 1,-2-1-609,-3 0 0,-3 2 0,-2 6 0,-3 0-1643,-3 0 2573,-2 0 0,-5 0 0,-1 0 0</inkml:trace>
  <inkml:trace contextRef="#ctx0" brushRef="#br0" timeOffset="6131">2968 1726 8548,'0'-10'1309,"0"4"0,0 12 0,2 6-980,3 3 1,-3 5 0,4 3 0,-4 4-22,-2 0 0,0 4 1,0-5-1,0-1-60,0 0 0,0-2 0,0-5 818,0-1-1105,0-7 1,0-4 0,0-12-1,0-8-112,0-7 0,6 0 0,0-6 1,0-1-26,1 1 0,-3 4 1,8-4-1,0 0-76,-3 0 1,7 3 0,-5-3 0,5 2-75,1 3 1,7-3 0,1 2-1,0 4-54,0 5 1,4 0 0,-3 9 0,-1 1-345,0 2 0,4 4 0,-5 4 0,-3 5 225,-2 5 1,-1-5 0,1 1-1,3 2 499,1 1 0,0 3 0,-5-1 0</inkml:trace>
  <inkml:trace contextRef="#ctx0" brushRef="#br0" timeOffset="6533">3596 1743 7929,'10'-11'1222,"-4"-1"1,-4 6-370,-2-5 0,6 5-442,0-6 0,-1 6-395,-5-5 1,-2 7-1,-3-2-61,-7 4 0,-6 4 0,-3 4 0,-2 4 23,2-1 0,-1 13 0,1-5 0,-2 4 171,1 5 0,3-1 1,1 6-1,3-2 88,3 2 0,4 0 0,8 0 0,2-4-113,4-1 1,4-3-1,9-6 1,5 1-48,5-1 1,2-7 0,0-4 0,-2-4-70,2-2 1,0-2 0,0-4 0,-4-6-93,-2-3 1,-1-9 0,-9-1 0,-1-2-157,-3-4 0,-7-2 0,2 0 0,-4 2-38,-2 2 0,-2 2 0,-4-4 0,-5 4-100,-5 1 0,-7 5 0,0 9 0,1 6-245,3 5 0,1 1 0,1 1 0,1 5 98,5 6 0,1 9 0,6 5 1,-2-1 524,2 0 0,4-2 0,6-5 0,6-1 0,3 8 0,3 3 0</inkml:trace>
  <inkml:trace contextRef="#ctx0" brushRef="#br0" timeOffset="6949">3998 1726 7929,'10'-8'394,"-4"-3"0,-2 1 2358,1-2-2106,-3 1 1,14 1 0,-5 2-250,5 0 0,7 6 0,1-3 1,-1 1-81,2-2 1,0 2-1,6-8 1,-2-1-189,2-3 0,2-1 0,0-3 1,-2-1-135,-1-2 0,-9-6 0,0 3 0,-5 1-275,-5 0 0,-7-6 0,2 4 0,-6 0-87,-6 3 1,-3 5 0,-9 3 0,1 5 146,-1 5 1,-7 4 0,-4 4 0,-2 6 160,2 9 0,-4 3 0,4 11 0,-2 3 264,2 5 1,-3 10 0,9-3 0,2 5 240,1 1 0,5 8 1,3 4-1,6 4-191,4 2 1,6-6 0,6-2 0,9-3-220,7-9 0,3-7 0,6-14 1,0-8-88,0-7 1,3-1-1,-1-7 1,-6-4-367,-4-6 0,3-6 0,-7-7 0,-2 1-656,-1 5 1,-5-5-1,-1 5-60,-3-5 0,-5-1 0,4-1 1133,-2 1 0,5-1 0,-3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3:15.9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35 138 7929,'6'-18'-63,"0"1"38,-2-1 0,-2 7 68,-2-1 0,0 6-264,0-5 1,0 5 423,0-6 409,0 8 0,0-5 113,0 3 0,-2 4 391,-4-4 1,2 6-598,-8 6 0,8-2 1,-1 7-1,1 5 0,-2 5 1,4 6 0,-4 10 0,4 2-113,2 2 0,0 7 0,0-1 0,0 3-143,0 3 0,6-3 0,2-1 0,-1-7-116,1-5 0,4 0 0,-4-16 0,-1-3 39,1-4 1,6-13 0,-5-1-186,1-9 0,4-13 0,-8-3 0,-1-2-465,3-4 0,-6-2 1,4-2-1,-4 0-44,-2 0 0,0 0 0,2 0 0,2 2 49,1 4 0,3-4 0,-2 6 0,6-2 128,3 0 0,-3 8 1,0-1-1,1 9 116,3 7 0,1 4 1,1 2-1,-1 2 154,0 4 0,1 11 1,-3 12-1,-1 4 141,-2 2 1,-6 0-1,3 0 1,-1 2-57,-4 4 1,-2-10-1,-2 4 1,2-4-226,4-4 1,-4-2 0,5-8-64,1 1 0,-4-8 1,8-5-1,1-5-216,3-5 0,1-5 1,1-8-1,-1 3-109,1 3 0,-1-3 0,0 3 1,-1-3 587,-4-3 0,3 1 0,-5-1 0</inkml:trace>
  <inkml:trace contextRef="#ctx0" brushRef="#br0" timeOffset="391">646 487 10264,'8'-10'714,"-4"3"1,8 7-1,1 0-365,3 0 1,3 0 0,2-2 0,3-2-27,-3-2 0,4 0 0,1 4 0,-1-2-253,0-2 0,-2-5 0,-5 3 1,-1-2-1,1-3 0,-7-1 0,-1 1 0,-2 1-267,-4-2 0,-2-1 0,-4-1 1,-4 3-86,-6 1 0,-3 6 0,-3-3 0,-1 1 159,-4 4 0,1 4 1,-5 4-1,2 6 201,3 5 0,3 1 0,2 11 0,1 0 57,4 0 1,-1 2 0,7 6 0,4-2 256,6-4 1,8 4 0,11-6-1,6 2-160,4 1 1,8-15 0,1 3 0,3-5-354,4-3 0,-5-2 0,1-10 0,-3-4-390,-3-6 1,-4-3-1,-6-5 1,-5-1-380,-5-2 0,-3-3 0,-5 5 0,-5-2 7,-4 1 0,-2 3 0,0 2 0,0-1 883,0 1 0,-6 5 0,0 0 0,-7 1 0,3-7 0</inkml:trace>
  <inkml:trace contextRef="#ctx0" brushRef="#br0" timeOffset="1075">1275 452 7252,'10'8'2527,"-3"-6"-1693,1 6 1,-6-10-79,4-4 0,2 2-229,-2-8 0,-1 10-89,-5 2 0,-5 8 1,-1 10-1,2-1-148,2 1 1,2 1 0,0 4 0,0 4-53,0 1 0,2 5 1,4-6-1,5 2-121,5 0 1,9-10 0,4 1-1,4-9-117,2-3 1,-2-2-1,-2-6 1,-2-2-31,2-4 0,2-4 0,0-9 0,-4-2-184,-5-3 0,-11-5 0,-3 4 0,-2-2-63,-4-4 1,-2 6 0,-2 1 0,0 3-160,0-2 0,-2 3 0,-4-3-497,-6 4 0,2 9-654,-1 4 1,7 6 862,-2 6 0,6-2 1,4 7-1,4 1 724,1-2 0,9 5 0,5-5 0,-1 0 0,-3-4 0,4-3 0,1 1 0,-3 2 0,-2-2 0,-1-2 0,-1-4 0,1-2 0,-1-2 0,-1-1 0,-3 3 0,-3-4 0,-2-2 0,-2 4 0,-5-3-970,5 1 3200,-4-6-1695,6 12 1,-10-3-1,-2 10 1,-2 7 80,2 4 1,3 3 0,1 2 0,0 5-149,0 1 0,0 2 1,0 6-1,0 0-202,0 0 1,0-2 0,0-4-1,0-6 98,0-4 1,0-1-76,0-1 0,1-7 0,3-6 0,2-8-237,-2-8 0,-2-9 1,-2-4-1,0-2-178,0-4 0,0-2 0,0 0 0,0 2-243,0 1 0,0 7 1,0-4-1,0 2-182,0 3 1,2 3 0,2 2 0,4-1 13,1 1 1,3 5-1,5 2 1,3 1 115,3-1 1,-2 6 0,9-2 0,1 4-143,2 2 1,1 0-1,1 0 1,-2 2-218,-3 4 0,1-4 780,-8 4 0,8 4 0,-4-1 0</inkml:trace>
  <inkml:trace contextRef="#ctx0" brushRef="#br0" timeOffset="1440">2585 487 7929,'11'2'999,"1"4"0,-6-4 273,6 4-751,-9-4 1,7-2 0,-6-2-250,2-4 0,0 2-136,-6-8 1,-8 3 0,-4-3-110,-3 6 0,-3 4 1,1 2-1,-1 0 60,1 0 0,-6 6 0,-1 2 1,3 3 146,2 9 1,7-1 0,2 10 0,2 2-135,5 2 0,1 2 1,2 0-1,2 0-64,3 0 0,7-2 1,11-4-1,5-8 56,-1-7 1,6 0 0,-4-9 0,2-3 22,-2-5 0,2-7 0,-8-10 0,-1-1-3,-3-2 0,-3-8 0,-5 0 0,-5-6-88,-4-4 1,-4 6 0,-4 6 0,-5 0-265,-5 2 0,-7 2 0,-2 9 0,-3 4-733,-3 7 0,-2 3 0,0 4 0,4 3-1156,6 7 1,4 5 2128,1 7 0,1 3 0,-1 8 0</inkml:trace>
  <inkml:trace contextRef="#ctx0" brushRef="#br0" timeOffset="2307">3353 330 7929,'18'-8'665,"-7"6"1,-1-6 19,-2 1 0,3 3 0,-3-6 266,2 2 1,-6-5-607,2 1 0,-4 2-330,-2-1 1,-2 1-45,-4-2 0,-4-1 0,-7 7 1,-1 2-110,1 2 0,-7 2 1,1 2-1,2 2 47,1 2 0,3 7 0,-1-1 0,3 4 91,3 1 1,-1 2-1,7 3 1,2 1 3,2-2 0,2 7 1,2 1-1,4 4 8,6 2 0,3-6 0,2 2 0,1 2 18,-1 0 0,1 6 1,-3-12-1,-3 2 92,-6 0 1,-4-8 0,-2 3 0,0-5-59,0-2 0,-4-1 0,-6-2 0,-7-5-48,-3-1 1,-1-2-1,0-8 1,-5-4-168,-1-6 1,4-3-1,-4-3 1,4 1-295,7-1 1,-1 1 0,7 0 0,0-1-914,4 1 0,6-1 0,6 3-98,6 3 1456,3-4 0,11 7 0,1-9 0</inkml:trace>
  <inkml:trace contextRef="#ctx0" brushRef="#br0" timeOffset="2674">3895 487 7929,'15'-2'1014,"-3"-4"1,1 2-1,-5-7-807,2-3 1,-6 4-1,4 1 1,-3-1-81,1 0 1,0-1 0,-6-7 18,0 1 0,-8 5 1,-3 2-1,-5 3-174,-1 3 0,-9 2 0,-1 2 0,-2 0 43,0 0 1,0 10 0,-6 5-1,2 8 16,4 5 1,4-5 0,7 6 0,1 2-13,-1 2 1,9 2 0,5 0-1,9 0 0,13 0 0,7-2 1,12-4-1,2-8-84,2-7 1,5-7 0,-3-7-1,0 0-325,-1 0 1,-1-7 0,-6-7 0,-2-5-371,-4-5 0,2-1 0,-10 4 0,-3-4-128,-5-3 1,-9 5 887,2-6 0,4 0 0,0-6 0</inkml:trace>
  <inkml:trace contextRef="#ctx0" brushRef="#br0" timeOffset="2956">4331 382 6740,'8'-9'2949,"-4"-5"-765,8 8-1890,-9 0 0,5 8 0,-8 4 0,0 6 65,0 3 1,-2 11-1,-2 3 1,-3 4-66,-3 2 0,6-1 1,-2 1-1,4-2-294,2-4 1,-6 3 0,1-9 0,1-2-454,2-1 0,4-3 0,4-1-454,5-5 0,-1-5 1,2-12-1,1-5 93,3-5 1,-5-9 0,-1-4 0,-2-4 813,-4-2 0,5-8 0,1-2 0</inkml:trace>
  <inkml:trace contextRef="#ctx0" brushRef="#br0" timeOffset="3123">4331 120 7929,'-9'-17'2512,"1"5"972,8 1-2867,0 7 1,2-10-722,4 8 0,-3 0 0,9 6 0,2 0-1264,1 0 1,3 0 0,-1 2-419,1 4 0,-1 4 1786,1 7 0,-1 9 0,0 1 0</inkml:trace>
  <inkml:trace contextRef="#ctx0" brushRef="#br0" timeOffset="3491">4646 557 7929,'5'17'282,"1"1"0,2-3 0,-4-1 1,4-4 517,1-3 1,3-1-1,5-6 1,1 0-250,-1 0 0,9 0 1,1 0-1,2-2-325,0-4 0,0-3 0,4-9 1,-2 1-168,-2-1 0,-9 1 0,-1-1 0,-7 1-32,-5 0 1,-1-1-1,-6 1 1,-2-1-130,-3 1 0,-5 5 1,-10 2-1,-1 1-157,-2-1 0,-8 6 0,2-2 1,-2 6 105,1 6 1,-2 4 0,4 7 0,1 1 91,4-1 1,5 6-1,5 3 1,3 1 191,2 4 1,3-4 0,6 0 0,5 0 125,6 1 1,11-7 0,6 2 0,6-5-83,6-7 1,-2 3 0,5-8 0,1-2-217,0-3 1,-5-1 0,5-1 0,-4-5-629,-8-6 0,2 2 1,-8-1-1,0-3-259,-4-1 1,-5-3-1,-5 1 1,-1-1-19,2 1 1,-5-3-1,1-1 946,-2-2 0,5-8 0,-3 4 0</inkml:trace>
  <inkml:trace contextRef="#ctx0" brushRef="#br0" timeOffset="3891">5414 382 8476,'0'-9'2203,"0"3"1,0 12-1808,0 5 0,0 11 0,0 1 0,0 0-96,0 2 0,0 1 0,0 5 0,0-2-124,0 2 0,2-6 0,2-2 0,4-3-28,1-3 1,3-1-1,7-5 1,3-5-177,1-4 1,8-4 0,-2-4-1,2-5-246,-2-5 0,4-3 1,-4-3-1,4-1-50,2 2 0,-7-4 0,-5 1 0,-4 3-254,-1 2 0,-3 1 0,-3 1-342,-6-1 968,-4 8 1,-10 10 0,-4 12 0,-1 6 127,1 5 0,-2-2 0,7 6 0,-1 1-25,0-1 1,2 0 0,6 4 0,2-4-263,4-2 0,6 4 0,9-5 0,4-3-235,2-2 1,3-9 0,6-4 0,3-4-140,2-2 1,2 0 0,-5-2 0,1-4-137,-6-6 0,0-3 0,-8-3 0,1 1 621,-1 0 0,-4-3 0,-9-3 0,11 3 0,-3-5 0</inkml:trace>
  <inkml:trace contextRef="#ctx0" brushRef="#br0" timeOffset="4425">6619 505 8329,'0'-12'997,"2"2"-496,4 2 0,-4-5 2040,4 1-2151,-4 4-576,-2 1 0,-8 7 0,-4 0 137,-3 0 0,-3 2 0,1 1 0,-1 5 69,1 2 1,-1 2 0,1 5-1,1 2 320,5 5 1,-3-5 0,8 6 0,2-1-38,2-1 1,4 6-1,4-6 1,6-1-107,3-3 1,11 2-1,3-1 1,4-7-217,2-3 0,7-2 1,3-4-1,2 2-115,-1-3 1,-7-6 0,2-5-1,-4-2 18,-3-3 0,-1-3 0,-3-1 0,-7-1 70,-4 1 0,-1-1 1,-1 1-1,-1-1-55,-5 1 1,5-1-1,-6 1 69,-1-1 1,-1 7 0,-8-1-9,0-1 0,0 3-148,0-2 0,-2 8-84,-4-2 0,-3 3 0,-9-1 160,1-2 0,-1 0 0,1 6 0,-1 2 536,1 4 1,-1-2 0,1 7-4,-1 3 0,7-4 0,1 1 0,2 3-23,4 1 1,2-1-1,2 1 1,0 5-81,0-1 1,8 1 0,8-1-1,9 2-329,10 3 1,19-1-1,4-6 1,10-1-943,8-4 1,6-5 0,9-7 0,4 0-2155,2 0 2714,-6-7 1,4-11 0,-8-9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3:13.99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0 507 7929,'0'-17'983,"0"-1"1,0 7 1467,0-1-2132,0 8 0,0-2 0,0 14 0,0 8 153,0 5 0,0 10 0,0-2 0,0 2-248,0-2 0,0 4 1,0-5-1,0-1-185,0-4 1,0-4-1,0-1 1,0-1-76,0 1 0,2-9 0,2-1-1209,2 0 1,8-6 0,-5 2-1228,1-8 0,0-6 2472,-5-7 0,-3-1 0,6 1 0</inkml:trace>
  <inkml:trace contextRef="#ctx0" brushRef="#br0" timeOffset="349">70 123 7929,'-11'-17'220,"-1"-1"1,8 7 0,-4-1 1118,1-2 1,5-1 178,-4-3 1,6 9 669,6 3-1583,-4 4-1979,5 2 90,1 8 0,-6-4 0,4 7-1605,-4 3 2889,-2 1 0,7 3 0,3-1 0</inkml:trace>
  <inkml:trace contextRef="#ctx0" brushRef="#br0" timeOffset="814">315 577 7929,'6'-17'0,"1"-1"-126,3 1 0,-6 5 1,2 1-1,-2-3 1348,1-2 1,-3 5 347,4-1-1368,-4 0 1,-2 11-1,0 8 1,0 11 190,0 5 1,-6 8-1,0-2 1,3 4-18,1 2 1,0 6 0,-2 0 0,-2-4-163,2-6 1,4 0 0,4-8 0,4-2-83,1-1 1,9-9-1,7-1 1,2-4-64,4-8 1,8-6 0,4-11 0,0-5-136,-1-5 0,5-4 1,-6-2-1,-3 0 54,-1 1 1,-10-1 0,-3 0-1,-5 2-492,-1 4 0,-9 3 124,-3 9 0,-6 7 1,-6 6 190,-5 8 0,-3 8 1,0 11-1,5 6 91,1 4 0,2 2 0,6 0 0,2 0 60,4 0 0,4 0 0,9-2 0,4-2 51,6-2 0,12-13 0,8-1 1,5-5-158,4-6 0,8-2 0,-4-2 0,2-2-575,0-4 1,-7-10 0,-1-7 0,-6 2-2477,-3 1 3195,-16 3 0,10-8 0,-14-3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4:08.39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0 8302,'0'18'21,"0"-1"0,-6-5 640,0 0 0,-1-7 1398,1 7 1137,4-8-1637,-6 4 1,16-8 0,3 0-407,5 0 1,1 0 0,3-2 0,3-2-585,6-2 0,-2-6 0,2 7 0,4-1-773,6-2 0,0 6 0,6-4 0,-3 4-968,-3 2 1,-2 0-1,-2 0 1,0 0-5291,0 0 6462,0 8 0,0-6 0,0 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4:10.97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350 183 8433,'0'-18'0,"0"1"-225,0-1 0,0-5 0,0 0 1678,0 1 1,6 3 1103,0 2-2136,0-1 1,-6 10-1,0 10 1,0 14-38,0 11 1,-8 6-1,-2 6 1,-2 7 105,1 13 1,-1 8-1,-5 9 1,-1 8-329,1 7 0,5 6 1,7-45-1,0 1 1,1-2-1,1 0-176,-1 48 1,-4-5-1,2-15 1,2-11-228,2-14 0,8-17 1,2-15-550,2-9 0,1-13 0,7-13 1,-3-9-141,-3-7 1,1-4-1,-7-2 1,-2 0-2179,-2 0 3108,-2 0 0,-15-7 0,-5-3 0</inkml:trace>
  <inkml:trace contextRef="#ctx0" brushRef="#br0" timeOffset="182">1 776 11300,'8'-15'916,"3"3"1,9-3 0,7 1 0,10-5-505,5-4 1,7-3 0,7 5 0,2-4-556,-1-2 1,1 5-1,-6-1 1,-5 5-732,-3 7 0,-13 3 874,4 8 0,-4-8 0,4-1 0</inkml:trace>
  <inkml:trace contextRef="#ctx0" brushRef="#br0" timeOffset="668">1084 864 8559,'2'-16'576,"1"3"1,3 1 579,-2-2 1,0 5-1,0-3-382,2-1 1,1-3 0,-3-1-391,2-1 1,0 1 0,-6-1-254,0 1 0,-6 5 1,-2 2-1,-3 3-182,-9 3 0,1 2 1,-10 2-1,0 0-285,2 0 0,-6 2 1,3 4-1,-1 7-39,2 8 1,-2 1 0,8 7-1,2 2 104,1 2 0,9 2 0,1 0 1,2-2 304,4-4 1,4 2-1,6-8 1,6-1 219,3-3 1,10-3 0,5-5 0,3-5 106,1-4 0,1-10 0,0-3 0,-2-5-63,-4-1 0,2-7 0,-7 1 0,-5 2-206,-5 1 1,-1-3-1,-7 0-224,-2 1 0,-2 3-136,-2 1 0,-2 9 0,-4 5 1,-4 8 59,1 7 0,-5 5 1,8 3-1,3 3-40,1 1 0,2 2 0,0-4 0,2 3 117,3-3 0,11-3 0,9-5 1,2-3 22,4-2 0,8-3 0,4-5 1,-1 0-488,1 0 1,4-7 0,-7-5 0,-1-3-1292,-2-3 0,-2 1 1886,0-1 0,0-7 0,0-2 0</inkml:trace>
  <inkml:trace contextRef="#ctx0" brushRef="#br0" timeOffset="1067">1922 672 8559,'0'-18'163,"0"7"0,0-1 0,0-2 1727,0-1 0,0 3-92,0 1 1,0-1-1536,0-6 0,-2 7 1,-4 1-144,-6 2 0,-9-3 1,-2 5-1,0 2-212,-3 2 1,5 2 0,-6 0 0,0 0-348,-1 0 1,7 8 0,-2 3 0,3 5 129,3 1 1,5 1 0,3 1 0,1 3 235,4 1 1,10 2 0,5-3-1,7 1 132,5-2 0,2-1 0,8-3 0,0 2 156,4 5 0,2-5 1,-4 4-1,-2-3-156,-4-3 0,2 1 0,-8-1 0,-1 1-96,-3-1 1,-9-5 0,-4-1 0,-4 3 93,-2 2 1,-8-7 0,-6-1 0,-7-2-294,-8 0 0,-4-1 0,-2-5 1,0 0-291,0 0 1,0 0-1,2 0 1,2 0-156,2 0 0,13 0 0,-1 0 0,3-1-1171,5-5 1852,1 4 0,23-14 0,5 7 0</inkml:trace>
  <inkml:trace contextRef="#ctx0" brushRef="#br0" timeOffset="1484">2498 567 8559,'0'-18'234,"0"1"0,0 5 0,2 3 2184,4 1-1852,-4 2 0,6 8 1,-10 6-1,-2 7-56,-2 7 1,-2 9 0,4-2 0,-3 4-175,-3 2 1,4 5 0,-4 1 0,3-2-42,3-2 1,2-2 0,2 0 0,0 0-19,0 0 0,0-8 0,0-4-34,0-4 1,2-3-318,4-4 0,-3-12 1,7-12-105,-2-4 0,-2-1 0,-4 0 0,2-1-80,1 1 1,3-1 0,-4 1-1,4-1-72,1 1 1,-3-3-1,6-1 1,2-2-64,1 1 1,4 3-1,3 0 1,5-3-47,6-1 1,0-8 0,12 4 0,-1 0-573,1 3 0,-4 5 0,3 1 0,-1 1-1970,-4-1 2981,-10 9 0,-4-7 0,-8 7 0</inkml:trace>
  <inkml:trace contextRef="#ctx0" brushRef="#br0" timeOffset="1717">2655 899 11274,'12'0'2324,"0"0"-1608,1 0 1,3 0-1,1 0 1,1 2-495,-1 4 1,8-3 0,3 9 0,1 2-805,0 1 0,-6-3 0,6-1 0,0 1 189,-2-2 1,4 3 0,-7-5 0,-3 0-3723,-2 0 4115,-1-3 0,7-5 0,2 0 0</inkml:trace>
  <inkml:trace contextRef="#ctx0" brushRef="#br0" timeOffset="2117">3668 637 8306,'0'-18'0,"0"1"1344,0-1 1,2 7-1,2-1-174,2-1 1,0 3-541,-6-2-525,0 1 1,-2-5 0,-4 4 0,-6 7-293,-3 3 1,-3 2 0,1 0 0,-1 2-130,1 3 1,-1-1 0,1 8 0,0 1 147,-1 3 0,1 1 0,-1 1 1,3-1 126,3 1 0,4-1 1,8 1-1,0-1 259,0 1 1,8-1 0,4-1-1,3-3-17,3-1 0,5 0 0,2 5 0,0 0-109,1 1 1,3-1 0,-6 1 0,-2-1 7,-1 1 0,-9-1 1,-1 1-1,-2-1-139,-4 1 1,-4-1 0,-6 1 0,-6-3-208,-3-3 0,-5 1 0,-1-5 0,-4 0-487,-2 0 1,5-3 0,-3-5-653,0 0 1,5 0 1384,-3 0 0,4 0 0,1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4:09.506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0 225 10548,'0'-17'2139,"0"-1"0,0 7-1668,0-1 0,2 2 1,4-3-205,6 1 0,5 1 1,5-7-1,3 1-123,2-1 0,2 3 0,8 1 0,2 2-222,2-1 1,5 5 0,-5 2-1,-2 6-142,-2 6 1,-4 6 0,-4 11 0,-8 6 26,-7 4 1,-7 10 0,-9 3 0,-3 5 202,-7 1 1,-11 6 0,-8 3 0,-6-1 326,-4 0 0,-6 2 0,7-8 0,1-5 61,2-5 0,2 1 1,2-8-1,4-6 231,6-4-677,11-11 0,14-9 0,15-8 1,13-5 36,8-6 1,7-9 0,7-3 0,1 1-168,-1-2 0,1 11 0,-1-3 1,-2 3-392,-3 5 0,2-5 0,-11 8 0,-3 2-1392,-4 2 1,-9 10 1937,1 4 1,-4 3-1,-1 3 1</inkml:trace>
  <inkml:trace contextRef="#ctx0" brushRef="#br1" timeOffset="300">1048 190 8445,'0'-11'1070,"0"-1"0,2 1 1,4-5-423,6 4 1,-1 3 0,5 5 0,5-2-694,4 2 1,5-4-1,5 1 1,-1-1-226,1 0 0,6 0 0,0 4 0,-4-1-210,-6 1 1,0 2-1,-6 0 480,2-4 0,-5 4 0,3-6 0</inkml:trace>
  <inkml:trace contextRef="#ctx0" brushRef="#br1" timeOffset="716">1118 190 8297,'-17'0'531,"-1"0"460,1 0 0,-1 0-637,1 0 1,5 6-1,3 2-130,1 2 0,-4 1 0,6 7 0,2-1 100,2 1 1,2-1 0,0 1-1,0-1-96,0 1 1,0-1 0,2-1 0,2-3-154,2-1 0,8-1 0,-3 5 0,5-2-150,1-3 1,3-7 0,1 2 0,4-4 20,2-2 0,1 0 1,3 0-1,-2 0-98,2 0 1,-4 0 0,2 0-1,0 2 150,-2 4 0,-1-2 1,-9 7-1,-1 3 79,-5 1 0,-3 11 1,-8 3-1,-2 4 43,-4 2 1,-11 5-1,-12 3 1,-4 0-211,-2-1 1,0-9 0,0-9 0,-2-5-174,-4-2 1,4-7-1,-1-6 1,5-8-315,4-7 1,7-13 0,1-5 0,7-6 576,8-6 0,4 5 0,2-7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4:14.0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86 8431,'0'-18'-333,"0"1"1872,0-1 0,0 7-692,0-1 0,2 8-568,4-2 1,-4 6-1,4 6 31,-4 6 0,4 3 1,0 5-1,-3 3-116,-1 6 0,-2 10 0,-2 4 0,-1 1-167,-3 5 0,-2-5 1,4 3-1,-2 1-41,2 3 1,2-6 0,2-5 0,0-3-61,0-2 0,0-2 0,0-4 1,2-8 82,4-7 0,4 0 0,7-9 0,1-1 190,-1-2 1,3-2-1,1 0 1,4 0-107,2 0 1,-3-2-1,5-2 1,2-1-76,2 1 1,2-4 0,0 2-1,0 0-225,0-1 0,0 5 1,-1-6-1,1 2-736,0 0 1,-6-5 0,1 5 0,-1 2-609,-2 2 1,6-4 0,-6-2 1550,0-1 0,-2-3 0,-7-5 0</inkml:trace>
  <inkml:trace contextRef="#ctx0" brushRef="#br0" timeOffset="468">856 487 8586,'0'-17'1910,"0"-1"0,2 9-1267,4 3 0,4 4 0,7 2-445,1 0 0,5 0 0,2 2 0,0 2-233,1 2 0,5 5 0,-2-5 0,4 0-49,2 2 1,-6-4 0,-2 5 0,0-1-105,0-4 1,-5 4 0,1-3-1,-6 1-640,-5 2 1,-2-4 580,-5 8 0,-5-3 0,0 5 325,-9-3 0,-7-5 1,-1 6-1,-3 2 152,-3 1 1,2 3-1,-8-1 1,-2 0 38,-2 1 0,-2 5 0,0 0 0,2 1 24,4 1 0,-4-6 0,6 5 1,-1-5-5,5-1 1,4-3-374,1-3 0,8-6 0,5-14-296,3-10 0,2-1 0,0-10 0,0-2-1238,0-2 0,-6 0 1618,0 4 0,-15-12 0,1 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4:15.29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228 227 8485,'0'-17'-86,"0"0"0,0 5 1,0 0 1658,0-1 1,0 3 307,0-2-1615,0 8 0,0 1 0,0 12 1,0 11 176,0 5 1,0 4 0,0 8 0,2 4-140,4 5 0,-4 7 0,4 3 0,-3 4-237,3 2 1,-4-6 0,4 3-1,-4-7-272,-2-5 1,6-5-1,0-9 1,-1-4-1263,3-5 647,-6-13 1,12-11 0,-8-11 0,-3-7-2045,-1-5 2864,-2 3 0,-7-13 0,-3 6 0</inkml:trace>
  <inkml:trace contextRef="#ctx0" brushRef="#br0" timeOffset="298">1 280 8485,'0'-27'0,"0"3"0,0 5 787,0 2 0,2 5 0,2 0 0,4-1-68,1-3 1,11 4-1,11 1 1,6-1-498,3 3 1,15 1-1,-1 6 1,4-2-191,2-2 0,-1 2 1,-7 10-1,0 6-35,1 3 0,-3 5 0,-3 1 0,-8 6-303,-8 6 1,-8 0 0,-9 14 0,-5 1 105,-1 3 1,-4 1 0,-10 2 0,-8 3 99,-7 1 0,0 0 0,-8-6 0,-2-1 54,-2-5 0,-2-3 1,-2-6-1,-2 0-141,-2-2 1,1-6-1,5-15 1,0-5-202,0-1 1,0-2 0,2-6 0,6-2-681,9-4 0,3-4 1068,9-7 0,0-1 0,6 1 0</inkml:trace>
  <inkml:trace contextRef="#ctx0" brushRef="#br0" timeOffset="599">1119 577 12528,'0'23'1546,"0"0"0,0 1-1248,0 1 0,0 2 0,0 6 0,0-2-438,0-2 0,0-8 0,0 5-1173,0-1 0,0-6-1517,0 5 2830,0-13 0,0-11 0,0-9 0</inkml:trace>
  <inkml:trace contextRef="#ctx0" brushRef="#br0" timeOffset="763">979 420 8302,'-6'-18'1425,"0"1"0,1 5 0,5 0-353,0-1 1,0 3 0,1-2-952,5-1 1,-2 5 0,6 0 0,0 2-1599,-1 1 0,-3-1 1477,6 6 0,-1 8 0,7 1 0</inkml:trace>
  <inkml:trace contextRef="#ctx0" brushRef="#br0" timeOffset="1116">1520 978 8456,'0'18'2877,"0"-1"885,0 1-2862,8-8 1,-6-10 0,4-12 0,-4-4-191,-2-1 0,-2-3 0,-2-3 0,-2-6-344,2-4 1,-3-2 0,1-2 0,2-2-256,2-1 0,2-9 0,0 3 1,0-5-325,0-1 0,2-1 1,4-1-1,5 0-652,5 1 1,9-3 0,4 11-1,4-1 20,2-1 0,6 10 0,0 3 1,-3 10-19,-1 11 1,-2-1 0,2 8-1,2 2-275,2 2 1,-8 12-1,-10 6 1138,-4 5 0,-1 10 0,-1-4 0</inkml:trace>
  <inkml:trace contextRef="#ctx0" brushRef="#br0" timeOffset="1381">1503 839 8291,'-12'-2'4111,"1"-4"-3033,7 4 1,-2-12-706,12 9 0,5-3 0,11 4 0,1-4-587,-2-2 0,7 7 0,-1-5 0,2 2-843,0 0 1,0-5 0,6 5 0,-2 2 1056,-4 2 0,4-6 0,-6-2 0</inkml:trace>
  <inkml:trace contextRef="#ctx0" brushRef="#br0" timeOffset="1698">2219 978 14070,'0'-11'1143,"0"-1"-645,0-1 1,0 1-1,0-4 1,0-3-88,0 0 0,-2-9 0,-2-1 0,-2-6-306,2-5 0,-3-3 0,1-6 0,2 3-298,2-3 1,4-1-1,4-3 1,5 3-454,5 3 0,9-3 0,4 3 0,6-3 13,6-2 0,2 9 0,3 8 0,-5 10-116,-4 5 0,-2 9 0,-2 1 0,-4 4-206,-6 8 0,-5 6 1,-5 9 954,-1 1 0,-8 7 0,3 2 0</inkml:trace>
  <inkml:trace contextRef="#ctx0" brushRef="#br0" timeOffset="1965">2079 734 10934,'0'-18'1878,"4"9"0,6 1 0,9 2-1502,6 0 0,5 1 1,6 3-1,3-2-703,2-2 1,8-2 0,-3 4 0,6-2-3924,7 3 4250,-5-7 0,14 0 0,-6-7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4:18.286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18 173 9859,'0'-23'-354,"0"0"918,0 1 1,0 3 1000,0 2-1329,0 7 1,0 10-1,0 13 1,-2 9 54,-4 7 1,4 6 0,-4 6 0,4 5 28,2 5 0,0 3 0,0 2 0,0 4-74,0 2 0,2 2 1,2 4-1,4-4-192,2-5 1,-4-7 0,3-5 0,1-7-203,0-3 0,-5-15 85,7-5 1,-8-19 0,4-4 0,-2-9-44,-1-9 1,7-1-1,-6-6 1,-2 2-72,-2-2 1,4-2 0,1-2 0,1 2-152,0 4 0,0-4 1,-3 6-1,5 0-25,0 3 1,7 1 0,-1 4 0,7 3-116,4 1 1,-3 7-1,5 2 1,2 4 252,2 2 1,2 10-1,0 7 1,-2 11 362,-4 4 1,-6 9-1,-10 0 1,-3 0 224,-2 1 1,-10-3 0,-10 6 0,-5-2-104,-6-5 0,-5-7 0,-8-3 0,-3-5-40,-2-8 1,0-5-1,6-10 1,0 0-397,0 0 1,3-2 0,2-4 0,9-5-171,7-5 1,5-1 0,5-1 0,0 1 310,6-1 0,6 1 0,9-1 0</inkml:trace>
  <inkml:trace contextRef="#ctx0" brushRef="#br1" timeOffset="383">856 592 8553,'0'-11'168,"-2"1"1,-2 0 2410,-1 1-1928,-1 5 1,6-2 0,0 12-314,0 6 1,0 3-1,0 4 1,0 5-114,0 5 0,0-2 1,0 0-1,2 0-77,4 0 0,-5-5 0,5 1 0,-4-3-264,-2-3 1,0 0 452,0 1 0,2-8-573,4-5 1,-4-12-1,4-9-155,-4-5 1,-2-4 0,2 3 0,1-3-81,3-2 1,2 4 0,-4-5 0,4 1 171,1 0 0,3 6 0,6-5 0,-1 3 41,0 0 1,3 2-1,3 7 1,6 4-185,4 3 1,2 1 0,0 6 0,2 0-295,4 0 0,-2 2 0,5 3 736,-1 7 0,5 4 0,-3 1 0</inkml:trace>
  <inkml:trace contextRef="#ctx0" brushRef="#br1" timeOffset="900">1764 697 8553,'18'0'100,"-7"0"1,1-2 449,2-3 0,-5 1 0,1-8-60,-2-2 0,3 5 0,-5-3-85,-2-2 1,-2 5 0,-2-3-41,0-1 0,-2-3 1,-4 0-266,-5 5 0,-5-3 1,-3 8-1,-4 3-47,-7 1 1,3 2 0,-2 2 0,-2 3-196,-2 7 0,4 4 1,2 1-1,2 0-70,3 1 1,3 5 0,3 2-1,3 1 74,1-1 0,8 4 1,-2-4-1,6 0 109,6 1 0,4-3 0,9-6 0,5 1-108,5-1 1,-2-7 0,2-4 0,2-4-48,2-2 1,2-8 0,-2-4 0,-2-5 62,-2-6 0,-8 1 0,3-7 0,-5 0 93,-1 2 1,-7-4 0,-1 6 0,-2-1 101,-4 1 0,-2 2 311,-2 5 1,-2 9-307,-4 3 0,2 12 0,-6 7 0,2 7 45,5 3 1,1 6 0,2-4-1,0 1 6,0-1 1,5 0-1,3-4 1,2 3-144,3-3 1,9-7 0,3-5 0,2 1-267,4 0 1,0-6 0,0 1 0,-2-5-575,2-5 1,2 1-1,0-8 1,-1-1-282,-3-3 0,-8-3 1134,2-5 0,4 5 0,1-6 0</inkml:trace>
  <inkml:trace contextRef="#ctx0" brushRef="#br1" timeOffset="1135">2480 453 11378,'-17'-2'821,"7"-2"1,4 18 0,4 3-680,2 4 1,-5 10 0,-1-3 0,2 1-231,2 0 1,2 0-1,0 4 1,0-2-309,0-2 0,2-8 1,2 3-1032,2-5 0,7-9-254,-1-4 0,1-6 1681,-1-6 0,4-12 0,-7-9 0</inkml:trace>
  <inkml:trace contextRef="#ctx0" brushRef="#br1" timeOffset="1300">2515 103 8553,'0'-17'535,"0"0"1,0-1 1093,0 1 1,0 5-1621,0 0 1,2 8-1032,4-1 0,2 5 1,5 5 1021,-1 7 0,-8 4 0,4 1 0</inkml:trace>
  <inkml:trace contextRef="#ctx0" brushRef="#br1" timeOffset="1736">2830 470 8521,'0'-17'2176,"0"7"1,-2 4-1876,-4 12 0,2 10 0,-6 9 0,3 2-101,3 4 0,2 2 1,2 2-1,0 0-20,0 0 0,0-8 0,2-2 0,3-3-68,7-5 0,4 2 1,3-13-1,4-2-150,6-2 0,4-6 0,0-6 0,0-9-18,2-6 0,-4 2 0,10-7 0,-6-1-61,-6-2 1,2-2 0,-7 2 0,-3 4-396,-2 6 0,-9-2 305,-4 2 0,-6 9 30,-6 14 0,-4 10 0,-5 11 0,1 4 88,3 2 1,7 3-1,-2 4 1,4-1-58,2-3 0,2 3 0,6-6 0,7 0-147,6-4 1,12-5-1,0-5 1,8-3-359,4-2 0,3-2 0,9-8 0,1-4-1612,-2-6 2263,-2-11 0,-1-4 0,-1-8 0</inkml:trace>
  <inkml:trace contextRef="#ctx0" brushRef="#br1" timeOffset="2269">4751 592 8293,'0'-17'2438,"0"0"-1781,0-1 0,0 1 1,2 1-358,3 4 1,-3-3 0,4 3 86,-4-3 1,-2 3 0,0 0-227,0-1 0,-8 3 1,-3 1-1,-7 1-163,-5 4 0,2 2 1,-8 2-1,-2 2-105,-2 4 0,-2 3 1,2 9-1,2 1-82,1 5 0,3-3 0,-2 6 0,8 0 195,7 0 0,1-3 0,5 5 1,0 0 156,0-2 0,5-2 1,8-7-78,7-1 0,5-7 1,5-4-1,3-4-31,2-2 0,-4-2 1,5-4-1,-1-6-189,0-3 0,-4-3 0,4 1 0,-1 1-82,-5 5 0,-2-5 1,-3 4-1,-2-1 82,-3 1 1,-5-1-63,6 7 60,-8-8 0,-3 14 0,-8 0 97,-3 10 0,6 5 0,-2 3 1,4-1 19,2 1 1,2-1-1,4 1 1,6-1-245,3 1 0,9-3 0,1-1 1,2-4-184,4-3 1,2-1-1,4-6 1,2 0-354,1 0 1,1-2 0,-6-4 0,0-5 798,0-5 0,0-9 0,0-2 0</inkml:trace>
  <inkml:trace contextRef="#ctx0" brushRef="#br1" timeOffset="2618">5257 470 8277,'-6'-17'1455,"1"-1"0,-1 7-386,6-1 1,-2 8-906,-4-2 0,4 12 0,-4 6 0,4 3 159,2 3 0,-2 5 0,-2 2 0,-1 1-2,1-1 1,2 6 0,2-4 0,0 2-137,0 0 1,0-7 0,0 1-444,0-4-84,0-1 1,2-9-1,2-7 1,3-9-157,3-11 0,-4-9 0,4 2 0,-1-2 68,1-5 1,-6-1 0,2-1 0,-2 1 159,1 3 1,-3-1-1,6 6 1,0 0-96,4 0 0,3 1 1,3 7-1,-1 0 100,0-1 0,7 6 1,1 3-1,2 1-87,4 4 0,2 2 0,2 4 0,0 4 352,0 6 0,0 3 0,0 3 0</inkml:trace>
  <inkml:trace contextRef="#ctx0" brushRef="#br1" timeOffset="3001">5676 505 12154,'8'10'154,"4"-4"1,3-4-1,5-2 1,3 0-47,6 0 0,-2 0 0,2-2 0,2-4-161,2-6 0,2-3 0,-2-3 0,-4 1-91,-5-1 0,-5 1 0,-3-1 1,-5 1-11,-5-1 0,-6 1 1,-6 1-1,-7 5 34,-9 5 1,-1 4 0,-10 2 0,-4 2 113,0 4 1,0 4-1,3 7 1,1 2 131,3 5 1,-1 1 0,8 6 0,4-2 128,5 2 0,1 0 1,7 0-1,4-4-74,6-1 1,11 3 0,12-6 0,4-4-224,6-5 0,10 0 0,-1-9 0,3-1-579,-3-2 0,9-2 0,-7-2 1,1-4-331,1-5 1,-7-5 0,0-1 0,-5-1 950,-3 1 0,4-1 0,-12 1 0</inkml:trace>
  <inkml:trace contextRef="#ctx0" brushRef="#br1" timeOffset="3402">6777 488 8108,'0'-18'0,"0"1"994,0-1 1,0 7-1,0-1 98,0-2 1,0 5 0,-2-1-1088,-4 2 1,2-3-1,-8 5-307,-1 2 0,-3 2 0,-1 2 1,-1 0 190,1 0 0,-3 0 1,-1 0-1,-2 2 94,1 4 0,-3 3 0,2 9 1,2-1 136,1 1 1,3 5 0,1 0 0,5-1 312,5-3 1,-2 1-1,2 1-335,2 2 1,10 0-1,6-7 1,5-4-291,6-7 0,-1 3 0,7-2 1,2-2-1,2-2 0,2-4 0,0-2 1,-2-2-62,-4 2 0,-4 0 0,-7 1 157,-1-3 1,1 0 343,-1 6 1,-7 2 0,-5 4-96,-3 5 0,-2 5 0,2 1 0,4 1-210,6-1 0,9-5 0,4 0 0,5-1-563,6-1 1,7 3-1,9-5 1,1 0-1317,-1 0 1,-7 3 1935,-4-5 0,3 8 0,1-4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4:22.754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70 103 10963,'0'-17'-211,"0"5"1,0 0 766,0-1 1,0 3 250,0-1 1,0 5-558,0-6 1,-1 8 185,-5-2 0,4 12 0,-4 6 0,4 5-63,2 7 1,0 5 0,-2 13-1,-2 11-132,-2 9 1,1 10 0,3 5-1,-2 9-170,-2 3 0,0-9 1,6 3-1,-2-7 83,-4-8 1,4-18 0,-3-5 0,3-12-941,2-10 0,2-11-190,3-7 0,-1-5 1,8-5-364,1-7 0,-3 2 0,0-1-565,-2-3 1933,5-2 1,-11-1 0,6 0 0</inkml:trace>
  <inkml:trace contextRef="#ctx0" brushRef="#br0" timeOffset="250">36 1081 13620,'17'6'450,"0"0"0,3 0 0,3-6 0,6 0-183,4 0 0,4 0 1,2 0-1,4-2-216,1-4 1,1 2 0,3-6-1,-1 1-601,1-1 0,1 4 1,0-4-1,-3 1-2328,3-1 2895,-7-2 1,16-5 0,-3-1-1</inkml:trace>
  <inkml:trace contextRef="#ctx0" brushRef="#br1" timeOffset="735">926 784 12018,'18'0'310,"5"0"0,2 0 1,2 0-217,4 0 1,2 0-1,2-2 1,0-1-136,0-3 0,-2 0 1,-2 6-1,-4 0-413,-1 0 1,-5 2 0,-9 4 0,-7 5 257,-3 5 0,-4 1 0,-3 3 0,-9 3 142,-7 6 1,-7-2 0,-6 2 0,-3 4 50,-4 6 0,4-2 0,-2 2 0,6-6 228,4-4 0,6 0 0,-4 4 686,1-4-782,3-4 1,14-25 0,5-11 0,8-15-385,7-7 0,3-3 0,-1-3 0,-3-2 87,-2 2 0,-2 2 0,-6 2 0,-2 1-538,-4-1 0,-4 2 0,-9 5 706,-5 11 0,-3 0 0,-8 7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4:24.602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141 280 13886,'0'-17'1132,"0"-1"-846,0 8 0,0 7 1,0 12-1,0 11 16,0 5 0,0 6 0,0 10 1,0 3-68,0 1 0,0 5 0,2-3 1,1 3-210,3 3 1,6-3 0,-6-3 0,0-6-368,1-5 1,-5-3-1,6-3-1326,0-7 928,1-12 0,7-12 0,-4-15 0,-7-7-166,-3-4 0,-4-1 0,-3-3 817,-7 2 1,-11 0-1,-4-6 1</inkml:trace>
  <inkml:trace contextRef="#ctx0" brushRef="#br0" timeOffset="319">1 245 12461,'0'-19'0,"0"-3"305,0-1 0,0 6 0,2 7 0,2 0 445,2 1 1,1 3 0,-1-4 0,6 2-408,3 4 0,9 2 0,3 2 0,4-2-204,6-3 1,3 3 0,1-4 0,6 4-87,3 2 0,3 0 0,-3 2 0,-3 4-448,-7 5 1,-3 5-1,-2 3 1,-2 5-77,-4 5 0,-5 11 0,-13 7 0,-5 3 341,-4 3 1,-4 7-1,-4 2 1,-7 2 100,-9 0 0,-3-8 1,-8 5-1,0-5-58,-4-4 0,-4-3 1,3-14-1,-5-2 50,-2-4 1,1-4 0,-5-8 0,5-1-230,1-4 0,4-5 0,8-7 0,4-2-889,2-3 1097,1-5 0,7-15 0,-1-2 0</inkml:trace>
  <inkml:trace contextRef="#ctx0" brushRef="#br0" timeOffset="652">1014 629 13467,'-12'-9'-258,"2"5"900,3 8 1,-1 5-1,4 9 1,-2 1-385,2 4 1,2 5 0,2 7 0,0 0-279,0-1 1,0 5-1,0-2 1,2-4-787,4 0 0,-2-8 0,8-3-33,1-9 0,3-5 0,-1-12 0,-1-6 1007,-2-7 1,-9-12-207,3 0 0,4-12 1,0-4-1</inkml:trace>
  <inkml:trace contextRef="#ctx0" brushRef="#br0" timeOffset="800">892 298 13401,'0'-18'872,"0"1"0,2 5-343,3 0 0,5 6 0,7-3-1119,1 1 0,-1 2 0,1 6 0,-1 2 483,1 4 1,-1 4 0,1 7 0</inkml:trace>
  <inkml:trace contextRef="#ctx0" brushRef="#br1" timeOffset="1186">1555 1066 8362,'-8'10'3205,"7"-3"-2725,-7 1 0,8-16 0,0-1-4,0-11 1,0-5-1,0 2 1,0-8-122,0-8 0,0-6 1,0-7-1,0-2-175,0-5 0,0-3 0,0-10 0,0-1-419,0-3 0,8 6 1,3 6-1,7 0-429,5 2 1,4 4-1,8 13 1,-2 10-84,-4 10 1,4 13 0,-4 7 0,2 3 105,-2 2 0,2 9 0,-5 7 0,-1 7 141,0 4 0,4 0 0,-6 5 504,-1-3 0,5 0 0,0 6 0</inkml:trace>
  <inkml:trace contextRef="#ctx0" brushRef="#br1" timeOffset="1418">1328 787 8426,'0'-12'935,"2"2"-257,4 2 0,4-3 0,9 5 0,4 0-294,6-2 0,12-1 0,6-9 1,3 3-391,3 3 1,-1-3 0,2 3 0,3-2-1358,1 3 1363,0-5 0,-6 6 0,1-7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4:27.371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295 943 9373,'0'12'1298,"0"-1"0,0-5 0,-2 4 825,-4-2-484,4-3 1,-7-5-356,3 0 1,2-1-938,-8-5 1,7 2-1,-5-8 1,2-3-221,4-7 0,-4 1 0,1-8 1,-1-2-74,0-2 0,2-10 0,6-5 1,0-7-146,0-3 0,2-10 0,4 0 0,8-5-409,7-1 1,0 4-1,9 8 1,1 9-329,2 11 1,1 7 0,1 6 0,2 7-351,4 9 1,-4 5 0,6 10 0,-3 2-189,1 2 0,-2 13 0,-10-1 1363,-6 1 1,4 8 0,1 0 0</inkml:trace>
  <inkml:trace contextRef="#ctx0" brushRef="#br1" timeOffset="249">16 629 8382,'-8'9'381,"6"1"971,-4-4 0,6-4-856,6 4 0,6-4 1,11-2-1,6 0-422,4 0 1,8 0 0,2-2 0,1-4-873,5-6 1,1 3 0,2-3-1,1-2 798,-1-1 0,1-3 0,-1 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4:32.5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228 1002 8053,'12'0'-134,"-1"0"182,3 0 0,1 0 213,3 0 1,-1 0 0,-1-2 0,-3-2 217,-1-2 0,-6-2 0,4 3 0,-1-5 15,1 0 0,-4-3 0,4 5 0,-3-2-47,-3-4 1,-2-1 0,-2-3 0,0 1-256,0 0 1,-2 5-1,-4 0 1,-5 1-244,-5 1 0,-7 2 0,-2 8 0,-2 2-143,-5 4 0,-1 4 1,-1 9-1,-1 4 54,0 6 1,2 4-1,2 4 1,3 4 32,3 6 0,10 1 1,9 1-1,4-3 68,2 3 1,4-7-1,8-3 1,11-10-30,8-11 0,6-3 0,2-9 0,1-4-208,-1-6 1,-2-7-1,-2-11 1,0-3-445,0-2 0,-8 0 0,-6-4 0,-5 1-565,-5-1 0,-7 4 1285,2-2 0,-4 0 0,-2-6 0</inkml:trace>
  <inkml:trace contextRef="#ctx0" brushRef="#br0" timeOffset="1018">734 1054 8053,'10'-17'0,"-4"-1"0,-4 1 804,-2-1 0,0 1 0,0-1 84,0 1 0,0-1-577,0 1 1,-2 1 0,-4 5-347,-5 5 0,-5 4 0,-3 2 0,-3 2 8,-1 4 0,-2 5 0,3 11 0,-3 3-12,-2 2 1,6 2 0,-3 8-1,5 2 105,2 2 0,1 1 0,4-3 0,7 2 62,3-2 0,4-8 1,5-4-1,9-2-126,5-3 1,12-11 0,0-5 0,6-4 6,0-2 1,3-2-1,-1-4 1,-4-5 16,-6-5 1,-2-9-1,-9-2 1,-5-4-66,1-4 1,-9 4 0,-1-10 0,-4 6 15,-2 6 1,-2-6 0,-6 4 0,-7-4 24,-6 2 1,-10 10-1,1 1 1,-3 7-38,-1 3 1,1 8 0,2 0-1,1 6-29,-1 4 1,6 14 0,2-1 0,3 6-67,3 6 1,7 2 0,4 2 0,5-2 83,1-4 0,0 2 0,1-7 0,5-5 143,6-5 1,5-1 0,5-7-1,3-2 83,2-2 0,2-4 1,6-4-1,0-6-92,0-3 0,-6-5 0,0-1 0,2-2-227,2 1 0,-4-3 1,-1 0-1,-1 0-187,0 0 1,-6 1 0,2 7-22,-3-1 0,-8 9 315,-1 3 1,-7 6 0,0 8 355,-8 9 1,2 2 0,-6 11 0,3 3-39,-1 5 0,-2-1 1,4 4-1,-2-2 18,2 2 1,2-5-1,2 5 1,0-6 54,0-6 0,0-4-173,0-7 1,8-10 0,4-8 0,3-12-212,3-9 1,5-7-1,0-6 1,1-1-25,1 0 1,-6 0 0,7 0 0,-3 0-184,0 0 1,6 6-1,-5 2 1,-3 0-287,-2-1 0,-1 7 0,-3-2-433,-3 3 657,-4 11 1,-8 11-1,-2 13 483,-4 6 1,4 10 0,-6-1 0,2 3 361,1 2 0,-3-1 0,4-1 0,-2-2-356,2-1 1,2-3-1,2 2 1,0-6-128,0-3 0,0-3 0,2-1-142,4-5 1,4-5 0,9-12 0,2-7-33,3-9 0,5-5 0,-4-8 0,2 0-134,4 0 0,-4 0 0,1 0 1,-1 2-71,0 4 0,-6-4 1,3 6-1,-7 0-1044,-5 4 1172,3 3 0,-15 11 1,2 5 226,-6 8 1,-9 5 0,1 11 0,-3 5 71,-3 10 1,1 0 0,1 6 0,4-3-80,7 3 0,3-2 0,2 6 0,0-3-378,0-3 0,7-2 0,5-4 0,6-4-248,5-6 1,4-5 0,8-7 0,0-5 99,0-4 1,0-15 0,0-7 0,-2-3 487,-4-2 0,-4-6 0,-8 2 0,1-4 0,-1-2 0,1 0 0</inkml:trace>
  <inkml:trace contextRef="#ctx0" brushRef="#br0" timeOffset="1482">2027 967 7942,'0'-18'921,"0"1"568,0-1 1,0 7-1017,0-1 1,-6 16 0,0 2 0,2 9 68,2 9 1,2 5 0,0 11-1,0 7-185,0 4 1,6 9-1,0 6 1,-2 9 23,-2 13 0,-4 1 0,-4 10 0,1-49 0,-2 1-262,0 1 0,-1-1 0,-10 40 1,3-10-1,1-13-29,3-17 0,5-26-584,-6-13 0,8-22 0,-3-10 0,-1-7-141,-4-10 1,2 1 0,-1-11 0,-1-2 71,2-1 1,-5-2-1,5-1 1,1-1 250,3-4 1,4-2 0,2-6 0,0 2 112,0-2 1,8 2 0,5-2 0,8 0 123,9 5 1,3 13 0,3 7 0,3 6 300,2 6 1,8 6 0,-3 11-1,3 6-116,-3 4 1,5 4 0,-7 6-1,-1 8 78,-8 5 1,-10 10 0,-13 0 0,-6 6 30,-4 4 1,-6 5 0,-6-5-1,-9-2-62,-7-2 0,-3-2 1,-8 0-1,-1-2-315,-3-4 1,-8-4 0,3-10 0,-5-1-207,-1-2 1,7-8-1,4 1 1,5-5-355,1-5 1,7-11 0,7-7-1,8 1 14,7 3 0,6-4 0,6-1 0,7 1 704,8-2 0,-1 5 0,5-5 0</inkml:trace>
  <inkml:trace contextRef="#ctx0" brushRef="#br0" timeOffset="1765">2638 460 8053,'0'-29'0,"0"2"607,0 2 1,0 7 0,-2 7 681,-4-3 1,4 8-1077,-3 6 0,-3 14 1,0 13-1,-2 4-10,-3 6 1,3 12 0,-2 1 0,-1 10-16,-3 8 0,5-2 0,-1 12 0,0-1-360,3 5 1,-5-3-1,8-1 1,2-6-149,2-10 1,2-16 0,2-11 0,4-11-265,6-11 0,3-5 0,5-10 0,1-6-266,2-9 1,3-3 0,-5-7 0,0 0 849,-5 0 0,1 4 0,-5-7 0,3 1 0,3-6 0</inkml:trace>
  <inkml:trace contextRef="#ctx0" brushRef="#br0" timeOffset="2283">2673 1072 7765,'0'17'-296,"0"1"1180,0-1 1,2-7 0,4-4 0,5-3-404,5 3 0,1-4 0,1 4 0,1-6-253,5-6 1,3-4-1,6-7 1,-2-2-101,-2-5 1,-2 3 0,2-8 0,-4 0-217,1 2 0,-13-4 1,3 5-1,-7 1-290,-5 0 1,-2 0-1,-4 3 166,-4-1 1,-3 7 0,-11 11 0,-3 3 46,-6 2 0,2 7 0,0 7 0,-1 7 164,1 8 1,6 4 0,-2 2 0,5 0 260,7 0 0,3 6 1,8 0-1,0 0 82,0 1 0,8-7 0,5 2 0,7-8-160,3-4 0,14-3 0,-2-11 0,3-5-136,5-4 1,-6-4 0,6-4 0,-3-7-476,1-9 0,-2 1 0,-8-8 0,-4-2-191,-2-2 1,-1 4 0,-7 0 0,-1-2 43,-5-2 0,3 0 0,-8 2 0,0 3 224,1 3 1,-5-4 0,4 6 722,-4 1 0,-4 5 459,-4 5 1,4 7-368,-3 10 1,-3 5 0,2 9 0,2 3 120,2 1 1,2 8 0,2-2 0,2 4-324,2 2 1,7 0 0,-1 0 0,4 0-367,1 0 0,0 0 1,1-2-1,1-4-453,5-6 0,-5-5 0,4-7 0,-3-5-327,-3-4 0,1-2 1,-3-2-128,-3-4 0,-4-5 1,-10-11 1011,-4-1 0,-4-8 0,-7 4 0</inkml:trace>
  <inkml:trace contextRef="#ctx0" brushRef="#br0" timeOffset="2515">3668 914 14572,'-11'8'0,"-1"4"-33,-1 3 1,-3 11-1,-1 3 1,-3 6-226,-3 5 0,4-3 1,-7 4-1,3-4-214,0-2 0,-1 0 0,7-2 0,1-4-1268,5-6 1,-3-4-219,8-1 1958,8-8 0,8-3 0,8-7 0</inkml:trace>
  <inkml:trace contextRef="#ctx0" brushRef="#br0" timeOffset="2916">4000 757 8669,'-7'-9'1941,"5"-1"-1559,-4 4 1,2 4 0,0-2-1,-2 8 112,2 8 0,-3 11 1,1 6-1,0 6-211,-2 6 1,4-2 0,-5 7-1,1 1-278,4-3 1,-4 5 0,2-8 0,2-5-609,3-4 1,1-7-1,1-10-430,5-3 0,-2-4 0,8-10 350,1-4 0,-5-6 0,0-11 0,-2-4-958,0 0 1641,-1-6 0,-5-2 0,0-10 0</inkml:trace>
  <inkml:trace contextRef="#ctx0" brushRef="#br0" timeOffset="3080">4105 390 8053,'-10'-17'0,"5"0"900,3-1 1,-4 6-1,0 1 178,2-3 0,-4 5-1076,3-3-1294,-1 8 1,8-4 0,3 10-1541,7 4 2832,4-4 0,1 6 0,1-8 0</inkml:trace>
  <inkml:trace contextRef="#ctx0" brushRef="#br0" timeOffset="3348">4559 6 8900,'-2'-6'2630,"-2"10"-2141,-1 12 1,-3 15 0,4 6 0,-4 13-264,-2 12 0,5 22 0,-7 11 1,5-43-1,0 1-166,-1 2 1,1 0-1,1 3 1,0 1 0,1-5-1,0 0 1,1-3 0,-1-1-179,-5 39 1,6-7 0,-2-18 0,4-15-305,2-15 1,8-8 0,4-11-333,3-3 1,-5-6 124,-4-12 1,2-10-1,-3-9 1,-3 0-353,-5 0 0,-7-6 0,-10 0 981,-3-8 0,-4 2 0,-8-6 0</inkml:trace>
  <inkml:trace contextRef="#ctx0" brushRef="#br0" timeOffset="3513">4192 810 8053,'-11'9'3343,"-1"-3"-2716,8-4 0,-2-2 0,14 0-510,10 0 0,1 0 0,10-2 0,2-2-461,2-2 1,10-5 0,2 3-1,1-2-623,1-3 1,-7 3-1,7-2 1,0 1-1507,-3 1 2473,-1 2 0,-8 1 0,0-3 0</inkml:trace>
  <inkml:trace contextRef="#ctx0" brushRef="#br0" timeOffset="3965">4821 792 11410,'-12'2'3037,"3"4"-2817,1 6 0,0 5 0,4 4 0,-1 5-128,1 1 0,2 2 1,2 6-1,0-2-51,0-4 1,0 2 0,2-6-250,3 2 1,7-7 0,9-3-1,5-9-59,1-6 1,-4-4 0,4-4 0,0-5-37,1-5 1,-7-1-1,4-1 1,-1 1 130,-1-1 0,-6 6 1,-5 3 380,1 1 1,3 2 0,0 10 283,-5 8 0,-1 1 0,-6 18 0,2 6 237,-3 8 1,-1 7-1,-2 6 1,0 8-371,0 8 1,-13 13 0,4-37 0,-2-1 0,-1 3 0,-3-1-285,-2 2 0,-3-1 0,0 1 1,-2-1-1,-5 1 0,-1 1 1,1-2-1,-2 0-38,1-1 0,-2-3 0,-2-1 0,0-4 0,-26 19 0,3-14-36,7-17 1,1-13 0,10-20-1,6-6-184,4-9 1,4-9 0,5-11-1,1-1-299,-1-3 1,9-8 0,5 5 0,8-3-369,7 1 1,15-5 0,7-5 0,9 2 125,9-3 1,1 1 0,18 2 0,8-3 258,-38 28 0,3 0 1,4 3-1,3 2 0,2 2 1,1 3 191,3 0 0,2 1 1,2 0-1,1 1 1,0 0-1,0-1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4:31.1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298 940 8201,'15'-12'200,"-3"0"1,1 1 0,-5-7 541,2 1 0,-6 5 1,1 0-118,-3-1 0,-2 3 0,0-1-127,0-3 1,-2-2-379,-3-1 0,-5 1 0,-8 5 0,-1 5-47,-4 4 0,-2 2 1,-6 0-1,3 2-120,3 4 0,-6 4 1,4 9-1,0 4-10,3 6 0,5-2 0,2 3 0,1 1-72,4 2 0,5 2 0,7-2 0,0-4 230,0-6 0,13 0 0,7-3 0,5-7 16,6-3 1,2-4 0,2-6-1,0-2 65,0-4 1,0-4-1,0-7 1,-2-3-181,-4-3 0,-4-4 0,-8-8 0,1 0-293,-1 0 0,-7 0 0,-4 0 0,-4 2-12,-2 4 1,-8-2 0,-4 8-1,-5 3-35,-6 7 0,1 5 0,-5 8 0,0 2-228,0 4 1,5 11 0,-1 12 0,4 4-76,1 2 0,7 6 1,1 2-1,2 0 641,4-1 0,10-1 0,4-6 0</inkml:trace>
  <inkml:trace contextRef="#ctx0" brushRef="#br0" timeOffset="582">787 555 8201,'0'-11'707,"0"-1"22,0-1 1,1 5 0,3 0-239,2 0 0,8 6 0,-3-4-308,5 5 0,7 1 1,1-2-1,-1-2 100,2-2 1,0-8 0,6 3 0,-4-5-137,-1-1 1,3-1 0,-8-1 0,-3-3-125,-5-1 0,-3-6 1,2 4-1,-7-2-143,-3-4 1,-2 3-1,-2 1 1,-2 0-174,-1 0 1,-9 6 0,2-3 0,-3 5-278,-3 1 0,3 7 1,1 1 110,3 2 1,-1 6-1,-5 12 1,1 10 375,4 5 1,-3 6 0,3 10 0,-3 5 450,-3 5 0,7 15 0,-1 5 0,0 9 51,3 9 0,2-35 1,0 3-1,3 8 1,0 2-1,0 6 1,1 1-170,-1 7 0,0 1 0,-2 2 0,0 1 0,2 1 0,0-1 0,0-2 0,-1-1-218,-2-2 1,0-1 0,2-7 0,0-2 0,1-13 0,-1-2-1,-3 32-116,4-25 0,4-25 1,6-19-201,5-10 0,-3-8 1,0-8-1,0-10-202,3-9 0,-1-14 0,2-5 0,-1-5 94,-1-1 0,4-2 0,-8-5 0,-3-3 131,-1 0 1,-2 0 0,0 6 0,0-4 221,0-2 0,0-2 1,0-4-1,0 4 136,0 5 1,0 5 0,0 4-1,0 3 697,0 6 1,2 14-656,4 10 0,4 7 0,7 10-416,1 0 0,-1 6 1,3 0-1,3-2-152,6-3 1,4-1 0,4 0 0,6-1-452,9-5 0,6 2 880,6-8 0,4-7 0,-6-8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5:15.08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0 215 8343,'7'-12'449,"-4"1"0,-1-1 1,-2 1-1,0 0 53,0-1 0,1 1 0,3-1 0,2 0-39,0-4 0,6 4 0,-2-5 0,5 2-273,3 0 0,-3 3 0,4 6 1,2 0-293,0-1 1,-2 5 0,-1-1 0,-2 6-28,-2 4 0,-1 5 0,-2 3 1,0 4-36,-4 3 1,-2-2 0,-5 2 0,-1 3 103,-3 3 0,-2-3 0,-6 3 1,0-1 71,-3-1 0,1 2 0,-4-2 1,0 0 15,0 0 1,4-2-1,-1-1 1,2 0-25,2-1 0,1-4 0,2-3-118,4-2 1,8-5 0,4-2 0,2-1-13,1-2 0,6-3 0,2-4 0,2-4-269,2-2 1,0-1-1,0-1 1,0 0-284,0-4 0,-2 4 678,-2-4 0,3-1 0,-4-1 0</inkml:trace>
  <inkml:trace contextRef="#ctx0" brushRef="#br0" timeOffset="451">743 135 8284,'-7'-8'605,"2"1"-72,0-2 1,4 2-1,-4 0-166,0-2 1,3 2 0,-3 1-1,2 0-82,-1-1 1,-5 5-1,1-3-162,-2 0 0,-5 3 0,0 0 0,-1 4 28,0 6 0,2 3 0,-5 3 0,0 4-157,1 4 0,-2-1 0,6 10 0,2 1 51,4 1 0,5 1 1,-1 0-1,4-1-56,4-2 1,4-1 0,7-6-1,4-4-63,2-2 0,7-8 1,2-6-1,-1-3-1,-3-1 1,0-5-1,-2-4 1,0-4 73,-2-7 0,-8-2 0,-2-4 0,-4-2-180,-3-1 0,-1 0 0,-4-3 0,-2 3-66,-1 1 0,-4 1 0,-5 6 0,-4 2-4,-3 4 0,-1 3 0,0 5 0,1 4-394,-2 6 1,1 4-1,1 8 1,4 6-411,2 4 1,3 3 1054,2 2 0,-2 9 0,4-4 0</inkml:trace>
  <inkml:trace contextRef="#ctx0" brushRef="#br0" timeOffset="768">994 89 8284,'0'-11'1891,"0"3"-335,0 0 0,-1 5-1209,-3-5 0,3 11 0,-3 0 0,1 7-186,-1 6 0,3 3 0,-3 6 0,3 3-38,1 1 0,0 3 0,0 5 0,0 1-384,0-1 1,0-6 0,0-1-1,0-2-595,0-3 0,1-6 0,2-4 1,2-3-52,1-5 0,2-3 0,2-8 1,-2-5-724,-4-5 1630,-3 2 0,4-15 0,1 3 0</inkml:trace>
  <inkml:trace contextRef="#ctx0" brushRef="#br0" timeOffset="1201">1314 78 6478,'5'-12'2262,"-4"5"-1565,3-1 1,-3 4-1,0-2 127,3 1 0,-2-4-178,1 1 0,-1 2-422,-2-2 0,-5 6 0,-3-1-269,-2 6 1,0-1-1,1 7 1,1 3-175,-1 2 0,4 6 0,1-2 0,3 1-160,1 0 0,0 0 1,0 2-1,1 0 42,3-2 0,3-5 0,4 1 0,2-4 235,2-3 1,-1-3-1,4-5 1,-2-1 125,-2-3 1,-1-4-1,-2-6 1,-1-2 48,-2-2 0,-3-1 1,-5-4-1,0 0-262,0 0 0,-5 6 0,-3 0 0,-2 3-351,-1 3 1,-6-2-1,-1 9 1,-1 3 539,0 4 0,5 3 0,-7 10 0,3 2 0</inkml:trace>
  <inkml:trace contextRef="#ctx0" brushRef="#br0" timeOffset="1585">1382 249 8925,'0'-11'2299,"-1"4"-1775,-3 3 0,2-1 1,-6 2-468,-1 0 0,-1 3 0,-1 4 1,-1 3-81,1 4 1,-4 0 0,-1 2 0,2 1 62,2 1 0,4 5 0,2-1 1,1 3 1,2 1 0,2-4 1,2-2-1,3 0 186,4-3 0,7 2 1,4-2-1,2-3-98,2-6 1,0-4 0,0-1-1,0 0-114,0 0 1,-6-6 0,-1-5-1,-4-4-196,0-3 0,-2 3 0,-3-4 0,-4-1-135,-6-2 0,-4 4 1,-8 3-1,-4 3-363,-3 0 1,-1 6 0,0 3-1,0 6-538,1 4 1216,-1 4 0,0 5 0,0 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5:13.40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206 479 8270,'0'-8'0,"0"1"1035,0-2 0,0-1 132,0-2 0,0 1-683,0-1 0,0 1 1,-2 1-271,-1 2 0,-4-1 0,-4 4 1,-1 0-71,1 0 0,0 1 0,-2 4 0,-1 0-298,-1 0 0,-2 3 1,3 3-1,-1 6-157,1 0 0,1 5 1,3-1-1,1 2 146,2 2 1,4 1 0,-1-2 0,3-3 219,1 1 1,5-5 0,3 4-1,3-5 80,4-3 1,-2 0 0,4-4-1,-2-1-40,0-2 1,4-1-1,-4-1 1,-1-3-57,-1-4 0,-2-2 1,1-2-1,-2-2-12,-2-2 1,-2-3 0,-4 4 0,2 1 82,-1 1 1,-2 2 0,-1 0 142,0-1 1,-1 6-372,-3 2 0,-1 9 0,-3 5 0,5 4 9,1 0 0,2 3 0,2-1 1,1 1-214,5-1 0,2 3 1,2-4-1,0-1-138,3-1 1,-1-1 0,5-2 0,0-3-256,-1-3 0,3-3 1,-5-1-1,1 0-1171,-1 0 1886,-1-5 0,-3-6 0,-1-7 0</inkml:trace>
  <inkml:trace contextRef="#ctx0" brushRef="#br0" timeOffset="366">526 410 8270,'-4'-7'2206,"0"-1"1,1 6 0,6-4-2012,1 1 1,5 4 0,-1-4 0,5 0-153,2-3 0,6-2 0,-2-2 0,2-2-35,2-2 1,-4-3 0,0 2 0,0-4-343,-1-3 0,-1-1 0,-7 2 0,-3 0-138,-3 0 0,-3-2 0,-1 1 0,-1 3 385,-3 4 1,-3 1 0,-7 5 0,-3 1 134,-1 2 0,1 4 1,-4 8-1,2 4 20,-1 2 0,2 8 0,1 5 0,0 7 99,3 7 0,5 0 0,3 6 0,1 2-16,2 4 0,3 1 0,4-1 0,5-1 82,5-4 0,5 0 1,6-10-1,3-6-175,1-7 0,-2-9 0,4-8 0,0-3-447,2-1 0,-4-10 1,-2-6 388,-3-4 0,-1-8 0,0-1 0</inkml:trace>
  <inkml:trace contextRef="#ctx0" brushRef="#br0" timeOffset="1132">1211 570 13748,'0'-11'0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5:12.41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0 502 9709,'11'1'1084,"-2"1"0,-1 2-647,5-1 1,0-2-1,6-1 1,1 0-332,2 0 1,1-1-1,-1-2 1,1-2 78,0-1 1,0-2 0,-1-3 0,-3 1-429,-4 2 0,-4-7-653,-3-1 1,-3 1 0,-6 1 0,-3 5 451,-4 6 0,-3 1 0,-3 2 1,-3 0 403,0 0 0,1 5 0,-1 4 1,0 4 246,3 2 1,1 5-1,3 0 1,1 0 132,2-1 1,4 5 0,1-4 0,4 1 11,6 0 0,7-1 1,5 0-1,4-7-215,3-4 1,5-4 0,-2-5 0,3-1-273,2-3 1,1-3-1,-1-8 1,-6-6-347,-4-4 0,-3 1 1,-3-4-1,-4 1-611,-2 0 1,-7 0 0,-2 1 1091,-3 0 0,4-6 0,2 3 0</inkml:trace>
  <inkml:trace contextRef="#ctx0" brushRef="#br0" timeOffset="267">652 22 8268,'0'-8'2481,"0"1"-2325,0 4 1,0-1-1,0 8 1,0 4-80,0 2 0,0 8 1,-2 4-1,0 9 35,-2 6 1,0 5 0,4 8-1,0 7 103,0 7 1,0-31 0,0 0 0,0 32 0,1-6-130,3-4 1,3-9 0,4-11 0,0-7-259,1-9 0,-1-10 0,1-5 1,-1-3-549,1-1 1,-5-3-1,-1-3 1,1-5-299,-1-2 1,-3-5-1,-1 0 1018,-4 1 0,-5-10 0,-4 3 0</inkml:trace>
  <inkml:trace contextRef="#ctx0" brushRef="#br0" timeOffset="447">514 364 8583,'0'-7'2014,"0"-1"0,2 2 0,3-3-1730,6 1 0,2 2 0,6-2 0,3 3-787,3 0 0,0 3 1,6-5-1,1 1 503,1 0 0,1-2 0,0-3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5:09.8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343 103 8239,'0'-11'1209,"0"-1"0,0 1-383,0-1 0,0 5-889,0-1 0,0 0 174,0-3 1,0 3-19,0 1 0,-5 4 0,-3-1-166,-2 3 1,-2 5-1,-2 2 1,-4 3 99,-4 4 1,2 6-1,-8 0 1,1 4 21,1 3 1,-5 4 0,5 5 0,1 2-87,5 1 1,0 5 0,6-1-1,4 3 16,5 0 0,3-4 0,5-3 1,3-4-120,6-3 1,7-6 0,0-10 0,2-7 84,2-6 0,4-2 1,1-1-1,0-3 35,0-3 0,-2-9 0,-3-3 0,0-2 34,0-2 1,-2 4 0,-2 0 0,-3-1-88,-4-2 0,-1 3 0,-3 1 0,-1 1-76,-2-1 1,-1 8-1,-4-2 98,0 2 0,-2 5 0,-1 1 0,-4 4-96,1 4 0,-3 7 0,4 7 0,0 1 140,0 0 0,1 4 0,4 4 0,0-2-32,0-1 1,5-5 0,3-1 0,3-2 40,4-2 0,-1-1 1,5-3-1,2-2-60,0-4 1,2-4 0,-1-4 0,-2-4-404,-1-2 0,-5-5 0,0-2 0,-4 1 461,-2-1 0,-6-3 0,3 2 0</inkml:trace>
  <inkml:trace contextRef="#ctx0" brushRef="#br0" timeOffset="401">480 194 8361,'-6'-5'100,"-3"3"0,4-5 222,-1 2 1,2-2-1,-3 2 184,2-2 1,0 5-1043,1-2 0,2 3-462,-6 1 1,6 1 538,-2 3 0,3-2 240,1 6-153,0-6 372,0 4 0,5-6 0,1 0 0</inkml:trace>
  <inkml:trace contextRef="#ctx0" brushRef="#br0" timeOffset="1082">640 434 12701,'11'0'24,"1"-1"0,-1-3 0,1-3 106,-1-4 1,1-1-1,-1-2 1,0-3-54,1-1 0,3-2 0,-1-5 0,-3-2-73,-2 2 0,-2 1 0,0 1 0,-3 0-54,-3 0 0,-1 5 0,-1 4-149,-3 5 1,-2 4 0,-5 7 0,-1 1-263,1 5 0,-2 7 0,-1 4 0,-1 3 133,1 1 0,1 3 1,3 2-1,1 2 317,2 1 1,4 7-1,-1 3 1,3 0 186,1-3 1,9-3-1,2-2 1,3-2 37,3-5 0,0-8 0,6-7 0,0-5 12,0-5 1,4-4 0,-1-3 0,0-7-81,-2-3 1,-1-7 0,-2-4-1,0 2-70,-2 1 1,-7 1-1,1 0 1,-5 2-209,-3 1 0,0 3 0,-3 3-115,2-1 1,-1 4 106,-7 8 0,1 3 0,-3 5 1,1 5 51,2 4 1,2 6-1,1-2 1,0 1 59,0 0 0,1-1 0,2 2 0,2-1 8,1 1 0,2-3 0,3-2 0,2-4-3,2-3 0,-2 1 1,2-5-1,-1-2-392,1 0 1,-2-2 0,2-2-725,-2-2 1139,-7-2 0,-1-5 0,-5-1 0</inkml:trace>
  <inkml:trace contextRef="#ctx0" brushRef="#br0" timeOffset="1282">1017 183 12567,'-5'-6'1275,"4"-1"-2134,-3 3 1,4 3 0,4-3 858,3 3 0,3 6 0,2 2 0</inkml:trace>
  <inkml:trace contextRef="#ctx0" brushRef="#br0" timeOffset="1734">1463 514 8361,'0'-11'853,"0"-1"0,0 5 1,1-1 4,3-1 1,-3-1 0,3-1-639,-3-1 1,-1 5-1,0-1 1,0-1-227,0-1 1,-1 2 0,-3 2-102,-4 1 1,-2-3 0,-1 5 0,-2 0-71,-2 2 0,1 5 0,-4 2 0,2 3 91,2 3 0,-3 7 1,2-1-1,2 1 22,4 0 0,0 0 1,6 4-1,0 0 65,2 0 1,1-5 0,0-2 124,0 1 0,5-5 0,2 2 0,5-5 56,3-5 1,-2-4 0,3-4 0,0-3-143,-1-4 1,1-1-1,-2-4 1,1-1-85,-1-1 0,-1-2 0,-1 3 0,-2 1 100,-3-1 0,2 2 0,-5 4 167,-1-1 0,-2 7-266,-1 5 0,0 9 1,0 6-132,0-1 1,0 3 0,0-1 0,0 1-400,0-1 0,4 1 0,2-3 0,3-1-1076,4-2 1,2-1 1648,0-6 0,3 4 0,5-1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5:19.39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126 443 9081,'0'-7'557,"0"-1"1,4 4-83,0-3 1,-1-1-58,-3-3 1,0 3 0,0 0-31,0 0 0,0-3-264,0 0 1,-1 0 0,-3 0-261,-3 4 0,0 2 0,0 5 0,-2 0-128,-1 0 0,-2 0 0,1 1 0,-1 2 62,1 0 0,1 6 1,1-1-1,3 2 130,1 1 1,-1 3 0,4 0 56,-2 0 0,0-4 1,4 6-1,0-4 114,0 0 0,0-1 0,0 1 0,0-1-1,0 1 0,0-1 0,0 0-2,0 1 0,0-1 1,2-1 33,1-2 0,0-3 296,5-5 1,-5 0-153,5 0 1,-4 0 0,3 0-52,2 0 1,1 0-120,2 0 1,-1 0 0,-1-1 0,-1-3-99,-1-4 0,-2 2 0,3-2 1,-3 0-144,0-3 1,2 0 0,-1-2 0,-1-1-126,-2-1 0,1 0 0,0 2 1,0-1 117,0-1 1,-1 0 0,-4 3-1,0 1 36,0-1 0,0 5-407,0-1 402,0 6 1,-1-2 0,-2 9 0,-1 5 207,2 4 1,-1 3 0,1-2-1,-2 3-17,1-1 0,2 4 1,2-6-1,2 0 8,1 2 0,6-5 1,0 4-1,4-5 14,0-3 1,4-2 0,1-4 0,2 2-78,2-1 1,0-7 0,0-4 0,0-2-14,0-1 0,-4-4 0,-2-1 1,-1 2-63,-6 2 1,1-4 0,-4 1-1,-1 1-138,-2 2 0,-3 0 0,-1 1 0,0-1-213,0 1 0,-1-1 181,-3 1 0,1 5 146,-4 2 1,4 4-1,-1 4 1,3 5 244,1 5 0,0-2 0,0 5 0,0-2 158,0 0 0,4 5 0,1-2 0,1 0-90,3-3 0,1-2 0,2-2 0,1 1-175,2-1 1,-1-4 0,5-4 0,0-1-68,-1-2 1,3-5-1,-3-4 1,1-4-13,0-2 1,-5-4 0,1 2-1,-2-1-130,-2-2 1,0 4-1,-3 0 1,-1 4-219,-2 0 1,-1 1 67,-4-1 1,-2 6 183,-1 2 1,1 9-1,-3 6 1,1 2 243,1 1 0,-1 4 1,4 0-1,0 1-141,0 0 1,0-5 0,1 1-1,3-2-240,3-2 1,4 1-1,1-2 1,2-2-127,1-5 1,6-1 0,-2-2 0,2-2-55,2-1 0,-1-5 0,-2-6 0,-1-1 430,1 1 0,2-4 0,1 0 0</inkml:trace>
  <inkml:trace contextRef="#ctx0" brushRef="#br0" timeOffset="536">1143 455 8274,'0'-8'1449,"0"1"0,0-1-1001,0-3 1,0 3 0,0 0-121,0-1 1,0 3 0,0-2-32,0 0 0,0 1 0,-2 1-262,-2 1 0,-2 1 0,-7 4 0,-1 0-317,-1 0 0,0 5 0,4 3 1,-1 2 109,1 1 0,-1 6 1,2 1-1,1 1 23,2 0 1,4-2-1,-1 4 1,3-4 5,1 0 1,5-2 0,3-5-1,3-2 17,4-4 1,-1-3-1,4-2 1,-1-3-17,-3-4 0,2-3 1,1-4-1,-1-4 43,1-3 1,-2-1 0,-4-1 0,1-1 109,-1-2 0,1-3 0,-1 3 0,0 0 153,1-1 0,-1 3 0,-1-4 0,-1 1-224,-1 3 1,-1-3-1,5 1 1,-2 2 28,-2 0 1,1 4 0,-6 2 52,0 4 0,-3 7 1,-4 5 140,-4 6 0,-5 5 0,-3 7 0,1 4 326,-1 2 0,3 7 0,-1 3 0,4 2-75,2 1 0,4 5 0,-2 2 0,1 0-406,2-3 1,7 1 0,5-2 0,5-3-788,5-2 1,3-8 0,0-1 0,3-8 778,1-6 0,-2-9 0,4-6 0</inkml:trace>
  <inkml:trace contextRef="#ctx0" brushRef="#br0" timeOffset="1249">1942 226 9371,'0'-7'2020,"0"-1"0,1 4-1619,3-3 1,-1 4-1,4-1-226,2 3 1,3-3-1,2 0 1,2 2-101,2 1 1,-3-3 0,4 0 0,0 2-193,-1 0 1,2 2 0,-4 2 0,-3 1-82,0 5 0,-6 2 0,-4 2 0,-1-1 95,-2 0 0,-2 6 0,-1 2 0,-6 2 85,-5 2 0,-4 4 0,-5 1 0,0 0 33,0 0 1,2 2 0,1-3 0,2-2 93,1-1 1,2-1-1,5-1 1,2-3 117,4-4 0,4-6 0,4-3-221,4-1 0,3-1 0,3-5 0,3-3-150,1-4 0,-3 2 0,2-1 0,0-1-391,-3 2 1,-1-3 0,-2 4 0,2 0-971,2-1 0,-4 1 1505,1 2 0,4-4 0,-3-4 0</inkml:trace>
  <inkml:trace contextRef="#ctx0" brushRef="#br0" timeOffset="1682">2479 455 8284,'0'-12'38,"0"1"1,0 0 228,0-1 1,0 5-1,0-1 1,0-1 653,0-1 1,0-2 0,0 1-574,0 0 1,-1 0-1,-2 3 1,-2 1-246,-1 2 1,2 0 0,-4 3-1,-1-2-85,-1 1 0,-2 3 0,-2 4 0,-3 5-78,-1 5 1,4 0-1,-2 5 1,1 1 76,-1 2 1,5 2 0,3 1-1,1 2 5,0-2 1,2 3-1,7-2 1,1-4-15,5-1 0,4-4 0,3 1 0,4-6-38,2-7 1,2-4-1,0-1 1,0-1-12,0-3 1,0-4-1,-2-7 1,-1-4-52,0-3 1,-10-2-1,0-1 1,-4-3-205,-3-1 0,-2 2 0,-2-2 0,-4 1 61,-7 3 1,0 2 0,-9 4-1,-2 4-27,-2 2 1,-2 3 0,4 2-1,2 7-210,2 7 0,-3 3 0,6 11 1,1 3-218,3 3 0,8 4 0,1-2 689,1 1 0,-3 2 0,-1 3 0</inkml:trace>
  <inkml:trace contextRef="#ctx0" brushRef="#br0" timeOffset="2150">2650 363 8284,'-3'-7'1322,"-1"-1"0,0 4 0,4-3-1234,0-2 0,0 3 0,1-1 0,3 1-94,4 0 1,2-1 0,1-2 0,1 2 224,-1-2 1,0 2 0,2 1 0,1 0-55,1-1 0,1 4 0,-5-4 1,0 2-15,1 3 0,-1 0 0,-1 4 0,-1 1 5,-1 5 0,-6 2 0,2 3 0,-2 1-38,-2 1 1,-6 5 0,-1-1 0,-3 3-197,-2 1 0,1 1 0,-1 1 1,1 2-36,0-2 0,-5 0 0,1-3 1,1 1 100,1 0 1,6-5-1,1-2-20,0 1 0,3-5 0,4 2 17,3-5 1,2-5-1,5-6 1,2-3-9,2-2 1,3 0-1,4-6 1,-2 0-416,-1 2 1,0-3 0,3 6-1,-3-1-452,-4 2 0,1-2 0,0 5 0,-1 0-1251,1-1 2141,-3 4 0,9-9 0,-5 3 0</inkml:trace>
  <inkml:trace contextRef="#ctx0" brushRef="#br0" timeOffset="2568">3073 295 8284,'-6'-8'1804,"2"1"1,-1 3-1261,1-4 0,1 6 0,7-3-307,4 0 0,2 3 0,3-3 0,1 1-82,1 1 1,1-1-1,-2 3 1,2-2-85,-2-1 0,2 0 0,-1 4 0,-1 0 29,-1 0 1,-3 2 0,-1 1 0,-3 5 70,-1 2 1,-1 2-1,-4-1 1,-1 2 21,-3 2 0,-3-1 0,-7 5 0,-2 1-56,2 2 0,-2 5 0,-1-1 1,1 1-62,-1 1 0,3-4 0,7 3 0,3-5-98,3-3 1,1-2 0,1-6 0,3-1-89,3-2 1,9-3 0,3-5-1,4-1-320,3-3 0,3 2 0,4-6 0,-1 0-467,-1 2 0,-2 1 1,2 5 896,0 0 0,-1 0 0,5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4:29.00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18 253 8541,'0'-18'-47,"0"1"0,2-1 259,4 1 0,-4-1 0,4 1 1543,-4-1-1257,-2 9 0,0 3 0,0 12 0,0 7-164,0 9 0,-2 5 1,-2 10-1,-2 3-48,2 7 1,0 3-1,0 5 1,-1 3-88,1 6 0,2-2 0,2 2 0,0 0-298,0-2 1,0 6-1,0-8 1,0-2-596,0-5 0,2-18 0,4-2 1,3-6-345,1-6 0,6-9 0,-5-6 153,5-4 1,-1-10 0,-1-4 884,-3-3 0,1-3 0,6 1 0</inkml:trace>
  <inkml:trace contextRef="#ctx0" brushRef="#br0" timeOffset="402">280 794 8479,'10'8'473,"0"-6"0,-6 5 419,1 1 1,9-4 0,-2 6-558,3-2 1,-3-3 0,-1-5 0,3 0-71,2 0 0,1-2 1,2-1-1,3-5-140,1-2 0,0-4 0,-5-7 0,-3-2-160,-3 1 0,3-3 0,-5 2 1,0 2-351,-4 1 1,-4 1-1,-2-3 9,0-1 1,-4 6 0,-6 7 0,-9 2 129,-7 4 1,3 10-1,-6 6 1,0 5 168,2 7 0,-4 3 1,7 8-1,3 0 211,2 0 0,1-1 0,3 1 1,3 0 115,6 0 1,4 0-1,4-2 1,6-2-259,9-2 0,3-7 0,9-1 1,2-7-269,2-9 1,4-3-1,2-2 1,1-2-338,-1-3 0,-8-5 0,-4-8 0,-1 1 34,-5 0 0,-2-1 1,-1 1-1,-3-3 579,-3-3 0,4 3 0,-7-5 0</inkml:trace>
  <inkml:trace contextRef="#ctx0" brushRef="#br0" timeOffset="700">857 584 8409,'-10'-11'0,"2"-1"2059,0-1-1443,6 5 0,-5 2 0,7 14-340,0 9 1,2 1 0,1 7-1,5 0 4,2 4 1,-4 4 0,5 2-1,1 2-42,-2 4 0,3-4 0,-5 1 0,2-5-107,3-4 1,-3-7 0,2 1 0,-1-3-35,-1-3 1,6-7-1,-5-6 1,5-8-153,1-8 1,7-5 0,-1-7 0,-2-7-337,-1-8 0,-3 1 0,0-7 1,1 2-68,-1 4 0,1 3 0,-1 1 1,1 0-180,-1 0 1,-5 2-1,-2 4 1,-3 5-1619,-3 5 1633,6 9 1,-8 5 0,4 10 621,-4 7 0,-10 11 0,-2 4 0</inkml:trace>
  <inkml:trace contextRef="#ctx0" brushRef="#br0" timeOffset="1317">1415 794 9934,'-9'8'2651,"3"-6"-2302,12 3 0,3-3 0,11-4 0,1-1-119,2-3 1,7-8 0,-5 3 0,0-5-97,0-1 1,4-3 0,-5-1 0,-3-4-284,-2-3 0,-3 7 1,-4-4-1,-7 2-309,-3-1 1,-4 1-1,-3 7 197,-7 5 0,-6 3 0,-3 8 0,-4 2-47,-2 4 1,-2 5 0,-4 13 0,4 5 236,5 4 1,5 4 0,1 2-1,1 1 128,-1-1 0,9 0 0,3 0 0,6 0-68,6-7 1,11 1 0,12-11 0,4-7-48,2-7 0,2-6 0,2-2 0,4-2-87,1-4 0,-3-5 0,4-11 0,-3-3-392,-3-2 0,2 4 0,-4-5 0,-4 3 48,0 4 0,-6 1 1,0 1-1,-2-2 489,-3-3 0,-5 1 0,-5 4 0,-5-3 0,1-1 0,-6-8 0,4 2 0,-4-4 0,-2-2 0,6-6 0,2-1 0,1-3 0,5-4 0,1 1 0,3-1 0,-3 5 128,-3 1 0,2 4 0,-9 10 0,-1 6 869,-2 4 1,-2 7-359,0 0 1,0 10 0,-2 2-239,-4 10 0,3 6 0,-7 1 0,0 2 3,0 5 1,1 5 0,-5 12-1,3 3-84,-3 1 1,-2 11 0,1-2 0,1 7-248,3 5 1,-1 3-1,-4 5 1,5 0-602,5-6 0,4-6 0,6-12 0,6-5-349,7-10 0,14-10 0,2-13 1,8-6 876,4-4 0,9-10 0,8-2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8:18.7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26 575 9053,'-10'7'1043,"4"5"1,6-4 0,6 0 0,8-3-517,7 1 1,6 0-1,8-6 1,0-2-309,0-4 0,8-3 0,1-11 1,3-3-78,-1-6 1,-9-6 0,0-4 0,-8-4-416,-4-1 0,-3-3 1,-11-5-1,-5-1-354,-4 1 0,-10 5 0,-3 5 0,-5 5 193,-1 10 1,-8 13 0,-3 8 0,-1 8 191,0 10 1,0 11-1,-6 22 1,2 9 317,4 6 0,-2 14 0,8 11 0,1 9 179,3 3 1,11-44 0,0 2 0,1 6-1,1 1 1,0 4 0,0 1-49,0 5 0,-1 0 0,-1-1 0,0 0 0,0 0 0,1-1 0,0-5 0,0-2-198,1-6 0,0-3 0,2 33 0,-1-25-100,3-19 1,8-24-1,1-20 1,1-13 92,0-7 0,3-10 0,-3 0 0,0-8-416,0-8 1,-2-3-1,-6-3 1,0 1 271,0 0 0,0-7 0,0 1 0,-2 0-204,-4-2 0,2 7 0,-8-1 0,-1 5 221,-3 1 0,5 5 0,1 4 0,0 10 541,0 12 0,9 9-69,1 14 0,7-2 0,13 7 1,1 3-135,2 2 1,8-1 0,-2-3-1,4-6-264,2-4 1,0-2 0,2 0 0,2-2-647,2-4 0,-1-4 0,-5-9 0,-2-3-1911,-3-1 2608,2-8 0,-4-4 0,7-10 0</inkml:trace>
  <inkml:trace contextRef="#ctx0" brushRef="#br0" timeOffset="765">847 662 8433,'7'-17'874,"-5"-1"1,6 1 235,0-1 1,-6 1-1,5-1-602,1 1 1,-6-1 0,4 1-199,-4-1 1,-2 7 0,-2 1-378,-4 2 1,-4 2-1,-7 6 1,-2 0-136,-5 0 0,3 8 0,-6 6 0,0 7-71,-1 8 0,1 4 0,-2 4 0,6 2 276,4 2 0,3 5 1,4-3-1,7 0 49,3-1 0,4-3 0,5-10 0,11-5 18,9-5 0,12-4 0,1-3 0,1-8-75,2-8 1,-6-6-1,4-9 1,-7-4-19,-4-6 0,-1-4 0,-10-2 0,-3 0-147,-1 0 0,-7-4 0,-2 2 0,-6 4 171,-6 0 1,-4 8-1,-9 2 1,-3 3 30,-1 3 0,-6 7 0,4 4 0,0 6-151,-1 6 1,-3 4 0,6 9 0,2 4-224,1 7 1,5 3 0,3 1 0,6 3-352,4 4 0,2-10 1,2 2-1,4-4 227,6-2 0,5-7 1,6-3-1,7-9 197,3-6 0,-4-4 0,0-4 0,2-5 260,2-5 0,-6-9 0,-2-2 0,-2-2-40,1-1 1,-1 3 0,-5-4 0,-1 4 150,0 2 0,1-4 0,-1 4 0,1-1 310,-1 1 1,-5 2 0,-2 5-1,-3 1 875,-3-1 1,4 7 267,-2-1 0,0 10-841,-6 2 0,0 14 0,-2 11 1,-2 2-250,-2 4 0,-6 8 0,5 2 0,-1-2-194,0-3 0,0 1 0,4 2 1,-1 2-177,1-2 0,2-10 1,2-6-1,0-4-207,0-1 1,8-8-41,3-5 0,5-10 1,1-7-1,-1-5-189,-5-7 1,3-3 0,-6-8 0,0 0-126,-1 0 1,5 0 0,-6 0-1,-2 0 102,-2 1 0,3 4 0,3 1 0,0 0 41,0 2 0,5 2 1,-1 9-1,5 3 75,7 1 1,-3 8 0,10-2 0,4 4-6,4 2 1,9 2 0,1 2-1,7 4-624,8 2 1,6-1 0,6 5 876,5-2 0,12-8 0,4 3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8:11.21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315 427 8433,'6'-27'174,"0"4"1,-2 3 116,-2 3 0,-2-1 3529,0 1-3365,0 7 0,-2 10 1,-2 14-1,-2 9 54,2 12 0,-4 8 0,1 11 1,-3 6-157,-4 10 1,5 8-1,-1 11 1,0 2-254,1 2 1,6-42-1,0-1 1,-7 45 0,2-5-264,4-15 1,4-13 0,6-17-1,4-10-620,0-10 0,5-15 0,-5-10-468,0-10 1,3-7 0,-7-7-1,-2-5 97,-2-4 1,-4-4 0,-4-1 1153,-6-3 0,-11-8 0,-4 5 0</inkml:trace>
  <inkml:trace contextRef="#ctx0" brushRef="#br0" timeOffset="163">1 934 12622,'17'0'946,"3"-6"1,3-2 0,6-2-669,4-3 0,10-3 0,2-1 1,1-1-603,1 1 0,-9-6 0,3-1 0,-4 3-1788,-2 2 0,-2 1 1,-2-1 2111,-2-5 0,0-3 0,6-8 0</inkml:trace>
  <inkml:trace contextRef="#ctx0" brushRef="#br0" timeOffset="965">734 375 8433,'-11'0'2028,"1"2"-1257,2 4 0,3-2 0,5 7 0,0 3-308,0 1 1,-6 12-1,0 8 1,2 14-433,2 13 0,2 10 1,0 15-1,0-2-42,0-3 0,0-4 0,0-12 0,2-6-200,4-8 1,-2-19-1,7-6 1,3-11-88,1-10 0,5-10 1,1-6-1,2-4 106,-1-5 0,3-10 0,-2 2 0,1-2 67,1 0 1,-6 1 0,5-3 0,-5 4-81,-2 2 0,3-4 1,-1 4-1,1-1-132,-5 1 0,-3 2 1,1 5 411,-1 1 4,-8-1 1,4 11-1,-8 7 1,-2 11 179,-4 11 0,4 3 0,-4 6 0,4-2 24,2 2 0,0 2 0,0 2 0,2-2-180,4-4 1,4 4 0,9-8 0,4-1-72,6-7 1,6-11 0,4 0 0,4-4-78,2-2 0,-5-2 1,5-6-1,-2-8-60,-5-5 0,-7-4 0,-1 4 0,-3-5-149,-6-1 1,0 6 0,-13-4-1,0 1 9,0 1 1,-2-6 0,-8 6-1,-4 1 215,-6 3 0,-3 1 0,-3 1 0,1 1 245,-1 5 0,1 3 0,-1 8 1,1 2-32,-1 4 0,1 5 0,1 13 0,3 5 90,1 4 1,8 2 0,-2 0-1,4 0-99,2 0 0,2-1 0,6 1 0,8-2-5,5-4 0,12-3 1,0-9-1,8-1-58,3-5 1,3-3-1,5-8 1,-1-2-533,-5-4 1,3-9 0,-8-10-1,-1-3-69,3-3 0,-12 4 1,2 0-1,-6 0-429,-5 0 1,-3 3 0,-3-3-1,-5 2 331,-5 4 1,-4 1 0,-2 3 586,0-1 0,-2 3-123,-4 3 745,-3-3 1886,-1 13-1269,2-6 1,8 10-757,0 4 0,2 1 1,2 7-1,2-2-45,-2 1 1,-2 3-1,-2 3 1,0 3-327,0 1 1,0 6 0,0-4-1,0 0-647,0 1 1,0 3 0,0-6 0,0-2-1655,0-1 1,1-3 2188,5 1 0,4-9 0,7-1 0</inkml:trace>
  <inkml:trace contextRef="#ctx0" brushRef="#br0" timeOffset="1146">2254 480 13661,'0'-18'1567,"-2"8"1,-2 3-2714,-2-1 442,0 6 1,14 10 0,2 11 0</inkml:trace>
  <inkml:trace contextRef="#ctx0" brushRef="#br0" timeOffset="1482">2498 846 9833,'0'-17'1609,"0"7"0,0 10 0,0 14 0,0 7-1260,0 8 1,0 10-1,0 2 1,0-2-340,0-2 1,0-3 0,0-1 0,0-3-248,0-7 1,0-4 0,0-1 460,0-1 1,2-7 0,2-6-236,2-8 0,0-6 0,-6-9 0,0-3-36,0-1 1,0-6 0,0 4 0,2-2-163,4-4 0,-5 3 1,7 1-1,-2 2-329,0 4 1,7-5 0,-1 3 0,4 0-51,1-2 1,8 11 0,6-3 0,8 1-350,8 1 1,5 5 936,6 4 0,4-4 0,8 1 0</inkml:trace>
  <inkml:trace contextRef="#ctx0" brushRef="#br0" timeOffset="2163">3913 864 6521,'0'-12'6723,"0"1"-4361,0 7-2186,0-12 0,-8 8 0,-3-3-93,-5 5 1,-3 4-1,-5 2 1,-5 0-235,-4 0 0,-8 10 0,1 7 1,1 10-231,2 6 1,2 2 0,4 0 0,6 2 106,7 4 1,14-4 0,4 1-1,12-5 207,9-3 0,12-11 0,10-2 0,2-9-449,3-6 1,3-2-1,-1 0 1,-3-2-295,-6-4 0,-7-5 0,-2-11 1,-5-1-929,-2 2 1738,-2-6 0,-5 7 0,-1-5 0</inkml:trace>
  <inkml:trace contextRef="#ctx0" brushRef="#br0" timeOffset="3017">4332 969 8433,'10'-18'189,"-2"1"0,-3-1 812,1 1 0,6 5 0,-6 1-261,-2-3 0,-3-2 0,1 1 1,2 1-310,2 3 0,0 5 0,-8-6-440,-4-1 0,-4 5 0,-7 2 1,-2 4-111,-5 2 1,3 8 0,-8 3-1,0 5-146,2 1 1,-4 3 0,7 3 0,3 6-10,2 4 0,1 2 1,3 0-1,3 0 280,6 0 1,4 0 0,2-2 0,2-2-13,4-2 0,11-10 0,12 1 0,4-8-14,2-5 1,6-1-1,0-8 1,-2-4 100,-2-5 1,-8-5-1,-2-3 1,-2-5-32,-4-5 0,-7-2 0,-4 0 1,-3 2-12,-3-2 0,-4 0 1,-6 0-1,-5 4 5,-5 2 0,-3 1 0,-4 9 0,-5 1-27,1 3 1,-4 7 0,8-2 0,0 6-135,-3 6 1,7 5-1,-4 11 1,5 3-97,7 2 0,3 0 1,8 4-1,0-4 72,0-1 1,2-3 0,6-6 0,7-1 223,6-4 0,11-5 0,-5-7 0,2 0-28,0 0 1,0-7 0,6-5 0,2-5 35,4-7 0,-10 3 0,4-6 1,-2 0-10,0-1 0,5 1 0,-1-2 0,-4 6-264,0 3 0,-8 3 0,1-1-322,-1 1 482,-6 7 0,-1 12 0,-14 14 0,-8 7 356,-8 4 0,-2 4 0,1 8 0,1 2-3,-1-2 1,3-2 0,0-3 0,3-1 70,3-3 1,2 1 0,2-8-457,0-2 0,7-9 0,5-6 0,6-6 0,5-6 0,-2-4 0,8-9 0,2-5-15,2-5 1,0-4 0,-2-2-1,-3 1-289,-3-1 1,4 5 0,-4 1 0,0-2 98,1-2 1,-5 0 0,-8 2 0,-3 4-158,-2 2 257,6 2 1,-14 15 214,0 8 0,0 13 0,-8 13 0,2 1 318,0 4 0,-6 2 0,7 2 1,1 0-160,2 0 1,2-2 0,0-2 0,2-4-322,4-2 1,1-2 0,9-7 0,-1-4-142,5-7 0,7-3 1,-2-2-1,2-4-449,4-7 0,2-1 0,2-13 0,-2 2-190,-4-1 0,2-7 0,-7 4 0,-3-2 886,-2 0 0,-1 0 0,-1-6 0</inkml:trace>
  <inkml:trace contextRef="#ctx0" brushRef="#br0" timeOffset="3280">5834 183 8433,'10'-29'60,"-4"0"0,1 5 0,-1-3 1336,-2 2 0,0 2-68,2 5 1,-4 10-1054,3 8 1,-5 10 0,-3 15 0,-5 8 1,-2 6 0,-2 12 0,-5 1 0,0 10-183,-1 6 1,-5 2-1,-1 0 1,3 1-397,2 5 0,1-4 1,3 2-1,1-8-248,3-8 0,7-14 0,-2-7-860,4-6 0,10-21 536,3-10 0,-3-8 0,-2-17 1,-4 2 873,-2 0 0,-2-8 0,-4 1 0,-4-10 0,-7-5 0</inkml:trace>
  <inkml:trace contextRef="#ctx0" brushRef="#br0" timeOffset="3430">5520 602 11097,'17'0'786,"3"0"1,1 0 0,4 0-512,2 0 1,2 0-1,8-2 1,2-2-804,2-2 1,7-5-1,-1 3 1,3-2-363,3-3 1,-7-1 0,1-2 889,1-1 0,3 3 0,1-11 0</inkml:trace>
  <inkml:trace contextRef="#ctx0" brushRef="#br0" timeOffset="3780">6271 654 10488,'0'-17'1116,"0"7"1,-2 12 0,-2 16 0,-2 9-860,2 6 0,-4 2 1,2 0-1,1-1-287,-3 1 1,6 0 0,-4-2 0,4-4 25,2-5 0,0-5-128,0-1 0,0-11 1,0-9-1,0-13-145,0-12 1,2 0 0,2-4 0,2-4 137,-2-4 1,3 0 0,-1 8-1,0 4 43,2 2 1,-4-7 0,5 5 0,1 0-135,0 4 1,2 5-1,5 5 1,0 3-131,1 2 1,-1 3 0,3 5-1,1 1-224,2 5 1,8 4 0,-3 7-1,1-1-165,0-4 1,0 1 0,6-5 748,0 2 0,0-6 0,0 3 0</inkml:trace>
  <inkml:trace contextRef="#ctx0" brushRef="#br0" timeOffset="4030">6829 567 8433,'-9'8'1082,"1"-4"1,6 7-243,-4 3 0,4 1 0,-4 5 0,5 3-704,1 6 0,-6 4 1,0 2-1,2 0-692,2 0 1,2-2-1,0-2-1596,0-2 1435,0-8 0,0-5 0,0-16 1,0-12 716,0-9 0,0 2 0,0-14 0,0 5 0</inkml:trace>
  <inkml:trace contextRef="#ctx0" brushRef="#br0" timeOffset="4179">6934 253 8433,'0'-18'843,"-2"3"1,-2 1 1229,-1 2 1,-1 7-2064,6-7 0,-2 8 1,-2 0-1170,-2 8 1,0 0 0,6 8 1158,0 1 0,8 3 0,2 1 0</inkml:trace>
  <inkml:trace contextRef="#ctx0" brushRef="#br0" timeOffset="4650">7336 61 8433,'0'-8'1692,"0"8"0,-2 8 0,-2 13 1,-2 8-1248,2 12 1,-3 17 0,-1 14-1,-2 13-437,-3 12 0,8-46 1,0 1-1,-1 0 1,0 1-1,0-2 1,1-1-167,-5 43 0,2-18 0,8-24 1,0-14-113,0-12 0,0-9 140,0-11 0,6-8 0,2-21 1,-1-5-19,1-4 0,6-2 0,-3 0 0,5-2-200,1-3 1,-1 3 0,-2-4 0,-3 4 39,3 2 1,1 6 0,5 0 0,1 0 40,2 2 1,1 2 0,-5 9 0,4 4 379,6 7 0,2 5 1,1 5-1,-5 11 252,-2 11 1,-2 8 0,-5 15 0,-3-1 47,-3-1 1,-4 7-1,-8-11 1,-4 3-149,-8 0 0,0-11 1,-13 1-1,0-8-235,-4-3 0,-4-11 1,-2-7-1,0-2-480,0 0 1,6-6-1,0-8 1,0-2-499,2-3 1,1-3 0,11-1 0,1-1-94,3 1 0,7-1 1,-2 1-197,4-1 1237,2 8 0,16-5 0,3 5 0</inkml:trace>
  <inkml:trace contextRef="#ctx0" brushRef="#br0" timeOffset="5032">7965 654 8433,'5'-23'265,"1"0"0,6-1 0,-6 7 1311,-2 0 1,-2 5-1057,-2 0 1,0 10 0,-2 2 0,-4 12-90,-6 9 1,2 6 0,1 8 0,-1 0-281,0 0 1,6 0 0,-1 0 0,3 2-3,2 4 0,0-4 0,0 1 0,0-7-114,0-7 0,7 1 0,7-4 1,5-5-166,5-8 1,7-6 0,-2-4-1,6-4-177,6-6 0,-10-11 0,4-6 0,-2-4-54,0-2 1,-4-2 0,-4-2 0,-4-2-76,-5 3 0,-5 1 1,3 2-1,-4 2-319,-3 4 0,-1-2 384,-6 7 1,-2 9-1,-4 9 1,-3 6-37,-1 6 0,-4 5 0,9 11 1,-1 3 5,-2 2 1,6 0 0,-4 2 0,4-3 400,2-1 0,8-11 0,6 1 0,5-5 0,4-6 0,8-2 0,-3-10 0,7-2 0</inkml:trace>
  <inkml:trace contextRef="#ctx0" brushRef="#br0" timeOffset="5280">8785 305 8433,'10'-43'91,"6"8"0,-7-1 1,1 6 1070,-4 5 1,2 2-81,-3 5 0,1 5-778,-6 7 0,-6 10 1,-1 19-1,-3 6 152,-4 4 0,1 10 0,-1 4 1,3 3-328,-3 2 0,-1 1 0,-1 1 0,2 4-130,3 6 0,-1 4 0,-3 0 0,1-4-272,2-6 1,9-3 0,-3-5-1,4-5-2424,2-10 1655,0-8 1,0-25 0,0-10 0,0-11 388,0-10 0,0-4 1,0-2-1,0 2 653,0 4 0,-8-12 0,-2 4 0</inkml:trace>
  <inkml:trace contextRef="#ctx0" brushRef="#br0" timeOffset="5413">8489 567 9085,'0'-10'1473,"2"3"1,3 7-1,9 0-1315,7 0 0,1 0 0,7 0 0,2-2-537,2-4 0,9 4 0,5-6 0,3 0-426,3-3 1,-1 1 0,-1 0 804,-5 2 0,5-13 0,-7 2 0</inkml:trace>
  <inkml:trace contextRef="#ctx0" brushRef="#br0" timeOffset="5629">9047 637 8933,'0'11'2010,"-2"1"0,-1 4-1498,-3 5 0,-2 0 0,4 8 0,-2 4-1028,2 6 1,2-4-1,2 2 1,0-8-1128,0-4 1,0 4-1,2-7 1643,4-7 0,4-5 0,7-10 0</inkml:trace>
  <inkml:trace contextRef="#ctx0" brushRef="#br0" timeOffset="5812">9257 392 11779,'-8'-17'82,"6"-1"1,-4 9-83,12 3 0,4 4 0,7 2 0</inkml:trace>
  <inkml:trace contextRef="#ctx0" brushRef="#br0" timeOffset="6265">9589 759 8433,'11'0'837,"1"0"1,-2-2-1,3-2 171,-1-2 1,-6-5 0,4 3-637,-3-2 0,5-1 0,-6-7-300,-2 1 0,-4 7 0,-6 2 1,-6 2-134,-3 1 0,-9-1 0,1 8 0,0 4 13,-2 5 1,3 7 0,-5 5 0,2 6 182,4 4 1,1 2 0,3 0 0,1 2-40,4 4 0,5-5 0,7 5 1,2-4-94,3-2 0,7-8 0,11-4 0,7-5-319,2-6 1,5-5 0,2-9 0,4-3 25,1-7 0,-5-11 1,2-6-1,-4-4 165,-2-2 1,-8-2 0,-6-2-1,-5-2 13,-4 2 1,-9 2-1,3 3 1,-8 1 83,-9 3 1,-3 5 0,-15 8 0,0 1-80,2 5 1,-10 3 0,4 8-1,-2 2-268,-4 4 1,6 9-1,6 10 1,2 3-30,3 3 0,3 2 0,3 1 1,5 1 0,5 0 0,4-2 1,4-2-1,4-3 104,5-3 0,11-4 1,3-9-1,2-6 299,4-4 0,-4-2 0,2 0 0,8-16 0,8-3 0</inkml:trace>
  <inkml:trace contextRef="#ctx0" brushRef="#br0" timeOffset="6599">10043 654 9410,'0'-9'2962,"0"20"1,-2 13-2447,-4-1 1,4 6-1,-4-2 1,4 2-333,2 0 0,0-5 1,0 3-1,2-2-388,4-4 1,-2-1 0,8-3-29,1 1 0,3-9 0,1-3 0,1-4-318,-1-2 0,1-8 0,-1-5 0,1-7 104,-1-3 1,1-6-1,-1 4 1,0 0 264,1-1 1,-6 3 0,-3 6 0,-1-1 618,-4 1-130,6 7 0,-10 12 0,2 13 0,-6 9 343,0 3 0,-4 4 0,2 8 1,4 0-760,6-7 1,8 3-1,11-5 1,8 1-600,8-2 707,6-4 0,22-8 0,5 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8:10.1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237 837 8267,'12'-2'0,"-1"-2"155,3-2 1,-4-5 0,1 3 241,3-2 1,0 4 0,-1-3 0,-1-1 117,1 0 1,-3 5-1,0-7 1,-3-2 14,-3-1 1,-2-3 0,-2 1 0,0-1-223,0 1 1,-2-1 0,-3 1 0,-7 0-310,-4-1 0,-9 3 0,-4 3 0,-4 6-67,-2 4 1,0 8 0,0 4 0,0 3-298,0 7 1,8 9 0,4 2 0,5 6 12,7 3 1,-3 7 0,10-4 0,6-1 156,8 1 1,13-4 0,6-10 0,6-6 219,6-3 0,4-11 1,7-5-1,-1-10 41,-5-11 0,3-8 0,-11-12 0,-5-2-85,-7-2 0,-9-5 0,-5 3 0,-6 0-217,-4 1 0,-4 1 0,-6 8 0,-10 4-200,-9 6 0,-6 5 1,-2 6-1,0 7-106,0 3 0,1 9 0,-1 5 0,2 6 542,3 5 0,-2 4 0,4 8 0</inkml:trace>
  <inkml:trace contextRef="#ctx0" brushRef="#br0" timeOffset="648">726 593 10073,'8'-10'1168,"-4"2"1,5 6 0,1-2-454,0-2 1,3-1-1,9 3 1,1-4-539,-2-2 1,7-1-1,1-9 1,4-1-138,2-2 0,-6-8 0,-2 1 0,-2-3-280,-4-1 0,-1-3 0,-5-2 0,-3-2-446,-6 2 1,-4 2 0,-4 3 0,-4 1 112,-6 3 1,-9 11 0,-4 9-1,-2 3 248,-4 3 1,3 9 0,-1 9-1,0 9 231,2 12 1,-4 8 0,6 11 0,0 5 265,-1 5 1,3 5-1,6 9 1,-1 9 148,1 10 0,11-45 1,2 1-1,1 2 0,0 1 1,2 2-1,0 2-143,1 3 0,0 0 1,1 4-1,0 0 1,2 1-1,0-2 1,2-6-1,0-2 30,-1-4 0,1-3 0,9 29 0,-8-18 0,0-16-177,1-16 1,-5-15 0,4-21-215,-4-5 1,-2-5 0,0-1 0,0-3-11,0-3 0,-2-4 0,-2-8 0,-2 0-34,3 0 0,-5-6 1,0 0-1,0 1 180,0-3 0,-3 4 1,3-5-1,0 1 160,1 4 0,-5 2 0,4 0 1,0 0 75,1 3 0,1-3 0,6 13 1,2 3-138,4 2 1,5 1-1,11 3 1,3 1-340,2 2 1,4 7 0,8-7-1,3 0-826,3 3 1,2-5 0,5 6 1112,0-1 0,1-11 0,-1-7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8:05.39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71 238 8423,'0'-18'0,"2"1"2378,3-1-1434,-3 8 1,6 5-1,-8 10-389,0 7 0,0 11 0,0 6 0,-2 6-471,-4 6 1,4 4 0,-3 9 0,3 2-30,2 3 0,0 10 0,0-3 1,3 0-297,9 2 1,2-7-1,15-5 1,2-8-202,2-7 0,2-18 0,2-7 1,3-6 87,7-7 1,1-8-1,-1-9 1,-6-7-263,-4-8 1,-4-2 0,-2-1 0,-2 3-1907,2-2 2522,-6-2 0,0-2 0,-7 0 0</inkml:trace>
  <inkml:trace contextRef="#ctx0" brushRef="#br0" timeOffset="216">1 307 8579,'19'0'2081,"6"-2"0,12-3-1600,14-7 0,9-4 1,12-3-1,1-2-766,3-3 1,-2 1 0,-10 6-1,-6-1-801,-4 1 0,-11 5 0,-8 0 1086,-10-1 0,-5-3 0,-3-1 0</inkml:trace>
  <inkml:trace contextRef="#ctx0" brushRef="#br0" timeOffset="432">18 622 9895,'18'0'2157,"3"0"1,8-2-1548,12-4 1,9-10 0,9-7-1,3 0-680,0-2 1,6-1-1,-6-3 1,0 6-1586,-4 4 1,-13 3-1,-8 4 1655,-6 7 0,-10-5 0,4 0 0</inkml:trace>
  <inkml:trace contextRef="#ctx0" brushRef="#br0" timeOffset="817">961 534 8519,'0'-17'411,"0"0"1314,0-1 1,0 6-906,0 1 1,0 9 0,0 2-544,0 10 1,0 13 0,0 6-1,0 2-165,0-2 0,8 4 1,2-4-1,1 4-133,1 2 1,0-2 0,3-4 0,-1-6-246,-3-3 1,1-3 0,6-1 0,-1-4 122,0-7 1,1-3-1,-1-4 1,1-3 18,-1-7 1,1-11 0,-1-5 0,1-3-73,-1-4 1,1 8-1,-1-12 1,-1 3-268,-5 5 1,5-4 0,-7 7 0,3 1-1302,0 4 0,-6 4 1764,5 1 0,-7 8 0,4 3 0</inkml:trace>
  <inkml:trace contextRef="#ctx0" brushRef="#br0" timeOffset="1318">1957 657 8770,'-6'-12'623,"0"0"0,0 1 1,6-7 138,0 1 1,0 5 0,0 1-406,0-3 1,-2-2-453,-3-1 1,-5 1-1,-8 5 1,1 5-26,-1 4 0,-5 2 1,-2 2-1,-2 4-13,-4 5 1,-2 5 0,0 3-1,2 3 98,2 1 1,7 8 0,-1-2 0,4 4 108,1 2 1,8-2 0,5-2 0,3-4-49,2-1 0,2-3 0,5-6 0,11-1-12,9-5 1,6-3 0,2-10 0,2-4 39,3-5 0,-3-7 1,2-3-1,-6-2 46,-4 1 0,-2-3 0,3 2 0,-7 1 86,-4 3 1,-3 2 0,-5-1 983,-5 1-1188,-4-1 1,-4 9-1,-4 3 1,-3 6-290,-1 6 1,-4 3-1,9 9 1,1 1 48,2 4 1,2-3-1,0 3 1,0-4-148,0-1 1,8-1 0,3 1 0,7-3-78,5-3 1,2-4 0,8-8-1,0 0-29,4 0 1,2 0 0,-4-2 0,-2-2-340,-4-2 850,4-7 0,-14-5 0,6-9 0</inkml:trace>
  <inkml:trace contextRef="#ctx0" brushRef="#br0" timeOffset="1584">2498 11 9261,'0'-10'2279,"0"21"0,0 17-2164,0 7 1,0-1 0,0 13 0,0 4-139,0 5 0,0 8 0,0 10 0,0 1 14,0-1 1,0-2 0,0-2-1,0-2-437,0-4 0,6-8 0,0-15 0,0-12-380,1-8 1,-3-9-1,8-3 34,1-1 0,1-4 0,0-10 792,-3-5 0,1-13 0,5-3 0</inkml:trace>
  <inkml:trace contextRef="#ctx0" brushRef="#br0" timeOffset="1950">2847 534 9606,'-11'-9'1124,"-1"3"0,8 6 0,-2 6 1,4 5-1090,2 5 0,0 9 1,0 4-1,0 2-50,0-2 0,8 10 0,4-4 0,3 2 4,3 0 1,-1-4 0,3-4-1,1-4 128,2 0 0,3-11 0,-5 2 0,4-7-118,2-5 1,-5-2 0,1-4 0,-4-6-249,-1-9 0,-1-6 1,-1-8-1,-3 1-41,-1-1 1,-8-2-1,2-2 1,-4 2-89,-2 4 1,0 4 0,0 8-5,0-1 1,-2 9-1,-4 3-86,-6 4 0,5 4 0,1 5 0,4 9-62,2 5 1,0 5 0,2-5 0,4 2 529,5-1 0,12 5 0,5 0 0</inkml:trace>
  <inkml:trace contextRef="#ctx0" brushRef="#br0" timeOffset="2417">3790 727 8364,'10'-8'3062,"-2"4"-1440,-8-8 0,0 1-1237,0-7 1,0 1-507,0-1 0,-2 1 0,-4 1-71,-5 5 0,1-3 0,-4 8 0,-3 2-63,-5 2 1,-3 4 0,2 4 0,-4 6 133,0 3 1,-1 5-1,7 3 1,-2 6 261,1 4 0,9 2 1,3 0-1,2-2-54,5-4 0,1 2 0,4-8 1,5-1-45,11-3 0,-1-9 0,8-4 0,1-4 6,3-2 1,-4-8 0,0-4 0,-1-5 38,-1-7 0,2-1 1,-4-6-1,1 4 45,-7 2 0,3-4 0,-9 5 1,1 3-87,-4 2 1,2 1-324,-2 1 1,-3 9-64,-8 8 0,3 14 1,-4 11-1,4 2 21,2 4 0,0 0 0,2 0 0,4-2-31,5 2 1,7-6 0,5-1 0,6-5-126,4-1 1,4-9-1,2-3 1,4-4-81,1-2 0,-5-8 0,2-5 1,-4-9 553,-3-7 0,-6-4 0,5-2 0,-6 0 0</inkml:trace>
  <inkml:trace contextRef="#ctx0" brushRef="#br0" timeOffset="2684">4507 115 8280,'0'-17'0,"0"-1"0,0 1 0,-2 1 3373,-4 5-2537,4-5 1,-6 16-1,8 0-596,0 10 0,0 13 1,-2 6-1,-2 4-76,-2 2 1,-1 10 0,3 7 0,-2 10-128,2 6 0,-4 10 0,2 3 0,3 5-351,1 1 0,2 0 1,0-3-1,0-8-178,0-12 0,0-18 1,2-11-1,1-10-160,3-5 1,0-13 0,-6-7 0,0-9-99,0-7 0,0-9 1,0-4-1,0-4 750,0-2 0,-8-8 0,-9 6 0,-10-5 0</inkml:trace>
  <inkml:trace contextRef="#ctx0" brushRef="#br0" timeOffset="2848">4157 639 14594,'18'0'327,"-1"0"1,8 0 0,5 0 0,2 0-465,3 0 1,2-2 0,4-2 0,4-3-949,-1-3 0,5 4 0,-8-4 1,-3 3-2207,-1 3 3291,-2-6 0,0 8 0,0-6 0</inkml:trace>
  <inkml:trace contextRef="#ctx0" brushRef="#br0" timeOffset="3065">4996 569 8092,'-12'16'4837,"2"-3"-3975,2-1 0,-3 2 0,5 7 0,2 4-870,2 2 0,2 3 1,0 4-1,0 1-786,0 0 1,6-6 0,2-1 0,-1-3-1806,1-4 1,0-3 2598,-2-7 0,4-3 0,7-8 0</inkml:trace>
  <inkml:trace contextRef="#ctx0" brushRef="#br0" timeOffset="3231">4978 360 8942,'-2'-20'0,"-2"-1"3332,-2-2 0,1 5 693,5 7-4118,0-1 0,7-4-1152,5 5 1,4 9 0,1 10 1244,0 1 0,1 3 0,-1 5 0</inkml:trace>
  <inkml:trace contextRef="#ctx0" brushRef="#br0" timeOffset="3634">5450 709 8092,'9'-2'933,"-1"-2"1,-2-3 884,0-3 0,1 4 0,-3-6-1175,2-1 1,2-1 0,-4 1-659,2 1 0,-1 0-433,-5-5 0,-1 1 0,-7 5-95,-10 5 1,1 6 0,-6 6 0,3 5 146,3 5 0,-1 7 0,1 2 0,-1 1 548,1-1 1,7 6-1,4-2 1,4 2-3,2-2 0,0 4 1,2-6-1,4 0-87,6-3 0,11-7 1,6-5-1,4-6-162,2-4 1,0-4-1,-2-4 1,-2-8 124,-2-7 1,-8 0-1,3-7 1,-7 1-19,-5 0 0,-4-2 1,-8-4-1,-2 2-137,-4 2 1,-4 7 0,-9 1 0,-3 8-318,-1 7 1,-8 4 0,4 4 0,0 5-402,3 11 1,1 1 0,4 12 0,3 4-856,1 4 1702,7 2 0,0-6 0,8 0 0</inkml:trace>
  <inkml:trace contextRef="#ctx0" brushRef="#br0" timeOffset="4000">5869 622 8092,'0'-12'1921,"0"0"0,0 7-164,0-7-1175,0 8 1,0 10-1,2 11-273,3 3 0,-3 5 0,4 0 0,-4 2-196,-2 4 1,0-3-1,2 1 1,2 0-255,2-2 1,5 4 0,-3-8 0,2-1-304,4-3 1,1-9 0,3-4-1,1-4-199,4-2 1,-1-4-1,7-6 1,0-9 455,-2-7 1,10-3 0,-6-6 0,-2 0 145,-2 0 1,0 8-1,-7 2 1,-5 2 726,1 0-467,-8 7 1,-3 8 0,-9 10 0,-3 4-343,-3 6 0,6 9 1,-2 4-1,4 2-374,2 4 1,10 0 0,8-1-1,11-7-751,9-4 1248,15-1 0,17-1 0,9 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8:04.1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86 53 7949,'-8'-10'-1324,"6"3"2966,-5-1 0,7 4 150,0-8-574,0 8-420,0-3 0,0 20-471,0 5 1,0 9 0,0-2 0,-2 4-148,-4 8 1,2 0 0,-6 10 0,0 1-302,1 3 1,5 1 0,-4 0-1,2 1-229,1-1 0,1 0 0,9-1 0,7-6 125,4-11 0,11-2 0,6-13 0,8-5 112,3-5 0,5-3 1,7-8-1,4-4-51,2-5 0,-4-7 0,3-3 0,-5-2-457,-6 1 0,-3 1 0,-1 0 1,-7-1-1125,-8 7 1745,-5-3 0,-9 1 0,0-10 0</inkml:trace>
  <inkml:trace contextRef="#ctx0" brushRef="#br0" timeOffset="499">802 385 8392,'-12'0'1752,"1"0"1,7 2-1113,-2 4 0,4-2 0,4 5 0,4 1-520,6 0 1,5-5 0,6 5-1,6-2-317,4-4 0,-4-2 0,1-2 0,1 0 41,2 0 0,0 0 1,-4 0-1,-6 0-103,-4 0 1,-1 0-1,-3 2 1,-3 4 161,-6 5 1,-4 5-1,-4 1 1,-4 3 252,-6 3 0,-11 4 0,-6 8 1,-4 0-16,-2 0 1,0 4 0,0-3-1,2-3 65,4 0 0,-2-7 0,8-5 185,1-7 0,3-11 1,4-14-390,3-12 0,4-8 0,8-6 1,0-2-532,0-2 0,0 0 1,0 6-1,0 0-3279,0 1 3808,0 6 0,-8-5 0,-1 6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8:20.89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243 595 8076,'8'9'29,"-5"5"224,9-8 1,-6 0-1,4-5 263,-3 5 0,1-4 1,-2 4 53,6-4 1,-3-2-1,3 0-179,2 0 1,-5-6 0,3-2 0,-1-1-126,-1-5 0,4-1 0,-8-5 0,-3-1-301,-1-2 0,-2-7 0,0 5 0,0-2-28,0-4 1,-9 6 0,-7 0 0,-5 3-140,0 5 1,-7-3-1,-1 15 1,-4 1-47,-2 2 1,0 9-1,0 7 1,2 7 159,4 8 1,4 12 0,8 6 0,-1 3 61,1 3 0,7-3 0,4-1 0,6-5 27,6-1 0,12-4 0,11-12 0,4-10-30,2-9 1,-1-8-1,1-6 1,0-7 54,0-9 0,-2-5 1,-2-10-1,-4-3 102,-1-7 1,-3-3 0,-6-3 0,1 3-40,-1 3 0,-5-3 1,0 3-1,-1-3-219,-1-3 0,0 9 1,-6 3-1,1 6-60,-1 6 0,-2-2 0,-2 8-217,0 1 1,0 13 269,0 9 1,0 7 0,0 13 0,0 3 292,0 6 1,-6 6-1,1 4 1,1 3 21,2 3 1,-4-4 0,0 5 0,2 3-17,2 1 0,2-3 1,2-2-1,2-3-7,2-3 0,13 2 0,-1-4 0,3-6-212,4-4 1,3-10 0,8-7-1,3-2 2,2-4 0,2-16 0,-5-7 0,3-7 62,-2-5 0,2-2 1,-4-1-1,-6 1-54,-4 3 1,0-3 0,-6 6 0,-3-2-114,-3 0 0,3 8 0,-12-3-75,-2 5 0,-4 3 212,-6 5 0,2 3 1,-8 10-1,1 4 110,1 5 1,-4 13 0,6 5 0,1 4 314,-1 2 0,2 6 1,6-1-1,0 1-89,0 2 1,2-6-1,6 3 1,7-5-200,7-6 1,9-5 0,-2-13 0,4-5-419,2-4 0,6-4 0,-3-4 0,-3-5-711,-4-5 1,-9-7-1,1-2 1,-6-1 1014,-5 1 0,4-6 0,-7 4 0</inkml:trace>
  <inkml:trace contextRef="#ctx0" brushRef="#br0" timeOffset="198">1064 18 8610,'9'0'3968,"1"-2"-4606,-4-3 1,4 3-1,7-4 638,0 4 0,1 2 0,-1 0 0</inkml:trace>
  <inkml:trace contextRef="#ctx0" brushRef="#br0" timeOffset="651">1989 717 8478,'10'-8'948,"3"4"1,-7-7-348,-2-3 0,-2-2 0,-2-1 1,0 0-341,0-1 0,0-1 0,0-3 0,0-1-223,0 2 0,-8 1 1,-3 3-1,-7 1-84,-5 5 0,2-3 1,-7 8-1,1 2 26,0 2 0,-2 8 0,-6 4 0,0 4-62,0 5 0,8 10 1,4-2-1,3 2 104,3 0 1,7-1-1,4 1 1,4-4-5,2 0 0,10-5 0,6 3 0,7-6-133,4-5 0,-4-4 0,7-8 0,1 0-64,2 0 0,-4-2 1,-2-4-1,-2-6 89,-4-3 0,-1-9 0,-3 1 1,-1 2 38,-5 1 0,3 1 1,-8-2 1214,-2-3-1030,-2 1 0,-4 15 0,-2 8-26,-2 10 1,0 11 0,6 5-1,0 1-354,0 4 0,8 2 1,6 0-1,5-2-250,4-2 0,10-8 0,0 1 0,8-9-92,4-7 0,-5-4 0,5-4 0,0-4-91,-1-5 1,-5-13 0,2-3 678,-4 0 0,-2-14 0,0 4 0</inkml:trace>
  <inkml:trace contextRef="#ctx0" brushRef="#br0" timeOffset="1533">2897 664 8605,'0'-17'1020,"0"0"1,0-1 0,0 1-412,0-1 1,0 6 0,0 1-570,0-3 1,-7-1 0,-5-1 0,-6 3-160,-5 1 1,-2 8-1,-6-2 1,2 4 49,-2 2 1,-4 2-1,-2 4 1,0 6-79,4 3 1,10 10 0,0 3-1,5 1 135,6 0 1,5-6 0,7 4 0,2-1 32,3-5 0,11 4 1,11-2-1,4-3-25,6-7 0,4 3 0,-2-6 1,3 1 47,3 1 1,-4-2 0,3 3-1,-1-1 192,-4 1 1,-2 9 0,-4 3-1,-4 4 124,-6 8 0,-11 0 0,-6 9 0,-5 5 15,-1 5 1,-3 0 0,-7 7 0,-10-3-351,-5-4 0,-10-2 1,-5-3-1,-1-7-383,-2-9 1,6-13-1,-5-13 1,1-1-112,0-4 1,0-12-1,6-7 1,2-9-52,4-3 0,-2-4 0,8-8 0,4-1 59,5 1 1,6-4 0,8 0 0,2-1-111,4-5 0,6 7 1,9 3-1,4 6 277,2 4 0,4 2 0,8-3 1,4 7 293,2 4 0,-1 1 0,5 1 0,-3 1 0,3 5 0,-7-3 0,-1 6 0,-6 1 0,-6-1 0,2 0 0,-7 2 0,-3-4 43,-2 1 1,-1-7-1,-3 5 1,-1-5 293,-2-1 0,-7-3 0,5-1 0,-2-4-72,-4-3 0,-2 5 1,-2-4-1,0 0 144,0 0 0,0 5 1,0-1-1,0 4 337,0 1 0,0 7-425,0-1 0,0 10 0,0 2 0,0 10 8,0 5 1,0 8-1,0 3 1,0 1-37,0 4 1,0 2 0,0 2 0,0 0-119,0 0 0,7 0 1,5-2-1,4-4-144,1-6 1,0-6 0,3-5 0,3-6-83,6-4 0,4-4 1,0-4-1,-2-7-278,-2-9 1,1-5-1,3-8 1,-2 0-52,-2 0 1,-8 0-1,2 2 1,-5 2-38,-7 2 0,3 8 0,-8-2-68,-2 3 345,-2 3 0,-8 9 0,0 10 0,2 11 306,2 9 0,-4 7 1,1-4-1,1 2-30,2 4 1,9-4-1,5 1 1,4-3-366,1-4 1,6-1-1,3-3 1,3-1-182,8-5 1,3-3 0,9-8 0,-5-2-244,-1-4 0,4-3 0,-7-11 0,-1-1 653,-2-2 0,-10-9 0,-1 5 0</inkml:trace>
  <inkml:trace contextRef="#ctx0" brushRef="#br0" timeOffset="1917">4399 664 8004,'12'-1'253,"0"-5"1,-7-2 0,5-6 0,-2 3 568,-4-3 1,0 4-1,-1-1-158,3-3 0,0-1-509,-6-3 1,-10 3-1,-5 3-143,-6 6 1,-5 4 0,3 2-1,-4 0-173,0 0 0,-4 10 0,7 5 0,1 7 382,-2-1 0,11 4 0,-1 1 0,5 1 108,6 4 1,2 0 0,4 0 0,4-4-136,6-2 0,5-1 1,6-9-1,8-1-249,8-3 0,-2-7 0,4 2 0,-2-6-271,1-6 1,-3-9 0,2-10 0,-8-1-24,-8 1 1,-5-6-1,-5 2 1,-3-2 49,-2 2 1,-4-2 0,-10 7 0,-8 3-115,-7 2 1,-6 3 0,-8 4 0,0 7-59,0 3 0,0 4 0,0 3 0,2 7 47,4 4 0,4 3 1,9 2-1,5 5 424,5 1 0,6-4 0,6 6 0,3 0 0,9 6 0</inkml:trace>
  <inkml:trace contextRef="#ctx0" brushRef="#br0" timeOffset="2300">4993 612 8004,'18'-15'249,"-1"1"1,0 4 596,1 2 0,-6 1 267,-1 1 0,-5-4-498,6-7 1,-8 5 0,-1 2-524,-6 3 0,-1-5 0,-8 6 0,-2 0-249,-1-1 1,-8 5 0,-1-4 0,3 4-183,2 2 0,-5 0 0,1 0 1,4 2 91,5 4 1,-1-2 0,5 7 304,0 3 1,2-5 0,8 3 252,0 2 0,10 1 0,6 3 0,7-1-34,4 1 0,2-1 0,6 1 0,0-1-171,0 0 1,0 7 0,-2-1 0,-4 0-79,-6 3 1,-5-5-1,-7 6 1,-5-2-152,-4-3 0,-10-3 0,-5-2 0,-9-1-374,-7-4 1,-10-5-1,-1-7 1,-1 0-71,-2 0 1,6-2 0,-1-1 0,5-5-148,4-2 1,9-2-1,3-7 1,9-2 713,6-3 0,2-7 0,0 4 0</inkml:trace>
  <inkml:trace contextRef="#ctx0" brushRef="#br0" timeOffset="2565">5517 595 8004,'8'-28'398,"-6"9"1,4 7 1077,-5-1-1039,-1 5 1,0 2-1,-1 14 1,-3 9 31,-2 11 1,0-1 0,4 2-1,-2 2-266,-2 2 0,1 2 0,5 0 0,0 0-370,0 0 1,1-8-1,3-4 1,4-4-359,2-1 1,-4-3 0,5-3-1,3-6-994,1-4 0,3-6 1519,-1-8 0,9-7 0,1-16 0</inkml:trace>
  <inkml:trace contextRef="#ctx0" brushRef="#br0" timeOffset="2714">5517 193 8004,'10'-8'2292,"-1"6"-2708,-3-4 1,-4 3 670,4-3 0,-2 4-255,2-4 0,11 4 0,10 2 0</inkml:trace>
  <inkml:trace contextRef="#ctx0" brushRef="#br0" timeOffset="3067">6285 472 8416,'10'0'6026,"-2"-2"-5796,-8-3 1,-8-3 0,-4-4 0,-5 4-230,-6 1 1,3 5 0,-5-6 0,2 2-330,0 0 0,-1 0 0,5 6-68,-4 0 1,3 8-1,-1 4 456,7 3 0,6 3 1,10-1-1,4 1 92,6-1 0,9 8 0,4 3 0,5 1 180,6 0 1,-1-2 0,8 4-1,-2-2-64,0 2 0,-1 0 0,-7 0 0,-6-3-126,-9-3 0,-8-2 1,-10-6-1,-4-1-282,-8-4 1,-9 1 0,-20-7-1,-6-2-417,-3-2 1,-2-2 0,-1 0 0,3 0-902,3 0 0,-1-2 1458,7-4 0,0-4 0,6-7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8:33.81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18 8764,'0'10'1503,"2"-2"1,4-8 0,7 0-941,9 0 0,1 0 1,10 0-1,8 0-385,7 0 1,3-2 0,13-2-1,2-2-1179,2 2 0,3 2 1001,5 2 0,4-8 0,7-1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8:36.64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261 106 8224,'0'-10'466,"0"0"2152,0 4-1841,-8 4 0,6-3-469,-4 10 0,10 5 0,4 9 0,0 5-36,-1 5 0,5 4 0,-4 4 0,2 3-81,3 7 1,3 5 0,-1 7-1,-1 3-189,-3 0 1,-5-2 0,4-10 0,-2-3-1001,-4-6 0,3-6-455,-1-6 0,0-16 1453,-6-18 0,-8-5 0,-2-15 0</inkml:trace>
  <inkml:trace contextRef="#ctx0" brushRef="#br0" timeOffset="350">69 140 8273,'-18'-7'948,"1"-5"1,5 4-1,2 1-148,3-1 1,3 4-711,10-8 1,5 8 0,11-3-1,3 1 182,2 0 0,8-2 0,8 4 0,1-2 13,5 3 1,9 1 0,6 2 0,4 2-113,2 3 1,5 7 0,1 11 0,0 6-136,1 4 0,-15 12 0,-3 7 0,-17 11-246,-11 4 0,-7 5 1,-13 2-1,-7 0-330,-8-6 1,-13-6-1,-14-10 1,-8-1-73,-8-5 0,-3-11 0,-4-12 0,-5-5 129,-5-7 1,-3-3 0,-3-8 0,2-2 69,4-4 1,5-5-1,13-12 1,7-7 410,8-3 0,6-9 0,7-3 0</inkml:trace>
  <inkml:trace contextRef="#ctx0" brushRef="#br0" timeOffset="650">1221 385 11341,'10'8'646,"-4"3"1,-4 5 0,-2 3 0,0 5-526,0 5 1,0-2 0,2 2-1,2 2-467,1 2 1,3-4 0,-4-2 0,2-2-385,-2-3 0,4-9 0,-1-3 730,3-2 0,-6-2 0,4-6 0</inkml:trace>
  <inkml:trace contextRef="#ctx0" brushRef="#br0" timeOffset="831">1274 53 10124,'-6'-12'1450,"0"1"0,0 5 1,4-4-1195,-4 3 1,6 1-1478,0 6 1,2 7 0,10 3 0,2 2 1220,1-1 0,3 1 0,-1 6 0</inkml:trace>
  <inkml:trace contextRef="#ctx0" brushRef="#br0" timeOffset="1284">1920 612 9235,'12'-8'2972,"-3"-3"-2545,-1-5 1,-2 4 0,-6 1 0,0-5-146,0-5 0,0 1 0,0-3 0,-2 4-101,-4 1 0,2 1 0,-9-1 0,-5 1-146,-3-1 1,-4 9 0,3 3 0,-3 4-95,-2 2 0,4 8 0,-5 5 0,3 9-190,4 7 1,7 4 0,4 2 0,3 0 137,3 0 0,4 0 0,6-1 0,5 1 118,5 0 0,1-8 1,3-3-1,3-5 88,6-1 0,-2-9 0,0-3 1,1-4 61,-1-2 1,-6-8 0,2-5 0,-3-7-238,-3-3 0,1-8 1,-3 2-1,-1-2-8,-3 2 1,-7-4-1,2 6 1,-4-1 17,-2 5 0,0 10 0,0 1-162,0-2 1,0 8-1,0 6-299,0 10 0,0 13 0,0 5 0,0 1-126,0 0 1,8 0 0,4 4 0,5-2 223,6-2 0,4-8 1,8 1-1,2-9 214,4-7 0,-2-4 1,5-2-1,1-2 219,0-4 0,-7-3 0,5-17 0,-8-1 0</inkml:trace>
  <inkml:trace contextRef="#ctx0" brushRef="#br0" timeOffset="1767">2845 577 8154,'12'-2'1866,"0"-4"1,-8 2-1086,1-7 0,-3-1 0,-2-5-452,0-1 0,0 7 0,0-1-189,0-2 1,-7-1-1,-5-1 1,-4 5-211,-1 5 0,-6 2 0,-3 0 0,-1-2-225,-4 2 1,4 10 0,0 6-1,2 3-15,3 3 1,-3 1-1,4 4 1,3 5 214,5-1 0,9 6 0,-2-6 0,6 0 158,6-4 0,4 3 0,9-5 0,4-4 101,6-3 1,4-10-1,2 2 1,0-4-122,0-2 0,-2 0 0,-2-2 1,-2-2-26,2-2 0,-5-6 0,-3 5 0,-4-1-7,-1 0 1,-7 2-1,1 6 68,2 0 0,-1 10 0,1 7 0,-5 11 110,-1 5 0,4 9 1,-6 5-1,-2 5-96,-3 6 0,-1-1 1,0 5-1,-1-2-97,-5-4 1,-6-9 0,-9-8 0,-4-8-171,-3-8 0,-7-11 0,-5-7 0,-1-5-165,-2-5 0,4-13 0,-5-11 0,1-2-222,4 2 1,2-4-1,4 4 1,4-4-191,6-2 0,11 0 1,7 0-1,3 2 751,2 4 0,15-4 0,5 6 0</inkml:trace>
  <inkml:trace contextRef="#ctx0" brushRef="#br0" timeOffset="2185">3317 455 8115,'-6'-27'0,"0"3"473,2 5 0,3 1 1,-1 3 755,-4 3 0,4 6-826,-4 12 1,4 6-1,2 11 1,0 6 168,0 4 1,0 2 0,0 0 0,2 0-237,4 0 0,-4 0 0,4 0 0,-3 0-181,3 0 1,-2-8 0,6-4 0,-2-3-84,-4-3 1,5-7-1,3-4-281,3-4 1,3-10-1,-1-6 1,1-5-302,-1-4 1,1-9-1,-3 5 1,-1-2-72,-3 0 1,1 2 0,6-4-1,-3 4 4,-3 1 0,1 3 0,-5 6 217,2-1 1,1 10 308,7 8 1,-6 10-1,-3 13 1,1 7 151,0 3 0,-5 7 0,7 1 1,2-2-227,1-2 0,5-2 0,1-2 0,4-4-235,2-6 0,8-11 1,6-6-1,0-5-351,1-1 0,-5-13 0,2-7 711,-8-5 0,2-4 0,-6-6 0</inkml:trace>
  <inkml:trace contextRef="#ctx0" brushRef="#br0" timeOffset="2600">4295 612 8115,'0'-17'352,"0"-1"1,0 1 0,-2 1 0,-2 2 953,-2 3 1,1-1 0,5-5-992,0-1 1,-6 7-1,-2-1-263,-2-2 1,-1 5 0,-7-1 0,1 2-202,-1 4 0,-5 4 0,-2 6 0,-1 8 49,1 7 0,0 0 1,6 9-1,-1 1 231,5 2 1,9 2 0,0-1 0,4 1 44,2 0 1,8-6 0,4-1 0,5-3-102,6-4 1,4-3-1,10-7 1,2-5-215,2-4 0,5-2 0,-5-2 0,-2-4-195,-2-5 1,-2-7 0,-4-5 0,-6-6 24,-7-4 1,-13-2 0,1 0-1,-6 2 22,-6 4 1,-5-4-1,-13 6 1,-7-1 104,-7 5 0,-1 12 1,-6 5-1,2 4 124,5 2 0,1 2 1,4 5-1,4 9-368,5 5 0,13 16 1,5-2-1,4 2 37,2 0 0,8-2 1,3-2-1,7-2 389,5-2 0,-2-8 0,9 3 0,-1-5 0,6-2 0</inkml:trace>
  <inkml:trace contextRef="#ctx0" brushRef="#br0" timeOffset="2985">4871 437 8416,'10'-17'1453,"-4"-1"1,-4 1-1040,-2-1 0,-2 1 1,-4 1 223,-6 5 1,3 3-1,-3 8 1,-3-2-607,-7-4 0,3 4 0,-5-3 0,3 5-120,-2 5 0,3-1 1,-3 8-1,4 1-174,1 3 0,7 1 1,1 3-1,2 1 233,4 3 1,2-1 0,4-6 0,4 1 52,6-1 1,5 1-1,5-1 1,3 1 401,2-1 0,-4 1 0,6-1 0,2 0-248,2 1 0,2-1 0,-2 1 1,-4-1-180,-5 1 0,-5-1 0,-3 1 1,-5 1-125,-5 4 0,-6-3 0,-8 1-168,-9-7 0,-3-1 0,-9-7 0,-2-2-67,-2-2 0,4-2 0,0 0 0,0-2-353,2-4 0,2 2 0,7-7-773,1-3 0,7 4 521,4-1 1,6 7 964,6-2 0,4-4 0,7 1 0</inkml:trace>
  <inkml:trace contextRef="#ctx0" brushRef="#br0" timeOffset="3232">5221 542 8011,'0'-17'1419,"0"-1"1,0 1 1284,0-1-2322,0 9 0,0 9 0,0 13 0,0 8-406,0 9 1,0 3 0,0 2 0,0-1-303,0 1 0,5-2 0,1-2 0,0-3-502,2-3 1,0-2 0,5-5-252,-1-1 1,-1-9 0,5-8 1078,-4-10 0,3-13 0,-5-4 0</inkml:trace>
  <inkml:trace contextRef="#ctx0" brushRef="#br0" timeOffset="3364">5378 140 11470,'-12'-23'1274,"0"0"0,3 5 0,-5 9 0,3 1 496,-3 4 0,4 2-1575,-1 2 1,7 2-196,-2 4 0,12 4 0,3 7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8:48.3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385 158 8119,'0'-17'1080,"0"-1"0,0 6-491,0 1 1,0 5-10,0-6 1,0 7 78,0-7 0,0 0-409,0-5 1,-2 5 0,-4 2 0,-6 3-1,-3 3 1,-9 2 0,-1 2 0,-2 0-296,-4 0 1,0 0 0,0 2 0,4 4-486,1 5 0,3 7 0,6 3 0,1 2 262,5-1 1,3-3 0,10 1 0,4 1 261,5 2 0,7 0 0,5-5 0,6-1-37,4 1 0,4-1 0,2 1 1,-1-3-38,-5-3 0,0 3 1,-9-3-1,-3 2-127,-2-3 0,-3 5 0,-4-5 56,-7 5 0,-10-6 1,-11-4-1,-9-5 76,-10-1 0,-10 0 0,3 0 0,-1 0-77,0 0 0,3-7 1,7-3-1,1-2-216,3 1 1,14 5 367,-3-6 0,5 8 0,-5-3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8:54.6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1 455 8729,'0'-10'3499,"0"-6"-2567,0 14 1,2-11 280,4 7-1161,-4 0 0,5 14 0,-7 4 0,0 3-24,0 3 1,0 1 0,2 2 0,4 4-123,6 3 1,0-7-1,3 2 1,4-3 21,1-3 0,7-1 0,0-5 0,2-5 147,0-4 0,-1-2 0,1 0 1,-6-2-2,-4-4 0,-1-9 0,-1-8 1,-1-1-86,-5-1 0,-3 0 0,-8-6 0,0 4-440,0 1 0,0-3 0,-2 6-3287,-4 2 2869,-3 1 0,-1 12 1,4 8-1,4 12 869,2 9 0,16-1 0,3 5 0</inkml:trace>
  <inkml:trace contextRef="#ctx0" brushRef="#br0" timeOffset="715">874 402 8094,'6'-17'642,"0"-1"74,-2 1 1,3 5 0,-1 0 167,-2-1 1,-2-3-362,-2-1 1,0-1-396,0 1 1,-10-1 0,-5 3-129,-6 3 1,-3 5 0,5 7 0,-2 0-203,-3 0 0,1 5 1,5 3-1,1 4 3,0 7 1,-1 1 0,3 7-1,3 0 134,6 0 1,4-4 0,2 5 0,2-3 103,4-4 1,6-1 0,9-3-1,4 0 60,2 1 1,2-1 0,6 1-1,0-1 26,0 1 0,-6-1 1,-2 1-1,1-1-35,-1 1 0,-12-7 0,1 1-173,-6 1 0,-7 1 1,-8-2-41,-7-6 1,-11-5-1,-6-1 1,-4 0-157,-2 0 0,6 0 0,1 0 0,1-1-170,0-5 0,6 4 0,-3-6-1035,5 0 1107,9 6 1,5 2 0,10 12-1,9 2 149,7-3 0,1 5 0,7-7 1,0 3 79,-2 0 1,6-8 0,-4 1 0,4-3 169,2-2 0,0-7 1,0-7-1,0-5 133,0-5 0,0-5 0,0 4 1,-2 0 182,-4 0 1,0-5-1,-10 7 1,-3 2 485,-1 1 0,-5 9 214,2-1 0,-9 6-594,3-5 0,-4 9-68,-2 2 1,2 5-348,4 7 0,-2 2 0,6-7 0,-1 1-10,1 0 0,0 6 1,3-3-1,-1 5-329,1 1 0,-3-1 0,2-3 0,-1-1-620,-1 2 1,6 1-1,-5 3 285,5-1 0,1-7 1,1-4-1,-1-5 645,1-1 0,-1 0 0,1-7 0,-1-3 0</inkml:trace>
  <inkml:trace contextRef="#ctx0" brushRef="#br0" timeOffset="915">1311 70 8094,'-2'-15'904,"-2"1"556,-2 3 1,0 5-476,6-6-1466,0 8 0,2-4 0,2 10-200,2 4 0,6-2 0,-5 8 681,3 1 0,2 3 0,5 1 0</inkml:trace>
  <inkml:trace contextRef="#ctx0" brushRef="#br0" timeOffset="1366">1835 437 8094,'0'-17'474,"0"-1"0,0 6 0,0 1 3089,0-3-3378,0 6 1,0 5 0,2 12-56,3 9 1,-1 11 0,6 0 0,0 4-144,-1 2 0,1 0 0,4 0 0,-3-2-138,3-4 0,2 2 0,3-8 0,2-3 117,3-7 1,1 1 0,-2-8 0,6-4 40,4-6 1,-4-6-1,0-9 1,0-5-40,-1-5 1,3 2 0,-8 0 0,-2 0-155,-1-1 1,-9 7 0,-1-2-825,-2 3 722,-2 3 1,-6 9 0,0 8 0,-2 10 153,-4 5 0,4 11 1,-4 1-1,4 2-144,2 0 0,2-8 0,4 5 1,6-3-108,3 0 1,10-1-1,4-11 1,4-5 97,2-4 1,2-2 0,4 0 0,4-2 286,-1-4 0,5-4 0,-8-7 0,-3 0 0,-1-1 0,-8-3 0,-3 1 0,-5 5 0,-6-1 0,-1 1 0,3-3 0</inkml:trace>
  <inkml:trace contextRef="#ctx0" brushRef="#br0" timeOffset="1750">2935 577 8094,'17'0'557,"-5"0"-27,0 0 0,-8-2 0,3-2 121,1-2 0,-4-6 0,6 5-245,-3-3 1,-1-2-1,-6-5-387,0-1 1,0 1 0,-2 0-129,-3-1 1,-7 8 0,-9 5-1,-3 3-210,3 2 1,-4 2-1,1 3 1,3 7 0,2 4 1,9 1-1,2 0 1,2 1 216,1-1 0,-1 7 0,8-1 1,3-2 174,7-1 1,6-3-1,3 3 1,4 1 117,2 2 1,2 0 0,6-5 0,-2-1 69,-4 1 1,8 1 0,-6 3 0,0 3 148,2 2 0,-7 4 1,-1 8-1,-4 4-139,-3 1 1,1 1 0,-13 3-1,-2-1-262,-2 1 0,-4 1 1,-6-3-1,-9-5-112,-11-4 0,-5-4 1,-2-4-1,-1-7-114,-5-9 1,4-5 0,-4-8 0,4-2-34,2-4 1,1-6-1,2-9 1,7-4-101,8-2 0,11 3 0,0-5 0,4 0-384,2 2 1,10-4-1,5 6 1,11 0-1111,7-1 1843,-2-5 0,19 12 0,-5-6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9:08.98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210 866 8061,'12'0'8,"0"0"225,1 0 0,3 0 267,1 0 0,-5 0 0,-1-2 11,3-3 1,-6 1-1,-2-8 1,-4-2-184,-2-1 0,0-2 1,0-1-1,0 1-98,0-1 0,-8 1 0,-4-1 0,-3 1-187,-3-1 1,-5 9 0,-2 3-1,-1 4-206,1 2 1,-6 8-1,4 3 1,0 5-86,4 1 0,1 8 0,3 5 1,1 3 84,9 1 0,5 1 0,4 2 0,0 2 21,0 2 0,13 0 1,7-8-1,5-4-176,6-6 0,-4-4 0,2-3 0,2-5-283,2-5 0,2-4 0,0-4 0,0-4 12,0-5 1,-6-7 0,-2-3 588,-1-2 0,5-16 0,-4 2 0</inkml:trace>
  <inkml:trace contextRef="#ctx0" brushRef="#br0" timeOffset="301">856 168 8163,'0'-35'0,"0"2"466,0 4 1,0 4-1,0 7 1332,0 1-1387,0 7 0,0 10 0,-1 14 0,-5 7-291,-6 8 0,-1 4 1,-1 4-1,2 5-107,-1 11 0,-3 1 0,-1 10 1,1 2-73,5 2 0,-5 2 0,6 0 0,-1-2-82,-1-4 0,8-4 1,-2-10-1,4-3-229,2-6 0,2-14 0,4-8 0,6-7-247,3-4 0,5-2 0,1-8 0,2-2 72,-1-2 0,3-8 0,-2 3 0,-1-5 545,-3-1 0,6-1 0,2 1 0</inkml:trace>
  <inkml:trace contextRef="#ctx0" brushRef="#br0" timeOffset="767">1118 866 8061,'12'-2'375,"-2"-3"140,-2-7 0,3 2 1,-5-1-57,-2-3 1,0 0-1,0 1 1,1 1-17,-1-1 1,0-3 0,0-1-57,2-1 0,0 1 0,-6-1-180,0 1 0,-2 1 0,-4 5-211,-6 5 0,-3 4 1,-3 2-1,1 2-55,-1 4 1,-5 5 0,0 11 0,2 3-102,1 2 1,3 2-1,1 6 1,3 0 131,1 0 1,8 0 0,-2 0 0,4 0 8,2 0 1,2-8-1,4-4 1,6-5 13,3-7 1,5-3 0,3-8 0,4-2 38,0-4 1,4-5-1,-7-11 1,-1-3-67,2-2 1,-6 4-1,5-7 1,-5-1-25,-1-2 1,-3 4 0,-1 2-1,-5 2-58,-1 4 1,-2 7 0,-6 2-22,0-1 1,-2 5-147,-4 2 1,2 14-1,-5 7 1,-1 9 124,0 3 0,6-4 0,-1 6 0,3 2-178,2 2 1,0-4-1,0-1 1,2-1-3,3 0 1,5-6 0,8 3 0,1-7-43,4-5 1,4-5 0,8-7 0,0 0 124,0 0 1,0-7 0,0-5 0,0-4 252,0-1 0,0-8 0,0-2 0,0-8 0</inkml:trace>
  <inkml:trace contextRef="#ctx0" brushRef="#br0" timeOffset="1152">2062 622 8061,'0'-12'15,"-2"1"331,-4-3 0,4-2 0,-6-1 1252,0 0 1,4 5-1060,-7 0 0,-1 3 0,-5-5-378,-1 2 1,7 8 0,-3-3 0,-3 1-199,-5 0 1,-1 0 0,3 6 0,-1 0-188,-2 0 0,-2 2 0,3 4 1,-1 6 3,2 3 0,1 8 0,5 3 0,3-1 249,6 0 0,4 4 1,2-4-1,0 3 54,0 3 0,8-4 0,6 0 1,5-2-29,4-3 0,8 3 0,-1-2 0,1-2-47,-2-1 0,2-5 0,-6-1 0,0-2 57,0 1 0,-3 3 0,-11 1-22,-5 1 0,-4-1 0,-4 1 0,-4-1-121,-5 0 0,-13 1 0,-5-3 0,-4-1-228,-2-2 1,0-6 0,1 3 0,-1-1-488,0-4 1,8-2 0,3-2 23,5 0 0,9-2 0,4-4 769,4-6 0,18-3 0,3-3 0</inkml:trace>
  <inkml:trace contextRef="#ctx0" brushRef="#br0" timeOffset="1569">2393 762 8061,'0'-18'263,"0"1"1,0-1 1034,0 1 0,-2 1 1,-3 3-674,-7 1 0,-4 2 0,-1-3-545,-1 1 0,1 8 0,0-2 1,-1 4 81,1 2 1,-7 0-1,1 2 1,2 4-557,1 6 1,3 3 0,1 3 0,3-3-164,1-3 1,8 3 0,-2-3-1,4 4 571,2 1 0,0 1 0,2-1 0,4 1 71,6-1 1,3 0 0,5 1-1,1-1 98,2 1 1,7-1-1,-5 1 1,0-1-106,0 1 0,4-1 0,-7 1 0,-5-1-18,-3 1 1,-8-1 0,3 0-57,-1 1 0,-4-3 0,-10-1 0,-8-4-226,-7-2 0,2 3 0,-7-5 0,3-2-110,0-2 0,-2-2 1,3 0-1,-1-2-427,2-4 0,7 2 0,4-7 93,3-3 1,1 4 0,6-1 665,0-3 0,8-2 0,-6-1 0,5 0 0</inkml:trace>
  <inkml:trace contextRef="#ctx0" brushRef="#br0" timeOffset="1800">2603 744 8061,'-8'-10'1134,"6"1"1,-6 5-1,1-2-692,-5 2 1,2 12 0,1 7 0,-1 9-377,0 3 0,6 0 1,-3 4-1,1-2-255,0 2 0,0 0 0,6 0 0,2-4-807,4-1 1,-2-3 0,7-7-2290,3-5 3285,-6-3 0,7-16 0,-5-2 0</inkml:trace>
  <inkml:trace contextRef="#ctx0" brushRef="#br0" timeOffset="1966">2638 447 8061,'0'-17'414,"0"-1"0,0 1 1,0-3 1179,0-3 0,0 4-2221,0-5 0,0 15-551,0 9 0,0 8 0,0 9 1178,0 0 0,0 16 0,0 4 0</inkml:trace>
  <inkml:trace contextRef="#ctx0" brushRef="#br0" timeOffset="2286">2847 1198 9887,'-9'-8'1623,"1"5"1,8-9-1016,0-2 1,0 5-1,0-3-392,0-2 1,0-3-1,0-4 1,0-5-20,0-1 1,2-2 0,2-8-1,4-4 18,1-5 0,3-5 0,5-1 0,1-2-368,-1-5 0,7-1 0,1-4 0,0 4-247,0 0 0,6 11 0,0-3 0,4 6-67,0 7 0,4 6 0,-10 15 0,4 3-106,2 3 1,0 4 0,0 8-1,-2 0-17,-4 0 1,2 8 0,-8 6 0,-1 5-139,-3 4 0,-7 6 0,-3-3 728,-1 1 0,-2-6 0,-6 4 0</inkml:trace>
  <inkml:trace contextRef="#ctx0" brushRef="#br0" timeOffset="2533">2847 866 11853,'20'0'530,"3"0"0,4 0 0,8 0 0,2-2-749,4-3 1,-2 1 0,5-6 0,-1 0-588,-4 1 1,-8 5 0,-4-4 0,-2 2-1052,-3 0 1857,-3 1 0,-2-3 0,1-2 0</inkml:trace>
  <inkml:trace contextRef="#ctx0" brushRef="#br0" timeOffset="2750">3511 849 9090,'-12'0'1310,"1"0"-755,-3 0 1,-1 8-1,-1 5 1,3 7-148,1 3 0,6 8 0,-4-4 0,3 2-834,3 0 1,2-1 0,2 3 0,0-4-300,0-2 0,8-4 0,1-7 1,3-4-836,0-3 0,-1-1 1560,7-6 0,-1-8 0,1-1 0</inkml:trace>
  <inkml:trace contextRef="#ctx0" brushRef="#br0" timeOffset="2933">3581 657 8073,'0'-23'992,"0"-1"0,-2 7 0,-2 5 2086,-2-1-1884,0-3-2683,6 6 1,2 4-1,2 12-2526,2 6 4015,8-4 0,-5 15 0,9-4 0</inkml:trace>
  <inkml:trace contextRef="#ctx0" brushRef="#br0" timeOffset="3284">3703 971 8073,'0'18'904,"0"-7"1,2-1-435,4-2 1,-2-2 0,7-6 0,3 0-272,2 0 1,1-2-1,0-4 1,3-4-44,3 0 0,2-5 0,6 3 0,-1-3-52,1-3 1,-6-5 0,-2 0 0,-3 3-177,-3 7 0,-1-3 0,-5 4 0,-5-3-49,-4-2 1,-4 5-1,-4 2 1,-7 2-5,-9 5 1,1 1 0,-8 2 0,-2 2 119,-2 3 1,0 7 0,2 9-1,4 5 61,1 1 0,9 2 0,7 4 0,2-2 2,5-2 0,1 0 0,4 6 1,3-2-125,7-4 0,11 2 0,6-8 0,4-1-128,2-3 1,0-9 0,0-4 0,2-6-354,4-6 1,-4-4-1,3-7 1,-3-3-114,-2-3 0,-2-2 0,-2-6 1,-4 4 659,-1 1 0,5-5 0,-4 4 0</inkml:trace>
  <inkml:trace contextRef="#ctx0" brushRef="#br0" timeOffset="3585">4367 884 8033,'-10'-18'2336,"4"1"-1565,4 7 1,2 4-185,0 12 0,0 10 1,0 7-372,0-2 0,0 1 0,0-1 1,0 2-5,0-1 1,0 3-1,0-2 54,0-1 0,0-3-423,0-2 1,2-7 25,4-4 0,-4-12 0,4-6 0,-4-3 127,-2-3 1,2 1 0,2 0-1,1-1 135,-1 1 1,-2-1-1,-2 1 1,2-1-328,4 1 1,-2 5-1,6 0 1,-1-1-147,1-3 0,4 5 0,7-1 0,4 0-4,2 3 0,8-5 1,8 6-1,0 1-307,-1-1 0,7 2 1,-5 4 652,1-4 0,6 4 0,-7-5 0</inkml:trace>
  <inkml:trace contextRef="#ctx0" brushRef="#br0" timeOffset="4333">5153 866 8412,'11'-9'893,"1"3"1,-8 2 0,4 0 70,-1-2 0,-3-7-145,8 1 1,-8 2-440,2-1 1,-6 1 0,-6-2-400,-6 7 0,-9-3 0,-4 2 0,-3 2-134,-3 2 0,6 2 0,0 0 0,2 0-139,-1 0 0,3 8 1,7 2-1,5 1 102,1 1 0,4 5 0,8 7 0,4-1 195,1 2 1,5-4 0,7 7 0,3-1 57,-3 0 1,4 0 0,-3 4 0,-5-4-43,-3-1 1,-11-3 0,3-4-1,-4 3-10,-2 1 0,-4-6 1,-5-5-1,-11 0-112,-5-3 0,-4-1 0,-6-8 0,0 0-358,0 0 1,0-2 0,2-2-1,2-3-406,2-3 0,8 0 0,-1-3 865,9 1 0,-3 0 0,7-5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49:03.9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1 784 8062,'0'-9'131,"0"-7"429,0 5 0,0 1 198,0-2 1,0 6-161,0-5 1,0 9-316,0 2 1,0 8-1,0 9 0,0 2-114,0 5 0,0 1 0,0 6 0,0-2-125,0 2 0,6 0 1,-1 0-1,-1-4-64,-2-1 0,4 5 1,2-4-1,2 0 15,3-4 0,3-9 1,3-4-1,4-3 89,6-3 0,-1-4 0,1-8 1,0-9-19,-2-10 1,4-6 0,-8-2-1,-1 0-27,-3 0 0,-3 0 0,-5 0 0,-3 0-23,0 0 0,-6 8 0,4 4 0,-6 4-58,-6 1 0,2 8 1,-8 5-70,-1 3 0,3 2 1,0 3-1,2 7-32,5 8 1,1 11-1,2 0 1,0 4 4,0 2 0,7 0 0,7 0 1,7-2 47,8-4 0,4 2 0,4-8 1,4-4 124,6-5 1,-1-6 0,3-10 0,1-4 276,-1-6 0,-1-11 0,3-6 0,-7-4-216,-9-2 1,-2-2 0,-10-2 0,-3-1-293,-7 1 1,-5 2 0,-8 2-1,-2 2-448,-4 4 0,-11-2 1,-10 8-1,-2 1 2,0 3 1,7 9-1,-3 4 1,2 4 144,-1 2 1,3 8-1,9 4 1,5 5 496,-1 7 0,6 3 0,-6 8 0</inkml:trace>
  <inkml:trace contextRef="#ctx0" brushRef="#br0" timeOffset="434">1049 854 8062,'0'12'573,"0"0"0,2-7 1,2 7 470,1 2 0,3-5-586,-2 3 0,4-2 0,7 3-190,1-1 1,1-8 0,2 2 0,5-6-58,1-6 1,-4 0 0,4-10 0,0-5-154,0-4 0,-3-4 1,3-6-1,-4 0-155,-7 0 1,-1 0 0,-9 0-1,-2 0-189,-2 0 0,-4 8 0,-6 4 1,-7 5-89,-7 7 0,-7 3 0,4 8 0,0 4 236,0 7 0,-5 3 1,7 17-1,2 4 72,1 4 0,5 7 0,3-3 0,6 2 160,4 3 1,4-3 0,6-1-1,8-1-56,5-4 0,10-10 0,0-6 0,6-3-207,4-3 0,5-7 0,-5-4 1,-2-6-155,-2-6 1,-2-4 0,-2-9-1,-4-2-134,-6-3 0,-5-7 0,-5 4 0,-3-2-383,-2 0 0,-3 7 840,-5-1 0,0-4 0,0 0 0</inkml:trace>
  <inkml:trace contextRef="#ctx0" brushRef="#br0" timeOffset="1266">1590 819 8062,'0'12'1042,"0"0"0,0-7-510,0 7 1,8-2 0,3 1-49,5-5 1,9-4-1,4-4 1,4-4-113,2-5 0,2-7 0,2-5 0,2-8-232,-2-8 0,-1 0 1,-1-7-1,0-3-22,-4-1 0,-12-3 0,-3-1 0,-10-2-320,-6-2 0,-2 5 1,-2 9-1,-4-1-214,-6 0 1,-9 12-1,-4 0 1,-1 6 104,1 6 1,-4 9-1,6 6 1,-1 4 123,-1 2 0,6 14 0,-4 7 0,3 10 70,3 12 1,5 6 0,2 5 0,3 4 135,3 6 0,2 0 0,2 4 0,2 6 35,3 4 1,5-5 0,10 3-1,3-6-39,6-6 0,6-10 0,4-11 0,1-6-93,-1-10 0,0-14 0,0-9 0,2-8-27,-3-7 0,-3-7 0,-5-5 0,-7-8-179,-4-8 1,-1 0 0,-1-5 0,-1-1-33,-5 1 0,3 5 0,-8-4 0,-2 2-17,-2 1 0,-2-1 0,0 6 0,0 2 14,0 4 1,0 2 0,0 5 0,-2 1 318,-4 5 0,2 1 0,-6 7 0,2-2 0,3 8 0,5 2 0,0 10 0,0 0 0,0 2 0,0 1 0,0 3 40,0 1 1,0 1 435,0-1 0,0 0 22,0 1 1,0-1 1047,0 1-661,7-1 0,3-7-436,8-4 1,-1-6 0,0-6-123,1-6 1,-1-9 0,-1-4 0,-1-2-95,3-4 1,-8-2-1,9-2 1,-2 0-186,-3 0 1,0-6 0,1 0-1,-3 1-183,-6-3 0,1 8 0,-1-2 1,-2 8-40,-2 4 0,-10 1 0,-3 9 0,-5 3-56,-1 6 0,-1 8 0,-1 8 1,-3 11 107,-1 11 0,-2 1 1,4 15-1,-3 4 103,3 5 0,7 11 0,5 0 1,1 5 101,4 1 0,4 6 0,6-1 0,5 1-51,5-5 1,9-11 0,4-9 0,4-13-152,2-12 0,0-11 0,-2-7 0,-2-7-149,-2-3 1,-5-11 0,3-7-1,-4-7-291,-7-4 0,-1 5 0,-9-3 0,0 2 21,1 0 0,-5-1 1,4 7-1,-4-3 538,-2-3 0,0 11 0,0-19 0,0 12 0</inkml:trace>
  <inkml:trace contextRef="#ctx0" brushRef="#br0" timeOffset="1532">3022 767 8442,'-11'0'2878,"-1"0"-2197,8 0 1,10 0-464,11 0 1,5 0 0,-3 0 0,2 0-317,3 0 0,1-2 0,-4-4 98,3-5 0,7-5 0,-4-1 0</inkml:trace>
  <inkml:trace contextRef="#ctx0" brushRef="#br0" timeOffset="2314">3843 575 7991,'0'-18'143,"0"1"0,0-1 569,0 1 0,0 0 1365,0-1-1408,0 8 1,0 5-305,0 10 0,-6 11 0,0 9 0,2 2-173,3 4 0,-5 2 0,0 4 1,2 2-90,2 2 1,-4-2 0,0-8 0,3-4-57,1-2 0,2 4 1,0-6-162,0-1-61,0-3 1,2-9 125,3-4 1,-1-10-96,8-2 0,-6-6 137,5 7 1,-5-1-1,4 4 45,-2-4 0,5 2 1,-3-8-120,0-1 1,5 3 0,-3-2 0,3-3-158,3-6 0,1 1 1,3-5-1,1 2-262,-2-1 0,-1-1 0,-3 4 0,0-2-236,1 1 1,-1 3 0,1 1 0,-1 1 735,1-1 0,7 1 0,2-1 0</inkml:trace>
  <inkml:trace contextRef="#ctx0" brushRef="#br0" timeOffset="2599">3983 872 7939,'-12'0'2542,"0"0"-894,9 0-940,-5 0 0,21 0-334,5 0 0,3 0 0,-1 0-397,3 0 0,-4 6 1,5-1-367,-5-1 0,-2-2 1,1-2-695,-1 0 1,1 0-1,-1 2 1,1 2 1082,-1 2 0,1 0 0,-1-6 0</inkml:trace>
  <inkml:trace contextRef="#ctx0" brushRef="#br0" timeOffset="3483">4559 750 7991,'-10'-24'253,"4"1"0,3 2 1142,-3 1 0,4 3 1,-4-1 93,4 1 1,-4 5-784,0 1 1,1 9-631,5 2 1,0 9 0,0 13-1,2 1 11,3-2 0,-3 1 0,4-1 0,-4 2-162,-2-1 1,0 3 0,2-2-1,2-2-352,2-1 1,0-3 0,-6 1-333,0-1 1,1-5 361,5 0 0,-2-9 0,8 3 248,1-4 1,-3-4 0,2-6 0,1-7 33,3-6 1,3-10-1,3 3 1,3-1 182,2 0 0,-4 0 0,4-4 0,-1 2 266,-5 2 1,-2 13 0,-1-1-259,-1 1 0,-1 11 0,-4 7 13,-7 13 1,-3 4-1,-4 11 1,-2 1-175,-1 2 0,-3 2 1,4-1-1,-2 1-285,2 0 0,2-8 0,2-3 0,0-5-194,0-1 1,8-3 0,4-3 78,3-6 1,3-6 0,1-6 0,3-6 105,1-3 0,6-3 0,-6 1 1,-1-1 128,-3 1 1,-2-1-1,1 1 1,-1 1 249,1 5 0,-1-3 0,-1 6 0,-5-1 0,-1 5 0,-4-2 80,-4 4 524,6 2 1,-6-6 0,1-2 136,3-1 1,0 3 0,-4-6-188,4-1 0,-4-3 0,6-1 110,-1-1 1,-5 1-458,4-1 0,-6 9 1,-6 3-1,-5 4-126,-5 2 0,-1 2 0,-1 4 1,1 7-11,-1 8 1,1 1-1,-1 7 1,1 2-10,-1 2 0,9 2 1,3 2-1,4 2-89,2 1 1,2-1 0,4-8 0,5-4-39,5-1 1,9-3 0,4-8 0,4-3 34,2-6 0,0-8 0,0-8 0,0-9 38,0-6 1,-8-5 0,-4-4 0,-3-1-217,-3 0 0,-7 0 1,-4 0-1,-4-2-41,-2-4 0,-2 4 0,-4-3 0,-6 5 110,-3 6 0,-5 3 0,-1 11 0,-4 3-94,-2 6 1,3 4 0,-3 6 0,0 6-77,0 7 0,5 13 1,-1-1-1,6 6-237,5 5 0,4-1 1,8 6-1,0-3 126,0-3 1,2-2 0,4-4 0,8-4 419,7-5 0,-2-5 0,22-9 0,-4-3 0</inkml:trace>
  <inkml:trace contextRef="#ctx0" brushRef="#br0" timeOffset="4416">5659 680 8750,'0'-18'1989,"-2"8"-1504,-4 5 0,-1 5 0,-5 5 1,4 7-284,1 4 0,5 3 0,-4 2 0,4 5-187,2 1 0,0 0 0,0 4 0,0-2-25,0 2 1,0-4 0,2 0-1,4-1-76,5-5 1,5-2 0,1-3-25,1-4 1,-1-5 0,3-7 0,1 0 56,2 0 0,1-7 0,-7-5 0,0-4-14,1-1 0,-1-2 1,1-3-1,-1-3 43,1-2 0,-7 4 0,1-5 0,0 1 21,-3 0 1,-1 0 0,-6-2 50,4 6 1,-6 5-17,0 6 0,-8 5 1,-7 9-1,1 5 62,2 11 0,3 7 0,-3 8 1,6-2 107,4-2 0,2 0 0,0 6 0,0 0-149,0 0 1,8-2-1,6-2 1,5-4-13,4-1 0,8-5 0,-2-10 0,6-5-15,6-4 0,-2-4 0,6-4 0,-3-7-40,-3-8 1,-2-1-1,-4-7 1,-2-2-42,-2-2 0,-8-2 0,1 2 0,-9 2-109,-7 2 1,2 0-1,-2-6 1,-4 2-41,-6 4 0,-8-2 1,-9 8-1,-2 1-28,1 3 0,3 3 1,1 5-1,1 5-52,-1 4 0,7 4 0,1 6 1,2 7-197,4 6 1,3 10-1,1-1 1,0 3 65,0 2 0,1-1 1,5-1-1,4-2 414,0-1 0,5-9 0,-3 2 0,3-5 0,3-7 0,1-3 0,3-8 0,1 0 0,-2 0 0,-1-8 0,-3-3 0,1-5 0,-1-1 0,-7-1 0,-3 1 0,-1-1-100,0 1 0,0-1 0,-4 1 215,4-1 1,-4 1-1,3 0 1,-3-1 913,-2 1 1,0-1 1039,0 1-1719,0-1 1,0 10 0,0 8 85,0 10 0,0 11 0,0 5 0,-2 1-252,-3 4 0,3 0 0,-4 0 0,4-2-129,2 2 1,0-6 0,0 1 0,2-3-111,4 0 1,-2-5 0,7-9 0,5-1-126,5-4 1,0-2 0,7-4 0,-1-6-18,0-9 1,0-3 0,4-7 0,-4 0-11,-1 0 0,-1 0 0,-6-4 0,1 3-103,-5 3 1,-3 2-1,-1 6 173,-5-1 198,-4 8 1,-4 3 0,-2 10 0,-1 7 85,1 8 0,-4 5 0,2-2 0,2 4-177,2 3 0,4-1 0,2 2 0,4-4-523,2 0 0,3-5 0,8 1 0,5-5 553,1-5 0,2-7 0,6 4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7:49.021"/>
    </inkml:context>
    <inkml:brush xml:id="br0">
      <inkml:brushProperty name="width" value="0.17143" units="cm"/>
      <inkml:brushProperty name="height" value="0.17143" units="cm"/>
    </inkml:brush>
    <inkml:brush xml:id="br1">
      <inkml:brushProperty name="width" value="0.22857" units="cm"/>
      <inkml:brushProperty name="height" value="0.22857" units="cm"/>
    </inkml:brush>
  </inkml:definitions>
  <inkml:trace contextRef="#ctx0" brushRef="#br0">193 138 8189,'6'-17'564,"0"-1"0,1 1 1,-3-1-1,2 1 1,0-1 4671,2 1-4191,-6 7 0,5 4-604,-7 12 1,-7 6-1,-5 11 1,-4 8-190,-1 8 1,-6 5 0,-3 9 0,1 1-116,0 4 1,-4 12 0,6 12 0,3 5-201,7 6 1,5-2 0,10 5 0,4-5-146,5-6 0,12-17 1,7-8-1,3-13 12,1-12 0,1-18 0,-2-1 0,-3-7-405,-7-5 0,-4-4 1,-1-6-1,-1-5-943,1-5 1,-9-1 1543,-3-1 0,-12 1 0,-3-1 0</inkml:trace>
  <inkml:trace contextRef="#ctx0" brushRef="#br0" timeOffset="1750">699 382 8283,'-9'-1'1116,"3"-5"1,4 2-735,2-8 1,0 6-1,0-5-95,0-3 1,0 4-1,2 1 1,2-1 547,2 0-1007,-1 6 195,-5-3 0,0 26 1,-2 6-75,-3 4 1,3-3-1,-4 3 1,4 0-162,2-2 0,0 4 0,0-6 0,0 1 117,0-1 0,8-8 0,3-7 0,5 0-100,1-1 0,7-5 1,1 2-1,2-4-64,4-2 1,2-2-1,0-2 1,-2-2-367,-2 2 0,-8-3 0,3 1 0,-5 2 625,-1 2 0,-1 2 0,1 0 0</inkml:trace>
  <inkml:trace contextRef="#ctx0" brushRef="#br1" timeOffset="2021">1101 155 12399,'0'10'731,"0"0"-40,0-4 0,-6 5 0,-2 13 0,-1 5-325,-5 4 1,-1 17 0,-3 8-1,1 8-540,-1 4 1,3 6 0,1 0 0,4-3-64,3-1 0,1-18 0,6-7 0,0-10-781,0-8 1,2-12-1,4-11 1088,5-4 0,-3-10 0,0-1 0</inkml:trace>
  <inkml:trace contextRef="#ctx0" brushRef="#br0" timeOffset="2789">1974 662 8337,'10'-8'916,"4"-2"-379,-9-7 0,3 5 1,-4 1 340,2-3 1,0 4-56,-6-1 0,0-1-805,0-5 0,-8 1 0,-4 5 0,-5 5-41,-7 4 0,3 2 1,-8 2-1,-2 4-64,-2 5 1,-2 5-1,0 1 1,2 1-169,4-1 1,4 8-1,5 4 1,1 4 102,2 2 1,3-6 0,14 1 0,0 1-66,0 2 1,10-4 0,7-2 0,10-2-18,6-4 1,4-9 0,2-4 0,4-2-323,1-1 1,-3 1 0,4-8 0,-3-3-1568,-3-7 2123,-2-4 0,-2-9 0,0-2 0</inkml:trace>
  <inkml:trace contextRef="#ctx0" brushRef="#br0" timeOffset="3293">2603 714 8648,'10'-7'607,"-3"3"0,-7-8-251,0-2 0,0 5-40,0-3 1,-2 2 0,-3-1-441,-7 5 0,-4 4 0,-1 2 0,0 0 90,-1 0 1,-1 0-1,-3 0 1,-1 2 59,2 4 1,-5 3-1,3 11 1,2 1 53,1 2 1,3 7 0,0-5 0,1 0 25,4 0 1,5 4 0,7-3 0,0-1-39,0 0 0,7-4 1,7-9-1,5-6-60,5-4 1,7-2 0,0-2 0,6-4-92,3-6 0,-1-5 0,-8-4 0,-4-3 99,-1 3 1,3-4-1,-8 1 1,-5 3 907,-9 2 0,1 1-457,-2 1 0,-2 7 0,-10 4-522,-6 4 0,-1 12 1,-1 6-1,4 5-170,3 0 1,1 6 0,6 1 0,0 1-37,0 0 0,2-8 0,4 2 1,7-3-126,9-3 0,5 1 1,8-3-1,0-3-244,0-6 1,-1-4-1,3-2 1,2-4-1606,2-8 2235,-8 1 0,0-22 0,-6 5 0</inkml:trace>
  <inkml:trace contextRef="#ctx0" brushRef="#br0" timeOffset="3555">3232 103 8274,'9'-17'121,"-1"-1"0,-8 1 1240,0-1-580,0 1 1,0 9-1,0 8-569,0 10 1,0 13 0,0 8 0,0 8 173,0 7 0,-6 5 1,-1 3-1,-1 6-100,0 10 0,-4 0 0,5 8 0,-1-3-339,0 1 0,2-8 0,6-8 0,0-4-210,0-3 0,0-11 0,2-16 1,4-7-676,6-9 1,3-6 0,3-4-1,-1-4 178,1-8 1,-3-7 759,-3-16 0,-4 0 0,-8 0 0</inkml:trace>
  <inkml:trace contextRef="#ctx0" brushRef="#br0" timeOffset="3722">3022 557 10487,'2'-10'2414,"6"5"-1874,9 3 1,3-4 0,9-2-1,0 0-1158,-2 1 1,6-7-1,-2 2 1,6-3-1144,4-3 0,-2 1 1761,-10-1 0,4 1 0,-6-1 0</inkml:trace>
  <inkml:trace contextRef="#ctx0" brushRef="#br0" timeOffset="4099">3756 732 8744,'-10'8'783,"4"-7"-504,12 5 1,-2-4 0,7-2 0,5 0 437,5 0 1,-1-6 0,3-1 0,-4-3-813,-1-4 0,-1 5 0,1-3 0,-3-2-162,-3-1 1,2-8 0,-9-1 0,-1 3 97,-2 2 0,-2 1 0,-2 1 0,-4 1 64,-5 5 1,-11 3 0,-3 8 0,0 2 184,0 4 0,-4 5 0,5 10 0,3 5 100,2 1 1,1 2 0,3 6 0,3 0-28,6 0 1,4-2-1,4-4 1,4-6-33,6-3 1,5 1 0,6-4 0,6-7-431,4-6 1,-3-4 0,1 0-1,2 0-583,0 0 1,3-14-1,-12-3 1,-3-4 881,-2-5 0,7-1 0,1-8 0</inkml:trace>
  <inkml:trace contextRef="#ctx0" brushRef="#br0" timeOffset="4566">4594 697 8237,'0'-18'985,"0"1"-94,0-1 1,0 1 0,0 0-530,0-1 1,0 6 0,-2 1-342,-4-3 1,2 6 0,-7 1 0,-3 1 95,-2 0 1,-1 0 0,0 6 0,-1 2-151,1 4 1,-1-2-1,-1 7 1,-3 3 9,-1 2 0,2 7 0,7 0 1,4 0 8,3 3 1,1-7 0,6 6 0,0-1-9,0-1 0,2-6 0,4-7 1,7 0-150,9-1 0,-1-5 1,6 2-1,0-4 117,0-2 1,-3 0 0,3-2-1,-2-2 172,-4-2 1,5 1 0,-3 5 0,-2 0 183,-1 0 1,-9 7-1,-1 5 1,0 6 200,-1 5 1,-5 12 0,2 13-1,-6 9-273,-6 7 0,-3 9 1,-9 3-1,-1-2-288,-4-3 1,1-5-1,-5-7 1,0-15 65,0-11 1,3-9 0,-5-13 0,-2-5-218,-2-4 1,-2-12 0,0-7 0,2-12-638,4-10 0,-2 0 1,8-6-1,2 3-955,1 3 0,10-4 1801,5 3 0,-5-1 0,0 6 0</inkml:trace>
  <inkml:trace contextRef="#ctx0" brushRef="#br0" timeOffset="4966">5205 697 8167,'-12'-8'1611,"1"-4"0,7 3-1056,-2-3 0,4 6 1,0-3-562,-4 1 1,3 0 52,-9 2 1,0 4 0,-5-4 40,-1 5 1,-5 1-1,0 1 1,1 5-120,3 6 1,2 3-1,-1 5 1,1 1 103,-1 2 0,3 7 0,3-5 0,6 2-55,4 4 0,2-6 1,2 0-1,4-1-51,6-1 0,11-5 0,6-9 0,4-1-227,2-4 1,-2-2 0,-2-4 0,-2-4-91,2-6 0,-6-5 1,-1-4-1,-5-5 46,-1-1 1,-9 4-1,-3-6 1,-4 0 149,-2 2 1,0 1 0,-2 9 0,-6 1-94,-9 5 0,-3-3 0,-7 8 0,0 2-455,0 2 0,6 10 702,-3 4 0,-3 11 0,0 4 0</inkml:trace>
  <inkml:trace contextRef="#ctx0" brushRef="#br0" timeOffset="5349">5624 610 8094,'0'11'0,"0"1"674,0 1 1,0-1 0,-2 4 0,-2 3-94,-1 0 0,-3 7 1,4-1-1,-2 0-459,2 0 1,2 6-1,0-4 1,-1 1-322,-3-5 0,0-4 126,6-1 1,0-5-359,0-7 0,6-19 310,0-16 0,-1-1 1,-5 13-1,0-1 120,0 1 0,0-6 1,2-1-1,2 3-30,2 2 0,6 1 0,-5 1 0,3 1-121,4 5 0,-5-5 0,3 6 0,2-1-184,1-1 0,3 6 0,-1-3 0,2 1-573,5 4 0,-5 4 1,4 4 908,-3 2 0,5 7 0,2-3 0</inkml:trace>
  <inkml:trace contextRef="#ctx0" brushRef="#br0" timeOffset="5605">6218 575 8318,'-10'2'1029,"5"3"1,-3-1 0,2 10 0,2 3-648,2 5 1,-4 9-1,0-2 1,3 4-366,1 2 1,2 0 0,0 0 0,0-1-215,0 1 0,0-7 1,0-5-1,2-6-907,3-5 0,-1 2 0,8-11 16,2-4 1,-5-7 0,1-12 1087,-2-3 0,5-12 0,-3-10 0</inkml:trace>
  <inkml:trace contextRef="#ctx0" brushRef="#br0" timeOffset="5771">6201 400 10400,'0'-10'3423,"2"1"-3918,3 3 1,-1 4 0,8-4-1,1 4-785,3 2 0,1 0 1280,1 0 0,7 8 0,2 1 0</inkml:trace>
  <inkml:trace contextRef="#ctx0" brushRef="#br0" timeOffset="6107">6532 837 9721,'0'9'4602,"8"-1"-4561,4-8 1,-2-8 0,1-1 0,3-3-94,1 0 0,1 1 0,-3-7 1,-1 1-36,2-1 1,-5 1 0,1-1-165,-2 1 1,-4-1 196,-10 1 1,-4 7-1,-7 6 1,-1 8-43,1 8 0,-3 3 0,-1 5 1,-2 3 159,1 6 1,5-2 0,5 2 0,6 3 40,4 0 0,2-2 1,0-3-1,2-2-73,4-4 1,6-1-1,11-5 1,6-3-332,4-6 0,2-4 0,0-4 0,0-4-585,0-6 0,8-3 0,1-5 0,1-3-1770,-4-6 2654,-4-4 0,5-2 0,3 0 0</inkml:trace>
  <inkml:trace contextRef="#ctx0" brushRef="#br0" timeOffset="6477">7371 644 8037,'0'-17'1425,"0"0"1,0-1-74,0 1 0,0-1-1156,0 1 1,-2 1-180,-4 5 1,-6 3 0,-9 8-91,-2 0 0,-1 2 1,5 2-1,-2 3-82,-3 3 1,1 2 0,6 3-1,-1-1 158,1-3 0,5 1 1,2 6 187,3-1 0,1 0 1,8 1-1,3-1-107,7 1 0,9-1 1,5 1-1,1-1-114,4 1 0,-4-3 0,2-1 0,0-3 40,-2 3 0,-1 2 0,-9 1 0,1 0 169,-1 1 0,-7-1 1,-4 1-153,-4-1 0,-12-1 0,-8-3 0,-9-3-229,-6-2 1,-4-2-1,-1-6 1,-3 0-744,2 0 0,2 0 0,4 0 0,4 0-833,6 0 1,11-8 1777,6-4 0,-3-3 0,-1-3 0</inkml:trace>
  <inkml:trace contextRef="#ctx0" brushRef="#br0" timeOffset="6772">7755 208 7994,'0'-18'3141,"2"1"-2315,4-1 0,-2 11 1,5 9 134,-1 13 0,0 7 0,-2 12 1,3 9-418,1 6 0,6 11 0,-7 4 0,1 6-344,-4 5 1,2 7 0,-3 7 0,-1 0-424,-2-3 1,-10-12-1,-3-3 1,-7-7-783,-5-4 1,2-9 0,-8-10 1004,-3-4 0,0-10 0,-3-2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0:58.0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35 189 8766,'-17'0'4314,"7"0"-3747,2 0 1,8-2-337,0-4 0,8 2 0,2-7 0,3-3-58,5-1 1,-5-1 0,13 1-1,-3 1-291,0 0 0,8-5 0,-4 7 1,2-1-219,1 1 1,-3 4 0,4 8 0,-2 0 136,2 0 1,-6 10-1,-4 7 1,-7 13 138,-8 8 1,-4 7 0,-4 7-1,-6 1 100,-9-1 1,-9 1-1,-8-1 1,-3 2 64,-4 5 0,2-11 0,-6 3 0,3-7-13,3-5 1,4-8 0,6-6 0,8-3 511,7-7-548,6-9 0,16 0 0,6-10 0,5-4 3,4-2 0,10 5 0,0-7 0,8-2-380,4-1 1,-5-1 0,7 3 0,1 1-218,3-2 0,-5 5 0,1-1 1,0 0-635,-3 1 1172,7 5 0,-7-4 0,9 8 0</inkml:trace>
  <inkml:trace contextRef="#ctx0" brushRef="#br0" timeOffset="483">1066 643 9524,'11'0'7651,"1"0"-4349,-8 0-4746,3 0-2434,-7 0 3878,8 0 0,-6 8 0,6 2 0</inkml:trace>
  <inkml:trace contextRef="#ctx0" brushRef="#br0" timeOffset="916">1555 695 8263,'-8'10'-399,"-4"-4"5263,4 4-4035,1-8 1,9-2 0,3-12-1,7-4-534,4-1 0,3-2 1,2-5-1,3-3-116,-3 0 0,4-6 0,0 2 0,3-6-19,3-4 1,0-5-1,0 3 1,0-2-575,6-3 0,-4-3 0,3 1 0,-6 3-48,-5 7 1,-4 11-1,-7 7 45,-3 9 0,-9 9 353,-2 15 1,-7 9 0,-9 17 0,2 5 520,3 11 0,-1-1 1,-3 8-1,1-1-193,2-1 1,9 0-1,-3-6 1,4 1-336,2-1 0,0-7 1,2-6-1,4-10-633,5-12 1,11-1 0,3-11-1,0-1 704,0-2 0,6-17 0,-4-5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09.96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3878 297 9522,'0'-17'2524,"0"5"-1051,0 1 0,0 5-2044,0-6 0,2 8-1092,4-1 1,-3 5 0,9 5 1662,2 7 0,9 4 0,4 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06.28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525 175 8277,'2'-16'905,"4"5"-181,-5 3 0,7 10 1,-8 5-335,0 11 0,-8 7 0,-1 12 0,-3 6-294,1 9 1,-1 2 0,-6 10 0,3 4-156,3 6 1,-1-4 0,7 2 0,2-8-855,2-4 1,2-6 0,0-11-97,0-8 1,2-14 0,4-3 1008,5-11 0,-3-14 0,-2-11 0,-4 1 0,-2-8 0</inkml:trace>
  <inkml:trace contextRef="#ctx0" brushRef="#br0" timeOffset="218">1 262 8779,'0'-17'1808,"0"5"-1459,0 0 0,8 8 0,5-3 0,10 1-97,12 0 0,4-6 1,14 5-1,9-3-243,10-4 1,1-1 0,9-3 0,3 1-744,6-1 0,-3 1 0,-1-1 0,-9 3 734,-7 3 0,-1-3 0,0 5 0</inkml:trace>
  <inkml:trace contextRef="#ctx0" brushRef="#br0" timeOffset="716">1258 210 8964,'-7'-18'2072,"3"3"-1739,-8 3 0,0 6 0,-5 14 0,-1 9-69,1 11 1,-2 12-1,-3 9 1,-1 7-215,2 8 1,1 6 0,3 4-1,-1 3-259,1 3 1,7-6-1,4-1 1,4-7-68,2-7 0,0-21 0,2-10 1,4-13 118,6-9 1,3-4-1,5-4 1,1-4 80,2-6 0,3-11 0,-3-4 0,4-4-91,0-4 0,4 10 0,-6-10 1,1 2-66,-1 0 0,4-2 0,-4 2 1,0 2 82,1 2 0,-9 7 1,-5-1 20,1 4 1,-5 11 172,-2 8 1,-6 10-1,-4 13 1,-4 8 299,-1 8 0,3 0 0,-4 5 1,2-1-121,4-4 1,2-2 0,2-2-1,2-2-263,4-4 1,6-4-1,11-10 1,6-3-148,4-6 0,4-8 1,4-8-1,5-9-271,5-6 0,-5-4 0,-1-4 1,-2 1 455,-4 3 0,-3-8 0,-1-7 0</inkml:trace>
  <inkml:trace contextRef="#ctx0" brushRef="#br0" timeOffset="1000">2009 873 8313,'18'0'620,"-1"0"0,1 0 1,-1 0-1,3-2-200,3-4 0,-2-3 1,8-9-1,0 1-321,-1-1 0,-3-5 0,-8 0 1,1 1-143,-1 3 0,-5 2 0,-3-1-23,-1 1 0,-10 1 1,-11 5-1,-9 7 172,-7 8 1,-4 5 0,-2 11 0,0 3 212,1 6 1,6-2 0,5 2 0,6 2-206,5 2 0,4 2 0,8-2 0,2-2-252,4-2 1,13-7 0,16 1-1,14-6-2188,13-5 2326,2-4 0,29-16 0,-4-2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15.50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193 331 7547,'0'-18'-193,"0"1"0,0 5 0,2 3 0,2-1 937,2 0 0,-1 4 0,-5-5-509,0-3 0,2 6 1,2 1-91,2-1 523,0 6 430,-6-6-338,0 8 1,0 14-1,0 3-191,0 3 0,0 7 0,0 4 0,0 8-199,0 7 0,2 7 0,4 3 0,3 4-251,1 2 1,6-6-1,-5 5 1,5-5-556,1-4 0,1-9 0,-1-16-1095,1-2 1,-9-11 450,-3-14 1,-4-16 0,-2-13-1,-2-4 122,-4-2 0,-9 0 1,-10-1 957,-3-5 0,-1-4 0,-6-7 0</inkml:trace>
  <inkml:trace contextRef="#ctx0" brushRef="#br0" timeOffset="317">1 261 8372,'10'-17'609,"-5"-1"1,7 6-1,6 3 139,9 1 0,10 0 0,9 4 0,14-1-262,12 1 1,13 2 0,9 2-1,-5 0-332,-6 0 1,-1 7-1,-10 7 1,-8 7-412,-8 8 0,-15 10 1,-20 4-1,-7 2-330,-9 3 0,-12 3 0,-11 1 1,-11 0 303,-10 1 0,-5-3 1,-11-1-1,-1-5 84,-2-1 1,0-4 0,5-8 0,1-4 125,-1-2 1,3 2 0,3-7 0,9-7-184,7-3 0,7-6-188,13-10 0,5-3 0,14-9 0,9 1-1064,10-1 1508,6 1 0,2-1 0,0 1 0</inkml:trace>
  <inkml:trace contextRef="#ctx0" brushRef="#br0" timeOffset="816">1346 366 8359,'9'-18'0,"-1"1"592,-8-1 0,0 11 0,0 7 474,0 9 0,-8 15 0,-3 7 0,-5 6-814,-1 3 1,-7 9 0,1-1-1,0 7-256,-2 3 0,5 0 0,-3-6 0,4-1-201,1-5 0,6 1 1,3-12-1262,1-8 1213,2-13 1,6-16 0,0-16-1,2-9-93,4-6 1,-4-2 0,6-2 0,-3-1 44,1-3 0,8-6 0,-3 5 0,5-3 78,1-4 0,3 5 0,1-3 0,4 1 234,3 1 0,1-3 0,6 9 0,-2 6 345,-4 7 0,2 15 0,-6 5 0,0 6 168,0 6 0,-1 13 0,-9 14 1,-1 8 198,-3 4 0,1 7 0,4 6 0,-3-2-321,-1-1 1,-8-3-1,4 1 1,-1-1-392,5 0 0,-4-7 0,-1-4 0,-1-6-428,0-6 1,2-6-675,-2-11 1,-4-6 413,3-12 1,-3-4-1,-4-7 1,-3-1-761,-7 1 0,-5-1 1437,-7 1 0,-3-9 0,-8-1 0</inkml:trace>
  <inkml:trace contextRef="#ctx0" brushRef="#br0" timeOffset="1000">1223 715 8278,'-2'12'710,"-3"-1"0,3-5 0,-2 4 101,8-2 1,5-3 0,9-5 0,1 0-588,5 0 1,3-5 0,10-3-1,1-2-521,3-3 0,8-1 0,-5 0 0,3 3-514,-1-3 1,-1-1-1,4-3 1,-3 1-978,3-1 0,-7 7 1788,-1-1 0,-4 0 0,-2-5 0</inkml:trace>
  <inkml:trace contextRef="#ctx0" brushRef="#br0" timeOffset="1566">2009 418 8703,'0'-17'953,"0"-1"0,0 1 252,0-1 0,0 11-607,0 7 1,0 15 0,0 14 0,0 6-134,0 6 0,0 4 1,0 9-1,0 2-205,0 2 0,0 2 0,0-3 0,0 1-18,0-2 1,0-9 0,0-8-1,0-6-299,0-4 0,6-14-142,0 3 0,0-16 1,-6-6-1,2-14-286,4-7 0,-5-4 0,5-6 0,-4-2-90,-2-4 0,0 3 0,0-7 0,0 2 125,0 4 1,0 3 0,0 1 0,0-2 153,0-4 1,2 6-1,2-2 1,6 6 203,5 0 0,1 0 0,13 0 0,2 6 457,2 5 0,4 1 0,4 13 1,5 2-152,5 2 1,-7 4 0,-3 4 0,-4 8-21,-2 7 1,-8 0 0,-6 9 0,-7 1-106,-8 2 0,-4-4 0,-6 0 0,-6 2-8,-7 2 1,-13-6 0,-1-2 0,-7-1-177,-9-1 1,0 0 0,-3-7 0,-2-3 6,3-1 1,-1-2 0,9 1 0,2-3-241,2 0 0,10-6 256,4 3 1,13-3 0,10-2 210,10 0 1,7 6 0,7 2 0,5 2 142,4 3 0,7-3 1,1 2-1,0-1-75,2-1 1,-7 5 0,5-3 0,-4 4-422,-2 1 0,0-5 0,0-1 0,0 1-677,0-2 1,-8-1 0,-4-5 0,-3 2-628,-3-2 0,2-4 1518,5-6 0,-5-3 0,6-9 0</inkml:trace>
  <inkml:trace contextRef="#ctx0" brushRef="#br0" timeOffset="2234">3040 366 8086,'0'-18'254,"2"3"1,1 1 1449,3 3-586,0 7-476,-6-4 0,0 22-258,0 3 0,0 4 0,0-3 0,0 1-21,0 4 1,-6-1 0,0 7-1,1 2-109,-3 2 1,6 8 0,-4-1 0,4 1-93,2 2 0,0 2 0,0 5 1,2-3-175,4-7 1,9-3 0,9-4 0,-1-2-182,2-2 1,-3-15 0,7-2 0,0-9-150,-2-3 1,6-7 0,-6-7 0,0-7-16,-3-8 1,1-4-1,-2-4 1,-2-2 130,-1-2 1,-3-5 0,-1 3 0,-3 0 179,-1 1 0,-6-7 0,4 4 0,-3 1 62,-3 3 1,-2 6-1,-2 4 1,-2 4 359,-4 2 1,3 9-233,-9 10 1,8 6 0,-2 8 0,2 10 129,-1 9 0,3 12 1,-4 3-1,6 3 20,6 3 0,-3 3 1,11 1-1,4-1-97,3-5 1,4 3 0,-2-8-1,6-3-155,4-1 0,2-10 1,2-5-1,2-7-230,2-3 1,5-10 0,-3-2 0,0-12 25,-1-9 1,-1-6 0,-8-8 0,-4 0-228,-5 0 0,-11-2 1,-3-2-1,-2-4-83,-4-1 0,-3-1 1,-1-3-1,0 1 227,0-1 0,-7 5 0,-5 2 0,-2 6-338,3 6 0,-5 6 54,5 11 1,3 6 0,2 14 22,4 10 0,2 7 1,0 10-1,0 0 506,0 0 0,8 0 0,4 0 0,11-1 0,4 1 0</inkml:trace>
  <inkml:trace contextRef="#ctx0" brushRef="#br0" timeOffset="2515">4489 488 8739,'18'-8'974,"-9"6"1,-1 2-1,-8 12 1,0 5-477,0 7 1,-6 3 0,-1 8-1,-1 0-297,0 0 0,0 5 1,4 1-1,-1-2-205,1-2 0,2-2 0,2-2 0,0-4-884,0-6 1,0-3-1,2-5-551,3-3 0,-3-6 1,4-12 1438,-4-6 0,-2-11 0,0-4 0</inkml:trace>
  <inkml:trace contextRef="#ctx0" brushRef="#br0" timeOffset="3116">4978 540 8086,'8'-11'208,"4"-1"0,-3 8 1233,3-2-606,-8-3 1,4 9 0,-8 0-101,0 9 1,-2 7-1,-2 3 1,-4 5-155,-2 5 1,4 4 0,-3 2 0,-1 0-172,0 0 1,6 7 0,-3 3 0,1-1-376,0-3 1,0-6-1,6-4 1,0-4-519,0-1 0,2-5 50,4-9 0,-2-7 0,6-10 1,-1-9-156,1-7 1,-4-6-1,4-8 1,-1-2 137,1-4 0,-6 2 1,2-5-1,-2 1 337,1 4 0,-3 2 1,4 2-1,-4 0 76,-2 0 0,0 8 0,0 4 0,0 4 988,0 1-655,0 8 1,0 10-1,2 12 1,2 4 131,2 1 0,1 2 1,-3 5-1,4 5-56,2 4 1,1-4-1,7 0 0,-1 0-201,1-2 1,-1 6-1,1-6 1,-1 1-181,1-5 1,1-4 0,2-1 0,5-3-237,1-3 1,-6-4 0,2-8 0,-3 0 63,-3 0 0,1-8 0,-1-4 0,1-5-69,-1-7 0,1 3 0,-3-8 1,-1-2 142,-3-2 1,1 4 0,6 0 0,-3 0 65,-3 2 1,1-6-1,-5 3 1,0-1-88,0 2 0,-1-2 0,-3 8 1,4 0-518,2-3 1,-5 13-1,7-3-1842,2 7 2487,1 3 0,3 14 0,-1 1 0</inkml:trace>
  <inkml:trace contextRef="#ctx0" brushRef="#br0" timeOffset="3883">6777 331 8291,'10'-18'430,"-3"7"529,-7-1 0,0 6 784,0-5-1526,0 7 0,0-2 1,0 12 144,0 5 1,0 7-1,0 5 1,0 8-107,0 8 1,0 0-1,0 7 1,0 3-320,0 1 1,0-3 0,2-2 0,2-3-346,2-3 1,0-2 0,-6-4-1837,0-4 865,0-4 0,0-19 0,0-12 1379,0-15 0,-8-10 0,-2-4 0</inkml:trace>
  <inkml:trace contextRef="#ctx0" brushRef="#br0" timeOffset="4200">6637 261 8751,'0'-17'1412,"0"5"-716,0 0 0,2 6-253,4-5 0,4 7 0,9-2 0,4 4-266,7 2 0,10-6 0,7 1 0,5 1-237,6 2 0,5 2 1,6 0-1,1 2-4,0 3 0,-2 5 0,-4 10 1,-8 3-258,-7 6 1,-14 6-1,-14 6 1,-7 5 35,-8 5 0,-14 1 1,-10 0-1,-11 3 315,-10 3 1,-13-4-1,-10 6 1,-2-1-80,0-1 1,6 0-1,-6-7 1,0-5-3,1-5 0,-4 0 0,4-6 0,3-8-110,8-6 0,9-11 0,12-4-327,2-4 0,16-10 0,1-6 1,10-5-874,8-4 1361,11-9 0,10 5 0,8-8 0</inkml:trace>
  <inkml:trace contextRef="#ctx0" brushRef="#br0" timeOffset="4932">7807 785 8305,'18'0'941,"-1"0"0,-1-2-390,-4-4 0,-3 2 1,-5-7-83,2-3 1,6-1 0,-7-3-301,-1 1 0,-2-1 1,-2 1 4,0-1 1,-2 7 0,-4-1-248,-5-2 0,-7 7 0,-3 1 0,-4 4-114,-2 2 1,-1 2 0,-3 4 0,4 5-20,2 5 0,-4 7 0,6 0 0,1 1 68,3 1 0,7-4 1,2 6-1,3-1 259,3-5 1,4 4-1,6-4 1,7-3 38,9-4 0,5-11 1,8 3-1,0-4-83,0-2 1,-1 0 0,-1-2-1,-1-4-43,-3-5 0,-2-11 0,0-1 0,-8 2-8,-5 1 0,-4 3 0,1-2 251,-5-5 1,-4 5-212,-2-4 0,-2 11 0,-2 8 0,-4 8-110,-1 8 1,-1 5 0,-2 4 0,7 5 65,3 1 0,2 0 0,2 4 0,3-4 72,7-2 0,11-1 0,6-7 0,4-1 52,2-5 0,8-3 1,4-8-1,3-2-43,2-4 1,-5-9 0,-2-10 0,-3-3-161,-3-3 1,-4-2 0,-6-2 0,-5 0-252,-5 1 1,-4-3 0,-1-4 0,-4-4-14,-3 1 1,-1-7 0,-6 5 0,0-5 98,0-1 0,0-1 0,0 3 0,0 3 106,0 7 0,0 3 0,0 4 0,0 4 344,0 5-163,0 5 1,0 11 0,-2 8 29,-3 10 0,3 7 0,-6 7 0,2 5-13,0 4 0,0 8 0,6 1 0,0 3 119,0 3 1,0 9 0,0 1 0,0-2-19,0-2 1,2-7 0,4 0 0,4 1-204,0 3 1,11-9-1,-4-7 1,3-10-363,-1-5 1,-1-5 0,-1-3-540,1-6 0,-3-6 1,-3-8-1,-5-8 921,1-5 0,-6-10 0,6 4 0</inkml:trace>
  <inkml:trace contextRef="#ctx0" brushRef="#br0" timeOffset="5116">8349 401 8305,'17'9'196,"-5"-1"0,-2-6 0,-1 2 323,1 2 0,2 0 1,5-4-1,1 1-175,-1 3 1,1 0 0,1-6-1,4 0-397,6 0 1,4-2-1,4-2 1,2-3-452,2-3 1,11 0-1,-3-3 1,-1 3 503,3 2 0,-1-6 0,2 5 0</inkml:trace>
  <inkml:trace contextRef="#ctx0" brushRef="#br0" timeOffset="5613">9449 680 8305,'12'10'1355,"-1"-4"0,-5-4 129,6-2 0,-8-8-1326,1-4 0,-3-3 1,-4-3-243,-3 1 0,-5 1 0,-7 3 0,-3 3 30,-3 2 0,1 0 1,-7 5-1,-2-3-186,-2 2 1,0 4-1,2 6 1,4 7 231,2 9 0,-4-1 0,6 8 0,1 2 262,3 2 1,9 2 0,4 0 0,4 0-41,2 0 1,4-6-1,6-2 1,9-2-47,7-3 1,1-9 0,4-3 0,-2-2-317,2-4 0,2-10 1,2-6-1,0-3-35,0-3 0,-8-5 0,-4-2 0,-3-1 36,-3 1 0,0-4 0,-1 6 0,-4 1 57,-7 3 1,-3 2 0,-2-1-194,0 1 0,-2 7-27,-3 4 1,1 12 0,-6 6 0,2 5 117,4 6 0,2-1 0,2 5 0,0 0-77,0 0 0,2-6 0,4 5 0,6-3-31,3 0 1,11 1 0,3-9-1,4-1-57,2-3 1,0-7 0,-1 0 0,1-8 110,0-7 1,0-5 0,0-1 0,0-1 245,0 1 0,-2-7 0,-4 1 0,-6 2 0,-3 1 0,5-5 0,2-2 0</inkml:trace>
  <inkml:trace contextRef="#ctx0" brushRef="#br0" timeOffset="6280">10165 733 8230,'12'-12'-390,"-1"2"1,1 0 303,-2 1 0,5-3 1,-5-5 1482,0-1 0,-1 7 0,-5-1-472,2-2 1,0-1 0,-6-3-714,0 1 0,-2 1 1,-4 3-1,-6 3-130,-3 2 1,-3-3 0,1 5 0,0 2-181,-1 2 1,-5 2 0,0 0 0,-1 0-284,-1 0 0,6 2 0,-5 4 187,5 5 1,3 5 0,5 1-1,5 1 189,4-1 1,2 3 0,2 1-1,4 2 211,5-1 1,7-1 0,3 0-1,4 5-108,3 1 1,-5-4 0,4 4 0,0 0 39,0 1 1,-5-1 0,1 4 0,-6-4-101,-5-2 0,-4 4 1,-8-5-1,0-3-2,0-2 1,-10-3-1,-5-4 1,-9-7-236,-3-3 1,-2-2-1,-4-2 1,2-3-351,2-7 1,2-6-1,-2-3 1,5-2-38,5 1 1,3-3 0,5 2 0,5 2 101,4 1 1,4-1 0,2 1 0,4 5 278,1-1 0,5 9 0,7 1 0,3 4 241,-3 2 0,6 0 0,0 2 0,2 4 231,0 5 1,1-1-1,4 2 1,1-1 237,0-1 1,6 4-1,2-7 1,-1 1-14,1 0 1,4-2 0,-5-8-1,1-2-246,0-2 0,3-10 0,-5 1 0,-4-6-195,-6-1 0,0-3 1,-8 0-1,-1 0-59,-3-1 1,-9 1 0,-4 4 0,-4-2-46,-2 1 1,-2 3 0,-2 1-1,-4 1 36,-2-1 1,-7 7 0,-6 1-1,1 2-37,3 4 0,-4 2 0,-1 2 0,1 2-40,-2 4 1,5 0-1,-3 10 1,4 3 216,1 0 0,7 3 0,1-1 0,2 4 163,4 2 1,2-3 0,4 5-1,4 0-75,6-2 0,5 4 1,6-8-1,6-1-200,4-3 0,8-3 0,2-3 0,0-3-309,-1-2 0,5-2 0,-4-8 0,-1-4-358,1-6 1,-2-3-1,-6-5 1,-2-1-235,-4-2 0,2-6 0,-8 3 0,-2-1 890,-1-4 0,-3 6 0,1-16 0,-1 4 0</inkml:trace>
  <inkml:trace contextRef="#ctx0" brushRef="#br0" timeOffset="6549">11405 104 8182,'2'-18'660,"2"1"314,2-1 0,5 1 311,-5 0-986,0 7 1,-8 4-1,-2 12 12,-2 5 0,-5 13 0,5 5 1,0 4 64,-2 2 0,4 7 0,-5 7 0,1 5-207,4 5 1,-4 6 0,2 1 0,3 6-179,1 4 1,2-2 0,0-12 0,0-8-167,0-5 0,2-16 0,1 0 1,5-8-1588,2-10 0,-4-5 780,5-10 1,-7-2 0,4-2 0,-2-5-113,0-7 1,0 0 1093,-6-13 0,-8 0 0,-2-6 0</inkml:trace>
  <inkml:trace contextRef="#ctx0" brushRef="#br0" timeOffset="6697">11230 488 8181,'0'-12'1254,"0"1"0,0 5 1,2-4-1010,4 2 0,10 3 0,11 3 0,6-2-717,10-2 1,5-6-1,6 7 1,5-1-552,5-2 0,5 6 1023,7-4 0,-4-4 0,6 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37.51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 8403,'-8'9'3407,"6"-1"-2476,-6-8 1,10 0-1,6 0-594,9 0 0,3 0 0,7 0 1,0 0-449,0 0 0,4 0 1,8-2-1,2-2-33,-2-1 1,-1-1 143,3 6 0,4 0 0,7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38.2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61 8288,'0'-18'722,"0"7"700,0-1 1,0 6-774,0-5 0,0 9 0,-2 4-245,-4 13 1,2 10 0,-6 12 0,3 4-265,3 5 1,0 7 0,0 5 0,-2 6-97,2 4 1,2-6 0,2-2 0,0-2-382,0 1 1,0-9-1,2-11 1,2-8-2153,2-8 1651,0-3 0,-6-13 0,2-7 838,4-9 0,-4-15 0,5-3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38.76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88 8473,'9'0'3084,"-1"2"-291,-8 3-2379,0-3 0,8 6 0,3-10-212,5-4 0,1 4 0,3-5 0,3-1-247,6-4 1,4 2 0,4-1 0,2-1-185,2 2 1,1 1 0,-5 5-1,0-2-175,-4 2 1,-10 2-1,-1 4 1,-7 2 129,-3 2 0,-8 9 0,2 1 0,-6 7 335,-6 4 0,-4 4 0,-9 8 0,-3 4 322,-1 2 1,-2 7-1,3 8 1,-1 2-96,2 4 1,3-4-1,5-2 1,3-3-304,2-7 0,3-15 0,5-2 0,0-6-611,0-5 0,0-9 1,1-3-841,5-2 0,-2-3 499,8-5 1,-8-1 0,1-5-685,-3-6 1651,-9 4 0,-3-15 0,-7 4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38.9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1 175 8392,'2'-18'1515,"4"1"1,-2 7 0,7 4 0,3 4-1327,1 2 1,11 0 0,5-2 0,5-1-534,5-3 1,8-2 0,-3 4 0,5-4-492,1-1 0,2 3 0,3-6 0,1-1 835,-2-3 0,-1-1 0,-3-1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39.29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0 14564,'-2'18'177,"-4"-1"0,4 2 0,-4 3 0,4 3-224,2 2 0,0 0 0,0 4 0,0-1-11,0 1 0,2-4 0,4 0 0,6-2-12,3-4 1,10-7 0,7-4 0,4-2 22,5-5 1,8-1 0,-3-2-1,5-2-454,1-3 1,-5 1 0,-3-6 0,-3 2-505,-8 4 1,-6-3-1,-9 1 1005,-1 2 0,-7 2 0,-2 2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39.53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193 1 9398,'0'17'1342,"-8"2"0,-3 7 1,-5 11-977,-1 13 1,-9 20 0,-1 19 0,13-39 0,1 1-438,1 3 1,1 1 0,1-1 0,2 0 0,-3 41 0,5-11-1735,4-12 0,10-32 1805,3-10 0,5-17 0,1-13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0.4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105 105 8259,'10'0'1194,"-2"4"1,-8 8-1,-2 11-744,-4 8 0,-4 14 0,-5 7 0,1 14-318,3 14 1,-1 3-1,4-33 1,0 1-1,1 1 1,1 1-73,-1 1 0,2 1 1,3-3-1,0-2 1,-4 40-1,4-13-663,2-13 99,0-23 1,2-18-1,2-23 1,4-11 63,2-11 1,-4-7 0,3-10-1,1-3-66,0-3 1,-6-7 0,1-7 0,-3 1 102,-2-2 1,0 4 0,0-6-1,0 2 433,0 3 0,0 1 0,0 0 1,0-2 190,0 1 0,2 9 0,4 3 0,6 1 40,3-1 0,3 12 0,1 0 0,4 6 155,7 5 0,3 5 1,1 5-1,3 6-245,4 5 1,-4 4 0,6 7 0,-3 10-117,1 5 0,-2 4 0,-10 8 0,-6 2 44,-3 1 1,-5 1 0,-3-4 0,-6 2-28,-4 1 0,-12 1 0,-6-8 1,-7-2-38,-4-2 1,-2-1-1,-8 1 1,-2-8-466,-2-7 0,1-1 1,3-7-1,-2-4 34,-2-6 1,8-6 0,10-7 0,4-3 395,1-3 0,8-4 0,3-8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0.89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384 122 8302,'2'-23'0,"2"0"1434,2 1 1,0 9 1796,-6 1-2678,0 0 1,-8 3-687,-3 3 1,-5 4-1,-3 2 1,-3 0-201,-1 0 1,-8 8-1,4 3 1,-2 5-87,0 1 0,1 1 1,-3 1-1,4 3 172,2 1 0,2 6 0,5-6 1,3 1 247,3 1 0,4-6 0,8 4 0,2-5 138,4-6 0,6 1 0,11-7 1,6-2 21,4-2 0,2-10 0,2-4 0,2-3-116,1-3 1,1 1 0,-8-2 0,-4-3-114,-5-1 1,1 0 0,-4 5 276,-5 1 0,-1-1-70,-9 1 1,-2 7-1,-10 6 1,-4 8-164,1 8 1,-7 11-1,6 4 1,1 2-31,3 0 0,4 1 0,2 4 0,0-1-181,0-3 0,14 1 0,7-8 0,8-4-220,8-5 1,9-6-1,1-8 1,3-2-524,3-4 0,-9-10 1,-1-9 977,0-2 0,-6-2 0,5-6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1.26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95 154 8302,'10'0'4757,"-2"0"-4592,-8 0 0,-2 8 0,-2 5 1,-4 7 3,-2 3 1,4 8-1,-5 0 1,-1 6-45,2 4 1,-3-3-1,5-6 1,0-5 67,1-2 1,-1-2-110,2-5 0,10-11 1,-2-8-1,6-15-296,5-11 1,9-6-1,1-2 1,-2 0 7,-1 0 1,-3 0 0,0 0-1,3 0-281,3 0 0,-3 6 0,5 0 0,0 0-110,4 2 0,-2 2 0,2 7 0,2 3 88,2 3 1,6-2 0,-2 9 0,-4 3 113,0 6 0,-2 5 0,0 9 0,-4-3 393,-1-3 0,-3 11 0,-6-3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1.5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82 8302,'0'-18'187,"0"1"781,0-1-444,0 1 0,-2 7 0,-1 8 1,-5 10-164,-2 9 1,-2 12 0,-7 2-1,-2 8-49,-3 8 1,1 3 0,6 5 0,-1 3-18,1 6 0,-1-2 0,3 2 1,1 0-255,2-2 0,9-4 1,-3-11-1,4-8-493,2-8 1,0-6 0,0-7-1562,0-1 1,0-9-587,0-8 2599,0-8 0,0-9 0,0-1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1.7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1 175 8301,'10'-2'1102,"-5"-4"0,-1-1 0,2-5-98,6 6 0,3 4 0,7 2 0,5 0-612,8 0 0,13 0 0,5 0 1,9 0-839,6 0 1,2-8 0,-3-1 0,-2-3-659,-7 0 1,-4 1 0,-2-7 0,-3 1 1103,-8-1 0,-8 1 0,-16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1.94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87 1 12608,'-1'19'661,"-5"5"1,-4 5 0,-5 9 0,1 5-600,2 2 0,3 1 0,-3 5 0,6-5-1757,4-5 1,2-10 620,0-2 1,8-15-1,4-4 99,3-12 0,1-10 975,-5-11 0,5-4 0,-7-8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2.09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36 11125,'-8'-10'3892,"6"0"-3872,-3 4-1570,3 5 1,4-7 0,3 10 1549,7 4 0,4-5 0,1 7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2.4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200 0 8203,'17'6'1412,"1"0"0,-6 0 1423,-1-6-2570,1 0 1,-2-2-395,-5-4 0,-5 4 0,-5-4 0,-7 4 28,-4 2 0,-3 0 0,-2 2 0,-5 2-63,-1 2 1,4 9-1,-4 1 1,2 5 326,3 1 1,3 5 0,3 2 0,3 4-25,1 2 0,10-2 0,2-2 0,10-4-94,5-2 0,13-2 0,5-7 0,7-4-247,5-7 1,0-5 0,3-5 0,-3-7-338,-3-4 0,5-9 0,-6-4 0,-4-2-185,-6 2 1,-2-4 0,-10 6 0,-3 0-906,-1 3 1629,-7 5 0,7 1 0,-5 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2.64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18 8194,'18'-2'783,"-1"-4"0,-5 4 1573,0-3-1948,-9 3 1,5 4-1,-8 3 1,-2 7-4,-4 4 1,3 9 0,-7 2 0,2 2-564,4 0 0,-4 0 0,3 4 0,1-2-702,2-2 1,2-7 0,0 1-1338,0-4 0,0-11 2197,0-8 0,8-15 0,1-12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2.77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53 10039,'0'-17'4301,"0"5"-4105,0 0 0,2 9 1,6-3-197,9 4 0,0 2 0,9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3.69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210 25 8490,'0'-9'1307,"0"-7"0,-5 28 0,-3 1 0,0 13-958,0 10 0,-5 9 1,1 13-1,-3 10-84,-3 12 0,1 1 0,-1 14 0,1-2-213,-1 1 0,3-7 1,1-11-1,4-10-564,3-16 155,1-17 0,6-17 0,2-18 0,2-12-181,1-7 1,7-16-1,-4 0 1,0-6-62,-1-5 1,5-1 0,-6 1 0,0-1 317,1-5 1,-3 1 0,6-5 0,0 6 156,-1 5 1,-3-5 0,6 3 0,1-1 241,3 5 1,7 6-1,3 5 1,1 1 106,4 3 0,2 7 0,4 12 0,1 5-137,3 4 1,2 4 0,-4 4 0,-1 7-44,-5 8 0,-5-1 0,-11 5 1,-1-2 63,-5 1 1,-3 5 0,-8-6 0,-4-2 82,-8-1 1,-1-1-1,-18 3 1,-4 1-73,-4-2 1,-4-7-1,5-3 1,-5 1-51,-2-2 0,6 3 0,-1-7 1,3-2-561,2-2 1,8-4 0,5-4-1,9-5-863,7-5 1,6-1 1352,6-1 0,11-7 0,10-2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4.21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88 8302,'10'-8'1211,"-4"-3"1,-4 1-271,-2-2 1,0 1-772,0-7 0,-2 9 1,-4 3-302,-6 4 0,-3 2 0,-3 0 0,1 0-92,-1 0 0,-5 0 0,-2 2 1,0 4 49,0 5 1,-5 11 0,7 1 0,0 0 96,-2 2 0,11-3 1,-1 5-1,5-2 48,6-4 0,2-1 0,4-3 0,4-1 189,5-5 0,13 3 0,5-8 0,6-2-2,5-2 1,-3-10 0,4-4 0,-4-3-110,-2-3 1,-6-1 0,-2-2 0,-2-5 15,-3-1 1,-3 6-1,-3-2 1,-3 1 296,-1-1 1,-8 9-353,2-3 0,-12 11 0,-6 2-64,-3 8 0,-3 12 0,3 9 0,1 2 39,2 4 0,8 2 0,-1 0 0,3-2 90,2-2 1,7-6 0,7 5 0,5-3-6,5-4 1,9-7 0,0-5 0,7-1-179,5-4 0,-4-4 0,4-6 0,-3-5-469,-3-5 0,-2-3 0,-4-3 1,-2-3-341,-2-2 0,-10 4 0,1-4 0,-9-1 916,-3 1 0,-2-2 0,-6-6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4.6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0 7615,'11'6'457,"1"0"1,-6 0 732,6-6 1,-9 2-689,3 4 0,-4-3 1,-2 9-220,0 2 1,0-5 0,0 3 0,0 4-40,0 5 1,0 0-1,0 6 1,0 1-107,0-1 0,0-4 1,0 4-1,0-2-230,0-3 1,0-9 0,2-3-1,6-2-43,9-4 1,3-2 0,7-2 0,0-2-21,0-4 1,4-10-1,8-9 1,2 0-110,-2 0 1,-8-6-1,-4 3 1,0-1-24,0 0 0,-11 10 1,-1-1 293,-5 7 40,4 1 1,-20 4 0,2 8 0,-6 12 88,-1 9 0,1 1 1,-2 5-1,6 0-36,4 0 1,2-3-1,0 3 1,2-2-128,4-4 1,10-1-1,9-3 1,4-1 2,8-5 1,-2-3 0,8-8 0,-3-2-465,1-4 0,2-5 1,-4-11-1,-1-3-373,-5-2 0,-4-2 0,-7-6 0,1 0 861,-2 0 0,-1-8 0,-3-1 0,1-9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4.84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175 98 7874,'0'-18'-128,"0"1"0,5-1 1977,1 1 0,-2 1-1320,-10 5 1,2 11 0,-7 13 0,-3 7-270,-1 3 0,-1 8 1,3 0-1,1 8-78,-2 7 1,-1 5 0,-1 3-1,3 3-59,1 1 1,8 2-1,-4-4 1,3 0-491,-1-5 0,0-6 1,6-12-1,2-2-1125,4-2 0,-2-16 693,7-1 1,-7-10 0,2-8 0,-4-6-1146,-2-3 1944,0-10 0,-8-3 0,-2-6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5.0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1 157 8302,'10'8'1397,"-3"-6"1,1 6-855,4-8 0,5 0 0,7 0 1,5 0-678,4 0 0,9-8 0,5-4 1,3-3-348,3-3 1,1 1 0,4-1 0,6 1-877,4-1 1,0 7 1356,-4-1 0,-4 0 0,-7-5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5.36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507 53 7807,'-9'9'1942,"1"-1"1,8-10 0,0-4-1224,0-5 1,0 1-893,0-2 1,-8 6 0,-4-3 53,-3 1 1,-4 2-1,-3 6 1,-1 0-134,2 0 0,1 0 1,3 2-1,1 4 173,4 6 1,-1-3 0,5 3 0,0 2 272,1 1 1,1 3 0,6-1-1,2 0 57,4 1 0,3-1 0,9 3 1,-1 1-75,1 2 0,-7 3 0,-1-5 0,0 2-38,-1-1 1,-5 3-1,2-2 1,-6 0-36,-6 3 0,-5-7 1,-11 4-1,-3-3-329,-2-3 0,0-5 0,-4-2 0,2-3-974,-2-3 1,3-4 0,1-6 0,2-5-2246,4-5 3444,1-1 0,-5-9 0,-2-1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6.29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193 0 8368,'12'0'1090,"-1"0"598,-7 0-1088,4 0 1,-8 2-1,0 4-58,0 6 0,-2 3 0,-2 5 0,-4 5-251,-1 10 1,-3 4 0,-6 13 0,1 8-57,-1 6 1,1 6 0,0 4 0,-1 3-107,1 1 1,-1-5 0,3-12-1,1-11-79,2-9 0,9-14 0,-3-6-257,4-4 1,4-9 12,4-4 1,3-4 115,9-2 0,-7 0 23,1 0 0,0 0 0,5 0 94,1 0 0,-1 0 1,0 0-1,3 0-17,3 0 0,4 0 0,10-2 0,4-2-148,6-2 1,3-5-1,2 3 1,1-2-327,-1-3 0,6 3 1,1 0-1,-3 0-420,-2 1 1,-9 3 0,-3-4 0,-3 2-640,-4 5 1,2 1 1510,-14 2 0,1-8 0,-7-2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6.7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0 8557,'17'0'3666,"-7"0"-3015,6 0 1,-13 6-1,9 0-355,2-2 1,3-2 0,4-2 0,5 0-113,1 0 0,2 0 0,8 0 0,2 0-138,1 0 1,7 0-1,-4 0 1,-1 0-501,1 0 1,-2 0 0,-8 0 0,-4 0-331,-6 0 0,-9 0 462,-3 0 1,-9 0-1,-4 2 1,-13 4 462,-12 5 0,-6 5 0,-4 1 0,-2 1 108,-2-1 1,-7 6-1,1 3 1,-3-1-79,-3 0 1,9-2-1,3-5 1,4-1 147,2 1 1,8-3-1,6-1-238,7-2 1,6-10-344,8-2 1,6-8 0,2-10-1,2-1-335,3-4 0,1 1 0,-1-5 0,-3 0-2340,-2 0 2937,-2 5 0,1-11 0,3 6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48.6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472 175 8352,'7'-17'384,"5"-1"1,-4 1 0,0 1 2606,-1 5-2002,-5-5 0,6 12-560,-8-7 0,-2 7-515,-4-2 0,-3-2 0,-9 2-283,1 2 0,-7 1 1,-1-1-1,-2-2 73,-4 2 1,-2 4 0,-2 6 0,0 5 148,0 5 1,0 9 0,0 4 0,2 2 79,4-2 0,4 4 0,9-3 1,5 2 98,5 3 1,8-2 0,10-3-1,13-9 76,12-8 1,7-5-1,9-8 1,-1 0 44,0 0 1,-1-9 0,-5-7 0,-5-7-195,-4-4 1,-4 3-1,-4-5 1,-7 0-269,-9 2 1,-5-6-1,-8 6 1,-2-2-68,-4-1 0,-6 9 0,-11 0 0,-6 5-114,-4 5 0,-2 7 0,-2-2 0,-2 8-94,-1 10 0,-1 1 0,8 14 584,4-2 0,-4 14 0,6-2 0</inkml:trace>
  <inkml:trace contextRef="#ctx0" brushRef="#br0" timeOffset="431">437 455 8126,'9'-8'930,"-3"-4"1,-2 2 2,2-1 1,-4-1-1,2-3-745,-8 3 0,0-2 0,-8 9 0,1-1-229,1-2 0,-11 6 0,3-4 1,-3 4-149,-4 2 1,-3 8-1,-7 4 1,1 3-11,-1 3 0,0 7 0,0 4 1,2 4 75,4 2 0,3 6 0,9-1 1,1-1 108,5-2 1,3-2-1,10-2 1,4-2 50,5-2 0,15-7 1,7-1-1,5-7-8,1-9 1,4-3 0,0-4 0,-1-3 19,1-7 1,-2-11 0,-6-7-1,-2-3-111,-4-1 1,-4-1-1,-7-2 1,-3-2-163,-3-2 1,-5 0-1,-8 8 1,-5 2-10,-6 2 0,-5 4 0,-7 0 1,-5 9-37,-4 7 0,-2 3 0,0 6 0,0 4-163,0 7 0,3 9 0,2 15 0,7 2-290,4 3 722,9 5 0,-6 7 0,7 1 0</inkml:trace>
  <inkml:trace contextRef="#ctx0" brushRef="#br0" timeOffset="1033">1223 175 8725,'9'-2'491,"-3"-4"0,-4 3 1,0-7-1,2 0-112,2 0 0,-1 5 0,-5-7 67,0-2 0,0-1 0,0-3-247,0 1 0,0 5 1,-1 3-1,-5-1-150,-6 0 1,-3 6 0,-5-2-1,-3 5-286,-6 1 0,2 1 0,-3 5 0,-1 6-185,-2 3 0,0 11 1,4 3-1,6 4 148,4 2 1,1 0 0,3-2 0,3-4 258,6-6 0,12 0 0,6-3 0,5-7 191,6-3 0,5-4 1,7-6-1,-1-2-26,1-4 1,0-4-1,-2-7 1,-2-3-128,-2-3 0,-7 4 0,1-4 0,-4 3 85,-1 3 1,-3-1-114,-3 1 0,-4 9 51,-8 8 0,0 10 0,2 13 0,2 8 295,2 8 0,-1 5 0,-3 11 0,2 3 42,2 6 0,6 4 1,-7 0-1,-1-4-292,-2-6 1,-2-11 0,-2-7 0,-3-5-68,-7-6 0,-6-5 0,-5-13 0,-6-5-249,-4-4 0,-4-4 1,-4-4-1,-3-7-388,-1-9 0,-3 1 1,7-6-1,2 0-961,2 0 1,10 11 1573,4-1 0,-4-5 0,-1-5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52.16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105 697 8365,'6'-11'837,"0"-1"1,0 6-155,-6-5 1,0 9-158,0 2 1,0 15-1,-2 14-124,-4 4 0,2 4 0,-6 6 0,3 9 16,3 10 1,-4 14 0,0 7-1,0 7-184,1 3 1,-1-2 0,4-11 0,-2-11 72,2-8 0,2-11-447,2-9 1,0-18-138,0-23 1,0-14 0,0-11 0,0-2-3,0-4 0,0-8 0,0-3 0,-2-3-451,-3-4 1,3-1 0,-6-2 0,2-1 383,0 1 0,0-1 0,6-1 0,0-2 101,0-2 0,2-1 1,4 9-1,8 1 105,7 3 1,6 9-1,10 0 1,2 8 19,2 4 1,-1 9 0,-5 10 0,0 4 324,0 2 1,0 2-1,-2 4 1,-4 6-113,-5 3 1,-5 1 0,-4-3 0,-3-1 58,-6 2 0,-4 1 1,-2 3-1,-2 1 2,-4 4 1,-6-3 0,-11 5-1,-6-2-40,-4 1 0,-2-1 0,0-6 0,0 1-263,0-1 0,2-1 0,2-3 0,4-3-294,2-2 0,-4-2 0,6-6-126,1 0 0,11-2 0,5-4 569,4-6 0,17-3 0,5-3 0</inkml:trace>
  <inkml:trace contextRef="#ctx0" brushRef="#br0" timeOffset="783">996 767 8580,'6'-12'635,"-1"1"1,1 5 48,-6-6 0,0 7 1,0-7-716,0-2 1,0 5 0,-2-1-1,-3 0 65,-7 1 0,-6 5 0,-3-2 0,-4 4-107,-2 2 0,-2 0 0,-6 2 0,0 4 13,0 5 0,0 5 0,2 3 0,4 3-6,5 1 1,7 6 0,5-4 0,7 0 46,3 1 0,2-3 0,2-6 0,5-1 64,11-4 1,5-5-1,8-7 1,0 0 139,6 0 1,-2 0-1,6-2 1,-4-3-107,-2-7 0,-6-4 0,0-3 1,0-2-28,-2-3 1,-2-1-1,-7 4 1,-3-3-20,-3 3 0,1 2 0,-7 1-87,-2 1 0,-10 7 0,-5 6-8,-5 8 1,-7 8 0,0 9 0,3 4 50,7 2 0,-3 3 1,6 3-1,1-2 24,3-2 1,4-8 0,4 4 0,4-3 41,5-5 1,13 3-1,5-15 1,6-1 102,5-2 1,3-2 0,6-4 0,-3-5-181,3-9 0,-5-11 0,3 0 0,-1-4 2,-1-2 0,-2-6 1,-10 0-1,-2 1-170,-2-3 0,-8 4 0,1-5 0,-7-1-270,-3 0 1,-8 5 0,3-7 0,-1 0 25,0 3 1,2-5-1,-2 9 1,3 1 325,1 2 1,4 4 0,-9 4 0,1 6 307,2 3 1,-6 8 458,4 1 1,-4 9-398,-2 2 0,-2 10 0,-2 11 17,-2 2 1,-7 8 0,3-2 0,-2 4 158,1 2 0,5 2 1,-4 4-1,0 5 11,1 5 1,3 1 0,-4 1-1,2 1-289,4 4 1,-3-3 0,1 3 0,2-6-316,2-5 1,2-5 0,0-9 0,0-3-2327,0-7 1917,0-12 1,0-5 0,0-12-440,0-5 1,-2-11-1,-4-1 1,-7 0 1002,-9-2 0,-5-10 0,-8-10 0</inkml:trace>
  <inkml:trace contextRef="#ctx0" brushRef="#br0" timeOffset="950">1363 523 8526,'11'11'699,"1"1"1,0-6-1,5 3 1,0-1-372,1-4 1,7-2 0,4-2 0,6 0-656,6 0 1,-2-8 0,7-1-1,3-3-253,1 0 1,8 1-1,1-7 1,-3 1 579,-2-1 0,-1-7 0,-1-2 0</inkml:trace>
  <inkml:trace contextRef="#ctx0" brushRef="#br0" timeOffset="1216">2183 592 8465,'10'-1'533,"-2"-3"991,0-2-1280,-6-8 1,5 22-1,-9 2 1,-1 11 97,-3 6 1,-6-3 0,4 5 0,1 2-291,-1 2 1,2-6 0,4-2 0,-2-2-495,-2 1 0,0-1 0,6-6-590,0 1 1,2-8 485,4-5 0,-2-5 0,6-5 1,-2-7 545,-5-4 0,7-9 0,0-2 0</inkml:trace>
  <inkml:trace contextRef="#ctx0" brushRef="#br0" timeOffset="1366">2288 365 8465,'12'10'693,"-1"-4"-92,1-4 0,0 4-1073,-1 0 0,-5 1 0,6-3 472,1 2 0,3 8 0,1-5 0</inkml:trace>
  <inkml:trace contextRef="#ctx0" brushRef="#br0" timeOffset="1733">2550 767 8459,'0'18'-1052,"6"-7"0,2-1 1962,1-2 1,-3-2 0,6-6-284,1 0 1,5 0-1,3-2 1,5-4-282,1-6 1,-4 2 0,4-1 0,-2-3-270,-3-1 0,-3-3 1,-1 1-1,-3-1-38,-3 1 0,1 5 0,-7 1 0,-2-3-227,-2-2 1,-2 5 0,-2 1 0,-6 2-119,-9 4 0,-1 2 1,-7 2-1,2 2 75,0 4 1,-7 4 0,7 9 0,0 3 204,-2 1 1,11 6 0,-3-6-1,3 1 205,4 1 1,3-4 0,7 6-1,1-1 102,5-5 0,6 4 1,11-3-1,6-5-186,4-3 1,2-5 0,2 3 0,2-6-265,2-4 1,1-4 0,-3-4-1,2-6-354,-2-3 0,-2-5 0,-4-1 1,-2-4-193,-2-2 1,-8 3 0,2-5 0,-3 0 714,-3 2 0,-7-14 0,-2 4 0</inkml:trace>
  <inkml:trace contextRef="#ctx0" brushRef="#br0" timeOffset="2383">3319 540 8424,'-12'10'-1453,"2"-2"2590,2-1 0,1 1 0,3 6-795,-2-3 0,-6 1 0,7 5 0,1 3-43,2 3 0,2-3 0,0 5 0,0 0-249,0 4 1,0-2-1,0 0 1,0-1 29,0-5 1,2-2 0,3-1-245,7-1 0,-2-7 0,1-4 0,3-4-102,2-2 1,1-8 0,1-4 0,1-5-27,4-6 0,-3 1 1,5-5-1,-2 0 15,0 0 1,1 0-1,-7-4 1,1 3 95,-1 3 1,-1 2 0,-3 5 352,-1 1-27,-8-1 1,3 11 0,-8 7 0,-5 11 169,-6 11 0,2-1 0,1 8 1,1 0-33,4-2 0,2 1 0,2-7 0,0 4-155,0 2 1,6-5 0,4-1-1,3-5-237,7-5 0,9-7 0,0 2 0,4-6-120,2-6 1,5-4-1,3-7 1,0-2-52,0-5 0,-9 3 0,-4-8 0,-1-2-129,-2-2 0,-2 0 0,-7 2 0,-3 2 33,-3-2 0,1-8 1,-7-2-1,0 0 163,2-1 0,-6 3 1,3-6-1,-1 0 227,2 1 0,-2 5 0,6-2 0,-2 4 254,-5 2 0,-1 6 1,-2 2 2303,0 2-1559,0 9 0,0 11-807,0 10 0,-5 5 0,-1 10 0,0 1 226,-2 2 1,4 10-1,-5 0 1,-1 8-28,0 4 1,4 1 0,-3 8 0,1 3-207,4 1 1,-4 2 0,2-4 0,2 3-272,3-3 1,1-4 0,0-3 0,1-5-319,5-1 0,-2-12 1,6-11-1,0-9-1035,-1-3 0,-5-4 0,4-10 507,0-6 1,-6-3 0,2-5 0,-8-3 917,-8-6 0,-5-4 0,-5-2 0,-3 0 0,-2 0 0,-10 0 0,-8 0 0</inkml:trace>
  <inkml:trace contextRef="#ctx0" brushRef="#br0" timeOffset="2516">3843 523 8554,'7'-10'576,"-3"2"0,8 8-150,1 0 0,-3 0 0,2 0 0,1 0-2,3 0 0,3 6 0,3 0 1,3-2-537,2-2 0,-4-2 1,6 0-1,2-2-865,2-4 0,-3 2 0,-1-6 1,4 1 976,5-1 0,-1-2 0,6-5 0</inkml:trace>
  <inkml:trace contextRef="#ctx0" brushRef="#br0" timeOffset="2883">4716 558 8392,'11'0'1855,"1"0"1,-8-8-1214,2-4 1,-4 2 0,-4-1-718,-4-3 0,-4 5 1,-7-1-1,-3 2-67,-3 4 1,-2 0-1,-6 0 1,2-1-97,-2 1 1,5 4 0,1 4 0,2 3 62,0 3 0,1-4 1,9 6-1,3 1 478,2 3 0,2 1 0,6 3 0,0 1 58,0 2 0,10 6 1,6-4-1,7 1-10,4-1 1,2 4-1,4-4 1,-2 0-103,-2 1 0,-7 3 0,1-4 0,-4 0-10,-1 0 1,-9-1 0,-3-7-181,-4 1 0,-11-3 0,-7-3 1,-7-6-370,-4-4 0,3-2 0,-5 0 0,0 0-549,2 0 1,-4-2 0,8-2 0,1-2-422,3 2 0,1-4 1,1 3 1279,-1 1 0,1-6 0,0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50.57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420 105 8699,'-2'-9'1139,"-4"3"0,-3 14 0,-11 9 0,-1 12-781,-2 10 0,-8 8 1,0 11-1,-6 6-247,-4 4 0,0 2 0,8-2 0,2-4-204,2-6 0,8-12 1,-1-7-319,9-8 0,5-15 232,8-16 0,2-8 0,4-10 0,5-1-282,5-4 0,-1-4 0,-1-8 0,-2 0-38,1 0 1,-3-2 0,2-2-1,1-4 86,3-1 1,1 3 0,1-5-1,1-3 267,4-1 0,-1 3 0,5 2 0,-2 3 375,-4 3 0,-1 8 0,-3 6 112,1 5 1,-7 7 0,-1 15-1,-2 3 49,-4 7 0,3 11 1,-1 8-1,-2 6 122,-2 4 1,4 7 0,0-1-1,0 3-61,1 3 0,-3-1 0,6 1 0,0-1-233,-1 0 0,-3-1 0,4-5 0,0-5-336,-1-4 0,-5-8 1,2-2-1,-2-3-1805,2-9 1200,-4-5 1,5-18 0,-7-4-1,-2-5-19,-3-6 1,-5 1 0,-9-7 0,-5 0 741,-5 2 0,-4-6 0,-2 6 0</inkml:trace>
  <inkml:trace contextRef="#ctx0" brushRef="#br0" timeOffset="150">53 542 8364,'-5'12'24,"-1"-1"1,0-5-1,4 6 599,-4 1 0,4-3-208,-4 2 0,12-8 0,6 1 1,5-1 128,7 2 1,3-4 0,10 4 0,3-6-423,7-6 1,5 2 0,5-8 0,1-1-612,-2-3 1,6-1 0,0-1 0,2 1-2075,0 0 2563,-7-1 0,11 1 0,-6-1 0</inkml:trace>
  <inkml:trace contextRef="#ctx0" brushRef="#br0" timeOffset="651">996 123 7941,'0'-18'983,"0"7"-74,0-1 1,0 10-1,0 2-414,0 10 0,-5 13 1,-1 6-1,2 6-126,2 6 1,-4 4-1,0 7 1,2 0-24,3 1 0,-5-1 1,0 1-1,2-1-221,2 0 1,2-7 0,0-6 0,0-8-759,0-8 388,0-4 1,2-11 0,2-8 0,4-9-134,1-7 1,-5-9 0,4-4 0,-2-6-264,0-6 0,-1 4 1,-5-6-1,0 3 215,0-1 1,2 0 0,2 4 0,4-1 281,2-3 0,-4 0 0,5 6 0,3 2 193,1 4 1,3-2-1,1 10 1,3 3 191,1 5 0,8 9 0,-2-2 1,6 6 34,6 6 0,-4 3 1,5 11-1,-1 3-6,0 6 1,-1 10-1,-7 2 1,-3-1-46,-7 3 1,-12 2 0,-5 7 0,-6 1-146,-6-1 0,-13-2 1,-14-1-1,-10-2-139,-7 1 1,-1-5 0,-11-4 0,0-6-203,0-4 0,-2-10 1,-4 0-1,4-7-557,6-4 0,6-2 1,7-6 817,10 0 0,8 0 0,9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57.82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0 6475,'18'0'0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1:58.89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786 33 8290,'10'-7'479,"0"5"1,-6-6 997,1 0-908,1 6 1,-6-4-118,0 12 0,0 12 0,-4 13 1,-5 9-37,-9 13 1,-13 15 0,-4 17-1,13-36 1,-2 1-251,-4 7 0,-1 3 0,-5 8 0,-1 3 0,-6 8 0,0 1 0,-1 4 0,1-1-132,0 0 1,0-1 0,3-5 0,0-2-1,6-6 1,0-3 0,4-6 0,0-3-20,3-8 1,2-3 0,-10 18-1,15-23 1,10-14-364,6-8 1,4-9 0,4-4-1062,6-4 1,3-10 0,5-4 1408,3-3 0,4-10 0,8-3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2:02.21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419 175 9794,'16'-7'1568,"-3"-3"-938,-1 0 0,-6-5-327,6 3 1,-9 2 0,5-1-42,0-3 1,-6 5 0,4-3-102,-4-2 0,-4 5 1,-4-1-1,-6 2-636,-3 4 0,-3-4 0,-1 3 0,-4 1-116,-7 2 1,3 4 0,-2 2 0,-2 5 429,-2 7 0,0-3 1,2 13-1,4-3 113,2 0 0,1 8 0,7-2 0,1 4 91,5 2 0,5 0 1,12 0-1,5-2-139,5-4 0,9 0 0,6-11 1,8-8 42,8-7 1,1-3 0,1-1 0,-5-7 53,-1-10 0,-2-1 0,-8-10 0,-4-2 42,-6-2 0,0-2 1,-5 0-1,-8 0-170,-7 0 1,-5 2-1,-5 2 1,-11 4-303,-9 2 0,-6 3 1,-4 11-1,-4 5-713,-5 4 1142,-5 2 0,-1 8 0,0 1 0</inkml:trace>
  <inkml:trace contextRef="#ctx0" brushRef="#br0" timeOffset="432">419 542 8254,'0'-17'1335,"0"-1"1,0 1-787,0-1 0,-2 9-433,-3 3 1,-5 4-1,-8 2 1,-1 0-387,-4 0 1,1 8 0,-7 3 0,-2 5 293,-2 1 0,-2 3 1,0 1-1,2 4-14,4 2 0,2 3 0,8 3 1,-1-2 26,5-2 1,9-2 0,0 4 0,4-4-7,2-2 1,16-1 0,9-7-1,10-1-15,6-5 1,7-3 0,-1-10 0,1-4-9,-1-5 0,3-5 1,-7-3-1,-2-5-50,-6-5 0,-12-4 0,0-2 0,-5 0-86,-7 0 1,-3 6 0,-10 2 0,-4 0-116,-5 0 1,-13 7 0,-5 3 0,-4 9-177,-2 6 1,-5 2-1,-1 4 1,2 6 418,2 7 0,2 12 0,0-1 0</inkml:trace>
  <inkml:trace contextRef="#ctx0" brushRef="#br0" timeOffset="734">1048 53 8208,'-17'-8'954,"-1"7"0,10-7 0,8 8 0,10 0-608,6 0 1,9 0 0,4 0 0,4 0-248,2 0 1,0 0 0,0 0 0,-2 0-728,-4 0 1,2 0 0,-8 0 0,-2 0-1210,-1 0 0,-5-2 1837,-3-4 0,-4-4 0,-8-7 0</inkml:trace>
  <inkml:trace contextRef="#ctx0" brushRef="#br0" timeOffset="1098">1031 106 8208,'-18'0'457,"6"0"1,3 2 0,-1 1 257,0 3 0,1 2 0,-5-2-613,2 6 1,7 3 0,-5 2 0,2 1-101,4-1 0,2 1 0,2-1 0,0 1-206,0-1 1,0 1 0,2-1 128,4 1 1,-2-7 0,8-1 0,1 0 109,3-1 0,1 1 1,3 4-1,3-5-15,6-1 1,-2 6 0,4-3 0,4 3 1,4-2 0,2 9 0,-4-4 0,1 3 42,3-1 1,0 5 0,-8 1 0,-4 0 33,-6 0 1,-11 6 0,-6-2-1,-8 2 98,-10-1 0,-9 1 0,-20-6 0,-6 0 37,-3 0 0,-10-1 1,-4-9-1,-4-1-436,-2-3 0,8-7 0,4 0 1,5-8-496,7-7 0,5-13 0,14-5 0,9-4 698,11-2 0,12-7 0,5-3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2:05.07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105 403 8201,'0'-18'-656,"2"1"1,2-1 1723,1 1 1,1 5 1100,-6 0-2204,0 9 1,0-3 153,0 12 1,-2 3 0,-2 11 0,-3 1 249,-3 2 1,0 8 0,-3-2 0,1 6-22,-1 6 0,3-2 0,0 7 0,0 3-112,1 1 1,5 3-1,-2-1 1,4 1-38,2-1 1,0-2 0,2-5 0,4-8-178,5-6 0,5-12 0,1-1 0,1-10-93,-1-6 1,1-2 0,-1-2 0,1-4-183,-1-6 0,1-5 1,-1-5-1,1-3-16,-1-2 1,-5 4 0,-1-6 0,3-2-172,1-2 0,3 0 1,-1 2-1,1 1 74,-1-1 1,-5 4 0,-2 0-1,-1 4 192,1 7 81,-6-1 0,4 19 1,-8 2-1,0 13 228,0 8 1,-2 6 0,-2 8 0,-2 2 64,2-2 1,4-2 0,6-3-1,6-1-273,3-3 1,10-5 0,5-10 0,4-1-186,7-2 0,-2-9 0,6 1 0,-1-8-364,1-7 1,-6-11-1,1-3 1,-3 0-901,-2 0 1522,-8-6 0,-1 4 0,-9-8 0</inkml:trace>
  <inkml:trace contextRef="#ctx0" brushRef="#br0" timeOffset="433">996 857 7452,'0'-10'1783,"0"2"0,7 8 1,5 0-1472,3 0 0,5-2 1,3-2-1,4-1-210,0 1 0,6-4 0,-5 0 0,1-2-319,0-3 1,-8-3 0,2-1 0,-5-1-271,-6 1 1,1-2 0,-7-3 0,-4-1 206,-6 2 0,-13 3 0,-13 6 1,-3 7 211,-1 3 0,-3 2 1,-2 2-1,-2 5 448,2 11 0,2 7 0,4 10 1,4 0 3,6 0 1,9 6 0,5-1 0,1-1-255,4-2 1,16-2-1,7-2 1,8-4-176,10-6 1,0-5 0,8-7-1,-1-5-388,1-4 0,-6-2 1,2 0-1,-3-2-712,3-4 1,-6-3-1,2-9 1,-8 1 1144,-4-1 0,-1-7 0,-7-2 0</inkml:trace>
  <inkml:trace contextRef="#ctx0" brushRef="#br0" timeOffset="883">1764 892 6883,'12'-18'686,"-1"1"0,-7 5 0,4 0 143,0-1 1,-1-3 0,7 1 0,-4 1-538,-3 2 1,1 7 0,-4-7-230,2-2 0,0-1 1,-8-1-117,-4 5 0,-4-3 1,-9 8-1,-2 2-74,-3 3 0,-7 1 0,2 1 0,-2 5 153,2 6 1,-2 3 0,6 5 0,-1 3 67,1 6 0,4-2 0,7 3 1,5 1 99,1 2 1,2 1 0,8 1 0,4-2-129,5-3 1,11-5 0,3-8 0,4-1-19,8-5 0,-2-3 0,6-8 1,-5-2-54,-1-4 0,-2-5 1,-2-11-1,-3-3-218,-3-2 1,-2 0 0,-5-4-1,-3 2 69,-3-2 0,-4 5 0,-8 3 0,0 4-39,0 1 1,-2 9 0,-4 3 143,-6 4 0,-3 4 0,-3 4 0,1 7-3,-1 8 0,9 1 1,1 7-1,2 2-116,0 2 1,2-4 0,10 0 0,6 2-40,3 2 0,10-6 1,5-3-1,4-5-123,7-1 1,4-9 0,7-3-1,1-6-451,-1-6 1,-5-5 0,-1-11 780,3-1 0,-7-16 0,1 2 0</inkml:trace>
  <inkml:trace contextRef="#ctx0" brushRef="#br0" timeOffset="1182">2707 88 8118,'10'-17'0,"-4"-1"2350,-5 1 257,-1-1-2555,0 1 1,0 21 0,0 7 0,0 11 89,0 9 0,-1 0 0,-3 15 1,-4 5 216,-2 5 1,1 8 0,-5 12-1,2 5-35,-1 5 0,-1 1 0,2-2 0,5-1-276,-1-3 0,6-9 1,-4-4-1,6-16-409,6-15 1,2-9 0,5-13 0,-1-3-450,2-6 1,-5-6 0,1-6 0,0-8-487,-1-7 0,-5-6 1,2-10-1,-4-2 1296,-2-2 0,-8-15 0,-1 2 0</inkml:trace>
  <inkml:trace contextRef="#ctx0" brushRef="#br0" timeOffset="1500">3213 280 8118,'2'-33'0,"2"2"0,2 4 300,-2 2 0,4 2 1,0 5 251,1 1 1,-5 5-183,2 0 1,-4 16 0,-2 2 0,-2 10 112,-4 7 0,2 6 0,-7 12 0,-3 5 163,-2 5 1,-1 9 0,0 6 0,-1 6-115,1 3 0,5 7 0,2-4 1,1-1-434,-1 1 1,6-10-1,-2-8 1,6-6-610,6-7 0,4-5 1,5-22-1,-1-7-513,-3-3 1,-1-6 0,4-10 0,-5-7 92,-1-9 1,-2 1 0,-6-10 0,0-4-414,0-4 1,-8-4 1342,-3 3 0,-5-5 0,-1-7 0</inkml:trace>
  <inkml:trace contextRef="#ctx0" brushRef="#br0" timeOffset="1648">2899 560 8118,'10'2'1189,"-2"2"-595,-1 1 0,-3 1 0,8-6 0,1 0-193,3 0 0,3 0 0,5 0 0,5 0-644,4 0 0,8 0 0,3-2 0,3-2-1304,1-1 1,7-9 1546,-9 2 0,5-11 0,1-4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2:10.84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399 619 8228,'9'0'5330,"1"0"-4346,-4 0 0,-4-7-904,4-5 0,-6 4 1,-6 0-1,-6 3-186,-3-1 0,-5-6 0,-3 6 0,-6 2-47,-4 3 0,-4 8 0,-2 5 1,-2 5 136,3 7 0,3 3 0,4 8 0,4 2 83,1 3 1,11-1 0,11 6 0,8-2-44,7-5 1,20-7 0,10-5 0,10-5-483,7-6 1,-2-9 0,8-2-1,2-6-452,2-4 0,-8-9 0,-5-3 1,-9-9-544,-3-6 1,-2-2 1452,-6 0 0,-8-7 0,-2-3 0</inkml:trace>
  <inkml:trace contextRef="#ctx0" brushRef="#br0" timeOffset="285">958 130 8118,'27'-7'395,"-2"-3"1,-8-6 1991,1 5-1930,-8-5 1,-5 16-1,-8 0-133,-3 10 0,-8 13 0,2 6 0,-3 6 229,-3 6 1,7 4 0,-1 9 0,-1 4-113,-3 6 1,-1 6 0,-1 4 0,3 0-196,3-7 1,-2 1-1,9-9 1,1-3-442,2-2 1,2-11 0,0-8 0,2-10-1413,4-6 0,3-9 509,9-4 0,-9-6 1,-3-6-1,-4-5 245,-2-5 1,0-7 0,-2-3 852,-4-1 0,-3-10 0,-9-7 0</inkml:trace>
  <inkml:trace contextRef="#ctx0" brushRef="#br0" timeOffset="451">591 619 10653,'17'0'929,"3"0"0,1 0 0,6 0-837,6 0 1,0 0-1,14 0 1,3 0-562,6 0 0,-1 0 1,3 0-1,-4 0-2511,-1 0 2980,-1 0 0,8-7 0,2-3 0</inkml:trace>
  <inkml:trace contextRef="#ctx0" brushRef="#br0" timeOffset="818">1272 637 8815,'10'0'2199,"-3"2"1,-7 4-1632,0 5 1,0 13 0,0 3 0,0 2-113,0 0 0,2 2 0,2 6 0,2 0-191,-2-4 0,-2-4 1,-2 0-1,0-6 123,0-3 0,2-5-56,4-3 0,-3-6 0,7-14-649,-2-10 1,-2-1-1,-4-8 1,2 0-384,1-1 0,1-1 1,-4-6-1,2 2 134,2 4 1,6 2 0,-5 6-1,3-2-1,4 1 0,1 3 0,4 1 199,5 1 1,-5 7 0,4 4 0,-3 4-157,-3 2 1,7 0 0,1 0-1,2 2-222,4 4 1,-6-4-1,-1 4 746,-5-4 0,6-2 0,2 0 0</inkml:trace>
  <inkml:trace contextRef="#ctx0" brushRef="#br0" timeOffset="1117">1953 61 8118,'17'-10'389,"-5"-6"1380,0 5-1248,-1-5 0,-1 8 0,-4 8 1,-4 10-135,-2 6 1,-2 11 0,-2 6-1,-4 9-16,-1 9 1,-1-1 0,-4 14 0,3 4-140,-3 6 0,4 4 1,1 3-1,1-5-166,4-4 1,2-10-1,2-4 1,0-6-206,0-5 0,0-12 0,0-12-1598,0-3 1,2-11 903,4-3 1,2-12 0,3-7 0,-5-7 832,-4-3 0,6-16 0,1 2 0</inkml:trace>
  <inkml:trace contextRef="#ctx0" brushRef="#br0" timeOffset="1518">2372 532 8118,'18'-8'423,"-7"4"0,1-5 0,0-1 368,-3 0 1,1 1 0,-6-5 2338,2 2-2791,-1 1 1,-6 1-564,-5 4 0,-4 4 0,-7 2 0,-3 0 351,-3 0 0,3 8 1,-3 2-1,4 1-532,1 1 0,1-2 0,-1 3 0,1-1-130,-1 2 1,7-1 0,1 1 0,2-3 879,4 3 1,3 7-1,2 3 1,5-1 152,6 2 0,11 2 0,6 6 0,6-2-402,6-2 1,-2 0 0,5 6 0,1 0-95,0 0 0,-12-8 1,-2-3-1,-8-5 58,-7-1 1,-13-1 0,-5-1 32,-13-5 1,-10-3-1,-12-8 1,-4 0-209,-5 0 1,-3-2 0,2-2 0,7-2-634,3 2 0,2 1 0,2-1-3030,4-2 1027,4 0 2751,15 6 0,2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2:52:09.6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69 7721,'17'-10'-401,"-1"0"0,-3 6 1551,-1-1 0,-6-7-422,6 6 0,-9-2 709,3 3-1131,-4 3 1,-2-4-49,0 12 1,0 3-1,0 9 1,0 1 141,0 4 1,0 5 0,0 9 0,0 3 15,0 7 1,0 5 0,0 6 0,0 5-188,0-1 0,0 6 1,0-6-1,0-2-223,0-8 1,0-7 0,2-12-1,2-2-39,2-2 1,7-15-214,-1-3 0,2-9 1,-1-6-1,-1-4-114,1-1 0,-3-3 0,2-7 0,1-3-61,3-1 1,1-2-1,1 4 1,-1-5-145,1-1 1,5 4 0,2-6 0,0 0 240,1 1 0,-3-3 1,-6 8-1,3 0 248,3-2 0,-9 5 381,3-3 1,-7 11 33,-4 6 1,-14 26 0,-13 9 187,5 6 0,1 2 1,9-2-1,2 0-252,2 0 0,2-1 0,0-1 0,2-1-607,4-3 0,3-8 0,11 2 0,3-5-282,6-7 0,-2 3 1,2-8-1,2-4-636,2-6 0,-3-2 0,-3-10 1250,-2-3 0,-2-10 0,-5 2 0</inkml:trace>
  <inkml:trace contextRef="#ctx0" brushRef="#br0" timeOffset="467">857 435 8118,'11'6'2902,"1"0"-2107,-8 0 0,4-4 1,-10 4-736,-4 5 1,2-1 0,-6 2-22,2 1 1,1 3-1,3 1-242,-2 1 1,0-1-1,6 1-30,0-1 0,8-7 1,4-4-1,3-2 18,3 1 0,-1-3 0,0 4 1,1-6-72,-1-6 0,7 2 1,-1-5-1,-2-1 136,-1 0 0,-5-1 0,-1-5 1,-3 3 568,3 1 1,-6 6 153,-2-6-14,-4 9 1,-2 8 0,0 15-82,0 5 0,0 0 0,0 8 0,0 6 80,0 4 0,5 5 1,1 8-1,0 5-132,2 1 1,-6-4 0,4 4-1,-5 0-109,-1 0 1,-3-5 0,-7 1 0,-8-6-170,-1-5 1,-8 1 0,-2-7 0,-4-4-346,-2-6 0,-8-8 0,-3-9 0,-7-5-758,-5-1 1,4-10 0,-5-9-1,7-7-153,5-5 1,-1-10-1,9-10 1,6-1-267,8-5 0,13-7 1374,6-2 0,20-8 0,5 3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3:12.95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0 400 15475,'20'0'1806,"1"0"0,4 0-1537,3 0 1,-5 0 0,6 0 0,4 0-637,6 0 1,0 0 0,5-2-1,1-2-2237,-1-1 1,1-9 2603,2 2 0,3-3 0,-5-3 0</inkml:trace>
  <inkml:trace contextRef="#ctx0" brushRef="#br0" timeOffset="516">1293 191 7962,'11'0'819,"1"0"1,-6 0-83,5 0 0,-7 2 0,2 3 0,-4 9-203,-2 7 0,0 7 0,0 8 0,0 7-282,0 9 0,0 7 0,0 9 0,0 0-297,0 3 1,0-5 0,0-7 0,0-7-382,0-6 0,2-5 1,2-12-1,4-7-770,1-9 0,-5-7 0,2-12 178,-4-5 1,-2-15 0,0-7 1017,0-5 0,-15-19 0,-5 3 0</inkml:trace>
  <inkml:trace contextRef="#ctx0" brushRef="#br0" timeOffset="817">1153 243 7962,'10'-8'637,"3"-1"1,-7-9 286,-2 1 1,6-1-1,-1 1 1,5-1-278,3 1 0,-1-1 1,15 1-1,8-1-308,11 1 0,5-1 0,11 3 0,3 3-389,5 7 1,4 5-1,-6 7 1,-3 11-470,-6 9 0,-9 8 0,-9 6 1,-11 7 111,-8 8 1,-15 1 0,-9 7 0,-11 4 386,-15 5 0,-16 3 0,-11 7 0,23-40 1,-2-2 137,-32 37 0,-2-5 0,-6-5 0,0-4 192,0-6 0,2-11 0,4-8 0,4-10-286,0-12 1,11-7-1,1-12 1,9-6-665,12-9 1,13-10-1,8-12 1,5-4-523,1-1 1,15 3 0,8-4 1161,8 3 0,12-7 0,2 4 0</inkml:trace>
  <inkml:trace contextRef="#ctx0" brushRef="#br0" timeOffset="1200">2445 715 8046,'-11'0'4648,"-1"0"-4121,8 0 0,-2 0 0,12 0-392,6 0 0,3-2 0,5-4 1,1-4-233,2 0 0,7-5 0,-7 3 1,-2-3-468,-1-3 1,-3 1 0,-1-1 232,-5 1 1,-3-1 0,-10 3 0,-6 3 226,-9 6 0,-8 4 0,-10 4 1,0 4 287,0 6 0,0 11 0,0 6 1,0 6 101,0 6 1,8 4 0,6 5 0,7-1-144,8-3 0,4-7 0,6 0 0,8-6-243,11-4 1,8-16 0,6-1 0,2-8-226,1-4 1,7-2 0,-6-4-1,-2-7-1321,-3-9 0,-3 1 1646,-3-8 0,3-8 0,-6-8 0</inkml:trace>
  <inkml:trace contextRef="#ctx0" brushRef="#br0" timeOffset="1566">3336 557 7974,'-8'-17'0,"6"-1"0,-5 1 0,1 0 1029,0-1 1,-2 6 0,4 1-1,-3-1-56,-3 2 0,4-3 1,-6 5-1307,-1-2 0,-3 7 0,-3-3 0,-2 4-216,-3 2 0,-1 8 0,4 3 1,-5 5 296,-1 1 0,6 6 1,-2 3-1,5-1 158,7 0 1,-3 4 0,8-4-1,4 1 500,6-1 0,6 0 0,7-4 1,3 3-75,3-3 1,4-7-1,8-3 1,0 3-310,0 1 1,-2 3 0,-2-1-1,-6 1-155,-5-1 1,1 1 0,-11-1 0,-1 1 80,-3-1 1,-12 3 0,-7-1 0,-9 0 82,-7-3 1,-6-4-1,-3-1 1,-5-5-265,-2-4 1,4-4-1,-1-4 1,5-5-436,10-5 1,7-7-1,9-2 1,5-1-601,4 1 1,4-4 1266,4 6 0,3-1 0,9 7 0</inkml:trace>
  <inkml:trace contextRef="#ctx0" brushRef="#br0" timeOffset="1915">3895 680 8097,'0'-18'327,"0"1"1,-2 1 0,-2 3 628,-2 1 0,0 6 0,6-5-445,0-3 1,-2 6 0,-3 2-477,-7 4 1,-4 2 0,-3 2 0,-2 4-42,-3 6 1,-7 3 0,2 5 0,-4 3-1,-2 6 0,0 4 1,2 2-1,4 0 89,6 0 0,6 0 0,5-2 1,6-2 41,4-2 1,12-8-1,9 1 1,12-7-213,8-3 1,10-8 0,-3 2 0,5-5-268,1-1 0,1 0 0,-3-1 1,-3-3-464,-7-2 1,-11-8 0,-5 3 0,-5-5 816,-1-1 0,-1-9 0,0-1 0</inkml:trace>
  <inkml:trace contextRef="#ctx0" brushRef="#br0" timeOffset="2265">4279 662 7974,'12'0'2730,"-1"0"-2083,-7 0 0,4 2 1,-10 2-1,-2 4-431,-2 1 0,-5 9 0,3 5 0,0 1-41,0 1 1,-3-4 0,3 8-1,0 2 39,1 2 1,1-4 0,6-1-1,0-1 50,0 0 1,0-6 8,0 2 0,2-11 0,3-6-265,7-4 1,-4-4-1,0-6 1,-3-7-351,1-7 1,6-9 0,-6 2 0,0-2-153,1 2 0,-3-4 1,6 6-1,0 0-178,-1 3 1,3-1 0,5 2 0,1 2 324,-1 1 0,1 3 0,1 1 1,3 3 338,1 1 1,8 6 0,-4-4 0,2 3-366,0 3 1,0 2-1,6 2 1,0-2-1600,0-4 1972,-8 4 0,6-13 0,-6 5 0</inkml:trace>
  <inkml:trace contextRef="#ctx0" brushRef="#br0" timeOffset="2532">4925 767 7974,'12'0'228,"-2"-2"700,-3-4 1,1 4 8,-2-4 1,-6 6-591,0 6 1,-2 6 0,-10 9 0,-1 5-185,-3 1 1,5 2 0,1 4-1,0-2-332,1-2 0,5-2 0,-2 2 1,4-6-815,2-3 1,0-8-91,0-1 0,8-15 0,1-3 0,3-15 1073,0-13 0,-8-7 0,3-11 0</inkml:trace>
  <inkml:trace contextRef="#ctx0" brushRef="#br0" timeOffset="2648">4908 383 7974,'17'-8'1111,"-5"0"1,-2-5 5049,-3 1-4848,-1 8 1,-4-4-7511,4 8 6197,-4 0 0,6 0 0,-8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3:23.25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488 750 11125,'9'-2'1086,"-3"-4"-985,-4-6 0,0 2 1,2-1-1,2-3-71,-2-1 0,-2-3 0,-2 1 0,-2 1-106,-4 5 0,-4-5 0,-7 4 0,-3-1 1,-3 1 1,2-1 0,-11 7-1,-2 2 33,-5 2 1,-8 10 0,4 5 0,1 9 149,-1 7 1,2 6-1,8 3 1,4 5 106,6 2 1,11-6-1,7 1 1,5-3-30,5-2 1,13-2-1,13-6 1,6-9-140,3-10 1,9-7-1,-2-1 1,1-1-143,-1-5 1,-5-4 0,-7-7 0,0-3-106,0-3 1,-2-4 0,-6-6 0,-7 2-72,-7 2 1,-9 1 0,2-3 0,-4 4 251,-2 2 1,-2 2 0,-4 7-18,-6 5 1,3 3 0,-3 10 0,-1 4 47,-3 5 1,-1 7-1,-1 5 1,3 6 20,3 4 1,4 0-1,8-2 1,0-2-44,0 2 0,8-4 0,6 1 0,7-3-274,8-4 0,10-3 0,3-7 0,3-5-462,4-4 0,-5-2 1,1-2-1,0-6 746,-1-9 0,3-8 0,5-10 0</inkml:trace>
  <inkml:trace contextRef="#ctx0" brushRef="#br0" timeOffset="333">1431 784 7974,'9'-17'0,"-3"0"999,-4-1 0,0 6 0,2 1-703,2-3 0,2 4 1,-5-1-440,3-3 1,0 5 96,-6-3 1,-14 8-1,-5-2 1,-6 4 12,-6 2 0,-2 8 0,-4 4 0,-2 3 352,-2 3 0,1 7 1,5 4-1,2 4 2,4 2 1,-1 0 0,13-2 0,7-2-166,6-2 1,8-6 0,8 4 0,13-1-475,12-5 0,8-7 0,7-5 1,0-1-281,1-4 0,-1-4 1,1-4-1,-3-4-309,-3-1 0,-7-3 1,-9-6-1,-3 1 295,-3 0 0,-4-1 612,-9 1 0,3-9 0,-5-1 0</inkml:trace>
  <inkml:trace contextRef="#ctx0" brushRef="#br0" timeOffset="835">2077 802 7974,'11'0'686,"1"0"-45,-8 0 0,6-6-257,-4 0 0,-5-1-289,5 1 1,-6 2 53,-6-8 0,-3 8 1,-9-3-1,1 1 6,-1 0 1,-5 0 0,-2 6 0,-2 0 81,-4 0 1,3 8 0,1 3-1,2 5-44,4 1 0,1 9 0,5 1 0,3 2-93,6 0 0,4-6 1,4 5-1,4-1-299,6 0 0,11-12 0,6 1 1,4-6-206,2-7 0,2-1 1,2-2-1,2-2 105,-3-3 0,-3-11 0,-4-9 0,-4 0 140,-1-1 1,-3-3-1,-6 6 1,-1 2 152,-4 1 0,-5 9 233,-7-1 1,-2 10-1,-3 4 1,-7 14 0,-5 9 1,-5 10-1,-1 2 112,2 3 0,1 13 1,3 11-1,-1 4-117,1 2 0,-1 9 1,1 6-1,-1 7-383,1-1 0,1-12 0,5-9 0,5-13-357,4-15 1,2-9-89,0-15 0,2-11 0,2-7 0,4-9-184,1-7 1,-3-3-1,4-3 789,-2-1 0,5-16 0,-3 3 0</inkml:trace>
  <inkml:trace contextRef="#ctx0" brushRef="#br0" timeOffset="1433">2601 872 8018,'0'-18'106,"0"1"1,0 5 103,0 1 1,-2 7 0,-4-2 166,-6 4 1,3 4-1,-3 6 1,-2 7-178,-1 6 1,5 11 0,4-3 0,4 2-39,2-2 0,0 4 0,2-6 0,4 2-108,6 0 0,5-7 0,7 1 0,5-6-158,4-5 1,4 1 0,1-7 0,5-4-33,2-6 1,-5-5 0,5-11-1,-4-3 24,-8-6 0,0-4 0,-10-2 0,-2 0-172,-1 0 1,-9 0-1,-1 0 1,-2 0 259,-4 0 1,-4 8-1,-4 4 1,-4 5 124,-2 7 1,5 3-115,-7 8 0,8 2 1,-2 4-1,6 5 31,6 5 0,4 7 0,9 1 0,3-3-190,1-2 1,8 5 0,-2-1 0,4-4-38,2-5 0,0-1 1,0-7-1,-2-2 18,-4-2 0,4-2 1,-6-2-1,0-4 79,-4-5 0,-3-5 0,-3-1 0,1-1 275,-1 1 1,-5-1 0,-2 1 0,-3-1 221,-3 1 0,-2 5 0,0 3 409,4 1-625,-4-6 1,6 14-1,-8 0 1,0 10 94,0 5 0,2 3 1,2-1-1,3 1-103,3-1 1,-4 1 0,7 1 0,5 1-361,3-3 0,4 4 0,-1-11 0,5 0-140,4-4 1,2-4-1,0-2 1,-2 0-284,-4 0 1,2-2 0,-8-4 0,-2-6 621,-1-3 0,-3-3 0,1 1 0</inkml:trace>
  <inkml:trace contextRef="#ctx0" brushRef="#br0" timeOffset="1702">3666 313 8857,'12'0'1457,"-1"0"0,-5 0-1837,6 0 1,-2-2-1,3-2-2346,-1-2 2726,-8 0 0,11 6 0,-5 0 0</inkml:trace>
  <inkml:trace contextRef="#ctx0" brushRef="#br0" timeOffset="2101">4347 680 7974,'10'-8'116,"3"4"0,-5-8 512,2-1 1,-6 3-1,2-2-215,-4-1 1,-2 3 0,-2 0-248,-4 3 0,2 1 0,-8 6 1,-1 0-39,-3 0 1,-1 0-1,-1 2 1,1 4-42,-1 5 1,7 5-1,-1 3 1,0 3-21,3 1 0,1 6 0,8-4 0,2 0 47,4 1 0,3 5 1,9-4-1,1 2-75,5 0 0,3-8 0,6 3 0,-2-5 21,-2-1 0,-8-3 0,2-1 65,-3-3 1,-10-5 9,-5 6 1,-18-8 0,-10 3 0,-9-1-112,-2 0 0,-1 0 0,0-4 1,2 2-196,4 2 1,1-1 0,7-5 0,-2 0-821,1 0 1,5-2-1,3-1 991,3-3 0,7-16 0,-4 3 0</inkml:trace>
  <inkml:trace contextRef="#ctx0" brushRef="#br0" timeOffset="2952">4889 627 8270,'0'-9'2919,"0"3"0,0 14-2489,0 9 1,5 4 0,1 12-1,0 6-277,2 4 0,-6-4 1,4 3-1,-3-1-160,3 0 0,-4-2 1,4-8-699,-4-2 0,4-8-348,0 2 1,-1-13-1,-5-10-391,0-10 1,6 1-1,0-3 1444,-2-2 0,6-1 0,-1-3 0</inkml:trace>
  <inkml:trace contextRef="#ctx0" brushRef="#br0" timeOffset="3152">4958 400 7974,'-7'-25'105,"-1"6"1,-6-3 0,5 7 2578,1 3-770,2 0-1650,6 3 1,8 1-792,3 8 1,3 2 0,0 2-1696,-3 2 2222,-7-1 0,12 3 0,-7 2 0</inkml:trace>
  <inkml:trace contextRef="#ctx0" brushRef="#br0" timeOffset="3452">5465 86 7974,'0'-18'589,"6"1"1,0-1 930,-3 1 1,1 7-1302,2 5 1,-4 5 0,4 5-1,-4 9-189,-2 7 1,0 14-1,-2 12 1,-2 5-66,-2 6 0,-7 6 0,1 12 0,-4 4-91,-1-1 1,1 5 0,3-7-1,3-1 128,2-4 1,3 0 0,5-18-1,0-8-65,0-9 1,2-15-1,3-5 1,7-9-326,3-6 1,1-4-1,-2-4 1,-3-6-336,3-3 0,-1-8 0,-1-3 1,-6-1-1226,-4-4 1948,-2-2 0,0-10 0,0-1 0</inkml:trace>
  <inkml:trace contextRef="#ctx0" brushRef="#br0" timeOffset="3619">5168 645 7926,'-10'11'2802,"6"-1"-2172,8-2 0,8-2 0,9-6 0,5 0-64,1 0 1,8 0 0,7 0 0,3-2-435,3-4 0,3-2 0,-1-5 0,-1 1-514,-3-2 1,-9-1-1,0-1 1,-6 3-657,0 1 1,-11 8 1037,-3-2 0,-3-3 0,3-1 0</inkml:trace>
  <inkml:trace contextRef="#ctx0" brushRef="#br0" timeOffset="3885">5971 627 7974,'10'0'5000,"-2"2"-4646,-8 4 1,-2 0 0,-2 11 0,-4 9-579,-1 5 0,5 4 0,-4 1 1,2 3-174,0 2 1,0 6 0,6-7-1,0-3-434,0-6 1,0-6 0,2-9 185,4-4 1,4-5 0,5-9 0,-1-5 644,-2-11 0,-3-1 0,3-10 0,4-8 0,-7-8 0</inkml:trace>
  <inkml:trace contextRef="#ctx0" brushRef="#br0" timeOffset="4033">6059 435 7974,'0'-11'5181,"0"-1"-5265,0 0-3071,0-5 3155,0 7 0,7 2 0,3 8 0</inkml:trace>
  <inkml:trace contextRef="#ctx0" brushRef="#br0" timeOffset="4536">6635 697 7974,'10'0'2714,"-3"-2"-2411,-7-4 0,0 2-234,0-7 0,2 7 84,4-2 0,-6-2-272,0 3 1,-8 1 0,-9 10 0,0 5 191,-1 5 1,-5 3-1,-1 4 1,3 8 126,2 8 1,3 0-1,3 8 1,3-1-92,2-1 1,6-1 0,12-7 0,11 0-46,10-4 1,2-11 0,14-5 0,-1-9-256,-1-6 0,4-6 0,-7-6 0,-1-9-94,-4-7 1,-6-5 0,-14-7 0,-1-3 272,-4 2 1,-5-4-1,-9 3 1,-5 1 130,-11 2 1,-7 8-1,-12 2 1,-4 3 85,-5 9 1,1-1 0,1 10 0,-1 5-91,0 4 1,6 9-1,1 9 1,7 5-165,7 1 0,7 8 0,5 5 0,6-1-17,4-2 0,10-8 0,6-2 0,7-3-165,8-9 0,10 1 0,4-10 0,1-3-208,5-1 1,1-4 0,3-3 0,-3-7-239,-3-4 1,-5-1 0,-9-2-1,-2-3 677,-1-1 0,-3-8 0,2 4 0,-6 0 0,-3-6 0,-3 5 0</inkml:trace>
  <inkml:trace contextRef="#ctx0" brushRef="#br0" timeOffset="4901">7176 680 7974,'0'11'1058,"0"1"1,0-6 0,0 5-464,0 3 1,0 2-1,0 1 1,0 0-381,0 1 0,0 1 0,0 3 0,0 3-146,0 2 1,0-6 0,0 5 0,2-3-185,4 0 1,-2-5 0,8-7 0,1 1-191,3-2 0,3-3 1,3-7-1,3 0 17,2 0 1,-4-7 0,6-5-1,0-4 145,-1-1 1,5-6 0,-4-2 0,2-1 103,-2 1 1,-4-4 0,-7 6-1,-1 1 157,0 3 0,-1 1 0,-4 1 193,-7 0-107,-3 7 0,-2 10 1,-2 13-1,-1 7 21,-3 3 0,0 2 0,8-3 1,4 1-67,5-2 0,13-1 1,7-3-1,6 1-313,3-1 0,15 1 0,-1-3 0,6-3-491,6-6 0,10-5 0,3-1 0,3 0-1415,-1 0 2060,1-7 0,5-11 0,0-9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3:20.8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333 846 7735,'9'8'2359,"-1"-6"0,-6 6-1765,4-8 0,2-2 0,5-4-505,-1-6 1,-6 2 0,3-1 0,-1-5-85,-4-5 1,-2 2 0,-2-5 0,0 5-520,0 1 0,-10 1 1,-5 1 123,-7 5 1,-7 3-1,4 8 1,-2 2 263,-4 4 0,-2 5 1,-4 13-1,0 5 201,2 4 1,-2 4-1,12 1 1,2 5 118,3 2 0,7-12 0,13 0 1,2-6 115,4-6 0,11-9 0,14-6 1,8-6-319,7-6 1,5-10-1,1-9 1,1-4-54,-1-8 1,-1 2-1,-5-6 1,-3 3-301,-1-3 0,-5 4 0,2-6 1,-8 3-50,-8-1 0,-3-6 0,-5 7 0,-1-1 241,-2-2 0,-8 6 0,1-4 0,-3 5 153,-2 1 1,0 8-1,-2 3 104,-3 5 1,1 9 0,-8 4 0,0 6 25,3 6 0,-13 12 1,5 11-1,-5 6-16,-3 5 0,6 5 1,-4 9-1,3 3 37,3 1 0,-1 2 0,3-4 0,1 6-89,2 6 0,9-10 0,-1 5 0,8-11-93,7-5 1,13-14 0,5 0 0,6-8-247,5-10 1,-3-5-1,4-10 1,-4-2-491,-2-4 1,-2-5-1,-4-13 783,-6-5 0,-3-12 0,-3-3 0</inkml:trace>
  <inkml:trace contextRef="#ctx0" brushRef="#br0" timeOffset="483">1188 829 7974,'10'-12'187,"-2"0"143,0-1 1,-5-3 0,9-1 553,2-1 1,-5 1-623,3-1 1,-8 7-368,2-1 1,-4 6-1,-4-3 126,-4 1 0,-4 2 0,-9 6 0,-3 2-106,-1 4 1,-8-2 0,2 7 0,-2 5-35,2 5 1,-4 0 0,4 7 0,-2-1 99,2 0 1,3-4-1,9 4 1,1 1 29,5-1 1,3-4 0,8 4 0,2-4 7,4-7 0,11 0 0,12-11 1,4-1-40,2-2 0,0-2 1,-2-2-1,-2-4-11,-2-5 0,0-7 0,4-3 0,-3-4 21,-7-2 0,-4-1 0,-1-3 0,-3 4 241,-3 2 1,-2 2 0,-7 5 0,3 1 211,-2-1 0,-4 9 0,-6 3-312,-5 4 1,1 4-1,-2 4 1,1 7-225,1 9 0,-4 3 0,9 6 0,1-2 106,2 2 0,9 0 1,5 0-1,6-4-204,5-2 1,4-1 0,10-7-1,4-1-504,5-5 0,3-3 695,-3-8 0,13-8 0,-5-1 0</inkml:trace>
  <inkml:trace contextRef="#ctx0" brushRef="#br0" timeOffset="1183">2219 78 7974,'0'-18'140,"2"7"1,2-1 1373,1-2-920,1-1 1,-6 7 0,0 8 0,-2 14-261,-4 13 1,-3 6 0,-9 17 0,-1 8-49,-4 8 1,3 6-1,-3 12 1,3-1-208,3 6 1,0 6 0,8-43-1,0-1 1,-6 46-295,3-9 0,4-13 1,8-16-1,2-15-328,4-11 1,4-15 0,7-15-367,1-6 1,-3-9-1,-1-11 1,-5-6 9,-1-4 0,-2-2 1,-8-2 898,-4-4 0,-4-4 0,-7-7 0</inkml:trace>
  <inkml:trace contextRef="#ctx0" brushRef="#br0" timeOffset="1366">1712 636 7974,'-11'0'1532,"1"2"1106,2 4-2133,2-4 1,8 12-1,6-8 1,10-3 7,9-1 0,11-4 0,5-1 1,2-5-635,3-2 1,3 0 0,3-3 0,2 1-560,3-1 0,1-1 0,-4 0 0,0 3-1259,-5-3 1939,1 6 0,-7-7 0,7 5 0</inkml:trace>
  <inkml:trace contextRef="#ctx0" brushRef="#br0" timeOffset="1816">2795 864 7974,'10'-8'257,"3"-2"1,-5-7-1,0-1 358,0 1 1,-1 1-1,-3 3 1,2 1-237,-2-2 0,0 1 0,0-1 0,2 3-395,-3-3 1,-3 4 0,-5 1 0,-9 1-185,-7 4 1,-1-4 0,-7 2 0,-2 2 80,-2 2 0,-2 10 1,0 4-1,0 5-35,0 7 1,1 1 0,-1 6 0,2-2 254,4 2 1,3 4 0,11 4 0,3 2 62,6-3 0,4-7 1,4-3-1,6-3-80,10-4 0,9-9 0,12-6 0,3-4-45,3-2 0,-1-8 0,5-4 1,-2-5-52,1-7 1,-5 3-1,-4-6 1,-8 0 49,-8 0 0,-4-1 1,-3-1-1,-5 6 279,-5 4 0,-4 1-122,-2 1 0,-8 7 0,-3 4 0,-5 6-260,-1 6 1,-1 4 0,3 9 0,1 2-131,3 3 1,7 7 0,-2-4 0,4 2 27,2 0 0,2-8 1,4 3-1,5-5-195,5-1 0,9-3 0,4-3 1,6-6-405,6-4 1,-2-2 0,5-2 765,-1-4 0,6-4 0,-5-7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3:19.4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381 734 7831,'10'0'2018,"-2"0"1,-8-2-1607,0-4 0,0 2 1,0-7-298,0-3 0,-2-2 0,-4 1-127,-6 3 0,-9 4 0,-4 8 0,-2 0-67,-5 0 0,-2 4 0,-5 6 0,-2 9-110,2 7 1,4 9 0,6 5 0,6 1 105,3 2 1,11-6-1,5 2 1,10-7 114,11-2 1,14-17 0,12-1-1,3-8 36,9-4 1,-9-8 0,7-6 0,-5-5-95,-3-4 1,-2-8-1,-10 2 1,-4-4-244,-6-2 1,-9 2 0,-5 2 0,-3 3-84,-8 3 1,-6 2 0,-11 5 0,-4 3 99,-6 3 0,-10 6 0,-2 12 0,0 6 26,-1 3 1,11 11 0,-2 3 0,3 4-138,3 2 1,12 7-1,-1 3 1,7 0 362,5-5 0,2-3 0,17-2 0,5 0 0</inkml:trace>
  <inkml:trace contextRef="#ctx0" brushRef="#br0" timeOffset="549">835 472 8529,'-7'-10'1870,"5"0"-1241,-4 5 1,6 3-1,6-4 1,7 4-242,8 2 1,7 2 0,7 2 0,1 2-396,5-3 1,2-1-1,5-2 1,-1-2-138,1-3 0,1-5 1,0-9-1,-7-3-212,-5-1 0,0-10 1,-14 0-1,-1-6-127,-3 0 1,-9-3-1,-4 1 1,-6 4 309,-6 6 0,-10 0 0,-9 10 0,0 5 186,-1 8 1,-5 6 0,2 4 0,-4 6-61,-2 9 1,-1 9-1,-3 11 1,-2 3 121,2 7 1,6 13 0,2 8 0,0 10 97,6 7 1,4 8-1,11-38 1,2 3 0,-1 4-1,1 2-81,-2 7 0,2 1 0,2 3 0,0 0 0,1 5 0,1 1 0,0-6 0,0-1-38,2-6 0,0-2 0,1-8 1,0-3-1,3 26 0,4-21 298,6-23 0,-3-15 0,3-11-306,2-5 0,-7-6 1,-1-6-105,-4-5 0,-2-13 0,0-7 0,0-6-303,0-3 0,-10-3 0,-5 4 0,-8-4 186,-5-1 0,1 3 1,-2-4-1,4 3 126,0 3 0,5 0 1,-1 0-1,7 1 174,8 5 1,6 0-1,8 9 1,10 1-116,9-2 0,14 11 1,5-3-1,7 3-22,5 4 0,0-5 0,8 5 0,2-1-735,-2-1 1,-2 0 0,0-5 746,-6-1 0,4-15 0,0-4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3:16.8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123 802 7974,'0'-12'-700,"0"1"703,0-3 0,0 4 1,-2-1-1,-2-3 808,-2-1 1,1 3 0,5 0 194,0-1-729,0-3 0,0 10 1,0 12-9,0 15 0,0 12 1,0 8-1,0 8-71,0 7 0,-8 12 1,-2 8-1,-2-3-221,1-1 1,1-2-1,-3 0 1,3-4-237,2-8 1,-4-4 0,7-19-168,1-8 1,2-9 0,2-12 201,0-12 1,0-10 0,2-7 0,2-8 49,1-8 1,3 0 0,-4-7 0,2-3 89,-2-1 0,4-8 0,-1-1 0,1 3 35,0 2 1,5 1 0,-1-1-1,6-4 133,5-6 0,2 4 1,8 2-1,0 3 73,4 3 1,2 3-1,-2 7 1,1 9-160,3 5 1,0 7 0,-6 9 0,-2 7-142,-4 3 1,-4 4 0,-9 5 0,-5 9 89,-5 5 1,-4 10-1,-2-2 1,-4 4 57,-7 2 0,-3 6 0,-15 0 0,-2-2 199,-2-2 1,-8-3-1,0-1 1,3-3-168,1-7 0,2 0 1,0-3-1,0-7-117,0-3 0,2-4 0,4-6 0,6-2-331,3-4 0,10-6 1,5-9-1,5-2-1647,5 1 2058,13 3 0,1-6 0,7-3 0</inkml:trace>
  <inkml:trace contextRef="#ctx0" brushRef="#br0" timeOffset="317">926 156 7974,'10'-26'0,"0"7"0,-6-4 0,2 3 249,-3 3 1,5-1 1481,-2 1-1383,8 7 1,-12 4 0,1 12-116,-6 6 0,-1 11 0,-8 8 1,-2 6-10,-1 4 1,-5 7-1,-1 1 1,-4 7-89,-2 8 0,0 4 0,-4 0 0,3-2-134,3-2 1,2-2 0,5 2 0,3-8-522,3-7 0,4-8 0,10-14 0,4-10-326,6-9 0,5-6 0,5-4 0,1-6-63,-2-9 1,-1-8 907,-3-10 0,8-8 0,3-2 0</inkml:trace>
  <inkml:trace contextRef="#ctx0" brushRef="#br0" timeOffset="499">577 487 7974,'0'10'1642,"8"-2"0,4-8 1,5 0-1053,6 0 1,6-2-1,12-4 1,8-5-686,7-5 1,0 4 0,6 1 0,-2-3-792,-3-1 0,-3 3 1,-3 0-1,-5-1 886,-5-3 0,-4-1 0,-2-1 0</inkml:trace>
  <inkml:trace contextRef="#ctx0" brushRef="#br0" timeOffset="750">1468 557 8071,'-6'-11'2589,"0"-1"0,-2 8-2349,3-2 0,1 6 0,-6 8 0,0 10-596,1 9 1,-1 6 0,-4 2 0,5 0-613,1 0 0,2-6 0,6-2 0,0-2-1521,0-4 2489,0-1 0,0-3 0,0 1 0</inkml:trace>
  <inkml:trace contextRef="#ctx0" brushRef="#br0" timeOffset="916">1573 278 7974,'-16'-18'1051,"4"1"1,-1 0-1,7-1 1,2 1 750,2-1-2114,2 8 1,2 3 0,4 7-1,6 2 312,3 3 0,10 13 0,3 9 0</inkml:trace>
  <inkml:trace contextRef="#ctx0" brushRef="#br0" timeOffset="1334">2149 610 8636,'0'-18'2760,"0"7"-2067,0-1 0,0 0-536,0-5 0,0-1-313,0 1 1,-8 7 0,-3 4 0,-7 4-42,-5 2 0,1 8 0,-7 4 0,-2 5 234,-2 7 1,0 3 0,2 8 0,6 0 61,6 0 0,-1 0 0,14 1 0,3 3 118,1 2 0,11-8 0,11-10 0,13-5-102,11-7 0,7-3 0,1-8 0,1-4-357,-1-7 1,-2-3 0,-1-17 0,-6-4-32,-7-4 1,-1-3-1,-15 3 1,-7-4 51,-3-2 0,-6 7 0,-12-1 0,-11 8 216,-14 7 1,-4 7 0,-10 5 0,-1 7 83,-3 3 1,-1 5 0,2 7 0,3 10-373,6 5 1,4 10 0,6 7 0,8 3-94,11 4 1,8-5 0,4 3 0,4-1-240,8-1 0,9-10 0,20-12 625,6-3 0,3-11 0,3-1 0</inkml:trace>
  <inkml:trace contextRef="#ctx0" brushRef="#br0" timeOffset="1716">2725 540 9073,'-6'17'3760,"-1"3"-3623,-3 3 1,4-2 0,-4 7 0,1-1-528,-1 0 0,6 0 1,-2 2-1,4-6 24,2-3 1,0-3-1,2-1 1,6-5 143,10-5 1,1-6-1,10-6 1,2-5 117,2-5 1,-4-7-1,0-2 1,2 0 90,2-1 0,2-3 0,-2 4 1,-4 0 268,-5 0 1,-7 1 0,-3 9 0,-5 1 587,-1 3 0,-2 9-526,-6 2 0,-8 7 1,-1 13-1,-3 3-39,0 6 0,8 2 1,-1 0-1,5-2-355,5 2 1,5 0 0,11-1 0,7-7-561,7-4 0,13-7 0,4-2 0,11-5 636,4-7 0,11-13 0,2-12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3:29.1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280 330 7974,'0'-17'-142,"0"5"0,0 1 1301,0-3 1,0 4 386,0-1-1168,0 7 0,0 11 0,0 17 111,0 7 0,2 12 0,2 3 0,2 6-312,-2 7 0,3-3 0,-1 8 0,0 2-382,2 2 1,-4-6 0,5-6 0,1-7-127,0-8 1,-4-5 0,3-3-731,-1-4 1,0-11-1,-4-14 256,1-8 1,1-8 0,-6-11-1,0-4 805,0 0 0,-8-14 0,-1 4 0</inkml:trace>
  <inkml:trace contextRef="#ctx0" brushRef="#br0" timeOffset="316">1 453 9932,'0'-12'1444,"0"0"-915,0-1 0,5 3 0,5-2 0,4-1-243,5-3 0,12-1 0,4-1 0,10 1-316,5-1 1,6 3 0,5 1-1,5 5-133,0 1 0,-2 2 0,0 10 0,-6 6-360,-4 7 1,-11 6-1,-8 1 1,-12 5 209,-9 4 0,-9 2 1,-10-2-1,-9-2 313,-7-2 0,-8-2 0,-10 2 0,-2-4 122,2 0 0,-3-11 0,1 2 0,2-7 47,2-5 1,-4-2-1,3-2 1,3 0-227,4 0 0,11-2 1,1-2-1,7-3-338,4-3 0,3 4 0,6-4 0,5 3-316,6 3 0,11-4 0,4 2 0,3 2 711,-1 2 0,0 10 0,6 2 0,0 7 0</inkml:trace>
  <inkml:trace contextRef="#ctx0" brushRef="#br0" timeOffset="700">1031 383 8235,'-8'-10'1672,"4"-4"-444,-7 9 0,7 1-899,-2 10 0,4 9 1,2 10-1,0 2-137,0 4 0,6 2 1,2 2-1,-1 0 57,1 0 1,0 6 0,-4 0 0,4-2-114,1-3 1,-3-8-1,4-5 1,-2-4 109,-5-1 0,1-7-225,2 1 0,2-18 0,4-4 0,-5-11-228,1-6 1,-6 0 0,4-4-1,-4 2-64,-2-2 1,0-2 0,0-2 0,0 2-70,0 4 1,-2 3 0,-2 9 0,-2-2-214,2-5 1,2 11 0,4-5 199,4 3 0,4 5 0,7 0 0,3 2 79,3 5 1,-2 1 0,8 2 0,2 0-210,2 0 1,2 2 0,2 1 0,0 3 101,-2-2 0,4-2 1,-12-2 380,0 0 0,6 8 0,-6 2 0</inkml:trace>
  <inkml:trace contextRef="#ctx0" brushRef="#br0" timeOffset="1150">1817 540 13132,'0'-12'177,"0"1"0,-2 5 1,-4-4-358,-6 2 1,-3 2 0,-3 6 0,-1 2 53,-4 4 1,3 4-1,-3 9 1,4 3 130,1 1 1,3 8 0,3-2-1,6 4 162,4 2 1,12-6-1,7-2 1,11-1-95,5-5 0,7-4 0,3-5 1,0-6-109,-1-4 1,7-2-1,-4-2 1,-1-6 20,-3-9 0,-10-3 1,-4-9-1,-2-2-88,-3-2 1,-11-2 0,-5 0 0,-6 2 60,-6 4 1,-3-4-1,-11 4 1,-3-2 128,-6 2 1,-10 9 0,-4 11 0,1 1-122,-1 4 1,0 2-1,6 2 1,1 4-229,3 8 1,7 1-1,1 16 1,6 2-496,9 2 0,6-4 0,6 1 0,6-1 141,9-2 0,9-2 0,8-9 0,1-5 615,0-5 0,8 4 0,2-1 0</inkml:trace>
  <inkml:trace contextRef="#ctx0" brushRef="#br0" timeOffset="1633">2411 156 8100,'0'-18'0,"0"1"641,0-1 1,2 1 0,1-1 386,3 1 1,0-1-269,-6 1 0,2 7-698,4 4 1,-4 6 0,4 6 0,-4 8 169,-2 7 1,0 6 0,0 10 0,-2 4-80,-4 6 0,2 11 1,-6 6-1,1 4-132,-1 2 0,6-6 0,-2-2 0,4 0-99,2 0 0,0-10 1,2 3-1,4-7-285,6-11 1,3-8-1,3-13 1,-1-3-756,1-1 0,-1-10 1,0-4 389,1-14 1,-8-1-1,-5-8 1,-5 1 445,-5 1 0,-7-8 0,-11 4 0,-6-2 282,-4 0 0,-2-1 0,0-2 0,0 2 0,0 7 0,6-2 0,0 2 0,0 1-17,1 3 1,9 9-1,7 4 510,-1 4 0,7 2 105,6 0 1,10 2-1,11 2 1,4 2 37,2-2 1,2-2 0,6-2 0,0-2-438,0-4 0,0 2 0,0-5 0,0-1-410,0 0 0,2 0 0,2-3 0,1 3-645,-1 2 0,-2-3 0,0 3 0,2 0 856,1 0 0,1-5 0,-6 3 0</inkml:trace>
  <inkml:trace contextRef="#ctx0" brushRef="#br0" timeOffset="2050">3301 680 8249,'0'-18'417,"0"1"486,0-1 0,2 7 0,2-1-57,2-2 0,0 5-993,-6-3 1,-2 2 0,-4-1 0,-6 5-21,-3 4 1,-3 2 0,-1 0 0,-4 0 112,-6 0 0,-4 8 0,0 3 0,2 5 52,1 1 0,3 3 0,-4 3 0,4 6 321,2 4 1,4 2 0,9-2 0,6-2-81,4-2 0,10-6 0,5 5 0,11-3-278,11-4 0,7-9 0,11-6 0,-1-4-113,1-2 1,-7-2-1,-1-4 1,-5-6-4,-7-3 0,0-9 0,-9-1 0,-5-2-36,-5-4 0,-7 4 1,-7-2-1,-1-1 141,-5 3 0,-6-4 0,-13 8 0,-8 4-4,-6 5 1,-9 0 0,3 9 0,0 1-268,5 2 0,5 4 0,4 5 1,3 9-400,3 5 0,4 10 1,9-3-1,6 1-464,4 0 1184,2 0 0,16-2 0,3-2 0</inkml:trace>
  <inkml:trace contextRef="#ctx0" brushRef="#br0" timeOffset="2383">4070 627 8249,'9'-8'1632,"-1"5"1,-6-7-404,4 2 0,-4 0-815,4 2 1,-4 3-480,-2-9 1,-8 8 0,-4-2 0,-3 4-170,-3 2 1,-5 0-1,-2 2 1,-2 4 92,-4 6 0,-2 3 0,0 3 0,2 1 225,1 4 0,9 5 0,-2 5 0,5-2 139,7-2 1,3 0 0,12 4 0,7-2-156,13-2 0,7-8 0,6 3 0,3-7-484,7-5 1,5-5 0,5-7 0,1 0 4,-2 0 0,-7-1 1,-5-5-1,-1-8-1228,-4-7 1,-4 1 1638,-6-3 0,4-12 0,-6-2 0</inkml:trace>
  <inkml:trace contextRef="#ctx0" brushRef="#br0" timeOffset="2833">4803 784 8992,'6'-11'0,"2"1"43,2 2 0,-5-3 0,5 3 0,0-2 426,-1-3 0,3 3 0,6-2 601,-1-1 1,-5 3 0,-3-2-368,-1-1-588,6 5 1,-20-6-1,0 9 1,-8 1-238,-3 2 0,-8 2 0,-4 2 1,-4 2-62,-2 1 0,0 9 0,0-2 0,2 3 367,4 3 0,-2-1 0,7 2 0,3 3 16,2 1 0,9 6 0,4-4 0,8 3-59,10 3 1,3-4 0,18 0 0,6-2-381,4-3 0,3-3 1,7-4-1,-1-3-162,1-6 0,-9-4 0,-1-2 1,-4-2 46,-4-4 0,-6-9 0,-16-11 0,-3 1 154,-2 0 1,-4-6-1,-10 4 1,-8-2 163,-7-1 1,-6 9 0,-10-4 0,-2 4 58,-2 3 1,-7-1 0,3 13 0,1 2-370,3 2 0,4 10 0,4 3 1,4 7 34,6 5 1,11-1 0,6 7 0,4 2-164,2 2 0,10-6 0,7-4 1,10-3 473,6-3 0,10 0 0,2 1 0,7-1 0</inkml:trace>
  <inkml:trace contextRef="#ctx0" brushRef="#br0" timeOffset="3132">5676 225 8249,'0'-17'1367,"0"0"0,0-1-543,0 1 0,0 9-539,0 8 0,0 13 0,0 13 0,0 1 9,0 4 1,-5 4-1,-1 6 1,0 5-88,-2 5 1,4 1 0,-5 0 0,-1 1-167,0-1 0,6 4 1,-1-1-1,1-5-318,-2 1 0,4-9 0,-4-1 0,6-6-477,6-6 0,-2-6 1,7-9-1,3-4 754,2-3 0,9-1 0,2-6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3:34.5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228 355 8168,'17'-23'0,"-1"0"237,-5 1 1,3 3 0,-8 1-1,-2 1 778,-2-1 1,3 7 27,1-1 0,-2 10-718,-10 2 1,2 10-1,-7 13 1,-3 8-12,-1 8 0,-3 6 0,1 7 0,-1 0-149,1 1 1,5 5 0,1 0 0,-1-1-248,2-3 0,2-8 1,8-1-1,0-2-553,0-4 0,2-4 0,4-8 0,6-10-346,3-9 0,5-6 0,1-4 0,2-4-126,-1-6 0,-3-11 1107,-1-6 0,-9-4 0,-1-2 0</inkml:trace>
  <inkml:trace contextRef="#ctx0" brushRef="#br0" timeOffset="397">18 355 8168,'-2'-17'0,"-2"-1"301,-1 1 1,-1-1 0,6 1 0,0-1 592,0 1 0,0 5 0,0 1 1,2-1-538,3 2 1,13-5-1,11 5 1,6-2-107,6 1 0,11 1 0,12-4 0,6 5-562,6 1 1,-5 2-1,5 6 1,-8 0-239,-10 0 0,-1 2 0,-19 4 0,-7 8 252,-11 7 0,-12 0 0,-14 8 0,-8 2 301,-7 2 0,-8 2 0,-12 0 0,-6 0 22,-3 0 0,-4-6 0,-3 0 1,-1 0 71,2-1 1,2-3 0,1-8 0,3 3-21,3 3 1,6-11 0,14 1-38,10-3 1,11-8-45,18 4 0,1-4 0,16-1 0,2 3 25,2 2 1,2 6-1,0-4 1,-2 1-23,-4 5 1,4 1 0,-4 5 0,2 1 2,-2 2 0,3 7 0,-9-5 0,0 0-123,2 0 1,1-1-1,5-7 1,-4-1-399,-2-5 1,4-1-1,-4-6 1,1 0-512,-1-6 1,-2-6 1028,-5-10 0,7-7 0,2-2 0</inkml:trace>
  <inkml:trace contextRef="#ctx0" brushRef="#br0" timeOffset="766">1014 827 7818,'17'0'951,"-5"0"494,-1 0 1,-5 0-1,6 0-1001,1 0 0,3-6 1,3-2-1,3 0-468,1 1 1,6-7-1,-4 4 1,2-1-234,5-1 1,-7 0 0,0-5-1,-2-1-339,1 1 1,-3-1-1,-9 1 327,-7 0 0,-5-1 0,-5 3 0,-9 3 198,-7 6 0,-7 4 0,-6 2 1,-3 4 185,-4 8 0,4-1 0,-4 15 0,6-1 189,6 4 1,-2 4 0,8 2 0,2 0 72,1 0 1,10 0-1,7 0 1,8-2-156,13-4 1,9 0-1,14-10 1,7-5-349,9-5 1,-3-3-1,4-6 1,-4-2-918,-1-4 1,-3-5 0,-1-11 0,-5-3-1722,-1-2 2764,-2 6 0,-14-20 0,-2 4 0</inkml:trace>
  <inkml:trace contextRef="#ctx0" brushRef="#br0" timeOffset="1283">2044 600 8101,'0'-18'1956,"0"7"-1372,0-1 0,-6 10 0,0 4 0,3 11-66,1 9 0,-4 17 1,0 1-1,2 11-190,2 7 0,2 6 1,0 12-1,-2 7-110,-4 8 1,4 1-1,-3 3 1,3-6-29,2-10 1,0-14-1,0-13 1,0-11 838,0-10-1159,0-14 0,0-19 0,0-13 0,2-9-501,3-3 1,-3-4-1,4-8 1,-4-3 138,-2-3 1,-2-1 0,-2-7 0,-3-1 78,-3-4 0,4 1 0,-4-7 0,3 0 281,3 2 1,2 2 0,4 8 0,3-1 135,7 1 0,6 9 0,5 8 1,6 10 91,4 6 0,4 9 0,2 4 0,3 4-56,3 2 0,-6 0 0,2 2 0,-5 4-205,-1 5 0,-8 5 0,-5 1 0,-7 1 95,-3-1 1,-8 1 0,0-1 0,-10 3 324,-12 3 1,-5-4 0,-10 7-1,0-3-156,-4 0 1,-7 1-1,1-7 1,0 0-206,1 1 0,-5-3 0,6-3 0,1-6-245,-3-4 1,12-2 0,-2-2 0,6-2-222,5-2 1,11-7 0,5 1 0,6-5-268,6-7 0,11 5 839,12-4 0,12-5 0,4 1 0</inkml:trace>
  <inkml:trace contextRef="#ctx0" brushRef="#br0" timeOffset="1666">2952 530 8101,'-17'0'68,"5"0"0,0 0 0,1 2 117,1 4 0,-5-3 0,5 9 1,-2 4 749,1 5 1,5 0 0,-4 8 0,2 2-583,4 2 0,2 2 0,2 0 0,0 0-103,0 0 0,0-2 0,0-4 0,2-7-46,4-9 0,-2 1-74,8-8 0,-1-8 0,5-10 1,-3-5-313,-1-7 1,-6 3 0,4-8 0,-3-2-48,-3-2 0,-2-2 1,0 2-1,2 2-149,2 2 0,0 1 0,-4-3 1,2 4-263,1 2 0,9 0 0,-2 3 153,3-1 1,3 6 0,-1 7 0,0 2 75,1 4 0,-1 4 0,3 6 0,1 6-211,2 3 1,1 1 621,-7-4 0,8 3 0,3-5 0</inkml:trace>
  <inkml:trace contextRef="#ctx0" brushRef="#br0" timeOffset="2082">3860 704 8101,'10'0'2043,"0"6"-1191,-4 0 0,-5-2-588,5-10 1,-4-4 0,-2-7-211,0-1 0,-8 7 0,-3-1 0,-5 1-105,-1 1 0,-1-6 0,-1 7 0,-4-1 3,-6 4 0,-4 4 0,-2 2 0,0 0 89,0 0 1,0 10-1,2 5 1,4 9 185,5 3 0,5 4 0,4 8 1,3 3 81,6 3 0,8-6 0,10 2 0,11-6-280,8-6 0,10-4 0,1-10 0,3-3-143,4-6 0,-5-6 1,1-6-1,-2-8-53,-5-7 0,-7-6 0,-5-10 0,-5-4-129,-5-5 0,-11 1 0,-1 0 0,-10 3 89,-11 3 0,-8 8 0,-12 6 0,-4 3 5,-5 7 0,-5 11 1,-1 4-1,-1 12-300,1 9 1,7 6 0,6 10 0,8 4 501,8 5 0,11 5 0,5 1 0</inkml:trace>
  <inkml:trace contextRef="#ctx0" brushRef="#br0" timeOffset="3466">4489 862 7364,'0'17'2640,"0"-7"-311,0 5-1896,0-13 0,2 4 0,2-12 0,2-5-288,-2-5 1,3-1 0,-1-3-1,-2-1-69,-2-2 1,-2-7 0,0 7 0,0 0-158,0-2 1,-8 5-1,-3-1 1,-3 5-201,2 5 0,-9 7 1,4-2-1,-5 6-27,-3 6 1,4 5-1,-7 13 1,3 5 193,4 4 0,-2 8 0,3-1 0,7-1 183,3-2 0,4 2 0,6-2 0,2-6-36,4-4 1,4-6 0,9-9-1,2-6 51,3-4 0,1-4 0,-4-4 0,4-8 13,3-7 0,-5-2 0,4-10 0,0-4 1,0 0 0,-5-8 1,3-1-1,-2-5 8,0-1 1,7-6 0,-7 0 0,0 1-46,2 3 1,-5 2 0,3-1-1,-5 3-1,-7 3 1,3 12 0,-8 12-1,-3 3 73,-1 3-477,-2 7 1,-2 4-1,-3 12 1,-7 6 168,-4 3 1,-1 11 0,0 1 0,-1 2-91,1 0 1,-1 6 0,1 8 0,1 1 303,4 5 0,-1 1 1,5 3-1,0-1 146,1 0 1,3 1-1,10-1 1,5-1-45,5-5 1,11-5 0,6-12-1,8-8-16,3-7 1,3-6 0,5-12 0,1-8 102,-1-11 0,-7-8 0,-5-6 0,-3-2 73,-2-1 0,-8-7 1,-3 6-1,-5 2-237,-1 3 1,-7 1 0,-1 0 0,-2 2-252,-4 4 1,-3 3 93,-1 9 1,-7 7 0,-3 6-283,0 8 0,-5 8 1,3 11-1,-3 6 262,-3 4 1,1 2 0,-1 2 0,3 2 157,3 2 0,4-1 0,8-5 0,0 0 106,0 0 0,2-8 0,6-3 0,9-7 62,11-5 0,7-5 0,3-7 1,5-1-60,2-5 0,-1-10 1,5-9-1,-5-2-138,-1-4 1,-8 4 0,-6-3 0,0-1-167,-2-2 1,-1 4 0,-11 2 0,-1 2-386,-3 4 1,-7-5 433,2 3 1,-6 8-37,-6 9 0,-3 6 0,-9 7 0,1 9 194,-1 5 1,1 10-1,1-2 1,3 4 150,1 2 1,8-2-1,-2-2 1,4-1 16,2 1 0,2 0 0,4-2 1,6-6-149,3-4 1,10-3 0,5-4-1,5-7-328,5-3 1,-3-4-1,4-3 1,-4-7 143,-2-4 1,-6-9 0,-2-2 0,-4-2-4118,-7 0 4224,1 0 0,-7-6 0,7 0 0</inkml:trace>
  <inkml:trace contextRef="#ctx0" brushRef="#br0" timeOffset="4097">6777 704 8101,'-12'0'449,"1"0"0,5 0 0,-4-2 689,2-3 0,-3 1-945,5-8 0,-2 2 1,4-3-327,-2 1 1,-7 1-1,1-5 55,-3 4 1,-9 5 0,-1 5 0,-2-2-62,-4-2 1,-8 2-1,-2 10 1,1 6 110,-3 3 1,6 10 0,-4 2 0,6 3 273,6-1 1,6 2 0,11 8 0,6 1-97,5-1 1,10-2 0,9-4 0,9-2-148,6-2 0,10-8 0,3 1 0,5-9-116,1-7 0,-2-4 0,-1-2 0,-3-2 25,3-4 0,-6-5 1,-3-13-1,-3-5-213,-2-4 0,-8 0 1,-3 2-1,-5 2 141,-1-2 0,-9 4 0,-3 0 0,-4 2 976,-2 3-613,0 3 0,-2 9 0,-2 6-154,-2 8 1,-1 8-1,3 9 1,-2 4 121,2 3 1,2-5 0,2 4 0,2-2-185,4-3 1,4 3-1,7-4 1,2-3-132,5-5 0,3-9 0,10 2 1,2-4-250,1-2 0,7-8 0,-6-4 0,-3-3-18,-1-3 0,-2-5 0,-2 0 0,-6 2-256,-9 1 1,-3 3 0,-9-1 666,-2 1 0,-2-1 0,-2 1 0</inkml:trace>
  <inkml:trace contextRef="#ctx0" brushRef="#br0" timeOffset="4382">6951 76 8101,'-9'0'3033,"1"0"-3442,8 0-2320,16 0 2729,-13 0 0,13 0 0,-16 0 0</inkml:trace>
  <inkml:trace contextRef="#ctx0" brushRef="#br0" timeOffset="4947">7510 303 8101,'0'-18'-370,"2"1"0,2-1 37,2 1 0,6-6 0,-7-1 1,1 3 433,2 2 0,-4 1 1,6 1-1,-1-1 784,1 1 0,-4 1-183,5 5 0,-5-3 0,4 10-180,-2 6 1,-4 6 0,-8 11-1,-4 4 39,-2 7 1,-1 10 0,-7 7 0,3 3-203,3 3 1,-3 5 0,5 2 0,0 0-317,4 0 1,-1 4 0,1-5-1,2-5 37,2-5 1,2-7-1,0-9 1,0-4-176,0-5 1,8-7-1,3-5-163,5-6 0,1-14 1,3-8-1,-1-7-114,-1-4 1,3 0 0,-9-4 0,3 3-118,3 3 0,1-6 0,2 4 0,3 0 49,-3 3 1,-2 5 0,1 4 0,1 1 174,2 2 1,1 8-1,-7-1 1,1 5 214,-1 5 0,0 7 1,1 11-1,-1 6 217,1 4 0,-8 4 0,-5 2 0,-3 4 38,-2 1 0,-9-7 0,-7 0 0,-7-6-189,-4 0 0,-4-5 0,-8-5 0,-2-6-393,2-3 0,2-8 1,0 0-1,-1-8-84,-3-8 1,-6-3 0,5-5 0,-1-1 189,0-2 1,3 5 0,7 9 0,5-1 270,11 0 0,1 8 0,11 2 0,1 10 0,10 5 0,5 3 0,12 7 0,5 2 0</inkml:trace>
  <inkml:trace contextRef="#ctx0" brushRef="#br0" timeOffset="5249">8401 547 8726,'0'-9'4928,"0"20"-4631,0 12 1,-6 12 0,0-4 0,2 6-175,3 4 0,-1 8 0,-2-3 0,-2 3-213,2-3 0,2-3 0,2-8 0,0-2-778,0-4 0,0-10 0,2-9-230,4-2 0,4-6 0,5-12 0,-1-9 1098,-3-7 0,-7-3 0,2-8 0,-4-3 0,-2-13 0,0-9 0</inkml:trace>
  <inkml:trace contextRef="#ctx0" brushRef="#br0" timeOffset="5397">8401 268 8101,'-12'0'-159,"1"0"2205,-1 0 0,0 0-1859,1 0-731,7 0 0,12 0 0,11 0 0</inkml:trace>
  <inkml:trace contextRef="#ctx0" brushRef="#br0" timeOffset="5716">9100 23 8101,'0'-11'667,"0"-1"1,0 12 4,0 6 0,-6 7 1,-2 22-1,-2 10-232,-3 9 0,3 10 0,-2 12 1,-1 6-121,-3 3 0,5 2 0,-1 1 0,0-1-136,3 0 0,1-15 0,8-8 0,0-12-665,0-11 0,6-2 0,1-18-999,3-5 0,2-6 556,5-10 1,-7-8 0,-4-6-1,-2-5 138,1-4 1,-3-3 785,4 3 0,-4-4 0,-2-8 0</inkml:trace>
  <inkml:trace contextRef="#ctx0" brushRef="#br0" timeOffset="5965">9309 757 8101,'18'-8'-375,"-7"4"1,1-6 0,0 1 802,-3-1 1,1 0-1,-6-3 3279,2 1-3557,-1 8 0,-5-2 0,0 14 0,0 8-133,0 5 1,0 10 0,-1-2-1,-3 4-109,-2 2 1,-6 0 0,6-2 0,2-2-441,3-2 0,-5-7 0,0 1 1,2-4-2602,2-1 3133,2-1 0,0-7 0,8-10 0,2-10 0</inkml:trace>
  <inkml:trace contextRef="#ctx0" brushRef="#br0" timeOffset="6130">9501 320 9011,'0'-17'2468,"0"5"-1922,0 0 1,0 7 444,0-7-418,0 8-573,0-4 0,8 8 0,2 0 0</inkml:trace>
  <inkml:trace contextRef="#ctx0" brushRef="#br0" timeOffset="6466">9938 23 8920,'0'12'953,"0"0"0,0 3-580,0 6 0,-6 9 1,-2 12-1,1 11 43,-1 9 1,-4 15 0,4 9 0,1 5-63,-1 0 0,-4-2 0,6-3 0,2-7-387,3-9 0,1-15 1,0-15-1,0-5-928,0-6 289,0-11 0,5-12 0,1-12 0,-2-6-348,-2-3 1,-2-3 0,0-1 0,-2-3 1019,-4-1 0,0-8 0,-9 2 0,-5-2 0,1 2 0,-8-4 0,0-2 0,-8-10 0</inkml:trace>
  <inkml:trace contextRef="#ctx0" brushRef="#br0" timeOffset="6597">9571 704 8101,'-10'-2'-727,"5"-3"1602,-5 3 1,10-6-420,0 8 0,8 0 1,11 2-1,2 2-306,3 2 0,7-1 0,-2-5 0,6 0-375,6 0 0,-5 0 0,7 0 0,-2-2 6,0-3 1,-1 1 0,-5-8 218,0-1 0,0-11 0,0-3 0</inkml:trace>
  <inkml:trace contextRef="#ctx0" brushRef="#br0" timeOffset="7119">10497 652 8101,'-10'8'1460,"-4"-4"-799,9 7 0,-9-5-328,2 6 0,3-1 0,-1 7 0,0 1-408,1 5 0,5-3 1,-2 6-1,4 0-77,2 0 1,8-3-1,3 3 1,5-2 86,1-4 1,1-3 0,-1-5 0,3-3-75,3-2 1,-4-2 0,5-6 0,-5-2 167,-1-4 1,-1-4 0,2-9-1,1-2-92,-3-3 0,5-7 0,-11 4 0,5-2-3,1 0 1,1 6 0,-1-5 118,1 3 0,-7 2-89,1 5 1,-8 11-1,2 7 314,-4 9 0,-1 9 0,3 5 1,2 8 138,-2 8 0,0 6 0,2 9 0,3 4 106,1 6 1,6 12 0,-5 5-1,3 7 39,-2 5 1,1-4 0,-9 4 0,-6-5-223,-8-7 0,-15-3 0,-10-12 0,-7-8-528,-3-12 0,-6-15 0,5-9 1,-5-9-125,-1-7 0,2-6 0,3-6 1,6-9-452,4-12 0,8-4 1,4-16-1,4 1 63,5 1 1,12-6 0,4 5-1,12-5-96,9-1 0,14 7 0,14 3 0,7 1 251,8 0 1,16 2 0,13 8 544,-40 16 0,2 1 0,15 0 0,2-1 0,4-2 0,-1-1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3:33.35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140 43 8249,'8'-17'2098,"-6"0"0,5 9 0,-7 8-1702,0 9 1,-2 15 0,-3 7 0,-7 6-46,-4 3 0,5 9 0,-3-1 1,-3 9-276,-5 7 1,1 10-1,7 3 1,5 1-160,1-1 0,2-1 0,6-6 0,2-4-83,4-8 1,6-7-1,9-18 1,4-6 75,2-10 1,2-7 0,6-10 0,2 0 8,4 0 0,-2 0 0,7 0 0,1 0-163,-2 0 1,5 0 0,-3 0-1,5 2-551,6 4 1,2-4-1,4 3 1,-5-3 64,-5-2 0,-4 0 1,-1-2-1,-6-3 730,-7-7 0,-5-4 0,-13-1 0</inkml:trace>
  <inkml:trace contextRef="#ctx0" brushRef="#br0" timeOffset="398">908 917 9393,'12'0'1668,"0"0"0,1 0-1101,3 0 0,9 0 1,4 0-1,6 0-458,6 0 0,3 0 0,11 0 1,1 0-365,2 0 1,0 0 0,-5 0 0,-3 2-411,-3 3 1,-6-3-1,-12 4-99,-6-4 0,-13 6 0,-10 4 633,-10 3 0,-15 3 1,-8-1-1,-6 0 266,0 1 0,-4 1 0,3 3 0,-1 3 219,-2 2 0,6 0 0,-1 2 0,7-3 172,7-1 0,-1-6 1,4 5 77,5-5 1,6-11-579,10-8 0,0-8 1,2-11-1,2-5-543,2-5 1,0-4-1,-6-2 1,-2 0-730,-4 0 0,-4-5 1246,-7-1 0,-8-8 0,-2 5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3:53.2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18 13252,'0'-9'5252,"4"1"-5220,8 8 1,7 0 0,16 0-1,2 0-1122,4 0 0,4 0 1,9 0-1,4 0 1090,6 0 0,4 0 0,2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4:00.16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1275 8322,'6'12'-8,"0"-1"1,1-7-1,-3 4 2,2 0 1463,0-6 0,-6 4 0,0-12-216,0-6 0,6-11 0,0-6 0,-1-6-452,3-6 1,-6-4-1,4-7 1,-4-2-441,-2-5 0,0-10 0,0-13 1,0-3-539,0-3 0,2 3 0,2 2 0,3 3-501,3 2 1,4 10 0,9 10-1,6 8-232,4 9 1,4 2 0,4 16 0,5 4-249,5 5 1,3 6-1,4 8 1,2 0-1443,-3 0 2612,1 8 0,-13 9 0,7 11 0</inkml:trace>
  <inkml:trace contextRef="#ctx0" brushRef="#br0" timeOffset="251">1 943 13801,'19'0'0,"4"-2"-387,6-3 1,6-3-1,6-6 1,8 3-368,7-3 1,0-2 0,8 1 753,2 3 0,2-11 0,2 4 0</inkml:trace>
  <inkml:trace contextRef="#ctx0" brushRef="#br0" timeOffset="633">787 1031 9377,'0'17'345,"2"-7"0,1-2 1738,3-1 1,2-3-1517,-2 8 0,4-8 0,7 2 0,0-6-428,1-6 0,-1-4 0,3-9 0,1-3-147,2-1 0,1-8 1,-9 4-1,-1-2-401,-3 0 0,-7 7 0,2-1 0,-4 2-196,-2-3 0,0 11 0,-2-3 134,-4 6 1,-9 5 0,-10 7 0,-1 3 218,1 7 1,-4 11 0,6 6-1,-1 4 380,-1 2 0,12 0 1,-3 0-1,4 0 155,3 0 0,5-6 0,0 0 0,10 0-49,11-1 0,9-3 1,10-10-1,3-1-264,2-2 0,7-9 0,-3 1 0,2-6-598,-1-3 0,-5-9 0,4 0 1,-3-5 627,-3-4 0,6-16 0,-1 2 0</inkml:trace>
  <inkml:trace contextRef="#ctx0" brushRef="#br0" timeOffset="1084">1922 978 8252,'9'-17'613,"5"-1"1,-8 1 0,0-1 378,1 1 1,-5-1 0,4 1-563,-4 0 1,-2-1 0,-2 1-330,-4-1 1,3 6-1,-11 3 1,-4-1-204,-3 0 1,-10 6 0,2-1 0,-4 3-103,-2 2 0,0 7 0,0 7 1,0 5 96,0 5 1,6 7 0,2 0 0,2 6 218,3 3 0,5 1 0,5-6 0,7 0-28,3 0 0,4-8 1,3-4-1,9-3 65,7-3 1,6-5-1,10-2 1,2-3-118,2-3 1,0-9 0,-6-7 0,1-4-234,5-1 1,-10-6 0,2-3-1,-4-1-43,-1-4 1,-7 4 0,0 0-1,-5 2-24,-5 3 0,-7 3 1,2 1 325,-4 1 1,-4 9-86,-4 8 1,4 8 0,-4 11 0,5 5 67,1 5 1,0-2 0,0 2 0,0 2-276,0 2 0,7-4 1,5-2-1,3-1-320,3-5 1,7-2 0,4-3 0,2-5-461,-2-5 1,4-4 1013,-3-2 0,3-15 0,1-5 0</inkml:trace>
  <inkml:trace contextRef="#ctx0" brushRef="#br0" timeOffset="1384">2882 402 8252,'0'-23'492,"0"-1"0,-2 5 1025,-3 5 0,3-1-430,-4 3 1,-2 6-1063,2 6 1,-7 16 0,3 15 0,-2 8 22,1 7 1,-1 7-1,-5 5 1,-1 8 323,1 8 0,-1-3 1,3 5-1,1-4-317,2-2 0,8-2 0,-1-4 0,3-8-295,2-7 0,0-9 0,2-11-778,3-5 0,5-15 0,8-9-212,-1-9 0,-7-7 0,-4-3 0,-4-5 1230,-2-5 0,0-4 0,0-2 0,-16-7 0,-3-3 0</inkml:trace>
  <inkml:trace contextRef="#ctx0" brushRef="#br0" timeOffset="1514">2533 786 7623,'8'10'-498,"-4"3"0,5-5 1419,-1 2 0,0-4 0,-4 5 0,4 1-438,1-2 1,1-1 0,5-5 0,1 4-571,3 2 0,5-6 0,-3 1 0,4-3-1367,2-2 1,4 0 1453,10 0 0,-4 0 0,6 0 0</inkml:trace>
  <inkml:trace contextRef="#ctx0" brushRef="#br0" timeOffset="1899">3319 891 8252,'0'-12'1656,"-2"1"-925,-4-3 0,2 6 0,-7 2 1,-3 5-208,-1 1 1,-3 1-1,1 5 1,-1 8-550,1 7 0,1 6 0,3 8 0,3 0-123,2 0 0,2 6 1,6 0-1,0-3 119,0-1 1,8-4 0,6-4 0,5-5 76,4-5 0,8-7 1,-2-3-1,4-1-40,2-4 1,0-12 0,0-7 0,0-8-125,0-5 0,-6-1 1,-2-6-1,-1-2-157,-5-3 1,-2 1-1,-3-6 1,-5 3-153,-5 3 0,-4 4 0,-2 6 0,0 5 176,0 5 1,-8 4 0,-3 3-136,-5 6 0,-1 18 1,1 7-1,3 6-61,1 6 0,8 2 1,-2 2-1,4-2 445,2-4 0,2 2 0,4-7 0,4 7 0,7-4 0</inkml:trace>
  <inkml:trace contextRef="#ctx0" brushRef="#br0" timeOffset="2266">3983 856 8452,'9'0'2530,"-1"8"0,-10 3-1985,-4 5 1,2 3 0,-5 3-1,-1 3-342,0 2 1,6 0 0,-3 4 0,1-2-133,0 2 0,0-5 1,6-3-1,0-4-20,0-1 1,2-8-262,4-5 0,2-7 0,5-7 4,-1-9 1,-6-5-1,3 2 1,-1-5 13,-4-1 0,0 4 0,0-4 0,2 2-79,-2 3 0,3 3 0,1 1 1,2 1-166,3-1 0,-3 1 0,2 1 0,3 3 214,7 1 0,-1 6 1,8-3-1,2 1 63,2 4 1,2 2 0,0 2 0,2 0-483,4 0 0,-7 0 0,3 0 0,-8 0 641,-3 0 0,5 0 0,-4 0 0</inkml:trace>
  <inkml:trace contextRef="#ctx0" brushRef="#br0" timeOffset="2617">4402 1013 8252,'0'18'538,"-6"-1"413,0 1 1,2-9-519,10-3 0,4-6 1,9-4-1,2-4 12,3-1 0,5-1 1,-4-4-1,2 3-193,4-3 0,2-1 0,2-3 1,0 1-109,0-1 0,-2 3 1,-2 1-1,-4 3-280,-2-3 0,-1-2 0,-9-1-172,-3 0 1,-4 5 0,-12 2 70,-8 2 1,-7 3-1,-16 5 1,0 2 119,0 3 0,-2 5 0,-2 8 1,0 1 163,6 4 0,1-3 1,8 5-1,3 0 227,1 4 0,11-4 0,3 1 0,4-3-148,2 0 0,4 0 0,8-7 1,11-2-491,8-3 1,4-7-1,0 2 1,2-4-255,3-2 0,-1-6 1,8-2-1,-1-1-432,-1-5 1,5-2 0,-3-3 1049,3-4 0,3-4 0,-1-8 0</inkml:trace>
  <inkml:trace contextRef="#ctx0" brushRef="#br0" timeOffset="2966">5572 804 8252,'0'-18'1360,"0"6"1,0 1-160,0-3 1,-6-1 0,0-3-425,2 1 0,-3 5 0,-1 1-648,-2-3 1,-2 6-1,-5 2-188,-1 4 1,1 2 0,-2 0 0,-3 0 2,-1 0 0,0 8 0,5 4 0,1 3 148,-1 3 0,3-7 0,1 1 0,4 2 81,3 1 1,-5 3 0,6-1-1,4 1-54,6-1 1,2 6 0,10 1-1,3-3-191,0-2 0,3 5 1,1 1-1,4 0-58,0 0 1,0 1 0,-5-5 0,1 2-73,-2-1 0,-9 3 1,-6-2-1,-4-2 231,-2-1 0,-2-5 0,-6-1 0,-9-4-285,-10-3 0,-6-1 1,-2-6-1,0 0-213,0 0 1,0 0 0,0 0 0,2 0-1377,4 0 0,-2 2 1845,7 4 0,-7 4 0,4 7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3:55.59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190 959 9400,'-11'0'5061,"-1"0"-4921,8 0 1,-2 0-1,12 0 1,8-2-84,7-4 0,0 2 0,8-8 0,1-1-47,-3-3 0,4-1 0,-6-1 1,0 1-350,0 0 0,-1-1 0,-9 1 115,-3-1 0,-6 3 0,-12 3 0,-8 6-44,-7 4 1,-14 4-1,-12 4 1,-3 8 102,-2 7 0,7 0 0,4 8 1,4 2 124,2 2 0,2 4 0,6 2 0,10 2 422,9-2 0,8-4 0,6-6 0,7-6-85,9-4 1,13-3 0,9-4 0,3-7-380,0-3 0,1-4 0,6-3 0,1-7-382,-5-4 0,-9-3 1,0-4-1,-6-6-334,-6-4 1,0 3 0,-10 1 0,-5-2 797,-5-2 0,5-2 0,-4 0 0</inkml:trace>
  <inkml:trace contextRef="#ctx0" brushRef="#br0" timeOffset="218">836 767 13832,'16'19'0,"-2"4"169,-3 6 0,7 4 1,5 2-1,0 0-246,2 0 0,-5-2 0,5-2 0,-2-4-259,1-1 0,-1-3 0,-8-6 0,-1-1-972,-2-4 0,-7-5 1308,7-7 0,-8-7 0,4-3 0</inkml:trace>
  <inkml:trace contextRef="#ctx0" brushRef="#br0" timeOffset="417">1151 802 8063,'-18'0'726,"1"0"0,-1 2 0,1 3 620,-1 7 1,-7 9 0,-4 5 0,-4 3-1411,-2 8 0,0 5 0,-2 13 1,-1 3-904,-3 6 1,-2-2 0,4 0 0,1-2 966,5-4 0,-2-9 0,7-4 0</inkml:trace>
  <inkml:trace contextRef="#ctx0" brushRef="#br0" timeOffset="1168">1884 16 8378,'-11'-10'412,"-1"4"0,2 6 1,-3 6-1,3 8 150,2 7 1,-3 14 0,5 11 0,0 9-322,-2 9 0,4 15 0,0-29 0,-1 1 1,0 3-1,2 1-109,1 3 0,0 0 0,-2-1 0,0-1 0,1-2 0,0-1 0,-2 42-70,-3-14 1,6-23 0,-4-13-1,4-12-469,2-10 1,0-7-379,0-10 1,8-8-1,2-16 1,1-1-1057,1-4 0,-2-5 1841,1-7 0,-3 1 0,-8-1 0</inkml:trace>
  <inkml:trace contextRef="#ctx0" brushRef="#br0" timeOffset="1350">1448 714 8359,'0'-17'1592,"0"-1"1,2 9-1,3 1-1390,7 0 0,13 6 0,10-4 0,10 4-419,5 2 0,5 0 0,1 0 1,4 0-1048,2 0 0,0 0 0,4 2 1264,-2 4 0,-7-4 0,3 6 0</inkml:trace>
  <inkml:trace contextRef="#ctx0" brushRef="#br0" timeOffset="1718">2408 871 8802,'0'18'681,"0"-1"0,-2-5 1,-2 2-1,-1 3-306,1 4 1,0 10 0,0-1-1,-2 1-158,2-2 0,2 2 1,0-6-1,-2 0-52,-1 0 0,-1-7-44,6-6 0,0-11 0,0-2-142,0-15 0,6-9 0,-1-10 0,-1 0-168,-2 0 0,0 0 0,2 0 0,2 0-125,-2 0 1,0 0-1,0 2 1,3 2 20,3 2 1,-4 8 0,5-4-1,5 1 31,5 1 0,1 0 1,7 7-1,2 3 2,2 1 0,8 8 0,1-2 0,1 6-479,0 6 1,3 2 0,-5 6 738,-2-3 0,5 9 0,1 7 0</inkml:trace>
  <inkml:trace contextRef="#ctx0" brushRef="#br0" timeOffset="2202">3369 889 8247,'6'-12'1129,"1"1"-473,3-3 0,-6 4 0,2-1-270,-4-3 0,3 4 1,1-1-31,-2-3 1,-2-1-439,-2-3 1,-2 3 0,-4 3 0,-7 6-166,-9 4 0,-5 2 0,-8 0 0,-2 2 66,-3 4 0,3 4 0,-6 9 0,2 4 136,1 7 0,-1 3 0,8 1 0,4 3 120,6 4 1,5-4-1,6 4 1,7-4 51,3-3 0,17-6 0,10-5 0,10-6-67,6-5 1,8-4 0,-5-8 0,3-2-30,-1-4 1,-7-4 0,2-9 0,-6-2-10,-6-3 0,0-5 1,-10 4-1,-5 0-67,-4 0 1,1-5 0,-5 7 0,-4 4 133,-6 5 1,0 1-1,-7 7 1,-3 2-133,-1 2 0,-3 4 0,3 4 1,1 5-112,2 5 0,9 7 0,-3 0 0,4 1-90,2 1 1,2-6 0,4 7 0,7-3-62,9 0 0,5-5 1,8-7-1,0 1-107,-1-2 1,1-3-1,0-7 1,0-2-222,0-3 1,-6-5 632,0-8 0,0 1 0,6-1 0</inkml:trace>
  <inkml:trace contextRef="#ctx0" brushRef="#br0" timeOffset="2518">4382 1011 8247,'9'-17'0,"-3"-1"950,-4 1 1,-2-1 0,0 1 309,0-1 1,-2 1-1211,-4-1 1,-3 7 0,-9 1 0,1 2-126,-1 4 1,-5 3-1,-2 1 1,0 0-85,-1 0 0,-5 7 1,4 5-1,-2 5 62,0 7 0,8-3 0,-3 8 0,5 0 137,1-2 0,9 6 0,3-4 0,6 3 36,6-3 1,3-2-1,11-8 1,5 1-190,10-5 1,0-3 0,8-1 0,-3-5-602,1-4 0,0-2 1,-4 0-1,0-2-340,-3-4 1,5-5-1,-12-11 1054,1-1 0,5-16 0,-6 2 0</inkml:trace>
  <inkml:trace contextRef="#ctx0" brushRef="#br0" timeOffset="2786">5028 452 8247,'0'-23'-1335,"0"-2"2470,0-2 1,0 5 0,0-1-365,0 4 0,-2 9 0,-4 6-687,-6 8 1,3 8 0,-1 11 0,0 8-14,1 8 1,-3 7 0,-5 14-1,-1 10-17,1 10 1,-1-3 0,1 1 0,1-2-268,5-1 1,-3-1 0,8-10 0,2-8-63,2-7 1,4-8 0,4-12 0,6-6-337,3-3 1,3-13 0,-1-7-1,1-9-1191,-1-7 1802,-7-9 0,5-10 0,-5-10 0</inkml:trace>
  <inkml:trace contextRef="#ctx0" brushRef="#br0" timeOffset="2950">4644 837 8414,'2'9'1383,"3"-3"0,-1-4 0,8-2-943,2 0 1,1 0-1,4 0 1,5-2-799,5-4 0,4 2 0,2-7 1,2-3-3916,3-1 4273,-3-3 0,14 1 0,-7-1 0</inkml:trace>
  <inkml:trace contextRef="#ctx0" brushRef="#br0" timeOffset="3317">5272 1029 9221,'10'-2'1404,"-2"-2"-901,0-2 1,-5 0 0,9 4 0,2-2-423,1-1 1,5-3 0,1 4 0,4-2-422,2 2 1,2-6 0,6 1 0,-2-3 23,-4 0 0,3 3 0,-11-5 0,-6 3 52,-7-3 0,-2-2 1,-6-1 118,-8 0 0,-13 7 0,-10 4 0,-6 4 259,-4 2 1,-5 8 0,3 5 0,2 7 204,4 3 0,-1 8 0,10-2 1,3 6 12,8 6 0,1-4 0,10 5 0,6-3-224,10-4 0,9 2 0,18-14 0,4-1-347,6-3 0,7-9 1,0-4-1,-3-4-532,-1-2 0,-1-8 0,-3-6 0,-5-5 771,-4-4 0,-2-16 0,0 2 0</inkml:trace>
  <inkml:trace contextRef="#ctx0" brushRef="#br0" timeOffset="3837">6477 1029 8506,'0'17'2930,"0"-7"-2705,8-2 0,-6-16 1,4-4-217,-4-3 0,4-3 1,-1 1-1,-1-1-37,-2 1 1,-8 5 0,-1 0 0,-3 1 2,-4 1 0,-3 0 1,-4 7-1,-5-3 240,-1 2 1,-2 8 0,-8 5 0,-2 5-67,-1 5 1,5 11-1,8-1 1,1 4-124,5 2 0,4-1 0,5 1 0,6-2-242,4-3 1,18-5 0,7-8-1,8-1 0,4-5 0,6-5 0,1-12 1,1-7-90,0-9 0,-2 1 0,-7-8 0,1-2 98,0-2 1,-6-4 0,-1-2 0,-3-1 128,-4 1 0,-1-4 1,-3 2-1,-1 1 180,-5-3 1,5 6 0,-7-4 0,1 6 223,-4 6 0,2-2 0,-2 8 0,-1 1 1014,3 3 0,-6 9-1248,6 3 1,-20 22-1,-1 6 91,-1 5 1,0 7-1,-1-2 1,1 8 97,3 7 1,1 5-1,-2 1 1,6 0-161,5 1 0,1-1 0,0 2 1,1 1-508,5-3 0,12-3 0,11-14 0,6-2-382,6-4 768,3-4 0,9-8 0,-1 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3:54.1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53 8269,'6'-12'204,"-1"1"0,1 5 0,-4-4 1776,4 3-1446,-4 1 0,4 13 0,-10 7 0,-4 7-84,-2 9 0,1 10 1,-5 7-1,4 5-84,3 6 0,-5 5 0,6 8 0,2 3-250,2 2 0,2 5 0,0-7 1,0-6-289,0-8 0,0-8 0,0-5 1,2-10-1341,4-12 1,-2-4 426,8-15 1,-7-8-1,5-11 1,-2-7 1084,-4-3 0,-2-16 0,-2 2 0</inkml:trace>
  <inkml:trace contextRef="#ctx0" brushRef="#br0" timeOffset="435">769 193 8371,'9'-18'1252,"-3"1"-546,-4-1 1,-2 7 0,0-1 266,0-1 1,0 3-788,0-2 1,-8 3-1,-3-3 1,-5 6-421,-1 4 1,-3 2 0,-3 2-1,-6 6-90,-4 9 0,-2 9 0,0 8 1,2 3-20,4 4 1,4 4 0,7 5 0,3-1 185,3-3 0,4 1 0,12 3 0,8-5 464,11-10 1,12-8 0,10-11 0,9-5-29,6-5 1,2-14-1,4-9 1,-4-10 57,-1-6 1,1-8 0,-10-2-1,-9-1-190,-10-5 0,-10-1 0,-11-3 1,-8 3-278,-8 3 1,-16 4 0,-17 12 0,-11 6-432,-8 8 1,-16 11 0,4 0 0,0 8-174,2 10 1,10 7 0,-2 18 0,7 4-52,10 5 0,8 11 0,18 1 785,3-2 0,4 6 0,8 0 0</inkml:trace>
  <inkml:trace contextRef="#ctx0" brushRef="#br0" timeOffset="883">1031 612 8238,'9'-2'2727,"-3"-4"0,-4-3-2566,-2-9 0,-2 1 0,-4 1 0,-5 2-220,-5 3 1,-7 7 0,-4-2 0,-4 4 26,-6 2 1,-10 2-1,1 6 1,-5 9 129,-1 11 0,1 6 0,3 7 1,5 4 32,6-1 1,8 13-1,18-5 1,5 1 98,4-5 0,13 1 0,13-11 0,15-7-89,9-11 1,10-10 0,4-10-1,2-4-80,2-8 1,-2-7-1,-11-16 1,-3 0-62,-3 0 1,-1-6 0,-13 0-1,-9 2-141,-9 3 1,-11-3 0,0 2 0,-10 4-53,-11 0 1,-10 10 0,-12 3 0,-4 9-233,-2 3 0,-3 4 0,-6 10 1,-1 7-443,5 9 0,11 5 1,4 10-1,8 2 867,2 1 0,5 1 0,-5-6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5:40.756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16 105 12205,'10'0'2432,"-3"2"-1587,-7 4 0,2-4 263,4 4-754,-4-5 1,8-1 0,-6-1-93,1-5 1,9 4-1,-2-6 1,3 2-287,3 0 0,1-7 0,2 3 0,5-2-251,1 1 0,2 1 1,6-3-1,0 3-69,0 2 0,0 2 1,-2 6-1,-4 2 189,-6 4 1,-6 10-1,-5 9 1,-6 4 312,-4 8 0,-10 5 0,-5 13 0,-11 1 106,-11 2 1,-2 8 0,-9-4-1,-1 0-36,3-3 0,-5-5 1,8-4-1,1-1-166,-3-3 1,14-14 0,2-3 0,11-8-188,10-4 1,6-7 21,6-4 0,4-4 0,9-2 1,7-2 70,8-4 0,3-2 0,8-5 0,-2 3-191,-5 2 0,7-3 0,0 5 0,-1 2-164,-3 2 0,-4 2 0,-4 0 0,-2 0-1075,-2 0 0,-13 0 0,1 0-2010,-1 0 3459,-9 0 1,1 0 0,-8 0 0</inkml:trace>
  <inkml:trace contextRef="#ctx0" brushRef="#br1" timeOffset="333">1134 751 8423,'-10'8'1155,"0"-6"675,4 4 0,3-4 931,-9-2-3287,8 0-258,-4 0 0,10 0-3299,4 0 4083,-4 0 0,13 0 0,-5 0 0</inkml:trace>
  <inkml:trace contextRef="#ctx0" brushRef="#br1" timeOffset="866">1675 524 7409,'0'-10'4892,"0"1"-4358,0 3 1,0 2-1,2-6 1,2 1-188,2-1 1,7 4 0,-1-6 0,5-1-174,7-3 1,-3-7 0,8-2 0,2 0-253,2-1 1,2-5-1,0 2 1,0-4-194,0-2 0,-2 6 0,-4 2 0,-4 2-886,0 3 836,-13 11 1,4 7 0,-18 16 377,-4 11 0,-4 8 0,-7 6 0,-1 4 203,1 5 0,5 5 0,2 1 0,1 0 96,-1 1 1,6 7-1,-2 0 1,4-2-293,2-5 1,0-13-1,0 1 1,2-6-521,4-6 1,-2-6 0,8-11-334,1-6 0,-3-4 0,0-4 0,-1-4-2064,1-6 2853,-6-3 0,4-2 0,-8-1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5:50.00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349 288 8277,'16'-12'112,"-4"1"1,1-1 0,-7-5 712,-2-1 1,-2 7-223,-2-1 0,0 10 0,0 2-310,0 10 0,0 7 0,0 6 0,-2 7 115,-4 3 1,4 9 0,-4 5 0,2 3-60,-1 3 1,3-1 0,-4 0 0,4 1-309,2-1 1,0-1 0,0-5-1,0-7-450,0-8 0,0-6 1,0-7-1,2-3-469,4-3 0,-4-6 0,3-12-2212,-3-6 3090,-2-11 0,0-4 0,0-8 0</inkml:trace>
  <inkml:trace contextRef="#ctx0" brushRef="#br0" timeOffset="283">0 271 8277,'2'-18'1479,"4"1"0,6 5 0,11 0 0,8 1-1053,8 1 0,7-4 0,12 9 0,8 1-255,8 2 1,6-4 0,7 0 0,-2 4-344,-3 6 0,-4 6 0,-11 9 0,-6 5-310,-15 5 0,-7 4 0,-22 2 0,-7 1 16,-6 5 0,-8 4 1,-7 7-1,-15 1 214,-11-1 0,-7 0 1,-7 1-1,3-1 263,1 1 0,1-9 0,-7-3 0,1-4-85,0-2 0,5-10 0,2-6 0,3-7-136,3-4 1,2-2 0,4-6-424,4 0 0,11-2 633,13-4 0,3-4 0,2-7 0</inkml:trace>
  <inkml:trace contextRef="#ctx0" brushRef="#br0" timeOffset="783">1554 864 8294,'6'-17'179,"0"-1"1,0 1 200,2 0 0,-6-1 1,3 1-1,-3-1 178,-2 1 1,0-1 0,0 1-334,0-1 0,0 1 0,-2-1 0,-5 1 24,-11-1 0,-1 7 0,-10 1 1,-4 0-22,-6 1 0,0 5 1,-6-2-1,1 6-106,-1 6 0,1 5 0,-3 11 1,6 3-185,4 2 0,8 2 0,4 6 0,6 0-39,9 0 1,6 0 0,6-2-1,4-2 131,5-2 1,13-8 0,7 1 0,8-9 40,7-7 1,1-4 0,1-2 0,3 0-26,-3 0 0,-7-2 0,0-4 0,-4-5-148,-2-5 1,-2-3 0,-6-2 0,-8-3 134,-5 3 0,-10 1 1,1 3-1,-3 0 89,-2-1 1,-2 8 0,-3 5-206,-7 3 1,2 2 0,-1 2 0,-1 3 11,2 7 1,2 5 0,8 5 0,0 1-110,0-2 0,2-1 0,6-3 1,10-1-74,9-5 0,6 3 1,4-8-1,3-2-335,7-2 1,-2-2-1,-1 0 1,-1 0-753,-4 0 0,-4-8 1340,-6-4 0,4-11 0,-6-4 0</inkml:trace>
  <inkml:trace contextRef="#ctx0" brushRef="#br0" timeOffset="1066">2358 166 8294,'0'-35'258,"0"8"0,0 3 0,0 5 906,0 2 0,0-1-836,0 1 0,0 9 1,-2 8-267,-4 10 0,2 7 1,-6 6-1,1 6 122,-1 4 0,4 10 0,-3 4 0,-1 5 161,0 6 0,6 2 1,-3 6-1,1-2-55,0 2 0,0-5 0,6-3 1,0-6-349,0-5 1,0-5 0,2-9 0,2-3-936,2-7 1,7-6 0,-1-5-15,3-6 0,-5-6 0,-4-6 1,-4-8-1513,-2-7 2519,0 2 0,-8-22 0,-2 4 0</inkml:trace>
  <inkml:trace contextRef="#ctx0" brushRef="#br0" timeOffset="1215">1991 568 8294,'12'-6'707,"-1"0"0,-5-6 0,6 6-121,1 3 0,5-5 0,5 0 0,6 0-312,4 0 1,4-3-1,2 5 1,4 0-1063,1-2 0,1 6 0,1-3 0,-5 3 788,-4 2 0,-2-8 0,0-2 0</inkml:trace>
  <inkml:trace contextRef="#ctx0" brushRef="#br0" timeOffset="1666">3144 742 8632,'9'-17'1105,"-3"-1"1,-2 1-1,0-1-942,2 1 1,0-1-1,-6 1 10,0-1 1,0 7 0,-2 1-304,-4 2 0,-6-3 1,-11 5-1,-6 2 55,-4 2 1,-2 2 0,-2 2-1,-2 4 143,-1 5 1,-1 1 0,6 4 0,2 3 243,4 0 1,-2 7 0,9-1-1,7 2 59,7 4 0,6-4 0,2 2 1,2 0-134,4-1 1,11-3-1,14-8 1,6-1-264,4-5 1,6-3 0,-7-8-1,-1 0-110,-2 0 1,-2-2-1,0-4 1,-2-5-107,-4-5 0,0-3 0,-10-2 0,-3-5-6,0-1 1,-9 6-1,1-1 1,-2 7 197,0 3 0,0 7 0,-8-5-630,-4 2 1,4 4 557,-4 10 1,4 4 0,2 9 0,0 2 35,0 3 1,10-1 0,5-4-1,9 3-152,3 1 1,-4-2 0,6-7 0,4-2-320,6 1 1,4-5 0,5-2 0,-1-4-18,1-2 1,3-8-1,1-4 573,0-3 0,1-18 0,-1-4 0</inkml:trace>
  <inkml:trace contextRef="#ctx0" brushRef="#br0" timeOffset="2049">4244 550 8120,'0'-17'388,"0"-1"593,0 1 0,0-1 1,0 1-437,0-1 0,0 7 0,-2 1 0,-2 0-571,-2 1 1,-7 5-1,1-2 1,-3 4-143,-3 2 0,-7 0 0,-2 0 0,-2 2-139,0 4 0,-1 3 1,-3 9-1,2-1 164,2 1 1,8-1-1,-2 1 1,3-1 228,3 1 0,7-1 0,4 1 0,4-1 114,2 0 0,14 1 1,5-3-1,5-1-190,1-2 0,12-1 1,-2 5-1,3-3-276,5-1 0,-8-6 0,2 6 0,-6 1-144,0 3 0,-8-5 0,-3 1 0,-9 1 221,-3 3 1,-10-4-1,-11-1 1,-9 3 219,-7 1 0,-6 3 0,-6-3 1,-3-1 12,-1-2 0,-3-9 1,7 5-1,4-2-222,6 0 0,6 0 0,9-8-130,5-4 0,5-2 1,12-5-1,5 1 308,5-2 0,9-9 0,2-4 0</inkml:trace>
  <inkml:trace contextRef="#ctx0" brushRef="#br0" timeOffset="2416">4576 725 8120,'0'-12'3548,"0"0"-3035,0 1 0,2 1 0,4 4 0,5 4-447,5 2 1,9 0 0,2 0 0,2 0-161,0 0 1,0 0 0,4-2 0,-2-2-64,-1-1 0,-9-7 0,2 4 0,-5-1-127,-7-5 1,-3 4 0,-8-1 0,-2-1 185,-4 2-1,-11 1 1,-14 5 0,-6-2 199,-4 2 1,-5 4 0,3 6-1,0 5 183,1 5 1,7 3-1,6 3 1,1 3-28,7 2 1,0-4 0,15 5-1,4-1-2,6 0 0,9 0 1,15 2-1,10-6-346,11-3 1,1-5-1,14-1 1,2-4-314,2-3 1,2-1 0,-2-8 0,-2-4-219,-2-5 0,-8-5 0,1-1 0,-9-3-798,-7-3 1,-12 2 1419,-6-8 0,-3-8 0,-3-8 0</inkml:trace>
  <inkml:trace contextRef="#ctx0" brushRef="#br0" timeOffset="2697">5589 131 8120,'0'-23'153,"0"-1"0,6 1 0,-1 6 3261,-1-1-2825,-2 8 0,-2 10 1,0 14-1,0 7-182,0 8 0,-8 6 0,-1 6 0,-5 8 115,-3 7 1,5 6 0,-7 8 0,5 0-242,0 0 0,1-1 0,1 1 1,6-2-283,4-4 0,4-6 1,4-11-1,6-8-464,3-8 0,9-8 0,-1-11 1,-2-6-537,-1-4 0,-9-4 0,-1-6 1,-2-8 51,-4-5 1,-10-10 0,-8 2 0,-7-6-2013,-8-6 2961,-12-3 0,4-9 0,-5 1 0</inkml:trace>
  <inkml:trace contextRef="#ctx0" brushRef="#br0" timeOffset="2813">5205 480 10521,'7'-10'1185,"5"5"1,11-3-1,6 0 1,8 0-1096,10 1 0,1-5 0,16 4 0,4 0-531,6 1 0,0-5 0,9 4 441,6-1 0,-1-3 0,7-6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5:45.055"/>
    </inkml:context>
    <inkml:brush xml:id="br0">
      <inkml:brushProperty name="width" value="0.17143" units="cm"/>
      <inkml:brushProperty name="height" value="0.17143" units="cm"/>
    </inkml:brush>
    <inkml:brush xml:id="br1">
      <inkml:brushProperty name="width" value="0.22857" units="cm"/>
      <inkml:brushProperty name="height" value="0.22857" units="cm"/>
    </inkml:brush>
  </inkml:definitions>
  <inkml:trace contextRef="#ctx0" brushRef="#br0">210 78 8180,'17'-17'712,"-1"0"426,-5-1 1,-3 10-614,-8 8 0,0 10 0,0 13 1,-2 8 22,-4 8 1,-1 6-1,-7 7 1,4 2-313,3 5 1,-5-3 0,4 6 0,0-2-226,1-4 1,1-7 0,6-6 0,0-6 207,0-10 1,0-6-841,0-3 0,2-11 0,2-7 0,1-9-653,-1-7 1,0-9 0,0-4 0,0-4-1892,-6-2 3165,2-8 0,-23-1 0,3-9 0</inkml:trace>
  <inkml:trace contextRef="#ctx0" brushRef="#br0" timeOffset="283">0 131 9646,'8'-10'1039,"-4"0"0,7 7 0,3-3-536,2 2 1,15-6-1,7 0 1,11-1-278,11-1 1,14 1-1,7-5 1,5 4-424,1 7 1,-2 3 0,-5 2 0,-10 2-327,-10 3 1,-21 13 0,-12 11 0,-12 4-45,-9 2 0,-17 8 0,-11 3 0,-9 5 289,-11 1 1,-9 0-1,-7 1 1,-6 1 369,-4 4 1,-2-5 0,2 1 0,2-7 75,2-5 0,0-1 0,-4-6 0,6-4-174,10-8 1,15-7-261,14-16 0,13-2 1,10-4-1,11-6-694,11-3 0,5-5 960,8-3 0,0 4 0,0-6 0</inkml:trace>
  <inkml:trace contextRef="#ctx0" brushRef="#br0" timeOffset="783">1380 183 8340,'0'-25'185,"0"6"1,0-5 2606,0 5-2455,0 1 1,-8 11 0,-4 9 0,-5 13-73,-6 12 0,-5 14 0,-6 6 1,-1 3 82,0 2 1,-2 9 0,-2 1 0,0 2-136,6 0 1,0-10-1,10-1 1,4-11-420,5-5 1,6-10 24,8-3 0,8-15 0,4-9 0,5-11-678,6-11 0,-3 1 0,3-8 0,-4-2-142,-1-2 1,-1-2-1,-1 0 1,-3 0 592,-1 0 1,-6-6-1,4 1 1,-1-1 407,1-2 0,2 6 0,3-4 0,-1 5 5,-3 1 1,1 6 0,6 1 723,-1 3 1,0 8 0,1 7 661,-1 2 0,1 10 1,-1 12-673,1 7 1,-7 0-1,1 9 1,0 1-282,-3 2 0,5 2 1,-6 1-1,0 3-164,-1 2 0,5 7 0,-4-3 0,-1 2-475,1-1 1,4-1 0,-6 1-1,0-5-855,1-4 0,-3-10 0,6-3-2704,-2-5 1029,-3-9 2731,-5-18 0,-7-4 0,-3-13 0</inkml:trace>
  <inkml:trace contextRef="#ctx0" brushRef="#br0" timeOffset="950">1100 602 13937,'26'0'630,"1"0"0,10-2 1,3-1-942,7-3 0,5-8 0,5 4 1,-1-1-1506,-6-1 0,1 2 1816,-10-1 0,-1-5 0,-5 7 0</inkml:trace>
  <inkml:trace contextRef="#ctx0" brushRef="#br0" timeOffset="1233">2113 271 8305,'-2'-16'586,"-2"2"0,-1 3 767,1-3 0,0 6-954,-2 3 0,4 5 0,-6 7 0,3 11-107,-1 9 0,-8 8 0,4 6 0,1 5-130,3 5 1,-2 1 0,2 2-1,2 3-54,3 1 0,1-6 1,0-7-1,0-4-241,0-8 0,0 0 0,1-12-530,5-5 0,-2-7 0,6-11-256,-2-4 1,3-5 0,-5-12 0,-2-7-2265,-2-3 3183,-2-1 0,-8-9 0,-2-2 0</inkml:trace>
  <inkml:trace contextRef="#ctx0" brushRef="#br0" timeOffset="1583">2061 253 8619,'12'-15'564,"-1"3"0,-5-2 0,6 7 0,1-3 206,3-4 1,3 5 0,4-1 0,7 0-232,3 0 1,3 7 0,3-3 0,4 4-532,2 2 1,-7 0-1,3 0 1,-6 2-431,-6 4 0,-6 3 1,-11 9-1,-6 1-140,-4 4 0,-10-3 0,-5 5 0,-11-2 356,-11 1 0,-2 7 0,-7-4 0,-1 2 452,1 0 0,3-6 0,-4 5 0,2-1 61,5 0 0,3-6 1,4 2-1,4-3 398,1-3 1,11 1-590,9-1 1,12-1 0,7-5 0,9-5-45,7-4 0,6-2 0,4 0 0,3 2-39,3 4 0,-4-4 1,3 4-1,-1-4-213,-4-2 1,-4 0 0,-4 0 0,-4 0-1459,-2 0 0,-4 7-2445,-9 5 4083,-4-4 0,-8 7 0,0-5 0</inkml:trace>
  <inkml:trace contextRef="#ctx0" brushRef="#br1" timeOffset="2999">3004 166 13112,'0'-12'604,"0"0"69,0 9 0,0-7 1139,0 4 37,0 4-994,0-6 0,2 22-526,4 3 1,2 13-1,7-1 1,1 6-149,3 5 0,4 11 0,-1 9 0,3 2-138,2 4 0,-4-6 0,6-2 0,0-5 17,-1-7 1,-1-11-1,-6-13 1,2-9 225,-1-7 0,-3-6 0,-1-6 0,-3-5 27,-3-5 1,-2-9-1,-7-4 1,3-2-210,-2 2 0,-2-4 0,-4 5 0,-2-1-448,-2 0 0,-5 6 0,5-4 0,0 3-476,-2 9 0,4-3-567,-7 7 802,7 3 0,-4-2 299,8 4 1,2-1 0,2-7 0,4 3 77,1-3 1,1 4 0,4-1 0,-5-3-282,-1-2 1,6-1 78,-3 0 238,-3-1 0,6 10 0,-8 8 316,-2 10 1,-3 6-1,-1 3 1,0 4 341,0 6 0,6 4 0,2 2 0,0 0-64,0 0 1,5-2-1,-1-2 1,3-2-112,3 2 0,-1 0 1,3-2-1,1-5-352,2-5 0,6-1 1,-3-1-1,1-1-100,4-5 1,-4-1 0,0-6 0,-2 2-148,-3-2 1,3-3 0,-2-2 130,-1-5 1,-3-4 0,-2-6 0,-1 3 83,-4 1 0,1-1 0,-5-9 0,0-3-90,-1-2 0,7-4 0,-4-8 0,1-4-97,1-1 0,-8-3 0,4-7 0,-2-2-10,-1-3 0,3 1 1,-4 8-1,2 3-892,-2 6 0,-2 6 171,-2 6 1,-2 14 0,-2 17 0,-4 13 926,-2 12 1,-9 14 0,-8 4 0</inkml:trace>
  <inkml:trace contextRef="#ctx0" brushRef="#br0" timeOffset="3482">4855 253 8344,'0'-12'2216,"0"1"-1661,-8-1 0,5 4 1,-7 8-146,2 10 0,0 8 1,4 7-1,-1 8-5,1 6 1,-4 9-1,2-3 1,2 1-335,2 1 0,2-3 1,0 5-1,0-4-330,0-3 0,0-7 0,2-8 0,2-1-610,2-5 0,8-9 0,-3-7-180,5-3 1,-5-9 0,-1-7-1,-2-7 1049,-4-8 0,-2-4 0,-2-2 0</inkml:trace>
  <inkml:trace contextRef="#ctx0" brushRef="#br0" timeOffset="4149">5327 375 11164,'0'-7'954,"0"7"1,0 7 0,0 13 0,0 3-784,0 6 1,0 4-1,0 2 1,0 2-83,0 4 0,0-4 0,0 3 0,0-3-47,0-2 1,0-8 0,0-3 0,0-5 96,0-2 1,2-5 129,3 0 0,3-16 1,4-2-1,-4-10-308,-1-7 0,-5-4 0,4-8 0,-4 0-88,-2 0 0,0 0 0,0 0 0,0 0-78,0 1 1,0-1-1,0 2 1,0 2 34,0 1 1,0 9 0,0-2 66,0 3 0,0 9 0,2 1 47,4 2 1,4 10-1,7 10 1,1 5 94,-1 7 0,0 3 0,3 8 0,1 0 110,2 0 0,1 7 0,-5 3 0,3 0-101,1-5 1,2 3-1,-4-2 1,5-4 96,1-6 1,-4-2 0,4-10 0,0-5-62,1-5 1,-1-3 0,2-8 0,-6-4 58,-3-5 1,-5-12 0,-1-7 0,-5-3-234,-1-1 0,-2-3 1,-6-2-1,0-4 25,0-1 1,0-1-1,-2-2 1,-4 5 12,-5-1 0,1 8 0,0-2 0,0 6-385,1 0 1,5 6-671,-2 2 1,4 13 109,2 10 1,2 10 0,2 11 0,4 4-1099,1 2 2095,3-5 0,5 11 0,1-6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5:43.3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418 123 8435,'5'-11'145,"1"-1"0,0 6 0,-6-6 1596,0-1-1160,0 5 0,0 2 0,0 14-344,0 10 1,-2 1 0,-2 10-1,-4 4-45,-1 6 0,3 5 1,-4 9-1,1-1-63,-1 1 0,6-1 1,-2 0-1,2 1-341,-2-1 0,4-7 0,-3-2 1,3-5-572,2-3 0,0-4 0,2-15-282,3-5 0,-1 3 0,6-10 1065,-2-6 0,5-6 0,-3-9 0</inkml:trace>
  <inkml:trace contextRef="#ctx0" brushRef="#br0" timeOffset="234">16 176 8795,'-10'-2'1488,"4"-4"1,6 2-1,6-6-1164,6 3 1,11-1 0,8 2 0,8-4-501,8 1 1,5-7 0,4 4 0,4-3-485,2-3 0,3 7 1,6-1-1,1 0-513,-2 3 1,2 1-1,-16 8 1173,-6 0 0,3 0 0,-8 0 0</inkml:trace>
  <inkml:trace contextRef="#ctx0" brushRef="#br0" timeOffset="685">1116 71 8463,'0'-10'2416,"-2"24"0,-2 15-2182,-1 6 1,-7 4 0,4 1-1,0 9-69,1 7 0,-5 6 1,6 6-1,2-4-236,2-6 0,2-11 0,0-6-1,0-4 0,2-12 0,4-8 0,6-9 93,3-6 1,5-10-1,1-3 1,4-5-78,2-1 1,-3-9-1,5-3 1,2-2-353,2 2 1,-4-4-1,0 6 1,0-2 72,-2 0 0,4 7 1,-7-1-1,-3 6-288,-2 5 548,-9-4 1,-2 22 0,-8 2 0,0 9 448,0 7 1,-6 7 0,-2-2 0,-1 4-40,-5 2 0,6-6 1,0 0-1,3 0-278,-1-2 1,0-1 0,6-9-241,0 0 0,8-1 0,3-4 0,5-7-222,1-3 1,1-9 0,1-5 0,1-4-739,-3-1 0,4 0 1143,-9-1 0,4 1 0,1-1 0</inkml:trace>
  <inkml:trace contextRef="#ctx0" brushRef="#br0" timeOffset="1003">1745 612 8343,'17'-6'1031,"-1"-1"-288,-5-3 1,3 4-1,-6-4 1,2 3-328,3 3 1,-3-4 0,1 0 0,3 0-410,2 1 0,1-5 0,0 4 1,1-1-22,-1-5 1,1-1 0,-3-5-372,-3-3 1,2 3 0,-9-3 248,-1 4 0,-4 3 0,-7 5 0,-9 3 342,-5 0 1,-8 6 0,3-4 0,-1 6 113,-4 6 1,6 4 0,2 9 0,3 3-142,3 1 0,1 6 0,5-4 0,5 0-104,4 1 0,4 3 1,4-6-1,7-2-651,9-1 1,7-3 0,13-1-1,11-5-786,9-5 0,19-4 1362,7-2 0,-39-6 0,1-3 0,47-11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6:28.3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 11513,'0'17'176,"0"3"0,0 1 0,0 4-493,0 2 0,6 3 0,0 5 1,0 1-764,1 5 1,-5 2 1079,4 3 0,4 13 0,0-5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6:28.70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1 9653,'-5'12'523,"-1"-1"0,-2 3 0,4 9 0,-2 6-202,2 4 1,3 10 0,1 3-1,0 7-493,0 5 1,0 2-1,0 6 1,0-2-498,0 2 0,0 0 0,0-2 0,1-8-1387,5-7 2056,-4 1 0,6-5 0,-8 7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6:29.08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78 7755,'0'-17'-646,"2"1"1067,3 4 0,-3 3 304,4 3 1,-4 2-440,-2-8 0,0 10 0,0 2 0,-2 10 58,-4 6 0,4 3 0,-3 4 0,1 6-151,-2 4 0,4 10 0,-6 4 0,2 3-248,1 2 0,-1 3 1,6 1-1,0 4-892,0 2 1,0-5 0,0 1 946,0-4 0,0-1 0,0-1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6:29.88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0 7674,'0'18'108,"-2"1"240,-4 4 0,2 5 0,-5 8 0,1 5 69,4 6 0,-4 5 0,2 8 0,3 8-338,1 6 0,2 15 0,0-3 1,0-3-362,0-5 0,0-7 0,0-1 0,0-4-299,0-8 1,0-3-1,0-18 1,0-6-200,0-4 0,2 2 780,3-6 0,-3 1 0,6-7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6:30.21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0 8022,'0'12'928,"0"-1"0,0 1 1,-2 8-1,-2 3-737,-2 6 1,1 14 0,5 9 0,0 10-608,0 6 0,0 2 0,0 2 0,0 1 416,0 3 0,7 0 0,3-6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6:50.31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0 402 12594,'0'-9'1767,"2"1"0,4 6 0,6-2-1762,3-2 1,3 0-1,1 6 1,4 0-232,6 0 1,4-1 0,4-3 0,2-2-2147,2 2 0,7 2 2372,-1 2 0,-4-8 0,-1-1 0</inkml:trace>
  <inkml:trace contextRef="#ctx0" brushRef="#br0" timeOffset="482">1275 123 7472,'0'-17'139,"0"5"3891,0 0-3478,0 8 1,0 0 0,-2 16 0,-2 11-129,-2 8 1,1 12 0,5 6 0,0 9-63,0 12 0,0 2 1,0 11-1,0 2-407,0 1 1,0-5 0,0-15-1,0-6-585,0-5 1,5-9 0,3-19-683,2-9 0,2-12 0,3-18 1312,-3-11 0,-5-8 0,-7-4 0</inkml:trace>
  <inkml:trace contextRef="#ctx0" brushRef="#br0" timeOffset="683">961 210 8365,'0'-17'850,"0"-6"0,0-1 0,0 3 21,0 2 0,0 7 0,4 0 0,5 1-298,9 1 1,11-4 0,2 8 0,8 3-731,7 1 0,11-4 0,1 0 0,0 2-713,2 2 1,0 2-1,6 0 1,-2 0-531,2 0 1,-6 0 0,-1-2 1399,-5-4 0,-9 5 0,-3-7 0</inkml:trace>
  <inkml:trace contextRef="#ctx0" brushRef="#br0" timeOffset="932">1188 682 8392,'2'10'1925,"3"-5"0,7-3 0,13-4 0,10-2-1591,10-1 0,11-7 1,4 4-1,0-1-551,1-5 0,3 0 0,-8 1 1,-6 3-1053,-7 2 1,-8-3-1,-6 3 1,-6-2 1268,-3-3 0,-3-3 0,1-1 0</inkml:trace>
  <inkml:trace contextRef="#ctx0" brushRef="#br0" timeOffset="1266">1764 752 8849,'8'9'3693,"-4"-1"-2923,7-8 0,1 0 1,5 0-1,1-2-461,-1-4 0,9 3 0,3-9 0,2-2-256,-2-1 1,4-9-1,-6 1 1,0 2-129,-4 1 1,-3 3 0,-5 0 0,-1-1-312,-2 1 1,-9 5-1,1 2 1,-8 2-94,-7 5 0,-7 1 0,-3 2 0,-4 2 184,-2 3 0,-2 11 1,-6 9-1,2 2 237,4 4 0,3 0 0,9 0 1,-1-1 199,1 1 0,7 2 0,4 0 0,6-4 98,6-6 0,8-4 0,13-1 0,12-3-309,9-3 0,3-6 1,13-12-1,2-6-460,2-3 1,5-5 0,-3-1 0,-8-4-1363,-5-2 1891,-13-2 0,7-6 0,-7 0 0</inkml:trace>
  <inkml:trace contextRef="#ctx0" brushRef="#br0" timeOffset="1732">2847 682 8233,'6'-12'348,"-1"1"0,1 5 1,-6-6 1135,0-1 1,0 3-762,0-2 0,0 1-875,0-7 0,0 6 0,-2 3 75,-3 1 1,-5 2 0,-10 6 0,-1 0-55,-2 0 1,-6 8-1,3 4 1,-1 5 189,-4 6 0,4-1 0,0 7 0,2 0 146,3-2 1,9 4-1,3-6 1,2 1-68,4-1 0,6-2 0,8-6 0,9-1-139,7-4 1,9-5-1,7-7 1,1 0-267,0 0 0,3-13 0,-5-5 0,-2-3-78,-2-4 0,-4 3 0,-4-5 0,-6 0-13,-4 0 1,-7 4 0,-2-4 588,-2 1 1,-5 5 0,-8 9 0,-7 6-102,-4 5 1,5 2 0,-1 7 0,-1 8 10,-3 5 1,6 10 0,5-4 0,3 2-143,2 1 0,2-7 0,3 4 0,9-2-8,7-3 1,14-3 0,12-4 0,3-3-241,3-6 1,7-6-1,2-6 1,0-6-550,-4-3 1,-11-10 0,-6-4 0,-7-4 797,-4-2 0,-5-8 0,-8-2 0</inkml:trace>
  <inkml:trace contextRef="#ctx0" brushRef="#br0" timeOffset="1983">3633 210 8233,'0'-17'628,"0"-1"0,0 1 430,0-1 1,-2 9-1,-2 5-809,-2 8 1,-6 7 0,5 13 0,-3 7-121,-4 8 1,5 1 0,-3 11 0,0 3 69,3 0 0,-5 1 0,6-1 0,1 2-190,-1 3 1,2-9-1,6-9 1,2-6-276,4-6 1,2-4-1,5-9 1,-1-5-362,1-5 1,3-6 0,-1-6-647,-3-5 1,-4-5-1,-8-3 1273,0-5 0,-8-3 0,-2-8 0</inkml:trace>
  <inkml:trace contextRef="#ctx0" brushRef="#br0" timeOffset="2149">3371 490 8233,'0'11'3206,"0"1"-2430,0-8 1,8 4 0,5-8 0,8 0-399,9 0 1,3 0-1,1-2 1,3-2-1220,4-2 0,-2-6 0,6 5 0,-3-1-805,-3 0 1,-2-4 1645,-2 7 0,0-9 0,0 4 0</inkml:trace>
  <inkml:trace contextRef="#ctx0" brushRef="#br0" timeOffset="2533">3947 577 12098,'0'-10'691,"-6"10"0,0 12 0,3 4-716,1 1 1,2 2 0,0 3 0,0 3-104,0 2 1,0-4-1,2 5 1,3-3 37,7-4 0,5-1 0,7-5 0,5-1 106,4-3 1,2-7 0,0 2 0,0-4-26,0-2 0,0-8 0,-1-5 1,-1-7-145,-3-3 0,-5-2 0,-10 3 0,-1-3-597,-2-2 1,-9 4 0,3-4-312,-4 1 1,-10 3 525,-3 6 1,-3 9 0,3 8 534,5 9 0,4 7 0,4 1 0,4 1 0,5-1 0,7-1 0,5-3 0,4-3 0,0-2 0,12-2 0,-4-6 0,2 0 0,0 0 0,-4-2 0,-2-6 0,-2-9 0,0-1 0,6-7 0</inkml:trace>
  <inkml:trace contextRef="#ctx0" brushRef="#br0" timeOffset="2833">4768 507 7931,'0'-11'1857,"0"-1"1,-2 8-1076,-4-2 1,4 6 0,-6 8-359,1 9 0,5 3 1,-4 9-1,4 2-155,2 2 0,0 2 1,0 0-1,0 0-140,0 0 0,2-6 0,2-2 1,4-2-198,1-3 0,-3-9 1,6-3-244,1-2 1,-3-5 0,0-8-1,-3-7-96,-3-4 1,-2-7 0,-2-2 0,0-2-14,0-4 0,-2-2 0,-2 0 0,-3 4 28,-3 5 0,6 5 0,-2 2 0,4-1-190,2 1 0,2 1 219,4 4 0,4 3 0,9 5 0,5-2 63,5 2 1,6 4-1,5 4 1,5 2-89,0-2 0,3-2 0,-7-2 388,-2 0 0,5-8 0,1-2 0</inkml:trace>
  <inkml:trace contextRef="#ctx0" brushRef="#br0" timeOffset="3199">5152 595 8139,'6'11'472,"0"1"0,0-6 1,-4 3 235,3-1 1,5 4 0,7-6 0,1-3-474,-1-1 0,3-2 0,1 0 1,4-2-220,3-3 0,-1 1 0,4-8 1,-4-1-54,-2-3 1,-2 4 0,-5 1 0,-3-3-294,-3-1 1,-4 3 0,-8 0 87,0-1 0,-10-1 0,-7 3 0,-10 5 194,-6 4 1,3 2-1,1 0 1,-2 2 313,-2 4 0,6 3 0,4 9 0,3 1 323,3 4 0,5-1 1,3 5-1,1 0-144,4 0 0,12 0 0,9 4 0,10-3-513,6-3 0,8-2 0,2-5 0,-1-3-393,1-3 1,4-5 0,-7-7-1,1 0-993,2 0 1,-12-7 0,2-7-1,-6-5 1454,-6-5 0,7-7 0,-1 4 0</inkml:trace>
  <inkml:trace contextRef="#ctx0" brushRef="#br0" timeOffset="3532">5903 507 8139,'18'0'2346,"-9"-2"-1202,-3-4 1,2 3 343,-2-9-1437,-1 8 1,-12-10-1,-5 9 11,-3 1 0,-3 2 0,1 2 1,-1 0-415,1 0 1,-1 0-1,3 2 1,1 2 195,2 1 0,7 7 1,-5-4 478,2 2 0,2-5 1,6 7-1,2 2-151,4 1 1,4 3 0,9-1 0,5 1-99,5-1 1,4 2 0,2 5 0,-1 3-54,1 0 1,-7 6 0,-5-4-1,-4 2-116,-1-2 1,-9 4 0,-7-6 0,-11 1-153,-15-5 1,-9-10 0,-7-3 0,-5-2-269,0-4 0,-5-2 1,5-4-1,1-4 515,3-6 0,12-11 0,4-4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6:58.9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35 978 8561,'-10'18'155,"2"-7"1,7-1 1173,-5-2 168,4 5-700,-6-11 1,10 4-478,4-12 0,-2-4 0,5-9 0,1-4-122,0-6 1,-4 0-1,3-4 1,-1-4-165,-4 0 1,4-6-1,-2 0 1,-3-1-184,-1-5 1,4-7 0,2-4 0,2-2-49,3-4 0,3 6 0,3 1 0,4 5-349,7 2 1,3 7 0,1 6 0,1 8-201,0 8 0,0 6 1,0 5-1,-2 6 114,-4 4 1,2 4-1,-7 2 1,-1 4 631,2 1 0,-6 11 0,7 7 0</inkml:trace>
  <inkml:trace contextRef="#ctx0" brushRef="#br0" timeOffset="217">35 594 8562,'-10'0'796,"4"0"1,12 0 0,6-2-541,3-4 1,11 4-1,3-6 1,4 1-870,2-5 0,0 2 0,0 1 0,-1-1-859,1 0 1472,-7 6 0,12-11 0,-3 5 0</inkml:trace>
  <inkml:trace contextRef="#ctx0" brushRef="#br0" timeOffset="583">681 629 8416,'0'-18'0,"0"7"0,0-1 0,-2 0 1371,-4 3 1,4-1-1047,-3 4 0,3 6 0,2 0-228,0 10 1,0 5-1,0 5 1,-2 3 100,-4 6 1,2 4 0,-6 2 0,3 0-72,3 0 1,-4-8 0,0-2 0,0-1-46,1-1 0,1 0 104,6-5 0,0-11-192,0-7 0,8-9 0,1-13 0,3-3-190,0-2 1,-3-2 0,5-4-1,-4 2-221,-3 2 1,7 2-1,-4-4 1,1 3 137,1 3 0,-6 2 0,5 5 1,1 1-48,-2-1 1,5 7 0,-3 1 0,3 2-95,3 5 0,-1 3 1,1 5-1,-1 5 420,1 0 0,7 13 0,2-4 0</inkml:trace>
  <inkml:trace contextRef="#ctx0" brushRef="#br0" timeOffset="1034">1380 629 8577,'-2'-16'1061,"-2"3"-761,-2 1 1,0 6 0,4-3 479,-4 1 1,3-4-967,-9 6 0,0 0 0,-5 6 94,-1 0 1,-5 8 0,0 4 0,0 5 128,-3 7 1,7-3 0,-4 8-1,3 2 195,3 2 1,5-4-1,2 0 1,3 2-8,3 2 1,6-4-1,7-1 1,11-3-97,5-4 0,6-7 0,8-4 0,4-3-188,1-3 0,-5-4 0,2-6 0,-4-5-94,-2-5 0,-8-7 0,-4-2 1,-4-1 20,-1 1 1,-8-4-1,-5 4 1,-5 0 1,-5-1 0,-11-3 0,-11 6 1,-4 2 86,-6 1 0,-2 11 0,4 3 0,-2 4-196,-3 2 1,9 0 0,-2 2 0,5 6-166,7 9 0,7 2 0,5 10 0,1 1-8,4-3 1,10 6-1,8-6 1,7 0 113,8-4 0,4-3 1,2-5-1,2-3 236,4-6 1,-5-4 0,7-2 0,-2 0 61,0 0 0,-6-8 0,-6-6 0,2-7 0,-6-6 0,0-8 0</inkml:trace>
  <inkml:trace contextRef="#ctx0" brushRef="#br0" timeOffset="1534">1764 664 8894,'-8'-10'1098,"-4"4"1,5 6-1,-1 6 1,2 6-854,0 3 1,1 5 0,5 3 0,0 4-192,0 0 0,0 6 0,0-4 1,1 2-31,5-2 0,4 3 0,9-9 0,3-2-41,1-1 1,8-11 0,-2-3 0,2-4-132,-2-2 0,4-10 0,-6-7 0,3-10-90,-1-6 0,-8-2 0,2 0 0,-3-2 61,-3-4 0,1 4 0,-1-3 0,-1 5 173,-5 6 0,-3 3 198,-8 9 0,-2 3 0,-2 8 39,-2 12 1,-7 10 0,3 7 0,-2 6 26,1 4 0,5 2 0,-4 0 0,3-2 2,3-4 0,2 8 1,2-6-1,2-2-9,3-2 1,5-3 0,10-7-1,3-1-185,6-5 0,6-3 0,4-8 0,3-4-299,3-7 0,0-3 0,1-15 0,-5-2-201,-4-2 0,-4 0 0,-2 2 0,-4 2-288,-2-2 1,-9 5 0,-10 3 525,-4 4 1,-4 9-1,-4 4 350,-6 4 0,-5 4 0,-5 4 0,-1 6 66,2 3 1,7 5 0,4 1-1,3 2 39,3-1 0,2 3 0,4 0 0,6 0-276,9 0 0,10-1 0,14-7 0,6-1-962,3-5 0,10-3 1,6-8 976,8 0 0,-2-15 0,5-5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6:54.71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36 744 8335,'-10'0'752,"0"0"1,7 2 553,-3 3-282,0-3 368,6 6-818,0-8 1,6-2-1,3-2-464,7-2 0,-2-5 0,9 3 1,-2-2-135,2-3 0,-1-3 1,5-1-1,-2-1-397,-3 1 1,-3-1 0,-2 1 0,-1-1-885,-4 1 0,-5-1 962,-7 1 0,-7 7 0,-5 5 0,-6 5 271,-5 5 1,-2 7 0,-6 9 0,4 5 243,1 1 0,3-4 0,8 6 0,1 2 83,2 2 0,9 0 0,-3-2 0,8-4-63,9-1 0,3-3 1,15-6-1,4-1-263,6-5 0,0-3 0,7-8 0,3 0-371,1 0 0,-5-2 0,-4-4 1,-7-3-338,-4-1 1,1-5 0,-8 1 778,-2-7 0,-1 1 0,-3-5 0</inkml:trace>
  <inkml:trace contextRef="#ctx0" brushRef="#br0" timeOffset="250">699 569 8477,'2'-12'729,"4"1"0,-2 7-364,8-2 0,-1 6 0,5 6 1,-3 5-221,-1 5 1,0 7 0,5 1 0,1-1-63,-1 2 1,1-4-1,-1 7 1,1-3-262,-1-4 1,-1 4-1,-3-1 1,-3-3-684,-2-2 0,3-7 0,-3-2-976,2-3 1837,-6-1 0,3-6 0,-7 0 0</inkml:trace>
  <inkml:trace contextRef="#ctx0" brushRef="#br0" timeOffset="450">996 586 11960,'-9'8'338,"-7"0"1,4 7 0,-3 1-217,-3 3 0,-1 5 1,-4 1-1,-6 8-281,-4 6 0,-2 3 1,0-3-1,0 2-820,0-2 0,2-4 1,4-6-1509,6-6 2487,11-11 0,12-12 0,10-10 0</inkml:trace>
  <inkml:trace contextRef="#ctx0" brushRef="#br0" timeOffset="750">1573 132 8384,'0'-27'227,"0"4"0,0 3 1232,0 3-968,-8 7 1,6 5-1,-6 12-323,0 11 1,7 7 0,-7 12-1,2 4 72,0 5 0,-7 7 1,3 3-1,-2 6 141,1 6 0,-1-2 0,-6 9 0,3-5-219,3-6 1,3 0 0,5-9-1,-2-7-425,2-3 1,2-12-1,4-10-1607,4-3 0,3-11 912,9-3 0,-3-14 1,-3-7 957,-6-7 0,-4-9 0,-2 4 0</inkml:trace>
  <inkml:trace contextRef="#ctx0" brushRef="#br0" timeOffset="917">1188 569 8384,'18'0'406,"-1"-2"0,1-2 0,1-2 417,5 2 1,3 1 0,10-1-1,3-4-433,7-2 0,3 4 0,3-3 0,1-1-880,4 0 1,-9 6-1,3-3 1,-1 1-1176,-1 0 1,-5-6 1664,-5 7 0,-3-9 0,-2 4 0</inkml:trace>
  <inkml:trace contextRef="#ctx0" brushRef="#br0" timeOffset="1301">2114 604 9212,'-10'-8'809,"-5"0"-828,3-3 0,2 3 0,1 10 621,1 4 0,-4 9 1,7 10-1,1 3-486,2 3 1,0-4 0,-2 0 0,-2 0 117,2 0 0,2-5 1,2 3 105,0 0 1,0-5 425,0 3-730,0-12 1,0-11-1,0-11 1,0-7-338,0-5 1,0 4 0,0-7 0,0 3-86,0 0 0,6-6 0,0 5 0,0 3 78,2 2 0,-1-5 0,9 1 0,-1 2 179,5 1 1,1 9-1,-2 1 1,3 0-266,1 1 0,8 5 0,-2-2 0,2 4-464,-2 2 1,2 8-1,-5 1 858,1 1 0,2 6 0,6-7 0</inkml:trace>
  <inkml:trace contextRef="#ctx0" brushRef="#br0" timeOffset="1750">2743 691 8313,'0'-17'1553,"0"-1"1,2 9 0,2 1-1219,1 0 0,1 4-501,-6-7 0,-2 5 1,-4-4-50,-5 2 0,-5 2 0,-3 6 0,-4 0 94,-6 0 0,1 8 1,-1 4-1,-2 3 101,-2 3 0,0 1 0,4 3 0,6 3 139,3 2 1,5-4 0,3 4 0,6-1-11,4-5 0,4-2 0,6-1 1,8-3-154,5-3 1,10 2 0,-2-9 0,4-1-38,2-2 0,0-10 0,0-1 0,-2-3-134,-4 0 1,-4 1-1,-7-7 1,-3 1 89,-3-1 1,2 1 0,-9 0 179,-1-1 1,-2 1-111,-2-1 0,-2 10-31,-4 8 0,4 8 1,-3 10-1,3-1 42,2 1 0,2-1 0,3 0 0,7 1-259,4-1 0,7 1 0,2-3 0,2-3-58,4-6 0,8-4 1,2-2-1,0 0-932,1 0 1293,-5-8 0,14-9 0,-7-11 0</inkml:trace>
  <inkml:trace contextRef="#ctx0" brushRef="#br0" timeOffset="2050">3546 691 8313,'0'-11'1925,"0"-1"0,6 0-1580,0-5 1,0 5-466,-6 1 0,-8 7 1,-4-2-51,-3 4 0,-9 2 0,-1 0 0,-2 2 105,-4 4 0,-2-1 1,0 11-1,2 3 186,2 1 1,7 5 0,-1 0-1,6 2 65,5 4 1,-2-3-1,9-1 1,3-2-252,6-4 0,13 3 0,12-5 0,6-5-199,6-5 1,-2-3-1,5-6 1,1 0-554,0 0 1,-7-8 0,3-3 0,-4-7-213,-2-5 0,0 2 1029,0-8 0,7-8 0,3-8 0</inkml:trace>
  <inkml:trace contextRef="#ctx0" brushRef="#br0" timeOffset="2317">4140 115 8313,'0'-27'721,"0"3"1,0 5 0,0 2 393,0-1-790,0 8 0,-6 10 0,-2 14 0,-1 9-83,-5 12 1,0 2 0,1 10 0,1 1 15,-1 3 1,3 9 0,-2 4-1,1 2-196,1-2 0,2 2 1,8-8-1,0-2-368,0-1 0,0-11 0,2-5 1,4-8-864,6-8 0,3-5 338,3-7 1,-3-5 0,-3-12 0,-6-5-56,-4-5 0,-2-3 886,0-4 0,-16-5 0,-3-6 0</inkml:trace>
  <inkml:trace contextRef="#ctx0" brushRef="#br0" timeOffset="2483">3843 551 10191,'17'0'902,"1"0"1,1 0-539,5 0 0,3 0 1,10 0-1,1-1-986,3-5 0,8 2 0,-3-6 0,5 0-2949,1 1 3571,1-3 0,-1 2 0,0 3 0</inkml:trace>
  <inkml:trace contextRef="#ctx0" brushRef="#br0" timeOffset="2832">4437 709 8938,'17'0'1544,"1"-2"0,1-2-1347,4-2 1,-3 0 0,5 4 0,-2-2-189,1-1 0,-1-7 0,-6 4 0,1 0-275,-1 1 1,-7-7 99,-4 2 0,-6-1 1,-8 1-1,-7 6 77,-7 4 0,-9 2 0,4 0 1,-2 2 159,0 4 0,2 6 1,-3 9-1,7 2 231,4-1 1,1 3 0,3 0 0,3 2-77,6 4 1,6 1 0,8-1-1,10-4-353,9-2 0,8-2 0,3-5 0,5-3-153,2-3 1,-1-4-1,5-10 1,-2-4-539,1-6 1,-5-5-1,-3-5 1,-5-3 817,-5-2 0,-5-10 0,-8-7 0</inkml:trace>
  <inkml:trace contextRef="#ctx0" brushRef="#br0" timeOffset="3333">5223 744 8151,'0'11'247,"0"1"1,7-8-1,5 2 16,4-4 0,1-2 0,-1-2 0,-3-2 354,-1-2 0,-1-8 70,7 3 1,-10-5-452,-8-1 0,-10 7 0,-13 4 0,-6 4 18,-4 2 0,-2 0 0,0 2 0,0 2-188,0 2 0,6 7 0,2 1 0,1 5 61,5 5 1,9 1 0,7-4-1,3 3-178,2-3 1,15-2 0,8-1-1,9-3-163,2-3 1,7-4-1,2-8 1,0 0-263,-1 0 0,-1-8 0,-6-4 0,-2-3-10,-4-3 0,-4-7 0,-7-4 0,-1-6-89,1-6 1,-3 4-1,-3-5 1,-4-1 321,-1-4 0,-5-3 0,6-2 0,-2-1 395,0 1 1,1 9 0,-3 6 0,4 8 278,2 4 0,-6 2 455,2 5 0,-5 10 0,-1 8-308,0 10 0,-7 6 1,-5 3-1,-3 4-6,-3 6 0,1 6 1,-1 4-1,1 4-147,-1 2 0,3 3 0,1 8 0,4 3-212,3-3 0,1-4 0,8-3 0,4-3-478,5 3 1,12-8 0,9-5 0,4-6-1538,5-5 0,6-8 0,-8-7 1812,-6-2 0,1-3 0,-6-5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01.5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1 777 7821,'0'11'1632,"0"1"1,8-8-1253,3 2 0,-1-5 1,2-1-1,3-1-198,6-5 1,1 2 0,5-8 0,0-1-146,0-3 0,-3-3 0,3-3 1,-2-1-123,-4 2 1,-1-5 0,-3 3 0,-1 2-297,-5 1 0,-3-3 0,-10 0 257,-4 2 0,-3 9 1,-11 6-1,-1 4 79,-2 2 0,-7 2 0,5 6 0,0 7 70,0 7 1,1 7 0,7-4 0,2 0 160,3 0 1,4 5-1,8-5 1,0 0-31,0 0 1,10-1-1,7-9 1,12-1-94,10-3 0,0-7 1,8 2-1,1-6-170,3-6 0,1-4 0,-2-7 0,-3 0-654,-6-1 1,-6-5 0,-6-1 0,-6 3-858,-4 2 1,-3 1 1617,-4 1 0,3-1 0,-5 1 0</inkml:trace>
  <inkml:trace contextRef="#ctx0" brushRef="#br0" timeOffset="531">944 619 8411,'0'-11'209,"-2"1"1735,-4 2-1293,4-5 0,-6 9 263,8-8-416,0 8 0,0-5-168,0 3 0,-2 2-254,-3-8 1,-5 8-1,-8-1-129,1 3 1,-6 2 0,-1 2 0,3 1-180,2 3 0,-5 10 0,1-1 1,4 7 84,5-1 1,1 0 0,5 1 0,0 1 139,0-2 0,4-1 0,10-1 0,6 0 31,3-1 1,5 1-1,3-13 1,6-2 50,4-2 1,2-2 0,0 0 0,-2 0-92,-4 0 0,2-8 1,-6-3-1,-1-5-122,-5-1 1,2-1 0,-11 1 0,0-1-90,-4 1 1,-4-1 130,-2 1 0,0 5 0,-2 2-34,-4 3 1,-2 3-1,-6 10 1,5 5 185,1 5 1,-4 1 0,7 1 0,1-1 67,2 1 0,4-1 0,3 1 0,9-1 2,7 1 1,1-9 0,9-1 0,4-2-247,4 0 0,9-1 1,-3-6-1,-1-3-706,-3-2 1,-4-6 0,-2 4 0,0 1-402,0-1 1,-10-6 1226,-8 3 0,1-5 0,-8-1 0</inkml:trace>
  <inkml:trace contextRef="#ctx0" brushRef="#br0" timeOffset="866">1992 619 8396,'0'-17'1113,"0"-1"-249,0 1 1,0 5-477,0 1 1,-2 1-1,-4-2-382,-6 7 0,-3 1 0,-3 0 0,1-2-54,-1 2 0,-5 2 1,-2 4-1,0 2-30,-1 2 1,-5 7 0,4-1 0,0 3 91,4 3 0,3 1 1,3 3-1,1 1 104,5-2 1,3 5 0,8-3 0,4-2 6,7-1 1,3-3-1,15-1 1,2-3-161,2-1 0,4-8 0,2 3 1,2-1-479,-3 0 0,-1 0 0,-2-8 0,-2-2-333,-4-2 1,-1-7 0,-9 1 0,0-3 845,-3-3 0,-3-7 0,5-2 0</inkml:trace>
  <inkml:trace contextRef="#ctx0" brushRef="#br0" timeOffset="1283">2446 148 8242,'0'-18'665,"0"1"0,0-1-106,0 1 0,0 5 1,-2 3-387,-4 1 0,2 4 0,-6 10 1,1 7-16,-1 9 0,4 5 0,-3 8 1,1 0 17,4 0 0,-4 7 0,2 5 0,2 3 93,2 3 0,2-7 0,2 1 0,2-1-121,2-1 0,6-2 0,-4-10 0,1-2-61,5-2 1,1-14 0,3 1 0,-1-6-98,1-6 0,-1-2 0,3-4 0,1-4-344,2-6 1,0-5 0,-5-5 0,-1-3-71,1-2 0,1 4 1,3-5-1,1 3 64,-2 4 0,-3 1 0,-5 3 0,-1 0 78,2-1 1,-5 1 312,3-1 0,-8 10 243,2 8 1,-10 10 0,-2 11-1,2 3 2,2-3 0,2 0 1,0 1-1,2 1-15,4-2 1,4-1 0,7-3 0,2 1-606,5-1 1,3-5 0,8-2 0,2-3-643,3-3 986,5-2 0,7-10 0,1-1 0</inkml:trace>
  <inkml:trace contextRef="#ctx0" brushRef="#br0" timeOffset="1983">4332 95 8206,'2'-17'50,"4"-1"0,-4 7 1,3-1-1,-1 1 1837,2 1-1150,-4-6 1,6 18-485,-8 4 0,-8 6 1,-2 19-1,-1 6 8,-1 7 0,2 1 1,-3 1-1,3 3-15,2 1 1,-3 9 0,5-1 0,0-4-266,-2-5 1,6-7-1,-3-7 1,3-2-561,2-4 0,2-3 1,3-11-201,7-3 0,4-4 0,-1-10-340,-3-4 0,1-4 0,-5-9 116,2-5 1003,-6 5 0,-4-6 0,-10 7 0</inkml:trace>
  <inkml:trace contextRef="#ctx0" brushRef="#br0" timeOffset="2166">4035 427 8206,'0'-11'990,"0"-1"0,0 6 1,2-4-596,4 3 1,3 1 0,11 6-1,3-2-213,6-4 1,6 4 0,6-4 0,6 4-497,3 2 1,-3 0 0,-1 0 0,1 0-365,-3 0 0,5-2 1,-8-1-1,-3-3-1218,-1 2 1896,-10 2 0,6-6 0,-5-2 0</inkml:trace>
  <inkml:trace contextRef="#ctx0" brushRef="#br0" timeOffset="2633">5030 497 8206,'0'-17'534,"0"-1"63,0 1 0,0 5 0,0 0-33,0-1 1,0-3-222,0-1 0,-1-1-273,-5 1 1,2 7-1,-8 4 1,-1 4-65,-3 2 1,-7 0 0,-2 0 0,-3 0 5,-3 0 0,4 8 1,0 4-1,0 3-58,0 3 0,5 5 0,1 2 0,5 3-48,5 3 1,7-6-1,-2 0 1,4-2 27,2 1 0,2-1 0,6-6 0,7-1-10,7-4 0,9-3 1,-2-5-1,4 2-6,2-2 0,-6-4 0,-2-4 0,0-4 63,0-2 1,-5-1-1,1-5 1,-5 3 187,-7 1 1,-1 2 0,-6-3 144,2 1 0,-1 6-207,-5-5-254,0 7 0,0 10 1,0 11-41,0 2 1,2 1-1,4-1 1,6 3-62,3 1 0,3 0 0,1-5 1,3-1-91,1 1 1,8-3 0,-4-3 0,2-6-139,0-4 0,-5-2 0,5 0 0,2-2 476,2-4 0,-4-10 0,-2-7 0,-2 2 0,14-7 0,-2 1 0</inkml:trace>
  <inkml:trace contextRef="#ctx0" brushRef="#br0" timeOffset="3033">5921 445 8206,'-8'-10'245,"5"-4"1,-7 7-1,0-1 419,0 0 0,5-4 0,-5 5-146,2-3 1,-4 4-1,5-5-373,-3-3 1,4 4-1,-5 1 1,-3 1-124,-2 4 0,-1 0 1,0 0-1,-1-2-25,1 2 1,-7 3 0,1 1 0,2 1-68,1 5 0,3 2 0,1 6 0,3-3 29,1 3 1,8 1 0,-2 3 121,4-1 0,16 5 1,5-1-1,7-4-18,5-1 1,-2 9 0,4-7 0,2 1-81,-4 0 0,4-1 1,-8-1-1,0 1-4,-4-1 1,-3 1-1,-5-1 1,-3 1-11,-6-1 0,-6 1 1,-8-1-1,-10 1-125,-9-1 0,-6-5 1,-4-3-1,-3-1-110,-7-4 0,4-2 0,3-2 1,5-2-123,6-4 1,-2-3 0,9-9 0,7 1-57,7-1 1,6 1 0,4-1 0,4 1-1447,5-1 1890,5 1 0,9-1 0,2 1 0</inkml:trace>
  <inkml:trace contextRef="#ctx0" brushRef="#br0" timeOffset="3400">6253 427 8206,'0'-27'115,"0"4"0,2 5 1,2 5 2497,2 1-2163,-1 0 0,-5 5 0,-1 7-336,-5 9 1,4 9-1,-4 5 1,2 4 174,-2 0 0,4 6 0,-5-3 0,1 3-67,0 1 0,0-4 0,6-3 0,0-2-106,0-4 0,0 5 1,0-3-234,0-2-10,0-9 0,8-6 0,3-12-185,5-6 0,-4-3 0,-3-3 0,1 1 8,0-1 1,1 1 0,5-3 0,-3-1 38,-1-2 0,6-2 0,5 3 0,0-1-50,2 2 1,-3-5 0,7 3 0,2 0-86,2-2 1,2 5-1,0-1 1,-2 5-341,-4 5 0,-4 7 740,-7-2 0,-1-4 0,0 1 0</inkml:trace>
  <inkml:trace contextRef="#ctx0" brushRef="#br0" timeOffset="3616">6305 567 8206,'10'2'3347,"-4"4"-2399,-4-4 0,6 13-709,3-3 1,5 1 0,1 1-1,3-4-360,3-3 0,-2 5 0,6-6 0,-1-2-792,-5-2 0,4 4 1,-1-1 912,-3-1 0,6-2 0,0-2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14.07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18 594 9654,'-10'-2'5389,"4"-4"-4630,4 4 1,16-6 0,5 6 0,7-1-458,5-3 1,7-2 0,5 4 0,2-4-950,3-1 0,3 3 0,3-4 0,2 0 647,3 1 0,7-3 0,-4-5 0</inkml:trace>
  <inkml:trace contextRef="#ctx0" brushRef="#br0" timeOffset="867">1136 297 8379,'15'-19'-6,"-3"-5"0,-3 11 1,-5-5 964,2 3 1059,0-1-1713,-6 7 1,0 3 0,-2 12 0,-2 7 94,-2 8 0,-5 1 0,3 9 0,0 4-147,0 4 0,-3 9 0,5-1 0,2 5-130,2 6 0,2 2 0,0 6 0,2-4-42,4-1 1,4-3-1,9-10 1,4-7-152,6-12 0,4-15 1,4-8-1,2-8 2,2-10 1,5-9-1,-3-20 1,0-8-19,-1-7 0,-1 0 0,-6-8 0,-2-2-113,-4-2 0,0 4 1,-9 2-1,-5 0-286,1 0 0,-8 5 0,-5 1 0,-6 8 82,-9 7 1,-6 4-1,-3 6 1,-4 8 181,-2 11 1,5 8 0,1 6 0,5 4-171,5 6 0,7 11 0,-2 6 0,4 4-532,2 2 1,4 6 922,8-1 0,7 1 0,16-6 0</inkml:trace>
  <inkml:trace contextRef="#ctx0" brushRef="#br0" timeOffset="1483">1939 524 8379,'10'-12'954,"-5"1"-195,-3 7 1,-2-2 0,0 12 0,-2 6-353,-3 3 1,3 10 0,-4 4 0,4 4-277,2 2 0,0-2 0,0-2 0,0-4 101,0-1 0,2-3 0,4-6-120,5 1 0,11-8 1,1-5-1,0-5-265,2-5 0,-3-5 1,5-9-1,0-3-80,0-1 1,-3-2 0,3 3 0,-2-1 3,-4 2 0,-3-5 1,-5 3-1,-3 2-244,-2 1 1,0 9 381,-3-1 1,-5 8 234,0-2 1,0 24-1,-5 7 79,3 4 0,2 0 0,2 2 0,3-3-138,7-3 1,6 4 0,3-6 0,4-3-8,2-7 1,2 1 0,8-8 0,2-5-168,2-4 1,0-3-1,-6-10 1,-1-3-26,1-1 1,-7-5-1,-5 0 1,-4 0-39,-1 0 1,-9 1 0,-3 7-1,-4-1-87,-2 1 0,0 5 51,0 1 0,-2 7 175,-4-2 0,4 12 1,-3 5-1,5 5 181,5 1 0,5 1 1,8 1-1,-1 3 115,1 1 1,5 0 0,2-7-1,2-3-398,4-1 1,2-2-1,2 1 1,-2-5-574,-4-4 1,4-2 0,-4 0 0,2-2-205,-1-4 0,-5 2 892,-8-7 0,1-9 0,-1-7 0</inkml:trace>
  <inkml:trace contextRef="#ctx0" brushRef="#br0" timeOffset="1684">2760 227 8421,'0'-12'1354,"0"1"118,0-3 0,0 5-1927,0-3 1,2 8-1,4-2-2482,5 4 2937,5 2 0,9 8 0,2 2 0</inkml:trace>
  <inkml:trace contextRef="#ctx0" brushRef="#br0" timeOffset="2150">3546 629 8323,'9'-2'974,"-3"-4"1,-2-2-1,0-5-595,2 1 0,0 6 1,-4-3-1,1-1-154,3 0 1,0-2-1,-6-5-289,0 0 0,-2 5 0,-4 2 0,-3 1-40,-1-1 0,-11 6 0,3-2 0,-1 4 25,-1 2 1,-3 2-1,0 4 1,1 6-88,3 3 0,3 3 0,3-1 0,3 0 90,2 1 0,3-1 0,5 1 0,0-1 109,0 1 1,1-1 0,7 1-8,10-1 1,-1-7 0,6-4-1,-3-4-37,-3-2 1,1 0 0,-1 0-1,1-2-71,-1-4 0,1 4 0,-1-4 137,1 4 0,-1 4 1,-1 4 230,-5 6 1,-1 5 0,-6 8 0,4 8-32,1 6 0,-5 17 1,2 3-1,-2 9 45,2 7 1,-4 5-1,3 7 1,-3-2-257,-2-3 0,-5-12 0,-3-14 0,0-7-596,0-9 1,0-13 129,3-9 1,3-16 0,-2-16 0,6-7-144,4-8 1,5-4 0,-3-2-1,0 0 565,0 0 0,5-8 0,-3-1 0</inkml:trace>
  <inkml:trace contextRef="#ctx0" brushRef="#br0" timeOffset="2715">3947 594 8202,'0'-18'442,"0"1"0,-2-1 2233,-3 1-2048,3 0 1,-8 7-557,4 4 1,2 12 0,-5 6 0,1 3 39,4 2 1,2 7 0,2-1 0,0 0-74,0 3 1,0-7-1,0 4 1,2-3 7,4-3 1,-2-5 0,7-3-1,3 1-60,1 0 0,9-6 0,-1 2 0,0-6-65,2-6 1,-5 2 0,5-8-1,-2-1-205,1-3 0,-3 4 0,-7 1 0,-3-3-62,3-1 1,-6-3 0,-1 3-11,1 3 313,-6-3 0,6 15 1,-8 0 223,0 9 0,0 1 1,2 2 98,4 1 1,9 1 0,10-3 0,2-3-25,4 0 1,2-6-1,4 4 1,2-6-162,2-6 1,0-4 0,-6-7-1,-2-1-66,-4 1 1,2-1 0,-10 1 0,-3-1-200,-5 1 1,-9-1 0,2 1 33,-4 0 0,-4-1 0,-4 1 74,-6-1 1,-3 8-1,-3 5 1,1 3 23,-1 2 0,1 0 0,0 0 0,-1 2 126,1 3 0,5 11 1,2 7-1,1 1 201,-1 1 1,6 0 0,-2 6 0,4-4 131,2-2 1,10 5-1,5-7 1,11-2-256,7-1 1,2-5 0,15-3 0,6-6-415,4-4 1,3-4-1,2-4 1,-2-8-2390,-3-7 2637,-2 1 0,-6-13 0,1 6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20.1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1030 13517,'10'-7'877,"-2"-5"0,-3-3-469,1-3 0,0 1 0,-4-3 0,2-3-228,2-6 0,5-12 0,-5-4 0,-2-3-142,-2-4 1,4 1-1,0-11 1,-1 2-102,3 4 1,-4-5 0,8 3 0,1 2-307,3 2 1,3 3-1,3 5 1,1 5-220,-2 4 1,4 10 0,1 5 0,-1 9-271,0 7 0,-2 4 0,-3 4 0,1 4 241,2 5 0,7 7 0,-7 5 0,-2 4 617,-1 1 0,-3 12 0,1-3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20.41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18 158 8340,'-2'9'0,"-2"-1"667,-2 0 1,0-4 316,6 7 1,2-7-554,4 2 1,12-10 0,11-3 0,4-3-248,2-4 0,0-1 0,2-3 0,1 1-418,3-1 1,2 3 0,-4 1 0,1 3-661,-1-3 0,-4 4 0,-4 1 894,-2 1 0,-7-6 0,3 5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20.76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1 280 12365,'17'0'0,"3"-2"256,3-4 0,4 2 1,8-5-1,-2-1-185,-4 0 1,4-1 0,-4-9 0,2-1-266,-2-2 1,-3-1-1,-9 5 1,-1-2-34,-5-3 0,-3 1 0,-10 6 166,-4-1 0,-3 8 1,-11 5-1,-1 3-77,-3 2 1,-7 2 0,4 5 0,0 9 34,4 5 1,-2 10-1,1-2 1,3 4 107,2 2 0,9 2 0,4 2 1,4 2 100,2-3 1,8-1-1,5-2 1,9-2 9,7-4 0,10-5 0,3-13 1,3-5-239,4-4 1,-1-4 0,-1-4-1,-5-5-1004,1-5 0,-12-7 0,2-4 1126,-6-6 0,4 2 0,-4-12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21.24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262 175 8340,'0'-12'624,"2"2"1,2 1 108,2-1 0,0 4 0,-4-6-298,3-1 0,-3 3 0,4-1-187,-4-3 1,-2 4 0,0-1-142,0-3 1,0 4-1,-2 1-224,-4 1 1,-3 2 0,-9 6 0,-1 0-53,-4 0 1,1 8 0,-5 3 0,0 7 120,0 5 1,5-1 0,-1 7 0,4 2 140,1 2 0,3 2 1,3 0-1,6-1 14,4 1 1,4-7-1,4-5 1,8-6-25,7-5 0,6-4 0,8-8 1,0-2-153,0-4 0,-6-4 0,0-7 0,0-3-54,-2-3 0,-1-2 0,-9-6 0,1 2-45,-1-2 0,-7 4 1,-3-1-1,-1 3 247,0 4 0,0 7-32,-6 3 1,-8 7-1,-3 2-88,-5 11 1,4 5-1,3 15 1,1 0 116,4-2 1,2 6 0,2-3 0,0 2-118,0 3 0,8-7 1,5-3-1,9-2-309,7 0 1,4-5 0,2-8-1,2-3 3,3-3 1,5-10 0,7-5 0,-1-7-641,-5-5 1,-3-2 0,-8-6 986,0 2 0,0-8 0,0-8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21.52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210 96 8340,'2'-23'0,"2"-1"1080,2 3 0,0 7-337,-6 3 1,0 9 0,-2 2-593,-4 9 1,-4 9-1,-7 5 1,-1 6-82,1 4 1,-1 4 0,1 6 0,-1 7 73,1 7 1,-1 3-1,1-4 1,1 2-96,5-1 1,-3 1 0,8-6 0,2-7-231,2-6 1,2-12-1,0-4 1,2-6-226,4-5 0,4-6 1,7-12-235,1-6 1,-1-5 0,-1-4 0,-3-3-828,-1 3 1,-8-4 1466,2 2 0,-4-16 0,-2 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21.71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36 9503,'12'0'1949,"-1"0"-1452,3 0 1,2 0-1,3 0 1,2 0-581,3 0 0,5 0 0,-4 0 0,2-2-689,4-4 1,-4 4 0,0-4-1,1 4-908,-1 2 0,-6-6 1680,2 1 0,-3-1 0,-3 6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22.06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34 8301,'0'-18'1661,"0"8"1,-2 5 0,-2 12-1653,-2 11 0,-7-1 0,3 8 1,0 1 97,5 3 0,3-2 0,2 0 0,0-2-36,0-3 0,0-3 0,2-1 1,3-3-68,7-3 0,9 1 1,5-7-1,-1-2-288,0-2 1,6-8 0,-4-2 0,0-1-74,-3-5 1,-5-7 0,-1-4 0,-1-1 23,1 1 0,-7-4 1,-1 4-1,-2 0-22,-4-1 1,-3 3-1,-1 6-920,0-1 896,0 8 0,0 5 1,0 10-1,0 7 379,0 4 0,2 1 0,4 0 0,4 9 0,7 1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22.41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43 8301,'0'-11'1282,"0"-1"1,0 6-598,0-6 0,0 11 1,0 1-266,0 9 0,0 9 0,-2 5 0,-2 4-169,-2 0 0,-2 6 1,5-4-1,-3 2-170,2-1 0,2 1 0,2-8 0,0-2 26,0-1 0,0-3-87,0 1 0,2-9 0,2-5 1,2-8-120,-3-7 0,5-5 0,-2-1 0,0-3-207,2-3 1,-4 2 0,5-9 0,-1 1 34,-4 2 0,4 2 0,-1 8 0,1-1 24,0 1 1,6-5-1,-3 3 1,5 3-137,1 1 0,6 7 0,3 2 0,-1 4-32,0 2 0,6 0 0,-2 2 0,4 2-504,2 2 1,0 6-1,-2-5 919,-4 3 0,4 2 0,-6 5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22.72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16 190 8256,'-10'2'2177,"5"4"1,5-4-1852,5 4 0,-1-4 0,8-2 1,3 0-63,7 0 1,-1 0 0,6-2 0,0-4-275,1-6 1,-5-3-1,4-1 1,-2 3-186,-3 1 1,-3 1-1,-3-7 1,-5 1-218,-5-1 0,-4 1 0,-4-1 348,-4 1 0,-9 7 1,-11 4-1,-1 6 308,-4 6 0,0 4 0,0 7 0,4 1 227,2-1 0,1 6 1,7 3-1,1-1-238,5 0 0,3 6 1,12-4-1,6 2-293,7 1 1,14-7-1,2 2 1,8-4-987,3-5 0,3-10 0,7 0 1046,5-5 0,-5-1 0,6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23.49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95 9475,'10'24'1052,"-3"1"0,1 2-710,4 4 1,3 2-1,3 4 1,1 2-133,4 1 0,-3 1 0,3-6 0,-3-2 73,-3-4 0,6-5 1,1-13-1,-3-5-51,-2-4 0,-1-10 1,-1-5-1,1-9-184,-1-7 0,1-10 0,-1-3 0,-1-3-299,-5-3 0,5 3 0,-6 0 0,1 3-338,1 3 1,-8 4 0,2 6-1,-3 5-1376,3 5 0,-4 11 1394,4 8 0,2 16 1,-1 13-1,1 4 571,0 2 0,6-8 0,-12 14 0,5-4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23.86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1 295 8464,'9'0'1543,"-1"0"0,0 0 1,3 0-1182,5 0 0,1 0 0,1 0 1,1 0-281,5 0 1,-3-7 0,6-5 0,0-4-44,0-1 0,-5-2 0,1-3 0,-4-1-192,-1 2 1,-8-1 0,-5 1 0,-3-2-202,-2 1 1,0 3-1,-2 3 1,-3 3 10,-7 1 0,-9 8 0,-5-2 1,-1 6 278,-4 6 1,4 6 0,0 9 0,0 4 7,0 3 1,7 1 0,1 8 0,7 1 425,4 3 1,2 0 0,8-8 0,4-2-245,6-2 0,13-8 0,10 3 0,10-7-365,5-5 0,3-5 1,-1-7-1,0-1-389,1-5 0,-9-4 1,-3-7-1,-6-1-964,-6 1 1592,4-9 0,-6-1 0,8-8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24.4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260 644 8464,'2'-17'351,"4"-1"0,-4 1 1,4 0 672,-4-1 0,4 1 0,0-1-574,-3 1 0,-1 5 0,-2 0-266,0-1 1,-2 5-1,-3 0-33,-7 1 1,-4 5 0,-3-4-1,-2 4-146,-3 2 1,-5 8 0,4 3 0,0 5-58,0 1 0,1 6 1,7 3-1,-1 1 3,1 4 0,7 2 0,4 0 0,6-2 15,6-2 1,4-8 0,9 3-1,5-5-231,5-1 0,10-9 0,3-3 0,3-4-326,3-2 0,-3-2 0,0-4 0,-3-5-286,-3-5 1,-2-3-1,-4-5 1,-2-5 439,-2-4 0,-8-7 0,3-1 0,-7 0 437,-5-2 0,-2 5 0,-7-7 0,3 2 0,-2 4 0,-2 3 0,-2 1 0,2 2 110,4 4 0,-2-3 0,5 9 0,1 0 530,0-2 1,0 5-1,3-3 1,-1 6 494,1 5 1,-3-4 843,2 5-1661,-8 3 0,3 2 0,-7 12 0,-2 8-82,-3 7 0,-5 6 0,-6 10 0,3 4 26,1 5 0,0 7 1,-5 5-1,1 4-206,5 0 0,-3 6 1,7-6-1,-1 0-397,0-4 1,2-11 0,8-6-1,2-6-554,2-6 1,7-6 0,-1-11-1,4-8-65,1-8 1,-5-2-1,-3-10 1,-1-5 314,-4-4 1,-4-4 0,-6-6 644,-5 0 0,-13-8 0,-3-2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24.57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70 13547,'25'0'0,"6"2"153,8 4 0,6-4 0,9 4 0,2-4-499,3-2 0,7-6 1,-4-2-1,0 0-629,-4 1 0,-6-5 0,-3 4 975,-2-1 0,-1-3 0,6-6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25.02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278 140 8375,'10'-17'440,"0"5"0,-4 0 218,5-1 1,-3 3-1,0 0-137,0 2 1,-6-5 144,3 1 1,-5 5-328,-5 1 1,-5 4-1,-10 2 1,-3 0-232,-6 0 0,-4 2 0,0 4 1,2 5-186,2 5 0,6 1 0,-5 3 0,3 1 9,4 2 0,7 8 0,5-2 0,1 2-33,4-2 0,12 3 0,9-7 0,10-2 119,6-4 0,4 1 0,4-14 0,4-2 6,-1-3 1,5-2-1,-8-5 1,-5-8-130,-5-7 1,0-1-1,-7-7 1,-5 0-162,-5 2 0,-6-6 0,-10 4 0,-4-2-33,-6 2 1,-7-2 0,-8 7-1,-10 5 117,-6 6 0,2-1 1,-3 8-1,1 2-125,4 2 0,2 12 1,4 7-1,4 11-205,6 5 0,11 2 0,6 1 0,6 3 83,6 2 1,6 0 0,11-6-1,6-2 429,4-4 0,10-4 0,2-10 0,-1-3 0,7 4 0,-7-7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25.35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70 8245,'0'-12'1729,"0"1"0,0 5-1097,0-6 1,0 10 0,0 2-372,0 10 0,0 11 0,0 5 0,0 1-109,0 4 0,0-4 0,0 2 1,0 0-109,0-2 0,0-1 1,0-9 189,0 1 1,1-3-248,5-3 0,-4-6 1,6-12-1,-2-6-69,0-3 0,-1-9 0,-5 1 0,0 2-84,0 1 1,2-3-1,2 0 54,2 1 1,0 3-1,-4 2-69,4-1 0,3 3 0,9 1 0,1 2-229,5-1 1,5 5-1,11 0 1,9 2-832,7 1 0,10-1 1241,16 6 0,-1-8 0,14-2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26.3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 1066 8784,'-10'-10'3630,"4"2"-2803,12 8 0,5 0 1,13 0-1,7 0-277,8 0 1,-1 0 0,9 0 0,3 0-1073,7 0 1,-3 0 0,4 0 0,-3-1 521,-3-5 0,8 4 0,2-6 0</inkml:trace>
  <inkml:trace contextRef="#ctx0" brushRef="#br0" timeOffset="784">1728 664 8423,'17'-17'-40,"1"-1"0,-1 1 0,-1-1 0,-2 3 214,-3 3 0,-5-3 0,4 3 0,-3-3 346,-3-3 0,4 1 0,-2-1-97,-2 1 1,-2 5 0,-4 2 0,-4 3-120,-6 3 1,1-4-1,-5 2 1,-3 2-205,-1 2 0,-7 10 1,-2 4-1,-4 3 40,-2 3 1,0 9 0,0 6 0,0 8-86,0 3 1,1 3-1,-1 7 1,2 4 66,3 6 1,7 4 0,12 2-1,7 0-40,8 0 1,13-4 0,14-8 0,6-13-254,4-12 0,7-16 1,-1-11-1,3-4-390,3-2 1,-9-4 0,-3-6 0,-4-9-293,-2-6 1,-2 1 0,-4-5 0,-8-2 43,-7-2 1,-1-2-1,-5-2 809,2-3 0,-6 3 0,4-6 0</inkml:trace>
  <inkml:trace contextRef="#ctx0" brushRef="#br0" timeOffset="1050">2269 402 8468,'0'-17'1531,"0"7"1,-5 4-1229,-1 12 0,-6 10 1,6 11-1,0 6-56,-1 10 1,3 7-1,-8 8 1,1 6-34,1 4 1,-4 10 0,6 5 0,1 5-56,-1-1 0,2-11 0,6-20 0,0-8-401,0-7 1,8-8 0,4-10 0,3-11-660,3-8 0,5-6 0,0-4 0,0-6-874,3-3 1,-7-8 1774,4-1 0,4-7 0,1 4 0</inkml:trace>
  <inkml:trace contextRef="#ctx0" brushRef="#br0" timeOffset="1533">2776 1031 8423,'12'-8'375,"-1"-3"1,-7 1 0,2-2-1,-2 1 263,2 1 0,-5-6 0,5 5-196,-4-5 1,-2-1 0,0-1 0,0 1-314,0-1 1,-2 3 0,-2 1-1,-3 5-104,-3 1 1,-4 0 0,-7 4 0,-2-2-17,1 2 1,-5 4 0,-2 6 0,-2 8-185,2 7 1,-2 1-1,6 7 1,-1 2 211,1 2 1,4 2 0,9 0 0,6-1 82,5 1 1,1 0 0,1-2 0,5-4 16,6-5 1,11-7 0,6-3-1,6-5-17,6-1 1,-4-8 0,4-8-1,-5-3-100,-1-9 0,-2 1 1,-2-8-1,-3 0-52,-3 0 0,-8 3 1,-7-3-1,0 0 103,-1 0 0,-5 5 0,2-1 217,-4 4 0,-10 9-296,-3 4 0,1 6 0,0 6 0,2 6-316,5 3 1,1 3 0,2 1 0,2 2 14,3 3 1,5-1-1,10-6 1,3 1-115,6-1 1,-2-7-1,4-2 1,4-2-180,4-1 0,2-1 0,-6-8 1,-1-3-59,1-3 1,0-6 0,-2-5 0,-4 2 659,-5-3 0,3 1 0,0 4 0</inkml:trace>
  <inkml:trace contextRef="#ctx0" brushRef="#br0" timeOffset="1884">3771 752 8423,'-2'-12'770,"-1"0"1,-5 1 351,-2 1 0,6-6 0,-4 7 45,1-1 0,3-5-1089,-8 3 0,0 2 0,-5 0-192,0 3 0,-7 1 0,1 6 0,2 0-275,1 0 1,3 2-1,-1 2 1,3 3 38,3 3 1,-1 2-1,7 7 1,2 3 396,2 1 1,2 0 0,2-3 0,4 1 129,5 2 1,7 2 0,3-3-1,4 1 19,3-2 0,-5 1 0,4-1 0,-2 2-140,-3-1 0,-3 3 0,-2-2 0,-1-1-58,-4-3 0,-5 4 0,-7 1 1,-2-3-8,-3-2 1,-5-7-1,-10-2 1,-1-3-273,-2-3 1,-8-2-1,2-2 1,-2-2-367,2-4 0,-3-3 0,9-11 0,4-1-528,5-2 0,6-1 1175,8 7 0,0-8 0,0-2 0</inkml:trace>
  <inkml:trace contextRef="#ctx0" brushRef="#br0" timeOffset="2283">4452 717 8302,'-7'-18'939,"3"1"-295,-8-1 1,6 3-1,-3 1-178,1 3 1,-4 5-1,4-4 1,-1 2-372,-5 4 1,-1 2 0,-3 2 0,1 0-345,-1 0 0,-5 2 0,-2 4 0,0 4 128,-1 0 0,1 5 1,6-3-1,-1 3-82,5 3 1,3-1-1,0 1 1,7-1 189,3 1 0,2-1 0,2 1 1,5-1 197,11 0 0,5 1 0,10-1 0,0 3-84,4 3 0,2-4 0,-6 5 0,-2-5-74,-2-1 0,-8-1 0,3 1 0,-5-1-67,-2 0 1,-7 1-55,-4-1 1,-14-1 0,-7-4 0,-9-7-312,-3-3 1,-2-2 0,-6-2 0,0-1-57,0-3 0,6-8 0,2 4 0,2-1-1671,3-1 2132,3 0 0,2-5 0,-1 0 0</inkml:trace>
  <inkml:trace contextRef="#ctx0" brushRef="#br0" timeOffset="2567">4802 734 9498,'-10'8'1290,"2"4"-566,0 3 1,7 3-1,-7 1 1,2 2-601,0 3 0,0 5 1,6-6-1,0-2-1014,0-1 0,0-3 375,0 1 0,2-9 1,4-3-672,6-4 0,-5-4 0,-1-4 1186,-4-5 0,6-13 0,2-3 0</inkml:trace>
  <inkml:trace contextRef="#ctx0" brushRef="#br0" timeOffset="2716">4889 402 10407,'0'-17'3328,"-6"5"-2849,0 1-2686,1 7 1,5-2 2206,0 12 0,7 3 0,3 9 0</inkml:trace>
  <inkml:trace contextRef="#ctx0" brushRef="#br0" timeOffset="3083">5256 1048 8733,'-8'10'3259,"6"-2"-1555,-13-8 512,13 0-1646,-14 0 0,12-8 1,-5-3-173,1-5 0,2-1 1,6-1-1,0 1-152,0-1 0,0-7 0,0-4 1,0-4-202,0-2 0,0 0 1,2-2-1,2-4-379,2-5 1,7-5 0,1-1-1,5 0-427,4-1 0,8-1 1,-1-2-1,5-3-94,5 3 0,-3 8 1,6 3-1,-2 2 310,-1 4 0,1 12 1,-6 8-1,-2 7-187,-4 4 0,-2 3 1,-7 7-1,-1 5 732,-3 11 0,-3-1 0,5 8 0</inkml:trace>
  <inkml:trace contextRef="#ctx0" brushRef="#br0" timeOffset="3316">5186 752 9002,'-10'17'2480,"-3"1"-1931,7-1 0,2-7 0,10-4 0,5-5-121,5-1 1,9 0-1,6-1 1,6-5-570,4-6 1,2 2 0,-5-1-1,3-3-758,-2-1 0,-2-3 0,-2 3 1,-2 1 898,-4 2 0,4-7 0,-6-8 0</inkml:trace>
  <inkml:trace contextRef="#ctx0" brushRef="#br0" timeOffset="3550">6007 734 10951,'-12'2'1404,"2"4"1,3 6-1064,3 3 1,-4 8 0,2 3 0,2 1-696,2 4 1,2-6-1,0-2 1,0-3-609,0-3 0,0 1 0,2-3-47,4-3 0,4-6 0,5-12 182,-3-6 0,2-3 827,-9-3 0,9-15 0,-4-4 0</inkml:trace>
  <inkml:trace contextRef="#ctx0" brushRef="#br0" timeOffset="3699">6059 332 8712,'-17'-7'4599,"7"3"-4447,4-8 0,6 10-1566,6 2 1,4 0 1413,7 6 0,8 4 0,3-1 0</inkml:trace>
  <inkml:trace contextRef="#ctx0" brushRef="#br0" timeOffset="4034">6391 752 8661,'0'9'3696,"2"5"-3277,4-8 0,3 0 0,9-6 0,1-2-440,5-4 0,-3 2 1,6-8-1,-2-1-15,-3-3 0,-3-1 0,-1-1 1,-3 1-377,-3-1 1,1 1 0,-11-1 37,-10 1 1,-3 7-1,-18 4 1,-2 4 316,-2 2 0,-2 8 0,0 6 0,0 5 268,0 4 1,2 8-1,4-1 1,8 3 59,7 2 0,6 7 0,10 3 0,4-1 25,6-3 1,17-12 0,8-5 0,7-5-324,11-2 0,-1-7 0,8-4 0,-2-4-544,-4-2 0,-1-8 1,-5-5-1,-3-7-493,-7-3 0,-10-2 0,-7 1 1064,-4-5 0,-1-4 0,-1-2 0</inkml:trace>
  <inkml:trace contextRef="#ctx0" brushRef="#br0" timeOffset="4334">7020 699 14272,'7'18'500,"-5"-1"1,4 3-1,-4 1-378,-2 2 1,2 6-1,2-4 1,2 1-27,-2-1 0,-2-2 0,-2-5 0,0-1-14,0 1 0,2-7-133,3 1 0,-3-10 0,4-2 0,-4-12-212,-2-9 0,0 0 0,0-7 0,0 1-40,0 0 1,6 6 0,0-5 0,0 3-114,1 0 1,3 0 0,7 5 0,3 1-13,3-1 1,12 1 0,14 1 0,7 3-607,8 1 0,10 8 1034,1-2 0,17-3 0,-3-1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32.8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402 523 8338,'-17'0'4059,"-1"0"-3337,1 0 0,7-2 1,2-4-422,1-6 0,3 3 0,-8-3-173,-2-1 1,5 3 0,-3 0 0,-2 2-99,-1 4 1,-4 3-1,-3 1 1,-3 0-306,-2 0 1,4 9 0,-5 9 0,1 7 86,0 2 1,8 8-1,1-2 1,10 6 227,6 0 1,4-2-1,4-4 1,8-4 45,7-6 1,12-11 0,10-7 0,0-3-16,-1-2 0,-1-7 0,-6-7 0,0-7-165,0-8 0,-2-4 0,-4-4 0,-4-2-34,0-2 1,-5-7 0,1 3 0,-5-2-23,-5 1 1,-7 1 0,4-3-1,-2 3-138,-1 2 0,1 5 1,-6 6-1,0 5 132,0 2 1,-2 8 234,-3 5 1,1 8-312,-8-2 0,8 12 0,-4 6 0,3 5 406,-1 6 0,-8 5 0,4 7 0,-1 0 78,-1-1 0,8 1 0,-2 2 0,5 4-63,1 6 1,0-5 0,0 1 0,0-2-302,0-1 0,7 5 1,7-8-1,7-6-285,8-4 1,4-4 0,2-7 0,0-4-410,0-7 1,-2-3 0,-2-4 0,-4-3-325,-1-7 0,-9-9 1130,-5-3 0,-8-14 0,3 1 0</inkml:trace>
  <inkml:trace contextRef="#ctx0" brushRef="#br0" timeOffset="232">891 418 8338,'10'-2'2194,"-4"-4"0,-4 2-1580,-2-7 0,0 9 1,0 2-423,0 10 1,0 5 0,0 4 0,0 3-254,0 1 1,0 6 0,0-5 0,0-3-860,0-2 0,0 5 0,2-3-511,3-6 0,5 1 1,8-12 1430,-1-6 0,0-6 0,1-9 0</inkml:trace>
  <inkml:trace contextRef="#ctx0" brushRef="#br0" timeOffset="382">978 69 8338,'-17'0'3275,"5"0"-2700,1 0-1807,7 0 1,-4 2 0,10 4 1231,4 5 0,4 5 0,7 1 0</inkml:trace>
  <inkml:trace contextRef="#ctx0" brushRef="#br0" timeOffset="732">1467 278 8184,'-5'-11'863,"-1"-1"0,-8 2 1,5-3-1,-3 3 30,0 2 0,6-3 0,-5 3-785,-3-2 1,-1 6 0,-1-3-1,3 1-845,1 0 1,0 0 0,-5 6 263,-1 0 1,7 8 0,1 4 388,2 3 1,-3 3-1,5-1 1,2 0 207,2 1 1,8 5-1,2 2 1,1 1 287,5-1 1,1 4 0,3-4-1,1 2-189,4 4 1,-3-3 0,3 1 0,-5 2-190,-7 2 1,3 0-1,-8-2 1,-2-4-66,-2-2 0,-2 4 0,-2-5 0,-4-3-206,-6-2 1,-5-9 0,-7-4-1,-5-4-293,-4-2 1,-2-8-1,2-4 1,4-5-144,6-6 1,4 1-1,3-5 1,4 2-324,7 4 0,3-5 996,2 3 0,7 0 0,3 5 0</inkml:trace>
  <inkml:trace contextRef="#ctx0" brushRef="#br0" timeOffset="1033">1922 69 8098,'-6'-18'918,"0"1"-113,2-1 1,0 9-61,-2 3 0,2 6 1,-7 6-362,-3 5 1,4 13 0,-1 7 0,-1 7-86,2 9 1,-5 5 0,5 7 0,-1 5-129,-1 4 1,6 0 0,-4-2 0,3-2-545,3 2 0,2-14 1,2-6-1,0-9-359,0-8 1,8-5 0,3-13-8,5-5 1,-5-12-1,-1-5 1,-2-7-193,-4-5 1,4-4 0,-5-8 930,-5 0 0,-5-8 0,-11-1 0</inkml:trace>
  <inkml:trace contextRef="#ctx0" brushRef="#br0" timeOffset="1198">1590 331 8098,'9'0'1995,"-1"0"1,-6 0 0,4 0-1981,6 0 0,3 0 0,4 0 0,3 0-784,1 0 1,6 0 0,-4 0 0,3 0 768,3 0 0,2-8 0,2-2 0</inkml:trace>
  <inkml:trace contextRef="#ctx0" brushRef="#br0" timeOffset="1488">2201 436 9045,'8'-10'1820,"-6"0"-865,3 4 0,-3 6-501,-2 0 1,-5 14 0,-3 9-1,-2 0-163,-3 3 1,3 1-1,-2 8 1,1 0-293,1 0 1,-4-2 0,8-2 0,3-4-521,1-2 1,2-2 0,0-5-1457,0-1 0,2-7 847,3-4 1,3-14-1,6-9 1130,-3-11 0,-7-12 0,4-5 0</inkml:trace>
  <inkml:trace contextRef="#ctx0" brushRef="#br0" timeOffset="1649">2183 191 8525,'0'-17'1747,"0"5"0,0 0-1046,0-1 1,0 3-1212,0-2 0,2 8 1,4-1-2596,6 3 3105,-4 9 0,7 11 0,-5 9 0</inkml:trace>
  <inkml:trace contextRef="#ctx0" brushRef="#br0" timeOffset="2080">2655 453 8829,'-12'0'566,"1"0"0,5 0 0,-4 2-4,2 4 0,-3 5 0,5 11 0,2 3-364,2 2 0,-4 2 1,1 4-1,1-2-13,2-2 1,2-1 0,2 1-1,2-4-95,1 0 0,7-11 0,-4 1 0,1-5-298,5-6 0,7-4 1,3-6-1,-1-6-165,2-3 0,-5-5 0,3-1 0,-2-4 0,2-2 0,-3 0 0,3-5 1,-3 3 64,-3-2 1,-1 4 0,-3 0 0,-3 2 241,-2 3 1,-1 5-1,-3 3 283,2 3 0,-2 9 0,-8 4 97,-2 13 1,-5 5 0,5 9 0,0 2-184,-2 2 1,6 2 0,-4 0-1,5-2-348,1-4 1,1 2-1,5-6 1,8 0-413,7 0 1,6-7-1,8-8 1,0-3 131,0-3 0,6-4 1,0-6-1,-3-7 497,-1-8 0,6-7 0,2-7 0</inkml:trace>
  <inkml:trace contextRef="#ctx0" brushRef="#br0" timeOffset="2516">3563 505 8177,'-11'-7'1000,"-1"-5"0,6-2 0,-4 1 0,3 1-441,3-1 0,-4 3 1,0-2-542,-2-1 0,-1-1 0,-7 1 1,1 3-194,-1 2 0,1 2 0,0 6 1,-1 0 9,1 0 1,-1 8 0,3 6 0,1 5 273,2 4 1,3 2-1,-3-3 1,6 3 12,4 2 0,2-5 0,0 1 0,2-4-83,4-1 0,4-1 1,7-1-1,1-3-228,-1-1 1,6-8-1,1 2 1,-3-4 42,-2-2 0,-1 5 1,-1 1-1,1 0 163,-1 2 0,-5-4 1,-2 7-1,-3 5 280,-3 5 0,4 6 0,-2 8 0,-4 2 92,-6 4 1,-6 5 0,-7 13 0,-3 5-309,-3 4 0,-4 3 1,-10 5-1,-4 4-81,-5-1 0,1-11 0,0-15 0,3-13-90,3-9 1,2-13-1,2-12 1,0-8-303,0-10 1,8-2 0,4-15-1,3-4-374,3-5 0,1 1 1,5-4-1,5 2-56,4-2 1,2 3 0,0-7 0,2 0 821,4 1 0,4 5 0,15-12 0,2 7 0</inkml:trace>
  <inkml:trace contextRef="#ctx0" brushRef="#br0" timeOffset="2899">3668 488 8177,'10'-18'471,"-5"1"1,-3 0 2457,-2-1-2275,0 1 1,0 9 0,0 8-442,0 10 1,-2 7 0,-1 6 0,-5 6 26,-2 4 1,6 2 0,-2 2 0,4 2-107,2 2 0,0 0 1,2-8-1,4-4-185,6-6 0,5 2 0,5-4 0,3-5-255,2-8 0,2-6 0,6-4 1,0-4-89,0-6 1,-6-11 0,-2-6 0,-2-4 29,-3-2 1,-5 0 0,-3 0 0,-4 0 66,-3 0 0,-1 2 0,-6 2 0,0 4-29,0 2 1,-2 7-169,-4 7 1,-1 9 0,-7 4 22,2 13 1,9 5-1,-3 7 1,4 0 470,2 0 0,2-5 0,4 1 0,5-4 0,5-1 0,1-1 0,8 1 0,3-1 0</inkml:trace>
  <inkml:trace contextRef="#ctx0" brushRef="#br0" timeOffset="3114">4332 436 9906,'-10'1'3074,"2"5"-2500,0 6 1,4 5-1,-5 7 1,1 5-374,4 4 1,-4 2-1,3 0 1,1 0-499,2 0 1,2-2 0,2-4 0,2-6-809,1-4 0,9-9 0,-2-4 0,3-4-755,3-2 1,-3-10 1859,-3-7 0,3-9 0,-5-9 0</inkml:trace>
  <inkml:trace contextRef="#ctx0" brushRef="#br0" timeOffset="3280">4384 86 8545,'0'-9'-240,"0"1"0,2 8 1,2 2-1,4 2 240,1 1 0,11 9 0,7-4 0</inkml:trace>
  <inkml:trace contextRef="#ctx0" brushRef="#br0" timeOffset="3599">4768 296 12588,'-10'0'1861,"-5"0"-2136,3 0 0,3 0-542,-3 0 0,0 2 684,-5 4 1,7-3 0,4 9 0,4 2 405,2 1 1,0 5 0,0 1 0,2 4-93,4 2 1,4 2 0,5 4 0,-1-1-155,-2-3 1,-7-2 0,5 4 0,-2-2-126,-4 2 1,-2-6 0,-4-1-1,-4-5-118,-6-2 1,-3 1-1,-3-3 1,1-3-62,-1-6 0,-5-4 1,0-4-1,1-2-532,3-2 0,7-11 1,3 1-1206,1-3 2014,2 3 0,6-17 0,0 6 0</inkml:trace>
  <inkml:trace contextRef="#ctx0" brushRef="#br0" timeOffset="3999">5100 121 8177,'6'-17'694,"0"-1"0,-1 7 538,-5-1 1,0 4-574,0 2 0,-5 14 0,-3 17-537,-2 3 0,4 3 0,-5 7 0,-1 5 128,2 2 1,-3 1 0,7 7 0,0-1-68,-2 0 0,6 5 0,-3-3 0,3-5-79,2-5 1,7-9 0,3-8-1,4-3-229,3-9 0,-3 1 1,9-12-1,-4-4-270,-1-4 0,5-12 0,1 1 0,-1-7-176,2 1 0,-6-4 0,5 1 0,-5 3-266,-1 2 1,-3 1 1255,-3 1-276,3 7 1,-13 4-1,4 12 1,-6 8 4,-6 7 1,4 6 0,-4 8 0,6 0-453,6 0 0,12 6 0,11-1 0,6-3-1138,6-6 1442,11-5 0,18-9 0,9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31.6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402 158 8097,'0'-29'0,"0"2"253,0 1 1,0 3 0,0 6 2137,0-1-2080,-8 1 0,0 21 1,-5 11-1,1 14-112,-2 14 1,1 7-1,-1 9 1,5 7 32,1 7 0,2 7 0,6 5 0,0-1-118,0-3 0,2-7 0,2 2 0,4-6-391,1-6 1,3-8-1,5-15 1,-1-12-433,-4-8 0,3-11 0,-3-4 9,3-5 1,-5-10-1,-4-7 1,-4-7-1700,-2-4 2399,0-2 0,-8-6 0,-2 0 0</inkml:trace>
  <inkml:trace contextRef="#ctx0" brushRef="#br0" timeOffset="166">0 595 10664,'20'0'1415,"3"0"0,6 0-1120,4 0 1,12 0-1,7 0 1,10 0-958,6 0 1,4-8 0,1-4 0,3-5 661,-2-7 0,-2-3 0,-2-8 0</inkml:trace>
  <inkml:trace contextRef="#ctx0" brushRef="#br0" timeOffset="550">1205 647 8320,'0'-12'844,"-2"3"329,-4 1 1,4-6-668,-3 3 0,3-5-466,2-1 0,-8 5 0,-4 2-21,-3 3 1,-3 1 0,-1 6 0,-4 0 91,-7 0 1,1 9-1,-4 9 1,-3 7-26,-1 2 1,6 12 0,3-4-1,5 2 47,8 0 0,-1-2 0,10 0 1,6-2 3,10-4 0,11-4 0,20-10 0,6-3-73,3-6 0,8-6 1,1-6-1,-5-6-114,-6-3 1,-1-4 0,-10-3 0,-8-3-103,-8-2 1,-1-2-1,-15-4 1,-1 2-206,-2 2 1,-4 5-1,-5-3 1,-11 2-53,-9 3 1,-12 11 0,-4 5 0,1 4-64,-1 2 1,2 8 0,8 5-1,4 9-1669,6 7 2141,4 4 0,9 2 0,2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40.5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70 243 6535,'12'-12'637,"-1"0"1,-7 7 459,2-7 0,-4 6-680,-2-6 1,0 7-445,0-7-187,0 8 1176,0-4 707,0 8 0,0 14-1324,0 3 1,0 7-1,0-1 1,-2 8 7,-4 8 1,4 2-1,-3 9 1,3 6-389,2 4 0,0 6 0,0 8 0,0 0-218,0-6 0,0-8 0,0-15 1,0-9-4231,0-5 1019,0-9 3464,0-5 0,7-17 0,3-9 0</inkml:trace>
  <inkml:trace contextRef="#ctx0" brushRef="#br0" timeOffset="251">454 243 8376,'0'-18'451,"-2"3"0,-2 1 969,-1 2 0,-1 7-990,6-7 1,0 12 0,0 4 0,0 13-345,0 9 0,0 5 0,0 9 0,0 7-97,0 3 0,0 3 0,0-1 0,0 1-100,0-1 0,0 6 1,0-2-1,2-3-567,4-5 1,-3-15 0,9 0-1,0-6-449,-3-5 0,7-11 0,-4-5 1127,3-4 0,-5-10 0,-2-1 0</inkml:trace>
  <inkml:trace contextRef="#ctx0" brushRef="#br0" timeOffset="434">0 679 11130,'10'-8'835,"5"5"1,-1-7-1,7 0-734,9 0 1,4 5 0,5-7 0,4 0-969,2 3 1,-1-5 0,5 6 0,-5 1-2178,-1-1 3044,6 2 0,-13-2 0,7-1 0</inkml:trace>
  <inkml:trace contextRef="#ctx0" brushRef="#br0" timeOffset="818">821 697 8643,'8'-10'2838,"-6"0"-2137,4 4 1,-4 3-1,-1-7-408,5 2 0,4 0 1,7 3-195,1-7 1,-1 2-1,1 0 1,-1 1-376,1-1 1,-1-2 0,1-5 0,-1 0-244,1-1 1,-7 1 0,-1-1 93,-2 1 0,-2-1 0,-8 3 183,-4 3 1,-10 4 0,-9 8-1,-2 0 246,-4 0 1,-2 14 0,0 5 0,2 5 243,2 1 1,7 12-1,-1-2 1,4 1 245,1 1 1,9-2 0,3 0 0,4 0-85,2 0 0,15-6 0,9-2 0,7-3-223,4-9 0,7-5 0,3-10 0,1 0-769,1 0 1,-2-10 0,1-5-1,-5-9-429,-4-3 1,-2 4 0,-2-4 0,-4 0 1010,-6-1 0,-3-1 0,-3-6 0</inkml:trace>
  <inkml:trace contextRef="#ctx0" brushRef="#br0" timeOffset="1268">1642 609 9011,'0'-17'2781,"0"-1"-1784,0 1 1,0 5 0,0 1-628,0-3 1,0-1 0,0-3-472,0 1 0,0-1 1,-2 3-256,-4 3 1,-4 2 0,-9 6 0,-4-1 108,-6 1 1,1 10 0,-1 5 0,-4 5 72,-5 1 1,7 8 0,-2 5-1,5 3 311,7 1 0,2 1 0,3-2 0,4-2 182,7-1 0,5-7 1,5 4-1,9-2-132,7-3 0,1-11 0,9-5 0,4-4-131,3-2 1,3-2-1,-6-4 1,-2-5-197,-4-5 0,2-7 0,-7-2 0,-3-1-167,-2 1 0,-3 0 1,-4 3-1,-7-1-24,-3 2 1,4 1 177,0 3 0,-2 7 67,-10 4 1,-2 14 0,-3 8 0,5 7 88,4 4 0,2-4 0,0 5 1,2-1-207,4 0 0,5-6 1,11 3-1,3-5-89,2-2 0,2-1 0,8-4 0,2-7-391,1-3 1,7-9 0,-4-5 0,-1-5-765,1-7 1447,6 5 0,-12-22 0,5 4 0</inkml:trace>
  <inkml:trace contextRef="#ctx0" brushRef="#br0" timeOffset="1552">2375 120 8261,'0'-17'133,"-2"-6"0,-1-1 974,-3 3 1,0 7 796,6 3-1847,0 7 1,-2-2 0,-2 12 0,-2 6 408,2 3 1,2 4 0,1 5 0,-3 7-41,-2 8 1,-6-1 0,4 9-1,1 1-70,-1 3 1,0 1 0,4 1-1,-2-1-329,3 1 1,1-1 0,4 0 0,1-3-116,3-8 0,8-3 0,-3-14-1216,5-3 1,1-9 0,1-7-879,-1-3 0,-1-5 0,-4-7 2182,-7-8 0,-3-3 0,-2 4 0</inkml:trace>
  <inkml:trace contextRef="#ctx0" brushRef="#br0" timeOffset="1869">2760 208 8254,'0'-18'-5,"0"-1"555,0-4 0,0-3 1,0-3 160,0 6 0,0 4 275,0 1 0,0 10-634,0 8 1,0 10 0,0 13-1,0 6 132,0 4 1,-6 10 0,-2 4 0,0 3-178,0 2 0,3 1 1,5-1-1,0 1-232,0-1 0,0-1 0,0-5 1,0-5-968,0-4 1,2-2-1,3-2-1518,7-4 1,4-12 1006,1-11 1,-7-12-1,-4-5 1403,-4-5 0,-2-9 0,0-2 0</inkml:trace>
  <inkml:trace contextRef="#ctx0" brushRef="#br0" timeOffset="2035">2498 487 8213,'9'8'1258,"7"-6"0,-6 6-830,7-8 1,0 0-1,1-2 1,-1-4-332,1-6 0,5-3 0,2-3 0,3 1-297,3-1 0,0 1 0,0 1 1,-4 3-910,-2 1 1,6 0 0,-4-5 1108,0-1 0,6 1 0,-5 0 0</inkml:trace>
  <inkml:trace contextRef="#ctx0" brushRef="#br0" timeOffset="2435">3179 51 8714,'0'-18'1535,"0"6"-1014,0 1 1,-2 7 0,-2 0 0,-2 8-182,2 8 1,-4 5 0,3 6 0,1 6-125,2 4 0,-4 10 1,0 4-1,2 3 11,2 2 0,2 1 1,0-1-1,0 1-85,0-1 0,0-7 0,2-5 0,2-5-201,2-6 1,8-5 0,-3-11 0,5-3-158,1-2 1,1-4-1,-1-10 1,1-6-130,-1-3 1,1-3 0,-1-1-1,0-3-103,1-1 0,-1-6 0,1 4 1,-1 0-301,1-1 0,-1 3 0,1 6-312,-1-1 549,-7 1 670,-2 7 1,-8 10-1,0 12 1,0 3 13,0 3 1,0 1-1,0 2 1,2 3-91,3-3 1,-1-2 0,8-1 0,2-1-529,1 1 0,8-7 0,3-1 1,-1-2 444,0-4 0,14-2 0,-2-2 0</inkml:trace>
  <inkml:trace contextRef="#ctx0" brushRef="#br0" timeOffset="2868">3912 382 12467,'0'18'32,"0"-1"0,0 1 0,0 1 0,0 2 132,0 3 1,2 1 0,4-4 0,4 3-252,-1-3 1,7-2 0,-2-3 0,5-4-109,4-7 1,2-3 0,-1-2 0,3 0-65,0 0 0,6-7 1,-6-5-1,0-4-56,-3-1 1,1-4-1,-2 1 1,-1 7 252,-3 3 0,-7-2 0,-1 8 340,3 6 0,-6 8 1,-1 15-1,-1 8 319,0 6 0,0 15 0,-6 1 0,0 7 149,0 10 0,-2-1 0,-4 11 0,-6 1-231,-3 3 0,-10 1 0,-6-2 0,-6-3-432,-4-6 0,-6-10 1,7-12-1,1-17-97,2-14 0,4-9 0,2-18 1,4-8-609,2-11 0,1-8 1,9-6-1,3-4-336,6-5 1,4-5 0,4-1-1,4-1-100,6 1 0,9 0 1,6-1-1,4 1 1058,6-1 0,17-7 0,1-2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39.4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0 175 8451,'0'-18'602,"0"7"435,0-1 1,0 10-665,0 2 0,2 10 1,2 13-1,4 8 94,2 8 0,-1 0 1,5 5-1,-2 1-128,1 0 0,1-7 0,-1 3 0,-1-6-103,2-6 0,-5 0 1,1-9-1,0-7 172,-1-3 0,-3-6 1,6-10-1,-1-8-335,-1-7 0,6-8 1,-5-12-1,5-5-213,1-5 0,1 1 0,-3 1 0,-1 3-574,-3-3 0,1 6 0,6 3 1,-3 5-471,-3 6 1,1 3 0,-5 9 352,2 0 0,-6 9 1,3 8-1,-1 9 831,0 7 0,8 9 0,-5 2 0</inkml:trace>
  <inkml:trace contextRef="#ctx0" brushRef="#br0" timeOffset="450">821 210 8451,'8'-18'-708,"0"1"1,3-1 0,-3 1 1682,0-1 0,-6 1 0,4-1-96,-4 1 0,-2 5 0,0 1-109,0-3 1,-2 6 0,-4 2-526,-6 5 0,-3-1 0,-3-2 0,1-2-203,-1 2 1,-5 2-1,-2 4 1,-1 2-63,1 2 1,-4 7 0,6-1 0,0 5-423,-3 7 1,13-5 0,-3 4 0,7-1 204,5 1 1,4-4 0,5 5-1,9-3 324,7 2 1,7-3 0,8 3 0,3-4 29,2-1 1,2-1 0,-5 1-1,1 1 10,-6 4 0,0-3 1,-9 5-1,-5-2-99,-5 1 0,-7-1 0,-9-6 0,-3 1-30,-7-1 1,-11-7 0,-6-4 0,-4-4-66,-2-2 0,0 0 0,0-2 0,2-4-251,4-6 0,3-1 0,11-1 0,1 3-1382,3-3 1700,7-1 0,-4-3 0,8 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37.8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191 148 8475,'8'-10'1196,"-6"0"-515,4 4 1,-5 6-96,-1 0 0,0 10 0,0 13 1,-1 6-86,-5 4 0,2 10 1,-8 6-1,-1 7-241,-3 8 1,-1 4-1,-3 2 1,-1-2-156,-2-4 0,-1 0 0,9-12 0,1-9-1214,3-10 98,7-16 0,-2-19 0,12-15 0,3-10-219,1-6 1,6-8-1,-7-2 1230,1-1 0,6-3 0,-7-5 0</inkml:trace>
  <inkml:trace contextRef="#ctx0" brushRef="#br0" timeOffset="249">174 25 8962,'15'-11'780,"-3"-1"1,3 10 0,-3 2-304,3 10 0,3 5 0,1 5 0,3 3-119,1 6 1,2 12-1,-4 5 1,3 5-229,-3 1 0,0 7 0,1 1 0,1 2-343,-2 4 1,-1-8 0,-3-4 0,1-9-470,-1-8 0,-1 0 0,-3-16-1510,-1-5 1455,0-7 0,-3-17 1,-3-5-1,-6-7 737,-6-3 0,-11-8 0,-10 4 0</inkml:trace>
  <inkml:trace contextRef="#ctx0" brushRef="#br0" timeOffset="415">51 567 11003,'-7'0'1280,"7"0"1,9 0 0,15 0 0,7 0-1208,7 0 0,7 0 0,7 0 1,3 0-722,3 0 0,-4-2 0,4-4 0,-3-4-784,-3 1 1,-1-7-1,-3 4 1432,-1-3 0,-8-10 0,3-3 0</inkml:trace>
  <inkml:trace contextRef="#ctx0" brushRef="#br0" timeOffset="900">1047 148 8422,'0'-18'863,"-2"3"440,-4 3 0,4 8-747,-4 16 0,4 1 0,2 16 1,0 4-71,0 6 1,0 6 0,0 7-1,0 1-74,0-1 1,0 0 0,0 1-1,0-1-84,0 1 0,6-9 0,0-5 0,-2-6-289,-2-4 0,4-13-136,-1 1 1,1-13 0,-4-6 0,2-12-128,2-7 0,0-10 1,-6 2-1,0-4-198,0-2 1,0 0-1,0-2 1,0-2-119,0-1 1,0-7 0,2 6 0,2 1 14,1-3 1,15 4 0,-3-6 0,5 3 372,3 3 1,2 8 0,10 4-1,2 3 109,1 9 1,7 5 0,-4 10 0,-1 2 437,1 4 1,-4 6 0,-8 13-1,-6 8 214,-6 6 0,-5 9 0,-14-1 0,-2 3-185,-4 3 1,-9 5 0,-12 0 0,-4-2-234,-6-1 1,-16-5-1,1-3 1,-2-7-303,-1-3 1,5-10 0,1-3 0,7-7-1637,5-5 1,6-4-2717,13-8 4463,16-8 0,4-2 0,16-7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8:00.37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315 420 8011,'12'-6'659,"-1"0"0,-5-2 299,6 3 0,-7-5-498,7-8 1,-8 7 0,2-1-416,-4-1 1,-4 3-1,-4 0 1,-6 0 12,-3 1 1,-5 3 0,-1-4 0,-2 2-162,1 5 0,-3 1 1,2 2-1,2 0-93,1 0 1,3 2 0,1 3 0,3 5 122,1 0 1,8 5 0,-2-1 0,4 5 34,2 5 1,2-1 0,4-4 0,6 3 27,3 1 1,3 6 0,-1-4 0,3 0-31,3 1 1,-4 3 0,5-4-1,-5 2 52,-2 4 1,-5-4 0,-2 1 0,-2-3 6,-5-4 1,-1 4 0,-4-1 0,-3-3 53,-7-2 1,-9-7-1,-5-2 1,-1-3-96,-4-3 1,4-4 0,0-4 0,0-5-161,-1-7 1,7 3 0,-2-13-1,5 3-303,7 0 0,-3-2 0,8 3 0,2-1-759,3 2 1244,1 9 0,0-11 0,0 3 0</inkml:trace>
  <inkml:trace contextRef="#ctx0" brushRef="#br0" timeOffset="548">682 612 8011,'9'-18'23,"-1"7"1,-8-1 1846,0-1-1418,0 5 1,-2 10-1,-2 15 1,-2 10 21,3 6 0,-1 4 0,0 4 0,-2 6-17,2 3 0,0 10 1,0 4-1,-1 6-85,1 6 1,-4-1-1,2 9 1,2-3-247,2-9 1,2-8-1,0-15 1,0-7-835,0-7 363,0-19 0,6-10 0,2-24 0,0-9-167,-1-6 1,5-4-1,-6-2 1,-2-3 108,-2-3 0,-2-3 1,0-9-1,0-1 201,0 2 0,0-6 1,-2-2-1,-2-2 310,-2 2 0,0-2 0,8 7 0,4 3 33,6 2 1,3 9-1,5 6 1,3 8 24,6 8 1,6 9-1,4 5 1,1 1-56,-1 4 1,4 8 0,0 4 0,-1 1-333,1 5 0,-4 7 0,-10 3 1,-8-3 26,-7-2 1,-6 5 0,-8-1-1,0 0 148,0 3 1,-14-7 0,-5 4 0,-7-3 156,-5-3 1,-2 1 0,-2-3-1,0-1-219,1-3 0,-7-5 1,0 4-1,2-2-292,2-5 0,4-1 0,4-2 0,6 0-585,4 0 1,9-2 984,4-3 0,12-5 0,4-8 0</inkml:trace>
  <inkml:trace contextRef="#ctx0" brushRef="#br0" timeOffset="949">1363 717 8933,'-18'0'2595,"9"-2"-2248,3-4 0,6 4 0,6-4-206,5 4 0,5-4 0,1-1 0,3-1 93,3 0 1,-2-5-1,6 3 1,1-2-152,-1 1 0,-6-1 1,2-4-1,-3 3-133,-3 1 0,-1 0 0,-3-3-15,-1 3 1,-10-1 0,-2 7-142,-10 2 1,-7 2 0,-7 4 0,-5 4-33,-4 6 0,4 9 1,0 4-1,0 0 285,2 1 0,0 5 0,7-2 0,1 2 247,3-2 1,9 2 0,-3-6 0,2 0-132,4 1 1,12-5 0,10-8 0,9-3-537,6-2 1,4-2 0,1-6 0,5-2-674,2-4 1,-5-4 0,7-7 0,2-1 1045,1 1 0,2-8 0,1-2 0</inkml:trace>
  <inkml:trace contextRef="#ctx0" brushRef="#br0" timeOffset="1416">2411 647 8107,'0'-18'0,"0"1"976,0-1 1,0 7 0,0-1-235,0-1 1,0 3-590,0-2 0,-2 3 0,-2-5-109,-2 2 1,-8 6 0,1-3 0,-7 1 38,-3 4 0,-8 2 1,2 4-1,-6 4-50,-6 6 0,4 3 0,-1 3 0,7 1 2,7 4 1,5-1 0,3 5-1,5 0 37,5 0 0,6-6 0,6 3 1,7-5-9,9-1 1,7-3 0,11-1-1,5-5-121,0-1 0,3-2 1,-5-6-1,2 0-49,3 0 0,-5 0 1,-2-2-1,-5-2-25,-1-2 0,-6-7 0,-1-1 1,-3-3-89,-4-1 1,-7-3-1,-5 9 1,-1-3 75,-4-3 1,-2 7 268,-2-1 0,0 10-46,0 2 1,0 8 0,0 9 0,0 1 303,0-1 0,2 1 0,4-1 0,7 1-208,9-1 0,-1 1 0,8-1 0,2 0-369,2 1 1,0-6 0,-2-3 0,-4-1-693,-1-4 0,-3-2 0,-6-2-948,1 0 1,-8-2 1832,-5-4 0,-18-11 0,-7-11 0</inkml:trace>
  <inkml:trace contextRef="#ctx0" brushRef="#br0" timeOffset="1616">2673 228 8107,'-12'-12'256,"2"0"1,1 1 1622,-1 1 1,6-5 236,-2 3-2224,4 4 0,4 0 0,4 8 0,6 0-467,3 0 1,-3 0 0,-1 0 574,3 0 0,1 8 0,3 2 0</inkml:trace>
  <inkml:trace contextRef="#ctx0" brushRef="#br0" timeOffset="1949">3179 909 11072,'16'-2'1903,"-5"-4"-1502,-5-6 1,2-9-1,-2-4 1,-3-2-93,-1-4 1,-4-10-1,-1-6 1,-7-5-90,-6-6 1,3 1-1,-10-7 1,3 0-154,3 2 1,5 2 0,2 10 0,3 3-514,3 6 1,9 6 0,9 6-1,7 6-92,9 4 0,4 3 0,5 4 0,4 7-192,2 3 0,3 2 0,6 0 0,1 0 29,-5 0 1,-9 7-1,0 3 1,-6 4 700,-6 3 0,-4-3 0,-8 11 0</inkml:trace>
  <inkml:trace contextRef="#ctx0" brushRef="#br0" timeOffset="2166">3022 577 9123,'0'17'877,"0"-5"0,2-2-432,4-2 1,5-3-1,13-5 1,7 0-285,7 0 1,7-2 0,7-3-1,1-5-668,-1 0 1,1-5 0,-3 3 0,-3-2-1408,-7 3 1,-3-5 1913,-2 5 0,0-5 0,0-1 0</inkml:trace>
  <inkml:trace contextRef="#ctx0" brushRef="#br0" timeOffset="2415">3825 612 7517,'2'-10'-898,"2"2"5355,2 1-3899,0 5 0,-6 2 0,0 11 1,0 5-377,0 1 1,-2 7 0,-2 1 0,-2 0-517,2 0 0,2 4 0,2-5 0,0-3-194,0-2 0,2-1 1,4-1-737,6 1 0,-3-8 0,3-5 1264,2-3 0,1-9 0,3-3 0</inkml:trace>
  <inkml:trace contextRef="#ctx0" brushRef="#br0" timeOffset="2547">4000 385 9180,'0'-18'2846,"0"7"-1990,0-1-1839,0 8 0,2-4 983,4 8 0,3 8 0,9 2 0</inkml:trace>
  <inkml:trace contextRef="#ctx0" brushRef="#br0" timeOffset="2850">4489 612 8107,'10'-18'1701,"3"1"-416,-7-1 1,6 7-1268,-7-1 0,1 6-119,-6-5 1,-2 7 0,-5-2-1,-9 4 112,-5 2 1,-8 2 0,3 4-1,1 6 187,0 3 0,-4 2 0,5 1 1,3 1 148,2 5 0,3-3 0,5 6 0,5 0-53,4 0 0,12-5 0,7 1 0,10-3-261,6-3 0,16-1 0,5-5 0,8-5-303,10-4 1,-2-2 0,7-2 0,-1-4-2049,0-5 1,5-5 2317,-5-1 0,-8-9 0,-8-1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7:56.64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0 315 8278,'10'0'3917,"0"0"-3409,-4 0 1,3 0 0,9 0-1,-1-2-396,1-3 1,1 1-1,4-8 1,8 0-757,8 3 1,6-7 0,9 5 643,4-5 0,4-1 0,8-1 0</inkml:trace>
  <inkml:trace contextRef="#ctx0" brushRef="#br0" timeOffset="865">1380 158 9556,'-10'-10'1653,"3"5"0,7 10-1437,0 7 1,0 11-1,0 6 1,0 6-67,0 6 0,0 4 0,0 9 0,1 2-198,5 3 1,-4 5 0,4-6-1,-2-2-293,2-2 0,-4-9 0,5-6 0,-1-8-1150,0-8 0,8-5 0,-3-7 1491,5-5 0,1-19 0,1-7 0</inkml:trace>
  <inkml:trace contextRef="#ctx0" brushRef="#br0" timeOffset="1116">1048 176 8308,'-17'-8'2748,"-1"-2"-2542,9 0 1,3 3 0,12 7 0,7 0 136,8 0 0,14-6 1,12-2-1,5 0-303,7 1 0,-3-7 0,10 2 1,4-1-362,3 1 0,9-3 0,-6 5 0,-3 0-384,-1 4 0,-10 4 0,-4 2 705,-3 0 0,-11-7 0,-1-3 0</inkml:trace>
  <inkml:trace contextRef="#ctx0" brushRef="#br0" timeOffset="1616">2096 612 8189,'0'-11'519,"0"-1"83,0-2 0,6-1 0,0-3-82,-2 1 0,-1 5 1,1 1-306,2-3 0,2 0 0,-4 1 0,2 1 8,-3-1 1,-1 3-1,-4-2-137,-3-1 1,-5 5 0,-8 2-1,-1 4-176,-4 2 0,1 0 0,-7 2 1,0 4 42,2 6 0,-4 5 0,6 6 1,0 8 85,-1 8 0,-1 0 1,8 6-1,5-1 28,4 1 0,5-6 1,5 1-1,2-5 38,3-6 1,13-3 0,11-11 0,6-3-21,6-6 1,-3-8 0,7-8 0,-2-9-187,-4-7 1,-3 3-1,-3-8 1,-3-4-117,-7-4 0,-6 1 0,-5 6 0,-6 3 239,-4-2 0,-2 6 0,0 2-11,0 3 1,-8 11 0,-4 5-199,-3 8 1,3 13 0,2 10 0,3 2-137,3 1 1,2-1-1,2 6 1,2-2-38,4-4 1,3 2 0,11-8 0,1-2 23,2-1 0,10-9 0,0-1 0,6-2-181,0-4 1,4-8-1,-3-4 1,-3-4 516,-6-7 0,2-6 0,-6-10 0</inkml:trace>
  <inkml:trace contextRef="#ctx0" brushRef="#br0" timeOffset="1982">2952 542 7326,'0'-17'191,"0"-1"0,-6 1 0,-2-1 1289,-2 1 1,7 0 0,-5-1-1233,0 1 1,6 5 0,-6 0 0,1 1-363,-5 1 1,2-4 0,-1 9 0,-5 1-82,-5 2 0,1 2 0,-3 0 0,4 0-19,1 0 0,1 8 1,-1 3-1,3 5 149,3 1 0,-1 1 0,7-1 0,2 3 282,2 3 0,10-4 0,3 6 0,5-1-13,1-1 1,7 0 0,1-3-1,2 1-162,4 2 1,-4 1-1,0-7 1,-1 2-27,-5 5 0,4-5 0,-4 4 0,-3-3 91,-4-3 1,-11 1 0,3-1-148,-4 1 0,-6-7 1,-5-1-1,-11-2-120,-5-4 0,-4-2 0,-6-4 0,0-4-474,0-6 1,6-3 0,2-3 0,2-1-2010,3-4 2643,11 3 0,-5-5 0,6 7 0</inkml:trace>
  <inkml:trace contextRef="#ctx0" brushRef="#br0" timeOffset="2715">3371 315 8361,'0'-17'2181,"0"-1"1,0 13-1719,0 10 0,0 7 0,0 19 0,-2 4-147,-4 4 1,4 9 0,-4-3 0,4 2-116,2-1 0,0-5 1,0 3-1,0-1-54,0-4 0,0-10 0,0-6-137,0-3 1,2-5 0,4-3 0,4-8-287,0-8 0,3-6 1,-5-7-1,2-1-187,3 1 0,-5-1 1,-2 1-1,-2-1-262,2 1 0,-5 0 609,5-1 0,-4 6 248,-2 1 0,0 5 0,2-4 78,4 2 1,-2 1 0,8 3-23,1-2 0,3-8 1,1 3-1,2-5-187,5-1 1,-3-1 0,8-1 0,0-2-52,-2-3 1,5-5 0,-9 6 0,-2 2-1684,-1 1 1,-9 5 0,-1 1 1732,-2 2 0,-3 1 0,-5-7 0</inkml:trace>
  <inkml:trace contextRef="#ctx0" brushRef="#br0" timeOffset="2931">3458 717 12877,'8'10'323,"4"-3"1,9-7-1,6 0-818,6 0 0,-2 6 1,12 0-1,-2-2 495,-1-2 0,9 6 0,-5 1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8:04.18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413 416 8517,'10'0'2304,"-2"-8"1,-8 4-2225,0-8 1,-8 3 0,-6-3 0,-7 6 85,-8 4 0,-6 2 1,-6 2-1,-3 6-61,-1 9 1,-3 9-1,7 9 1,4 2 57,6 3 0,8 11 0,11 5 0,10-4-116,12-3 1,11-4-1,22-1 1,9-9-391,10-10 1,6-13 0,0-6 0,-4-4-424,-6-2 0,-5 0 0,-9-2 1,-9-4-171,-9-6 1,-9-3 0,-5-3 935,-7 1 0,-3-8 0,-2-3 0</inkml:trace>
  <inkml:trace contextRef="#ctx0" brushRef="#br0" timeOffset="301">833 119 8165,'0'-27'329,"0"3"0,0 5 1,0 1 2195,0 1-2259,0 7 1,0 6 0,-2 14 0,-2 10 50,-2 5 1,-6 10-1,4 7 1,1 3 70,-1 4 1,0 9 0,4 6 0,-2 2-213,3-2 1,1 2 0,2-6-1,0-2-386,0-4 0,0-1 0,2-16 1,3-6-344,7-4 0,4-6 0,3-9 0,2-6-921,3-4 1,-1-10-1,-6-6 1474,1-7 0,-8-6 0,-3-8 0</inkml:trace>
  <inkml:trace contextRef="#ctx0" brushRef="#br0" timeOffset="751">1409 678 8165,'2'-20'388,"2"-1"323,1-2 1,1-1 0,-6 7-1,2-1-361,4 1 0,-4 5 0,4 1 0,-4-3-188,-2-1 0,0 3 1,-2 0-160,-4-1 0,-4 5 0,-9 2 1,-2 4 17,-3 2 0,-9 2 0,2 4 1,-6 6-1,-1 3 1,10 10 0,-7 4 0,4 4 101,4 2 1,4 0-1,9 0 1,5-2-47,1-4 0,4 2 0,10-7 1,5-3 6,5-2 1,11-9 0,6-4-1,6-4-217,0-2 1,3 0 0,-1-2 0,-2-2 16,-2-2 1,-4-7-1,-4 1 1,-6-4 78,-3-1 1,-9 0 0,-1-1 0,-2 1 338,-4-1 0,-2 6-301,-2 1 1,-8 7-1,-4 0-174,-3 8 1,5 8 0,4 9 0,4 2 40,2-1 1,2 3 0,4-2 0,6-2-122,3-1 0,12-3 0,6 1 0,8-3-295,4-3 1,1-4 0,7-8 0,-1 0-2496,0 0 3043,1-8 0,-9-10 0,-1-9 0</inkml:trace>
  <inkml:trace contextRef="#ctx0" brushRef="#br0" timeOffset="1135">2317 555 8080,'0'-17'1334,"-6"-1"1,0 1-356,2 0 1,-3 5 39,1 0 0,-6 6-648,6-5 0,-7 5 0,1-4-969,-3 3 1,-5 1-1,-1 8 1,-2 2 174,1 1 0,3 9 0,1-4 0,1 1 435,-1 1 0,3 0 0,3 5 0,6 0 91,5 1 1,1-1-1,1 1 1,5-1 121,6 1 1,5-1 0,7 1 0,7-1-176,8 1 1,-3-3 0,5-1-1,-4-3-195,-2 3 0,-2 3 0,-4 3 0,-6-1 104,-3-3 1,-9-3 0,-1 5 0,-4-1 19,-8 1 0,-14-3 0,-13-1 1,-6-4-67,-5-3 0,1-1 1,-8-6-1,1 0-372,1 0 0,2-2 0,10-4 0,4-5-101,6-5 1,11 5 0,7-1 0,6 0-1044,11 3 1603,8-7 0,14-1 0,1-11 0</inkml:trace>
  <inkml:trace contextRef="#ctx0" brushRef="#br0" timeOffset="1517">2963 573 8920,'0'-18'1199,"0"1"1,6-1-234,0 1 1,0 0-713,-6-1 1,-8 6-251,-4 1 1,-3 7 0,-3-2-1,1 4 11,-1 2 1,1 0 0,-3 0 0,-1 2-201,-2 4 0,1-2 1,9 6-1,3-1 97,2 1 1,-3 2 0,5 5 0,2 0 205,2 1 1,4-1 0,4 1 0,6-1-29,3 1 0,2-1 0,1 1 0,-1 1-240,1 4 1,-1-3 0,-1 3-1,-4-3-194,-7-3 0,3 0 0,-2 1 118,-2-1 1,-4 1-1,-6-3 1,-6-3-2,-3-6 1,-8-4 0,-1-2 0,1 0-42,-2 0 1,5-2-1,-3-4 1,4-4-316,1 1 1,8-7 0,5 4 582,3-3 0,2-10 0,0-2 0</inkml:trace>
  <inkml:trace contextRef="#ctx0" brushRef="#br0" timeOffset="1917">3295 538 8070,'12'-6'361,"-1"0"1,-7-1 251,2 1 1,-4 6 0,-2 0-1,-2 9-125,-4 7 0,2 3 0,-5 5 0,-1 3-334,0 0 0,6 0 0,-2-6 0,4 3-356,2-3 1,0-1 0,0-3 0,0 0-122,0 1 1,2-8 0,4-5-579,6-3 0,-2-4 1,-1-3-1,1-7 331,0-4 1,-6-7-1,1-2 1,-3-2 569,-2-4 0,-2-2 0,-1-4 0,-5-2 0,-2-2 0,0-1 0,-1 3 0,5 0 46,4 6 0,2-2 0,0 8 1,0 0 371,0 3 1,0 5-1,2 4 1,4 1 278,5 2 1,5 8-1,1-1-201,1 3 1,-1 2-1340,1 0 0,-3 7 843,-3 5 0,3-4 0,-5 0 0</inkml:trace>
  <inkml:trace contextRef="#ctx0" brushRef="#br0" timeOffset="2267">3732 765 8110,'0'17'972,"0"1"1,0-6-164,0-1 0,0-5 850,0 6-574,0-8 0,2 3-818,3-7 0,-3-7 1,4-5-1,-2-6-260,2-5 1,-4-4 0,4-8 0,-5 0-66,-1 0 0,0-7 0,0-5 0,0-4-454,0-1 0,2 6 0,4-1 0,6-2-115,3-1 1,9 5-1,1 7 1,2 5 201,4 3 1,8 9 0,2 0 0,-2 7 95,-3 8 0,5 4 0,0 2 0,-2 2-164,-2 4 0,-4 4 0,-2 7 493,-2 1 0,0-1 0,6 1 0</inkml:trace>
  <inkml:trace contextRef="#ctx0" brushRef="#br0" timeOffset="2499">3749 608 8749,'-10'2'1280,"5"4"0,10-4 0,9 3 0,7-3-1147,8-2 0,10 0 1,4 0-1,0 0-630,-1 0 1,7 0-1,-3-2 1,3-2-1884,-3-1 1,-3-1 2379,-8 6 0,0-8 0,0-2 0</inkml:trace>
  <inkml:trace contextRef="#ctx0" brushRef="#br0" timeOffset="2732">4587 486 8005,'-11'-2'1292,"-1"-4"1,0 6-1,-5 0 1,1 10-1009,5 5 0,-3 4 1,6 5-1,1 5-365,-1 4 0,2 8 0,6-1 0,2-3-652,4-6 1,4 0 0,7-7 0,0-3-182,1-2 0,-1-9 1,1-4-1,-1-4 914,1-2 0,-9-8 0,7-9 0,-6-11 0</inkml:trace>
  <inkml:trace contextRef="#ctx0" brushRef="#br0" timeOffset="2898">4710 154 10350,'0'-18'-1407,"0"9"0,2 1 1407,3 8 0,13 8 0,9 1 0</inkml:trace>
  <inkml:trace contextRef="#ctx0" brushRef="#br0" timeOffset="3232">4954 660 11669,'18'0'258,"-1"0"0,0 0 1,3-2-188,3-4 0,4 3 0,8-9 0,0 0-434,0 3 0,-6-7 1,-2 4-1,-1-3 33,-5-3 0,-9 1 0,-7-1 54,-3 1 0,-11 2 0,-9 3 1,-9 6 308,-6 4 0,-8 2 1,1 2-1,1 6 323,2 9 0,4 3 0,4 7 0,5 0-30,5 0 1,4 2-1,3 4 1,10-2-89,12-2 0,9-5 0,20 3 0,6-2-565,7-4 0,10-9 0,-4-6 0,0-4-530,3-2 1,-7 0-1,4-2 1,-5-4-939,-7-6 1795,-3-11 0,-1-4 0,3-8 0</inkml:trace>
  <inkml:trace contextRef="#ctx0" brushRef="#br0" timeOffset="3566">5967 538 9146,'0'-18'4583,"0"1"-4364,0 7 0,0 10 1,0 14-1,0 5-266,0 5 1,0 5 0,0-4-1,0 0 22,0 0 0,0 4 1,0-5-1,0-3 143,0-1 1,0-3 0,0 0 76,0 1 1,0-6 0,2-3-157,4-1 0,-2-4 1,5-10-1,-1-6-142,-4-3 0,4-4 1,-2-5-1,-3-3-48,-1 0 1,0-6 0,2 4 0,2-2 177,-2 2 0,0 1 1,0 7-1,3-2-210,3 2 1,2 3-1,5 4 1,1 5-94,-1 1 1,8 2 0,5 6 0,4 2-669,7 4 0,-2 4 0,6 7 944,-3 1 0,15-1 0,-3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8:08.92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47 0 8014,'-8'12'601,"-4"-1"0,3-5 0,-1 6 51,2 1 0,12-3 1,14 0-146,9-2 0,6-1 1,4-3-1,1 2-402,3-2 1,8-2 0,-3-4 0,5-2-789,1-2 0,0-5 1,-1 3-1,-5-2 683,-5-3 0,-4-3 0,-2-1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8:15.55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358 70 8014,'17'0'119,"-1"-2"19,-5-4 1,-1 5 0,-6-7 0,4 2 280,2 0 1,-7-2-39,3 3 1,-4 1-106,-2-8 0,-2 8-206,-4-2 0,-9 4 0,-8 4 0,-1 2 65,-1 2 0,-2 8 1,-8-5-1,0 3-41,0 0 1,2-1 0,2 7 0,2-3-114,-2-3 1,6 3 0,3-3 0,7 4-26,3 1 1,10 0 0,4 1 85,14-1 0,9 1 1,12-1-1,4 1 21,5-1 1,-1 1-1,-1-1 1,-1 1-24,-4-1 0,-4 3 0,-6 1 0,-6 2 43,-3-1 1,-11-3 0,-7 0 0,-9 3-4,-11 1 1,-13 0-1,-2-5 1,-8-3-72,-3-3 1,-1 1-1,-2-7 1,5-2-129,-1-2 0,8-2 0,0-2 0,10-4-677,6-5 0,11-5 0,8-1 796,10-1 0,21 1 0,5-1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8:23.37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68 8308,'10'-17'-1029,"-4"-1"3853,-4 1-2245,-2 7 0,0 4 0,0 12-201,0 6 0,-2 13 0,-2 10 0,-2 10-58,2 5 1,2 4-1,2 5 1,0 7-129,0 7 1,0-3 0,0 2-1,0-8-423,0-4 0,6-2 0,2-7 0,-1-7-704,1-9 0,0-9 0,-4-13 11,2-1 1,5-10 0,-5-2 0,-2-12-756,-2-9 1679,-2-6 0,0-8 0,0 0 0</inkml:trace>
  <inkml:trace contextRef="#ctx0" brushRef="#br0" timeOffset="165">1 470 13619,'25'0'345,"-4"0"0,10 0 0,4 0-716,4 0 0,8 0 1,-5 0-1,3 0-960,3 0 1,-5-8-1,-2-3 1331,-4-5 0,5-9 0,3-2 0</inkml:trace>
  <inkml:trace contextRef="#ctx0" brushRef="#br0" timeOffset="883">752 138 8312,'9'-17'1461,"-3"-1"-827,-4 9-425,-2-7 1,0 16 532,0 0 1,0 8 80,0 9 0,0-5 10,0 0 1,0-7 297,0 7-620,0-8-1323,0 4-283,0-8 1218,-8 0 1,6 2 0,-3 3-6,3 7 0,0 9 0,-2 7 1,-2 3 159,2 5 0,2 19 1,2 1-1,0 6-133,0 2 1,6-2-1,2 2 1,1-7-199,5-9 1,0-7-1,-1-12 1,-1-8 156,1-7 0,-3-6 0,2-10 5,1-4 0,-5-10 0,0-7 0,-2 0-143,-1-2 1,1 3-1,-6-5 1,0 0-241,0 0 0,6 5 0,0-1 0,-2 2 31,-2-3 1,0 5 0,2-4 0,3 3-287,3 3 1,-4 1-1,6 3-10,1 1 1,3 8 0,1-2 382,1 5 1,-1 10 0,0 7 0,-1 5 153,-4 0 0,1 7 0,-5-1 0,2 2-159,3 0 1,-3-2 0,0 2 0,-1-5-213,1-5 0,0-2 0,3-1 1,-1-2-335,2-3 1,-5-7 0,3 2 0,2-4-702,1-2 1408,3 0 0,-1-8 0,0-2 0</inkml:trace>
  <inkml:trace contextRef="#ctx0" brushRef="#br0" timeOffset="1432">1607 662 8312,'-2'10'3491,"-3"-4"-1783,3-4-1312,-6-2 0,21-6 0,3-2-571,-2-2 0,3 1 0,-5-5 1,1 2-258,-1-1 1,1-3-1,-5-1 145,2-1 1,-6 1-1,0-1 212,-8 1 1,-6 7 0,-9 4 0,-3 6 173,-1 6 0,-2 4 0,4 9 0,-3 3 272,3 1 1,1 8 0,5-2 0,3 4-126,6 2 0,5-6 0,2-2 0,7-1-106,10-5 1,9-2 0,14-3 0,5-5-166,5-5 1,3-4 0,2-4 0,4-6-87,3-9 1,-7 0 0,0-9 0,-7 3-251,-9 0 0,-9-2 0,-3 1 1,-5-3-259,-8 0 1,1 2 0,-10 7 0,-2 1 313,-2-1 0,-4 3 0,-2 1 1147,-2 3-596,-8 7 0,10-2 0,-5 12 54,1 5 1,2 5 0,6 1 0,2 1 6,4-1 1,-2 1 0,9-1 0,5-1 60,3-5 1,10 5-1,-2-5 1,4 5-433,2 1 0,0-5 0,0 0 0,-2-1-152,-4-1 0,2 4 0,-9-7 0,-5 1-2856,-3 0 116,-11 6 2956,5-12 0,-16-10 0,-1-12 0</inkml:trace>
  <inkml:trace contextRef="#ctx0" brushRef="#br0" timeOffset="1632">2114 278 8312,'0'-27'5763,"0"3"-5310,0 5 0,8 3 1,3 5-1007,5 5 0,-5 4 0,1 2 0,0 2-3228,-3 4 3781,7 4 0,-14 7 0,6 0 0</inkml:trace>
  <inkml:trace contextRef="#ctx0" brushRef="#br0" timeOffset="2017">2725 505 12201,'6'17'491,"0"1"1,5 7 0,-3 2 0,2 2-230,3 0 0,3-5 1,-1 3-1,-1-2-129,-2-4 1,-3-1 0,3-3 0,-4-1 197,0-4-553,-7-5 0,13-9 0,-8-3 0,-2-9-97,-2-7 0,-4-1 0,-2-5 0,-2 2 132,2 3 1,-4-3-1,3 2 1,1 2-6,2 1 0,2 3 0,0-1-101,0 1 1,2 1 0,5 3-317,11 1 1,1 8-1,12-2 1,4 6-1864,4 6 2472,17 4 0,6 0 0,18-3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8:22.02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368 472 8584,'-18'0'1089,"1"0"0,-1-2-633,1-4 0,-1 5 0,1-5-231,-1 4 0,1 2 0,-1 0 1,-1 0-118,-4 0 0,3 6 1,-3 1-1,4 3-10,1 4 0,1 1 1,-1 3-1,3-1 2,3 1 0,-1 5 0,7 0 0,2 0-58,2 3 1,4-7 0,4 4 0,7-3-84,9-3 1,5-1-1,10-3 1,1-3-243,3-2 0,2-2 0,-4-8 1,1-2-99,-1-2 0,-4-10 0,-4 1 0,-4-8 180,-1-5 1,-9 5-1,-7-4 1,-2 0 195,-5 0 1,-3 5 0,-7-1-1,-9 4 53,-5 1 0,-16 8 0,0 5 0,-4 3-287,-1 2 1,1 2-1,6 3 1,2 7-309,4 4 1,0 7 0,9 0 0,7 0 107,3 3 0,4-7 0,8 4 0,6-5 439,9-6 0,9 3 0,9-13 0,-1 6 0</inkml:trace>
  <inkml:trace contextRef="#ctx0" brushRef="#br0" timeOffset="530">804 263 8308,'-9'-2'0,"1"-2"2852,0-2-2122,6 0 1,-4 6-1,12 0-609,6 0 1,3 0 0,5 0 0,1 0-256,2 0 0,8 0 1,-3 0-1,1 0-78,0 0 1,0-6 0,4-1 0,-4-3-38,-6-4 1,-3-7 0,-3-4-1,-1 0 154,-5-1 0,-3-3 0,-8 6 0,0 2 116,0 1 1,-2 10 0,-4 5-1,-7 3 5,-9 2 0,1 2 0,-6 5 0,0 11 237,-1 9 0,7 8 1,-4 6-1,2 7 287,-1 8 1,-5 7 0,6 10 0,0 9-275,-3 11 1,16-36-1,1 2 1,-3 4 0,1 1-1,1 0 1,2 2-55,2-2 1,1 0-1,-2-9 1,0-2 0,1 44-1,2-13 50,2-14 1,2-18-1,0-17-45,0-10 1,0-9-704,0-11 0,0-12 0,0-18-232,0-3 1,0-1-1,-2-8 1,-3-3 32,-7-7 0,-4 0 1,-1-1-1,0-2 439,-1 1 1,6 2-1,3 1 1,1 5 379,4 4 0,2 10 1,2 4-1,2 3 61,4 3 0,6 7 0,11 4 0,6 4-339,4 2 1,4 0 0,4 0 0,7 0-1123,8 0 1,1 0 1255,7 0 0,0 0 0,6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8:16.58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385 458 8014,'0'-17'118,"0"-1"1,2 3-1,2 1 262,1 3 1,1-1 0,-6-6-164,0 1 1,0 5 0,0 1-1,-2-1 13,-4 2 1,3-5 0,-9 5 0,-2 0 28,-1 5 1,-5 3-1,-1 2 1,-4 0-16,-2 0 0,0 7 0,-5 9 0,3 9-41,-2 10 1,-2 12-1,0 1 1,4 8-98,6 8 0,11 4 1,6 2-1,5 0-165,1 0 0,13-8 0,8-4 0,9-5-102,6-7 1,11-9 0,-2-12 0,1-3-167,1-7 0,-6-9 0,3-2 1,-1-8-329,-4-8 1,-10-3-1,-6-5 1,-5-3 654,-7-6 0,5-12 0,-7-3 0</inkml:trace>
  <inkml:trace contextRef="#ctx0" brushRef="#br0" timeOffset="483">996 790 10917,'-6'-12'1136,"0"1"1,-1 5-1232,1-6 1,2 6 0,-8-3 71,-1 1 0,-3 2 0,-1 6 1,-3 2 50,-3 4 0,4 6 1,-7 9-1,3 4 90,0 2 0,1 2 0,9 6 1,3 0 40,2 0 0,5-2 1,10-4-1,11-5-138,9-5 1,8-9 0,4-4 0,3-5-49,3-1 1,-6-7 0,2-7-1,-7-5 5,-4-5 0,-5-5 0,-10 4 1,-3-2-23,-6-4 1,-4 6 0,-4 1 0,-6 5-116,-9 1 1,-5 7 0,-11 1-1,-4 2-425,0 4 0,1 10 0,3 6 1,4 3-34,5 3 0,7 5 0,5 2 0,6 1-1210,4-1 1827,2-2 0,16-5 0,3-1 0</inkml:trace>
  <inkml:trace contextRef="#ctx0" brushRef="#br0" timeOffset="1103">1468 685 8646,'0'12'2843,"0"0"-2313,0 1 1,0 8-1,0 5 1,0 1-299,0 4 1,5 6-1,3 0 1,0-4-101,0 0 0,5-8-1,-3-2 1,2-5-2,-1-7 1,1-3 0,5-8 0,1-2-114,-1-4 1,1-5-1,-1-11 1,1-3-116,-1-2 0,-5-2 0,-1-6 0,3 2-133,2 4 1,-5-2-1,-1 5 1,0 1-224,-1 0 0,-3 2 105,6 5 0,-8 10 367,1 8 0,-1 10 0,0 12 0,2 3 389,-2 2 0,-2 2 0,0 6 0,2-2-21,1-4 0,3 4 0,-4-6 0,4 0-264,2-3 1,-1-5 0,5-3 0,-1-5-72,7-5 1,-1-4 0,10-4-1,2-4-115,2-5 1,2-7-1,0-5 1,0-4-272,0-1 1,-6-3 0,-2 6 0,-1 0-70,-5 0 0,-4 0 0,-3 5 0,-4 1-217,-3 3 565,-1 3 0,-8 3 0,-3 6 107,-7 8 0,2 6 0,0 9 0,3 2 371,3 3 0,2 5 0,2-4 0,2 0-127,4 0 1,3-1 0,11-7 0,3 1-207,6-1 1,10-1 0,2-5-1,-1-5-563,3-4 1,-6-4-1,4-4 1,-4-5-596,-2-5 1,-8-1 0,-4-1-1,-4-1 1069,-1-4 0,-1-12 0,1-10 0</inkml:trace>
  <inkml:trace contextRef="#ctx0" brushRef="#br0" timeOffset="1547">3057 266 8279,'0'-17'162,"-2"-1"1,-2 1 1021,-2-1 1,0 7-880,6-1 1,-5 10 0,-1 4-148,2 13 0,2 5 1,2 11-1,0 4 180,0 4 0,0 9 1,0-1-1,0 3 172,0 3 1,0 1 0,0 0-1,0 1-157,0-5 1,8-9-1,1 0 1,3-7-300,0-4 1,-3-5-1,5-10 1,-2-3-181,1-6 0,-3-4 1,1-4-1,3-6-348,2-9 0,1-3 0,-1-7 1,-3 0 44,-1 0 0,-1-1 0,7-3 0,-1 4-83,1 2 1,-1 2 0,1 5 0,-1 1 352,1-1 1,5 9 0,2 3 0,0 4 395,1 2 0,3 2 0,-4 6 0,0 9 73,0 10 0,-3 6 0,-9 2 0,-3 0 4,-2 0 1,-4 0 0,-10 0-1,-8-2-174,-7-4 0,0-4 0,-9-9 1,-1-5-364,-2-5 0,-3-4 1,-3-2-1,-2 0-320,2 0 0,4-8 1,6-3-1,6-3-311,3 2 0,5-3 0,3 3-1655,7-3 2509,3 5 0,9-5 0,3 5 0</inkml:trace>
  <inkml:trace contextRef="#ctx0" brushRef="#br0" timeOffset="1816">3947 598 12116,'-5'17'441,"-1"1"0,0 1 0,6 3 1,0 3-172,0 2 1,0 0 0,0 4 0,0-4-685,0-1 0,0-3 0,0-6 0,2 1 347,4-1 0,-2-7 1,7-4-2216,3-4 0,-4-6 2282,1-8 0,1-7 0,5-16 0</inkml:trace>
  <inkml:trace contextRef="#ctx0" brushRef="#br0" timeOffset="1947">3930 406 8279,'0'-18'1640,"0"1"183,0-1 0,0 7 0,-2 1 1032,-4 2-5305,4-5 2450,2 11 0,10-6 0,7 8 0</inkml:trace>
  <inkml:trace contextRef="#ctx0" brushRef="#br0" timeOffset="2799">4384 633 8066,'10'-18'303,"-2"7"2089,-8-1-1796,0 8 1,0-2-1,0 14-191,0 10 0,0 7 0,0 10 1,0 0-154,0 0 1,0 5 0,0 3 0,1 0-34,5-1 0,-2-1 0,8-8 0,1-4-65,3-5 1,3-7 0,5-5-1,5-8-37,4-8 0,2-14 0,0-13 0,-1-6-263,1-3 1,-2-9 0,-3 4 0,-7 1-134,-4 3 1,-1 6 0,-3 6 0,-3 6-919,-6 3 734,-4 11 1,-8 9 0,0 13 0,0 10 392,-2 12 1,6 2 0,-3 10-1,5-1 149,5-1 0,5 4 1,8-9-1,1-1 7,4-2 0,6-4 0,10-6 0,4-9-48,2-11 0,-5-5 0,7-2 1,1-2-399,3-3 0,-12-11 1,-4-9-1,-4-2-379,-4-4 0,-4 3 0,-9 1 1,-5 0 738,-1 0 0,6-2 0,-5-6 0</inkml:trace>
  <inkml:trace contextRef="#ctx0" brushRef="#br0" timeOffset="3282">5816 860 8216,'0'-18'0,"0"1"524,0-1 0,0 1 1,0 0 693,0-1 1,0 6-928,0 1 1,0 5 0,-2-4-290,-4 3 0,-3 1 0,-9 6 0,-1 0 69,-4 0 0,1 6 0,-7 1 1,0 5-144,2 7 1,-6-1 0,6 7 0,1-2 111,9 1 1,1 7-1,9-4 1,-1 2 85,0 0 1,10-8 0,12 3-1,5-5-37,4-1 1,14-9 0,-2-3-1,2-4-93,0-2 0,-2 0 0,0-2 0,-2-4-155,-4-5 0,-4-11 1,-7-3-1,-1 0-87,0 0 1,-1-6 0,-4 3 0,-7 1 148,-3 4 0,-2 3 1,-2 3-1,-3 0 158,-7-1 0,2 8 1,-1 5-1,-1 5-130,2 5 1,-3 5 0,7 8-1,2-1 6,2 0 0,2 7 0,2 1 1,4 0 180,5 0 0,13-1 0,5-7 1,6 1-84,6-1 0,1-1 0,7-5 0,-1-5-202,7-4 1,-3-2 0,6 0 0,-5-2-798,-7-4 0,-3-3 1,-10-9-1,-2 1 964,-2-1 0,-8-15 0,5-4 0</inkml:trace>
  <inkml:trace contextRef="#ctx0" brushRef="#br0" timeOffset="3532">6672 91 8308,'0'-17'709,"0"0"1,0-1 379,0 1 1,0 5-1,0 4-893,0 6 1,-6 6-1,0 16 1,2 3-109,2 6 0,2 12 0,0 7 0,0 7-56,0 3 1,0 8 0,0-2 0,0 4-279,0 2 1,0-3 0,0-3-1,0-5-179,0-5 1,0-9 0,2-5 0,4-5-272,6-6 0,3-11 0,3-12-742,-1-4 1,-1-4 1437,-5-4 0,-3-12 0,-8-9 0</inkml:trace>
  <inkml:trace contextRef="#ctx0" brushRef="#br0" timeOffset="3697">6410 615 10898,'2'10'1180,"4"-4"1,7-4-715,9-2 0,5 0 0,10 0 0,1 0-903,3 0 0,12 0 0,-5-2 1,1-2-690,1-2 0,-5-2 1,1 5 1125,3-3 0,-7-8 0,1 4 0</inkml:trace>
  <inkml:trace contextRef="#ctx0" brushRef="#br0" timeOffset="3965">7301 668 8720,'0'-18'819,"0"7"0,0-1 1298,0-2-1877,0 7 1,-2 7 0,-2 13 0,-2 7-171,2 3 1,2 6 0,2-4 0,0 1-287,0-1 0,0 4 0,0-6 0,0-2-74,0-1 0,0-3 1,2-1-1,2-3-540,2-1 0,7-8 1,-1 2-1,2-6 830,-3-6 0,13-4 0,-5-7 0</inkml:trace>
  <inkml:trace contextRef="#ctx0" brushRef="#br0" timeOffset="4097">7405 406 11711,'0'-10'-432,"0"2"1</inkml:trace>
  <inkml:trace contextRef="#ctx0" brushRef="#br0" timeOffset="4566">7964 685 8308,'0'-17'650,"0"-1"1,0 7 0,0-1 51,0-2 0,-6-1 0,-1-1-743,-3 5 0,4 3 0,-6 8 0,-1 0-229,-3 0 0,-1 0 0,-1 2 0,-1 4 205,-4 5 0,3 11 0,-3 3 0,4 2 286,1 4 0,3-4 0,3 2 0,6 3 99,4 0 1,2-2-1,2-3 1,4-2-57,6-4 0,9-1 0,4-5 0,4-3-308,8-6 1,-2-4 0,6-2 0,-4-2-274,-2-4 1,-6-4-1,-2-7 1,-2-3-98,-3-3 0,-9-2 0,-3-6 0,-2 4 254,-5 1 0,-3-5 0,-7 4 0,-11 0 192,-9 4 0,-6 3 0,-4 5 0,-2 3 71,-1 6 1,-7 4 0,6 2-1,4 2-115,6 4 1,0 12-1,10 9 1,6 2-126,7 0 1,8-2 0,6 4 0,7-4-90,9-1 0,5 1 0,10-8 0,1-5-56,3-5 1,8-3 0,-5-6-1,1 0-79,-4 0 1,1-2 0,1-3 0,0-9 360,-1-7 0,-1-1 0,-6-7 0,0 0 0,0-6 0</inkml:trace>
  <inkml:trace contextRef="#ctx0" brushRef="#br0" timeOffset="4898">8488 598 8308,'-10'-2'2603,"3"-2"-1391,-1-2 1,6 2-814,-4 10 0,-2 6 1,3 9-1,1 4-276,2 3 1,2-5 0,0 6-1,0 0-49,0-2 0,6 4 0,1-7 0,3-3-346,4-2 1,3-1 0,6-3 0,6-3-95,4-6 0,-3-6 0,-1-6 1,2-6 32,2-3 0,0-5 1,-2-1-1,-4-4 5,-2-2 0,-2 3 0,-5-3 0,-3 2 332,-3 4 1,-4 7 116,-8 2 0,-2 9 0,-4-3 0,-4 6 196,1 6 0,-7 3 1,6 9-1,1 1-53,3 4 1,4-1 0,4 5-1,4-2-122,5-4 0,13 5 1,7-3-1,8-4-777,7-5 1,12 0-1,6-9 1,4-1 634,2-2 0,8-10 0,1-1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8:28.31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455 575 8160,'0'-11'267,"0"-1"474,0-1 1,0 3-1,0-2-122,0-1 0,-2 3 0,-4-2-394,-6-1 0,3 5 1,-3 0-1,-4 2-136,-5 0 0,-4 1 0,-6 7 0,0 3-3,-6 7 1,2 9-1,-6 5 1,6 1-44,6 4 0,-2 4 0,10 4 0,5 1 80,9-1 1,5-8 0,4-4-1,5-1-66,11-5 1,9-9 0,14-7-1,5-3-122,5-2 1,-5-7-1,-1-5 1,-4-4-140,-8-1 1,0-8-1,-10-2 1,-4-3-11,-5 1 0,-6 0 0,-8-6 0,-2 0 35,-4 0 0,-6 8 0,-13 4 1,-8 4 114,-6 1 0,-9 8 0,1 5 1,-1 7-321,1 9 1,-1 5-1,9 17 1,4 6-246,4 3 1,17-3 0,3 4-1,7-3 188,4 1 1,15-2 0,8-10 0,10-6 440,8-3 0,4-10 0,7-5 0,1-10 0,-1-5 0</inkml:trace>
  <inkml:trace contextRef="#ctx0" brushRef="#br0" timeOffset="417">856 418 11059,'-9'8'396,"-5"-4"0,8 7 1,0 3-274,-1 2 1,5 7-1,-4 2 1,4 2-120,2 4 0,2 0 0,4 0 0,5-3-154,5-3 0,3-2 1,5-5-1,5-3 59,4-3 1,0-5 0,-2-7 0,-2 0-55,2 0 0,0-9 0,-2-7 0,-6-7-29,-3-4 1,-5 4 0,-3-7-1,-6-1 258,-4-2 1,-2 6-1,0 4 1,-2 4-97,-4 1 0,2 3 0,-8 3 1,-1 6-61,-3 4 1,-1 10 0,1 4 0,3 3-466,1 3 1,8 5 0,-2 2 0,6 0 38,6 0 1,10 1-1,9-7 1,2 1 366,4-5 1,10-9 0,5 0 0,5-4 130,1-2 0,1-8 0,-1-6 0,-1-5 0,-5-4 0,5-16 0,-7 2 0</inkml:trace>
  <inkml:trace contextRef="#ctx0" brushRef="#br0" timeOffset="650">1782 17 8318,'-17'0'1842,"-1"0"1,6 1-1302,1 5 0,7 4 0,-2 9 0,4 5-264,2 5 0,0 12 0,0 5 1,0 6-105,0 7 0,0 3 0,0 8 0,0-2-300,0-4 0,0 2 1,0-10-1,0-6-1073,0-7 0,0-14 310,0-6 1,0-13 0,0-10 100,0-10 1,0-7 0,-2-6 0,-4-5 788,-5 1 0,-13-6 0,-3-2 0,-8-9 0</inkml:trace>
  <inkml:trace contextRef="#ctx0" brushRef="#br0" timeOffset="783">1433 506 8160,'-10'-8'670,"4"-4"0,2 4 546,-2 3 1,6-3-794,0 2 0,14 0 0,13 6 0,4 0-279,6 0 0,4 0 0,0 0 0,3 0-415,1 0 0,5 0 0,-3-2 0,3-4-995,3-5 0,-3 1 1,-1-2 1265,-3-1 0,1-3 0,5-1 0</inkml:trace>
  <inkml:trace contextRef="#ctx0" brushRef="#br0" timeOffset="1283">2219 540 8145,'9'-17'367,"1"7"1,-6 3 2135,2-1-1968,0 6 1,-6 8 0,0 13 0,0 8-117,0 10 1,0 6 0,0 11-1,0 4 41,0 6 1,-6 6 0,0 4 0,2 2-240,2-3 1,2-3 0,0-6 0,0-7-72,0-9 1,0-13-1,0-12-400,0-3 1,6-13 0,2-7 0,-1-9-237,1-7 1,4-7-1,-6-2 1,-1-2-82,3-5 0,-6-2 1,4-5-1,-4-4 145,-2-2 1,0-1 0,0-5-1,0 3 258,0 1 1,-6-3-1,0-3 1,2 9 153,2 5 0,10 4 0,4 0 0,3 4 148,3 8 1,7 1-1,4 17 1,4 1 98,2 2 0,8 2 1,3 2-1,3 4-100,-3 5 1,5 5-1,-6 1 1,-1 1-251,-3-1 1,-14 1 0,-9-1 0,-11 1-195,-5-1 1,-11 0-1,-9 1 1,-11-1 21,-10 1 1,-7-8 0,-11-5 0,-3-3-57,-2-2 1,4 0 0,-4 0 0,2 0-154,3 0 0,5 0 0,7-2 0,10-1 32,10-3 0,14-8 462,5 2 0,19-3 0,7-3 0</inkml:trace>
  <inkml:trace contextRef="#ctx0" brushRef="#br0" timeOffset="1735">3074 558 9482,'0'-18'2572,"0"1"-2331,0 0 1,0 9 0,0 8 0,0 9 0,0 7 0,-5 1 0,-1 1 0,2 1 52,2 5 1,2-3-1,0 6 1,0-2-114,0-3 0,8 3 0,3-2 0,7-3-134,5-7 1,-2 1 0,7-8 0,-1-3-223,0-1 1,0-4 0,4-1-1,-4-7-300,-2-6 0,-1 1 0,-7-12 1,-1 0 81,-5-1 1,3 7 0,-8-4 0,-2 1-10,-2 1 1,-2 0 0,-2 7-486,-4 5 0,2 3 486,-8 8 1,8 8 0,-1 3-1,3 5 108,2 1 0,7 1 1,5-1-1,6-1 219,5-5 0,4-1 1,8-6-1,0 2 74,0-2 0,6-4 0,-1-4 0,-1-6 0,-2-5 0,-4 1 0,-2-11 0,-6 0 0,-5-4 0,1-4 0,-9-2 0,3-16 0,3-3 0</inkml:trace>
  <inkml:trace contextRef="#ctx0" brushRef="#br0" timeOffset="1951">3913 104 8160,'15'-8'175,"-3"-4"0,1-3 0,-5-1 552,2 5 0,-6-5 966,2 5-894,-5 3 1,-1 2-554,0 12 0,-1 9 0,-5 13 0,-4 3 33,0 5 1,-5 17 0,3 1 0,-3 6-137,-3 6 0,3 2 0,1 2 0,4-2-366,3-4 1,1-6 0,6-11 0,0-8-601,0-8 0,6-6 0,1-10-285,3-3 1,0-6 0,1-12-1,-5-8 42,-4-7 0,-2 0 1066,0-8 0,-8 0 0,-1-6 0</inkml:trace>
  <inkml:trace contextRef="#ctx0" brushRef="#br0" timeOffset="2100">3563 383 11401,'20'0'652,"1"0"1,4 0-1085,2 0 1,10 0 0,12 0 0,5 0-20,4 0 0,8-6 1,-2-1 450,4-3 0,2-2 0,0-5 0</inkml:trace>
  <inkml:trace contextRef="#ctx0" brushRef="#br0" timeOffset="2451">4541 453 8160,'10'-8'782,"4"4"1,-9-7-36,-1-3 0,-2 5 1,-2-3 204,0-2 1,0 5-904,0-3 1,-2 6 0,-3-4 0,-7 3-4,-4 3 0,-1 4 0,-1 6 0,1 3-38,-1 1 0,1 6 0,1-5 0,3 5 49,1 1 0,8 1 0,-1-1 0,3 1 58,2-1 0,7 1 0,5 1 0,5 2-130,7 3 0,3-1 0,8-4 0,0 3 42,0 1 0,0 0 1,-2-5-1,-4-1-13,-6 1 0,-9-1 0,-5 0 0,-3-1 63,-8-4 1,-7 1 0,-17-5 0,-9 0-496,-9 0 0,-7-3 0,1-3 0,1 2-416,3 2 1,7 0 0,-2-4 0,6 2 833,6 1 0,4 1 0,7-6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8:31.76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88 7776,'-10'0'2580,"4"0"0,12 0-1790,6 0 0,11-2 0,8-2 0,6-3-946,4-3 1,9 0 0,1-3-1,7 3 156,4 2 0,2-6 0,6 5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8:37.0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298 193 8178,'11'0'1030,"1"0"0,-6 0 594,6 0-1227,-9 0 1,7 5 0,-6 3-1,2 4-83,-2 7 0,-2 1 0,-2 9 0,0 4-266,0 6 0,0-1 0,0 7 0,0 0-366,0-1 1,0 1-1,0 2 1,0-7-378,0-3 1,0-2-1,2-2 1,1-4-2288,3-6 2982,0-11 0,2-4 0,2-8 0</inkml:trace>
  <inkml:trace contextRef="#ctx0" brushRef="#br0" timeOffset="266">53 140 8178,'-7'-11'352,"-5"-1"1,2 2 0,0-3 1538,3 1-1575,1 8 1,8-4 0,6 8 0,9 0-24,10 0 1,6 0-1,6 0 1,6 0-221,7 0 1,14 0 0,2-2-1,8-1-458,3-3 0,9-6 1,5 6-1,0 0-265,2-1 1,-14 5 0,-1-4 649,-12 4 0,-8-6 0,-8-1 0</inkml:trace>
  <inkml:trace contextRef="#ctx0" brushRef="#br0" timeOffset="566">53 961 11978,'26'0'430,"3"0"1,13 0-1,11 0 1,11 0-282,9 0 1,1 0-1,8 0 1,1 0-999,3 0 0,-7 6 849,-3 0 0,-12-8 0,-4-8 0</inkml:trace>
  <inkml:trace contextRef="#ctx0" brushRef="#br0" timeOffset="1400">1765 734 8074,'8'10'-146,"3"-4"0,-1 1 499,2-1 1,-7 0-1,7-6 126,2 0 1,-5-2-1,1-4-215,-2-5 1,3-5 0,-3-1 0,0-3-84,0-3 1,-2 3-1,-6-3 1,0 2-10,0-2 0,-2 3 0,-4-1 0,-6 5-113,-3 5 1,-11 7 0,-5-2-1,-6 4-20,-3 2 1,-9 10-1,5 7 1,-3 10-41,0 6 0,9 2 0,-1 2 0,6 2-33,4 2 0,15 5 0,2-7 0,12-4 29,12-4 0,9-10 1,20 1-1,8-9-84,7-7 0,0-12 1,6-5-1,0-5-248,1-1 0,-13-7 0,0-1 0,-7 0-204,-10 0 0,-4-6 1,-9 2-1,-1-2-188,-3 1 1,-11-3-1,-1 6 729,-8 0 0,-5-14 0,-9 4 0</inkml:trace>
  <inkml:trace contextRef="#ctx0" brushRef="#br0" timeOffset="1647">2027 140 7854,'9'-7'474,"-1"-3"2410,-8-8-2639,0 9 1,0 3 0,0 14-200,0 9 1,0 8-1,0 12 1,0 6 132,0 9 0,0 10 1,-2 14-1,-2 4-135,-1-1 0,-1 5 0,6-11 0,2-3-116,4-4 1,-3-17 0,9-5 0,4-13-577,5-13 0,0-7 1,6-7-1,-1 0-572,-5-6 1,4-6 1219,-1-9 0,7-8 0,-4-2 0</inkml:trace>
  <inkml:trace contextRef="#ctx0" brushRef="#br0" timeOffset="1980">2254 786 8461,'17'0'595,"1"0"1,-1-1 0,1-3 0,1-2-246,4 2 0,5 0 1,6 0-1,1-4-287,0-1 0,0 3 0,0-6 1,-2-1-232,-4-3 1,-4 4 0,-7 1 0,-3-3-205,-3-1 0,-4-3 0,-8 1 137,0-1 0,-10 3 0,-7 3 1,-9 6 154,-1 4 0,-8 2 0,2 0 0,-5 2 210,-1 4 1,8 4 0,4 9 0,1 3 110,5 1 0,-4 8 0,3-2 0,7 2-61,7-2 1,6 4 0,6-4 0,8 2-106,11-2 1,10-3 0,8-9 0,7-1-214,9-5 0,3 3 0,6-8 1,-4-2-785,-2-2 1,-10-4 0,-7-4 921,0-6 0,-14-3 0,4-3 0</inkml:trace>
  <inkml:trace contextRef="#ctx0" brushRef="#br0" timeOffset="2381">3127 612 8843,'0'-8'357,"0"8"1,0 8 0,0 9-1,0 3-347,0 3 0,0-2 1,0 6-1,2 1 24,4-1 0,-4-6 0,5 2 0,-1-3 10,0-3 0,2 1 1,-2-3-35,5-3 1,5-4 0,1-8-1,1 0-92,-1 0 0,1-8 1,-1-4-1,1-3-247,-1-3 1,1-1 0,-1-2-1,0-3 188,1 3 1,-6 2-1,-1 1 1,1 1 368,-2-1 1,-3 6 0,-5 3-302,4 1 0,-4 4 303,4 10 0,-4 4 1,0 9-1,4 2-78,5 3 1,7-1 0,3-6 0,4 1-245,2-1 1,8 1 0,8-1-1,0-1-337,-1-5 0,7 3 1,-2-8 428,3-2 0,-5-2 0,-3-2 0</inkml:trace>
  <inkml:trace contextRef="#ctx0" brushRef="#br0" timeOffset="2699">4192 193 8178,'16'-2'142,"-5"-4"0,-1 2 747,-4-8-509,-4 8 0,6 1 1,-8 12-174,0 9 1,0 13 0,0 4 0,-2 9 46,-4 7 0,4 9 1,-4 4-1,4 4-49,2 2 0,0-2 0,0-2 0,0-4-147,0-2 0,0-10 0,2-11 0,4-6-407,6-4 0,-3-9 1,3-3-1,2-9-803,1-6 0,-3-4 0,-1-6-1298,3-9 2450,-6-9 0,-1-8 0,-7-1 0</inkml:trace>
  <inkml:trace contextRef="#ctx0" brushRef="#br0" timeOffset="2864">3930 594 11745,'18'0'0,"-1"0"352,1 0 0,9 0 0,8 0 0,9 0-520,7 0 1,1 0 0,-1 0 0,-3 0-706,-1 0 0,-8 0 0,1 0 873,-3 0 0,6-7 0,2-3 0</inkml:trace>
  <inkml:trace contextRef="#ctx0" brushRef="#br0" timeOffset="3147">4873 629 11038,'0'18'371,"0"1"1,0 2 0,0 5-187,0 1 0,0-4 1,0 6-1,0 0-268,0-1 1,0-3 0,0-8 0,2 1-584,4-1 0,-2-1 0,8-5-645,1-5 1,-5-6 327,-2-6 1,-4-5 982,-2-13 0,-8-3 0,-2-8 0</inkml:trace>
  <inkml:trace contextRef="#ctx0" brushRef="#br0" timeOffset="3313">4821 350 8178,'0'-18'220,"0"1"1,0-1 1042,0 1 0,0 0 1,0-1-431,0 1 1,0 5-1627,0 0 0,2 8 1,4-1 792,5 3 0,-3 9 0,0 3 0</inkml:trace>
  <inkml:trace contextRef="#ctx0" brushRef="#br0" timeOffset="3699">5397 1013 7739,'-7'10'3800,"5"-4"-3592,-4-12 0,4-9 0,4-9 0,2 1-38,2-2 0,-1-2 0,-5-8 0,0-2-2,0-4 1,0-2 0,0-5 0,0-1-80,0-5 0,0 2 0,0-7 0,0 7-181,0 6 0,2 3 0,4 8 0,6 2-474,3 4 0,5 4 1,1 9-1,4 4-236,2 7 0,4 3 0,8 2 1,2 2 106,-2 3 0,-4 7 0,-6 9 695,-6 3 0,4-1 0,0-6 0</inkml:trace>
  <inkml:trace contextRef="#ctx0" brushRef="#br0" timeOffset="3967">5275 647 8178,'-12'6'431,"3"1"100,1 3 0,2-4 1,8 4-110,4-3 1,11 1-1,13-4 1,2 2-214,3-2 1,8-2 0,4-2 0,3 0-431,3 0 1,-7 0 0,-1 0 0,-3 0-1059,-3 0 0,-8 0 0,-5-2 1279,-7-4 0,2-4 0,-11-7 0</inkml:trace>
  <inkml:trace contextRef="#ctx0" brushRef="#br0" timeOffset="4399">6009 699 8178,'-2'-10'1098,"-4"5"0,2 3-933,-8 2 0,8 2 0,-1 3 1,3 7-175,2 4 0,0 1 1,0 1-1,0-1-74,0 0 0,2-5 0,3 0 0,7-1-2,4-1 0,1 4 0,1-9-13,-1-1 1,6-2 0,1-2 93,-3 0 1,-2-2 0,-1-3-1,-1-5 125,1 0 0,-1-3 13,1 7 0,-1 0 1,1 8 262,-1 4 0,-5 11 1,-1 14-1,3 8 42,1 8 1,-3 13 0,-2 12-1,-1 13-48,1 12 1,-8-46 0,0 1 0,1-1 0,0 1 0,-3 45-202,-6-10 1,-6-17-1,-11-18 1,-4-9-71,0-6 0,-6-18 1,4-7-1,-4-8-307,-2-4 0,-8-8 1,-2-6-1,1-7-615,3-8 1,-2-10 0,5-2 0,3 1-1960,4-3 2761,1-2 0,3-15 0,2-2 0</inkml:trace>
  <inkml:trace contextRef="#ctx0" brushRef="#br0" timeOffset="5099">7685 123 8178,'0'-12'1423,"0"1"0,2 7-943,4-2 1,-4 6 0,4 8 0,-2 11 33,1 14 0,-1 14 1,6 15-1,0 11-235,-1 11 0,1-1 1,2 10-1,-5-3-153,1-3 1,-4-9-1,6-10 1,-2-14-819,-5-11 1,5-14-82,-2-6 1,2-11 0,-4-9-1,2-6 46,-3-9 0,-1-4 0,-4-1 1,-3-2 39,-7-5 1,-4-1-1,-1-6 1,-2 0 686,-5-6 0,-3 2 0,-8-15 0,0 5 0</inkml:trace>
  <inkml:trace contextRef="#ctx0" brushRef="#br0" timeOffset="5247">7353 559 8178,'-15'-11'994,"3"-1"1,6 8-373,12-2 1,6 6 0,11 4 0,8 4-258,8 2 0,0-6 1,7 1-1,3-3-283,1-2 0,5 0 0,1 0 0,0 0-595,-5 0 1,-1-5-1,-7-3 1,-1-2-3196,1-3 3708,-10-3 0,0-1 0,-6-1 0</inkml:trace>
  <inkml:trace contextRef="#ctx0" brushRef="#br0" timeOffset="5830">8209 158 8178,'-10'11'1014,"5"1"0,3 0 0,2 5-568,0 1 0,7 7 0,5 4 0,2 4-201,-3 2 1,5 9 0,-5 7 0,3 5 15,-2 0 0,1-1 0,-5-3 0,0 1 62,0-1 0,3-9 1,-3-8-1,0-10-69,-1-6 0,7-9 0,-2-4-313,3-4 1,8-4 0,1-6 0,-1-8-119,2-5 0,1-8 1,5 4-1,-4-2-393,-2-4 0,0 0 1,-3-1-1,1 5 113,-2 2 0,-1 2 0,-5 5 0,-1 1 379,-3-1 130,-7 9 0,4 3 0,-10 12 0,-2 5 113,-2 5 1,-1 9-1,3 2 1,-2 2 203,2 0 0,2 1 1,4 3-1,2-2-270,2-2 0,13-6 1,0 4-1,7-2-50,5-3 1,4-5 0,3-5 0,5-6-199,2-4 0,-1-2 0,3 0 1,-6-2-161,-4-4 0,-2-4 1,-2-7-1,-4-1 68,-6 1 0,-4-1 0,-3 1 0,-3-1 122,-1 1 0,-8-1 0,2 1 102,-4 0 1,-4-1 0,-4 3 0,-6 3 157,-3 6 1,-3-2 0,-1 2 0,-2 3 23,-3 1 0,-1 4 0,4 1 0,-3 5 132,3 2 1,2 4 0,3 7 0,3 2-66,1-1 0,8 3 0,-2-2 0,6 0-259,6 3 1,13-7 0,16 4 0,14-3-281,13-3 0,14-1 1,23-5-1,-45-7 1,0-2-189,2-1 1,1 0-1,3-1 1,0 0 230,-2 0 1,1 0-1,1-3 1,0-2 0,1 0-1,0 1 1</inkml:trace>
  <inkml:trace contextRef="#ctx0" brushRef="#br0" timeOffset="6615">315 1817 8178,'10'8'1554,"5"-6"-57,-5 5-1122,0-7 1,-4 0-364,-12 0 0,-4-6 0,-7 1 0,-1 1-203,1 2 1,-8 2 0,-3 0-1,-1 0 128,0 0 1,6 6 0,-4 3 0,2 5 265,3 5 1,3 10 0,3 1 0,5 3-18,5 1 1,12 1-1,7 0 1,10 0-405,12 0 0,8-6 0,9-2 0,1-1-416,-1-5 1,1-7 0,-3-5 0,-3-1-555,-7-4 1,-3-4 1187,-2-6 0,-8-11 0,-1-10 0</inkml:trace>
  <inkml:trace contextRef="#ctx0" brushRef="#br0" timeOffset="7049">1084 2061 7173,'9'-11'-87,"-1"-1"1095,0-2 1,-6 5 0,4-3-714,-4-1 0,-4 3 0,-2-2-337,-2-1 1,-8 3 0,3 0 0,-5 2 62,-1 5 1,-3 1 0,-1 2 0,-4 0-47,-2 0 1,-2 0-1,-4 0 1,1 2 281,3 3 1,6 7-1,-4 9 1,4 3 56,7-3 0,6 4 1,10 0-1,0 3-170,0 3 0,10-4 1,8 0-1,9-2-137,6-3 0,9-3 0,3-3 0,2-5-262,-1-5 1,-1-4 0,1-2 0,-3 0 0,0 0 0,-14-8 0,0-5 0,-10-7 120,-7-3 0,-2-2 0,-6 3 1,-1-3 83,-4-2 0,-7 6 0,-12-5 1,-3 3 36,-6 0 1,-10-1 0,-2 9-1,1 1-179,-3 3 0,6 7 0,-2-2 0,6 6-214,4 6 0,8 5 0,0 11 0,7 3-269,8 2 0,4 2 675,2 6 0,8 0 0,2 0 0</inkml:trace>
  <inkml:trace contextRef="#ctx0" brushRef="#br0" timeOffset="7465">1503 1939 7548,'0'-10'3586,"0"5"-3238,0 10 1,0 5 0,0 9-1,0 5-124,0 5 1,2-2 0,2 2 0,3 2-130,3 2 0,-4-4 0,6-2 0,-1-1-43,-1-5 1,5-2-1,-3-3 1,4-4-187,1-7 1,1-3 0,-1-2 0,0-2-143,1-3 0,-1-5 1,1-9-1,-1-3-97,1-1 0,-7-6 1,-1 4-1,0-1 81,0 1 1,-7 2 0,5 5 0,-2 1 138,0-1 0,0 7 134,-6-1 0,0 10 0,0 2 1,0 10 248,0 5 0,0 5 0,0 3 0,0 4-82,0 0 0,7 4 1,5-5-1,6-1-468,5 0 0,4 2 0,8-7 0,0-5-915,0 1 0,7-8 1235,5-3 0,3-3 0,3-2 0</inkml:trace>
  <inkml:trace contextRef="#ctx0" brushRef="#br0" timeOffset="7748">2481 1642 8178,'0'-11'2584,"0"-1"-2153,0 0 0,0 10 0,0 10 0,0 11-144,0 11 0,0 10 0,0 7 0,0 5-109,0 7 1,0 3 0,0 9 0,2 3-203,4 2 1,-3-8 0,9-12-1,2-7-269,1-9 1,3-5-1,-3-6 1,-1-7-1066,-3-9 1,-7-7 482,2-12 1,-4-3 0,-4-9 0,-4-1 874,-5-5 0,-5-3 0,-1-8 0</inkml:trace>
  <inkml:trace contextRef="#ctx0" brushRef="#br0" timeOffset="7880">2271 2009 8178,'0'-12'648,"0"1"1,2 7 426,4-2 0,4 4 0,9 2 0,4 0-1013,7 0 0,10 0 0,9 0 0,7 0-3747,8 0 3685,-4 0 0,16 0 0,-4 0 0</inkml:trace>
  <inkml:trace contextRef="#ctx0" brushRef="#br0" timeOffset="8631">3144 2026 8117,'-11'0'1939,"-1"0"-1394,8 0 1,-3 8 0,7 4-108,0 3 1,0 3-1,1 1 1,3 4-76,2 7 0,8 3 0,-5 0 0,3-2-179,0-2 1,-3-2-1,3 4 1,-4-4-21,0-2 0,-6-1-86,3-7 1,-3-3 0,-2-9-463,0-10 1,0-11 0,0-7-1,0-6 115,0-4 1,-6-2 0,-1-2 0,-3-2 76,-4-2 0,5 1 0,-1 5 1,0 2 119,1 4 0,5-2 0,-2 7-90,4 3 1,12 3 0,7 7-1,10 5-65,6 4 1,10 10-1,6 3 1,5 5-419,4 1 0,8 3 0,-2 1 0,2 3-433,-2-3 1,-10-4 1077,-7-5 0,-8 3 0,3-5 0</inkml:trace>
  <inkml:trace contextRef="#ctx0" brushRef="#br0" timeOffset="8915">3843 2149 8178,'17'0'985,"-5"-2"-316,0-4 0,-6 4-314,5-4 0,-7 6 0,2 6 0,-4 6-107,-2 3 1,0 3-1,0 1 1,0 2-181,0 3 0,0 5 0,0-4 1,0 0-308,0 0 1,0-1 0,0-7 0,0 1-2966,0-1 1048,0 1 2156,8-9 0,1-1 0,9-8 0</inkml:trace>
  <inkml:trace contextRef="#ctx0" brushRef="#br0" timeOffset="9080">3913 1764 8178,'-8'-9'1322,"6"-7"-107,-4 5 1,-1 1-1121,1-2 0,2 8-3119,10-1 3024,3 10 0,9 5 0,-1 8 0</inkml:trace>
  <inkml:trace contextRef="#ctx0" brushRef="#br0" timeOffset="9532">4297 1695 10050,'0'-18'1237,"-8"8"-833,-3 5 1,3 10 0,2 9-1,4 7-96,2 8 0,0 4 1,0 4-1,0 4-51,0 6 0,0 9 0,0 2 1,0-2-32,0-1 1,6-5 0,2-3 0,1-6 11,5-5 0,-4-8 1,1-7-141,3-8 1,1-5 0,1-10 0,-2-4-253,-3-5 1,1-7-1,5-3 1,3-4-285,3-2 1,-4-2 0,7-6-1,-3 0-399,0 0 0,8 2 1,-2 2-1,4 4 300,2 1 1,0 3-1,0 7 1,-2 5 182,-4 5 0,0 8 1,-9 10-1,-7 11 811,-3 8 1,-4 6 0,-6 2-1,-2 3 226,-4 3 0,-6-6 0,-9 3 1,-4-3-263,-2-4 1,3 2 0,-5-14 0,-2-1-516,-2-3 1,0-3-1,2-5 1,4-5-251,2-4 0,-4-2 0,5 0 0,3 0-764,2 0 1,3-2 0,5-4 1107,5-5 0,12-5 0,3-1 0</inkml:trace>
  <inkml:trace contextRef="#ctx0" brushRef="#br0" timeOffset="9948">5345 2149 8178,'-10'-18'0,"4"1"409,4-1 1,-3 7 442,-1-1 0,-2 8-565,2-2 1,4 12 0,-5 6 3,-1 3 1,6 3 0,-4 1 0,4 2 61,2 3 0,0 5 1,0-4-1,0 0-100,0 1 0,2 5 0,4-4 0,6 0-127,3-4 1,2-3-1,3-5 1,3-1-357,6-3 1,2-7 0,0 2 0,-2-6-105,3-6 1,1-3 0,0-11-1,-2-1-8,-2-2 1,-8-9 0,0 3 0,-5-4 121,-4-2 0,-9 2 1,3 2-1,-6 4 76,-6 2 0,3 8 0,-9 7 1,-2 2-155,-1 4 1,-3 4-1,3 8 1,1 7-275,3 7 0,7 9 0,-2-4 0,6 2 572,6 0 0,11-7 0,10 3 0</inkml:trace>
  <inkml:trace contextRef="#ctx0" brushRef="#br0" timeOffset="10282">6742 1695 8178,'-8'-18'1114,"6"1"1354,-3-1-2101,-5 8 1,6 3 0,-6 11 0,3 5-79,3 9 1,2 13 0,0 2 0,-2 10 95,-2 7 1,-2 0 0,4 14 0,-1 2-188,1 2 0,2 2 0,2-2 0,0-4-285,0-6 1,6-11-1,1-8 1,1-8-633,0-8 0,5-5-1043,-1-7 0,-4-5 799,-2-12 0,-4-4 0,-4-7 1,-4-2-680,-6-5 1642,-11 5 0,-4-14 0,-8 6 0</inkml:trace>
  <inkml:trace contextRef="#ctx0" brushRef="#br0" timeOffset="10429">6323 2149 9237,'17'0'2979,"3"0"-2495,3 0 0,-2 2 0,11 1 0,2 3-364,5-2 1,10-2 0,-3-2-1,3 0-681,-3 0 0,3 0 0,-8 0 0,-3 0-1827,-1 0 1,-2-2 2387,0-4 0,8 4 0,2-5 0</inkml:trace>
  <inkml:trace contextRef="#ctx0" brushRef="#br0" timeOffset="10699">7441 2009 8178,'0'-10'2285,"0"18"0,0 13-1915,0 5 0,0 7 0,0-2 0,0 5-276,0 5 1,0 0 0,0-8 0,0-2-160,0-2 0,2-6 0,1 5-913,3-3 0,8-4 116,-2-9 0,-3-4 0,1-10 0,-2-6-475,-4-10 1,-2-1 1336,-2-10 0,0 0 0,0-6 0</inkml:trace>
  <inkml:trace contextRef="#ctx0" brushRef="#br0" timeOffset="10829">7423 1852 8464,'0'-18'1387,"0"1"0,0 5 1,2 2-1242,4 3 1,-2 7-1,6 7 1,-3 3-841,-3 4 0,6-5 1,2 3 693,3 2 0,3 1 0,-1 3 0</inkml:trace>
  <inkml:trace contextRef="#ctx0" brushRef="#br0" timeOffset="11265">8174 2131 8178,'6'-11'351,"0"-1"1,2 8 0,-5-4 1123,3 1 1,2 3-998,-2-8 0,-2 2 1,5-3-456,-1 1 0,-4 8 0,-10-2-178,-5 4 1,-7-3 0,-3-1 0,-4 4 85,-3 6 1,5 0 0,-4 7 0,2 3 227,3 1 0,-3 9 0,2 1 0,3 2 13,7 4 1,-1 2 0,8 2-1,5 0-45,4 0 1,7 0 0,10 0-1,3-2-259,6-4 1,10-4 0,3-9 0,3-3-197,4-1 1,-7-8 0,-1 0 0,-4-8 123,-2-8 0,-8-4 0,-4-3 0,-5-4 64,-7-6 0,-3-4 1,-8 0-1,-2 2 153,-4 2 1,-3-1 0,-11-3 0,-5 4 14,-10 6 0,0 4 0,-8 1 0,3 3-390,-1 3 0,6 6 1,8 12-1,0 6-40,0 3 1,7 10-1,3 5 1,9 4-120,6 7 0,4-4 0,6 4 0,9-6 521,10-6 0,6-4 0,2-7 0,0-1 0</inkml:trace>
  <inkml:trace contextRef="#ctx0" brushRef="#br0" timeOffset="11649">8646 2131 10996,'0'14'1194,"-2"1"1,-2 5-777,-2-1 0,0 8 0,6 0 0,2 3-383,4-1 0,0-2 1,9 2-1,5-4-251,-1 0 1,6-7-1,1 1 1,-1-7-64,0-4 1,4-3 0,-4-5 0,1-1 40,-1-5 1,-2-6 0,-5-9 0,-1-4-3,1-3 0,-3 5 0,-1-4 0,-5 0 189,-1 0 1,0 5 0,-4-1 0,2 4 436,-3 1-260,-1 1 1,-2 9-1,0 8 156,0 10 1,0 13 0,4 6-1,6 4 6,7 2 0,20 0 0,4 0 0,9 0-957,9 0 1,9-2-1,9-4 1,5-6 668,7-4 0,6-9 0,-43-6 0,1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8:56.38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0 10131,'-6'12'409,"1"-1"0,-1 1 1,6 5-1,0 3-15,0 3 0,2 10 1,4 10-1,3 0-139,1-1 0,5 7 1,-3-3-1,4 3-373,1-3 0,1-3 0,-3-10 1,-1-4-1671,-3-6 0,1-3 792,5-3 0,-7-9 0,-4-8 996,-4-10 0,-10-5 0,-2-3 0</inkml:trace>
  <inkml:trace contextRef="#ctx0" brushRef="#br0" timeOffset="165">1 262 8372,'2'10'2037,"4"-4"0,-3-4-1581,9-2 1,0 5 0,5 1 0,1-2-267,-1-2 0,8-2 1,5 0-1,4 0-792,7 0 1,-2 0 0,8 0 0,-1-2-1435,-1-4 1,5 2 2035,-3-7 0,-5-1 0,1-5 0</inkml:trace>
  <inkml:trace contextRef="#ctx0" brushRef="#br0" timeOffset="633">1049 419 8372,'0'-17'404,"0"-1"616,0 1 1,0-1-1,0 1-366,0-1 0,0 1 0,0 0-431,0-1 1,0 6 0,-2 3-287,-4 1 1,-4-4-1,-7 6 1,-3 3-49,-3 1 0,2 4 1,-8 3-1,-2 7-152,-2 4 0,5 1 0,3 2 0,2 5 313,0 5 1,1 4-1,11 2 1,5-2 112,4-4 0,2 4 1,2-6-1,6 0-124,9-4 0,2-3 1,11-3-1,1-1-62,2-5 1,2-3 0,-1-8 0,1 0 5,0 0 1,-8-8-1,-1-3 1,-3-5-44,0-1 1,-5-1 0,-9 1 0,-1-2 153,-4-5 1,4 5 0,-2-4-95,-2 3 1,-3 9 0,-2 1-263,-5 2 1,4 4-1,-6 10 28,0 6 1,6 3 0,-3 5-1,5 1 38,5 2 0,5 0 1,7-5-1,3-1-62,3 1 0,4-1 0,10-1 0,2-5-15,2-5 0,7-4 0,-3-2 0,1 0-72,1 0 345,-8-8 0,4-9 0,-9-10 0</inkml:trace>
  <inkml:trace contextRef="#ctx0" brushRef="#br0" timeOffset="984">1870 332 8372,'0'-18'1391,"-2"1"-476,-4 0 1,4 5-1,-6 0-371,0-1 0,4-3 0,-7 1-593,-3 3 1,4-2 0,-1 9 0,-3 1-180,-1 2 0,-3-4 0,1 0 0,-1 2-11,1 2 1,-1 8 0,3 2-1,1 2 97,3 3 0,7 3 1,-2 1-1,4 1 301,2-1 0,2 1 0,4-1 0,5 2 216,5 5 0,3-5 0,3 6 1,1-1-122,-2-1 0,5 2 1,-1-4-1,0 3-111,0-3 1,-1-2 0,-7-1-1,0-1-103,1 1 1,-8-1-1,-5 1-108,-3-1 1,-4-7 0,-5-4 0,-9-4-353,-5-2 1,-10 0 0,2 0-1,-4-2-244,-2-4 0,6-2 0,1-5 0,3 1-213,4-2 1,3 5 0,7-3 876,5-2 0,-4-1 0,1-3 0</inkml:trace>
  <inkml:trace contextRef="#ctx0" brushRef="#br0" timeOffset="1367">2271 262 8372,'10'-8'504,"3"4"1,-5-7 2294,2-3-2097,-6 6 0,4 3-384,-8 10 1,0 7 0,0 9-1,0 5-117,0 1 1,0 2 0,0 4 0,0-2 37,0-2 1,0 0 0,0 4-1,0-4-74,0-5 0,0 1 1,0-2-109,0-2 1,2-7 6,3-2 0,-1-10 0,8-2-363,1-10 1,-3-8-1,0-3 1,0-2-230,-1 1 0,3 3 0,5 2 0,1-1-196,-1 1 0,1-3 0,1-1 0,3-2 193,1 1 1,8 3 0,-4 1-1,2 1 297,0-1 1,-2 1-1,3 1 1,-7 3-1605,-4 1 1838,-9 8 0,5-11 0,-5 5 0</inkml:trace>
  <inkml:trace contextRef="#ctx0" brushRef="#br0" timeOffset="1548">2446 472 8372,'-8'9'1824,"6"7"-1130,-4-5 1,4 5 0,4 0-1,2-3-133,2-1 1,13-1 0,1 7 0,5-3-596,6-3 0,2 4 0,2-7 0,0 1-452,0-4 1,4-4 0,-2-2 485,-4 0 0,5 7 0,7 3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8:54.58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33 585 9237,'-10'-8'1154,"1"6"114,3-4-735,4 4 1,-4 2 0,12 0-21,6 0 1,3 0 0,5 0 0,1 0-232,2 0 1,6-2-1,-4-2 1,3-4-291,3-1 1,-4-3 0,0-5-1,0-1-300,0 1 0,-5-3 0,1-1 0,-6-2-351,-5 1 0,-4 3 0,-8 2 0,0-3 34,0-3 0,-14 9 0,-5-1 0,-6 5 385,-6 6 0,3 2 1,-1 4-1,-2 6 350,-2 9 0,6 3 1,4 9-1,3 2 232,3 2 1,7 2 0,4 0 0,5 0 69,1 0 1,9 0-1,11-2 1,11-4-259,7-6 1,11-6 0,-2-5 0,5-6-481,6-4 1,-9-4 0,1-4 0,-3-6-752,-3-3 0,-11-3 1,2-1-1,-4-2 1077,-4-3 0,-1-14 0,-9 1 0</inkml:trace>
  <inkml:trace contextRef="#ctx0" brushRef="#br0" timeOffset="467">1186 480 8372,'0'-18'1208,"0"7"0,0-1-625,0-2 1,0-1-562,0-3 0,-8 3 0,-4 1-226,-3 3 0,-3 7 0,-1-2 0,-4 4 176,-6 2 1,-4 0-1,-2 2 1,2 4 22,4 5 1,-4 5 0,3 3 0,-1 3 101,2 1 1,10 6 0,9-4-1,2 1 108,5-1 1,1 4 0,2-6 0,3-1-12,9-3 1,2-7 0,15-3-1,2-1-133,2-4 1,2-2 0,0-4 0,0-4-104,0-6 1,-2-3-1,-4-3 1,-6 1-115,-4 0 0,-3-3 0,-3 1 0,-3-1 129,-2 5 0,-2 1-157,-6-3 0,-2 9 30,-4 8 0,4 8 0,-4 11 0,4 3 189,2 1 1,0 6 0,0-4-1,2 0 7,4 1 0,12 1 1,11-8-1,4-5-71,2-5 1,1 3 0,5-6 0,4-2-475,-1-2 1,-1-10 0,-8-2 0,-2-1-1912,-4-1 2414,4 0 0,-13-13 0,5-2 0</inkml:trace>
  <inkml:trace contextRef="#ctx0" brushRef="#br0" timeOffset="834">1814 515 8374,'10'-8'658,"4"4"170,-8-8 0,5 7-237,-5-7 1,2 2 0,-4-3 185,2 1 1,-1 6-601,-5-5 1,-2 1 0,-3-2-1,-7 4-58,-4 1 1,-3 5 0,-2-4 0,-3 4 55,3 2 1,-4 2-1,2 4 1,1 5-670,3 5 1,3 1 0,3 1-1,3-1 321,2 1 0,2 5 0,6 2 0,2 0 133,4 1 0,4-1 0,9-4 0,5 3-158,5-3 1,4-4 0,2-5 0,-2-4-393,-4 0 1,8-7 0,-6 5 0,0-4-753,2-2 1,-2-8 1341,-2-3 0,4-12 0,-6-5 0</inkml:trace>
  <inkml:trace contextRef="#ctx0" brushRef="#br0" timeOffset="1267">2373 61 9178,'-2'-16'0,"-1"3"610,-3 1 0,0 6-352,6-6 0,0 10 0,0 2 73,0 10 0,-2 8 0,-2 3 0,-2 4-22,2 2 0,2 2 0,2 6 0,0 0 28,0 0 0,0 6 1,0 2-1,0-1-129,0 1 1,0 4-1,2-7 1,4-1-189,6-2 0,3-4 0,3-4 0,1-6-219,4-3 0,3-10 1,3-5-1,-4-3-251,0-2 1,-5-7 0,3-5 0,-4-6 91,-1-5 1,-1 2-1,-1-6 1,-3 1 114,-1 5 0,-8-4 1,4 2-1,-2 1 264,-1 3 1,1 7 54,-6 1 1,-2 1 0,-2 0 14,-1 10 0,-1 8 0,6 11 0,0 3 66,0 1 1,9 6 0,9-6 0,9-1-366,6-3 0,4-1 1,4-1-1,5 0-1598,5 1 1806,9-1 0,2-7 0,8-2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08:53.0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362 664 8274,'17'0'89,"-5"0"0,-2-2 1122,-3-4-872,-1 4 0,-4-11 0,2 5 63,2-2 1,0-1 0,-6-7-30,0 1 0,0 5 0,0 0-155,0-1 1,-2 3 0,-4 0 0,-8 3-154,-7 3 0,0 2 0,-7 2 1,1 0-362,0 0 1,-2 8-1,-4 5 1,4 7 251,6 3 0,3 6 1,5-4-1,3 2 124,6 4 1,4 2-1,4 2 1,6-2-5,9-4 1,11 2 0,10-7 0,3-5-34,-2-5 0,6-7 1,-1-7-1,3 0-48,-1 0 0,-7-13 0,0-7 1,-8-5-153,-8-6 0,-5-4 0,-7-4 0,-9-1-86,-11 1 1,-13 2 0,-20 2-1,-11 0-308,-9 0 1,-4 8 0,0 4 0,4 5 211,2 7 1,8 3-1,9 10 1,6 6 15,10 9 0,7 8 0,9 10 0,9 2-167,12 4 0,11-4 490,20 4 0,11-5 0,10-1 0</inkml:trace>
  <inkml:trace contextRef="#ctx0" brushRef="#br0" timeOffset="596">816 542 8343,'0'-12'729,"0"0"0,2 9-7,4-3 1,3 4 0,7 0 0,-3-2-356,-1-2 1,2 0 0,7 4 0,4-3-165,2-7 1,1 2 0,3-1 0,-2-5-135,2-5 1,-6-1 0,-2-7-1,-3 0-326,-3 2 0,-5-12 1,-3 4-1,-1-2-178,-4 1 0,-8 1 1,-4 2-1,-1 3 79,-5 7 1,-3 6 0,-5 5 0,-1 6-20,2 4 0,1 4 0,3 6 0,-1 10 470,1 9 0,-1 13 0,1 9 1,1 7 327,5 8 0,3 6 1,6 6-1,-2 7-163,-2 8 1,3-38 0,1 1 0,1 6 0,2 0 0,-1 3 0,0-1-142,0-2 1,0 0 0,0-2 0,0-2 0,0-4 0,0-3 0,0 44-370,0-11 0,0-32 0,2-17 60,3-15 0,-3-12 0,4-12 135,-4-6 0,-2-3 0,0-5 0,-2-5-294,-4-10 1,-1 0 0,-7-6 0,2 3 8,-1-3 0,-5-4 0,-3-5 0,-2 1 159,1 3 0,9 5 1,3-4-1,2 5 468,4 7 1,4 0-1,6 11-125,6 7 0,11 5 0,8 10 0,8 0-82,8 0 0,5 6 0,6 2 1,6-1-81,4 1 0,2 6 0,0-5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3:47.936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542 53 7915,'10'-8'458,"0"6"2821,-4-4-2686,-5-4 1,-1 9 0,-11-5-1,-5 4-444,-1 2 1,-8-6-1,-4 0 1,-6 2-39,-6 2 1,4 2 0,-6 0 0,3 2-103,-1 4 1,-4-2-1,8 8 1,4 3-157,0 6 1,8 1 0,4 5 0,7 0 36,8 0 0,6 2 0,8 6 0,12 0 115,12 0 1,13 0 0,11 2 0,5 2-39,1 2 0,-4 1 1,4-1-1,-4 6-44,-7 3 0,-7-3 1,-13-1-1,-7 1 2,-13-3 0,-7 5 0,-6-8 0,-6-3 51,-9-1 1,-8-8-1,-12-1 1,-4-5-15,-5-8 0,-5 1 1,-1-10-1,-1-2-81,1-2 1,-4-4 0,3-4 0,11-8-181,9-7 0,3-6 1,11-8-1,5 0-430,5 0 1,3 0 0,8 0 0,6 0 728,9 0 0,8 0 0,10 0 0</inkml:trace>
  <inkml:trace contextRef="#ctx0" brushRef="#br0" timeOffset="335">1136 646 8178,'0'-17'414,"0"0"1,-2 1 0,-2 2 0,-3 5-9,-3 1 1,-2 2 0,-5 6 0,-3 0-208,-3 0 1,-2 8 0,-6 4 0,2 5-38,-2 6 1,-2-1 0,0 7-1,4 2-61,5 2 0,11 0 0,3 0 1,2-2-36,4 0 0,12 4 0,10-10 0,9 0-131,6 0 0,9-3 0,5-11 0,3-5-432,3-4 0,-1-2 1,1-2-1,-1-4-436,0-5 1,-7-7-1,-6-3 933,-8-2 0,2-16 0,-6 2 0</inkml:trace>
  <inkml:trace contextRef="#ctx0" brushRef="#br0" timeOffset="750">1695 734 10624,'0'-10'4691,"2"4"-4377,4 12 0,3-4 1,9 4-1,1-4-353,5-2 0,-3 0 0,8 0 0,2-2-154,2-4 0,2-4 0,0-7 0,-2-1-672,-4 1 0,-4-2 461,-7-5 1,-12 5 0,-12-3 0,-16 9-20,-9 7 0,-11 4 0,-3 4 0,-2 4 444,1 6 1,7 9-1,-2 4 1,6 2 286,6 4 0,4 8 1,10 2-1,3-2-81,6-2 0,14-3 0,11-1 0,14-3-76,12-7 0,7-11 0,6-7 0,6-3-508,4-2 0,-6 0 0,-3-2 0,-5-3-928,-2-7 1,-5-6 0,-4-3 1284,-6-2 0,-6-8 0,-14 4 0</inkml:trace>
  <inkml:trace contextRef="#ctx0" brushRef="#br0" timeOffset="1150">2446 716 8250,'10'-17'1524,"-3"-1"-793,-7 1 0,0 9 1,0 8-358,0 10 0,2 5 0,2 5 0,4 3-174,2 6 0,-5 4 1,7 0-1,2-2-76,1-2 0,3-2 1,-1 3-1,1-5-91,-1 0 0,1-11 1,-1 1-1,0-3-172,1-3 0,-1-5 1,1 0-1,-1-8-162,1-7 0,-3-7 1,-1-3-1,-2-4 29,1-2 0,-5-1 0,0-1 0,-3 6 81,1 4 1,2-5-1,-4 1-196,2 2 252,0 9 1,-4 6 0,1 12 0,5 6 205,2 3 0,2 8 0,5 1 0,2-1-281,5 2 1,-3-5 0,8 3 0,4-4-459,6-1 0,-2-3 1,4-3-1,-5-6 668,-1-4 0,0-10 0,0-2 0</inkml:trace>
  <inkml:trace contextRef="#ctx0" brushRef="#br0" timeOffset="1584">3738 821 8062,'0'-17'2497,"0"-1"1,6 1-2004,0-1 0,0 1-242,-6-1 0,-2 1-330,-4-1 0,-6 9 0,-9 3 0,-4 4-25,-2 2 0,3 2 0,-3 4 0,0 5 56,0 5 0,5 1 1,-1 3-1,4 1 71,1 2 0,9 3 1,3-5-1,4 2 120,2-1 1,4-3 0,5-4 0,11-1-83,5-2 0,-2-8 0,6 1 0,3-3-282,0-2 1,3-2 0,-2-3 0,-3-7 39,-7-4 1,-4-1-1,-1-1 1,-1 1-78,1 0 0,-7-1 538,1 1 0,-10 1-249,-2 4 1,-2 5 0,-8 9-1,2 3-83,5 7 1,1 4 0,2 1 0,0 1-215,0-1 1,9 0-1,7-1 1,7-4-214,4-7 0,2 3 1,8-2-1,2-2-380,2-2 0,0-4 0,-7-4 858,1-6 0,0-11 0,0-4 0</inkml:trace>
  <inkml:trace contextRef="#ctx0" brushRef="#br0" timeOffset="1950">4402 734 8062,'0'-18'900,"0"7"0,2 1 363,4 2 1,-2 4-682,7 10 0,-7 4 0,2 7 1,-2 3-202,2 3 1,-4 4 0,5 6 0,1-2-226,4-2 0,-5-2 1,1 5-1,-2-5-104,0-2 1,6-2-1,-5-7 42,3-5 0,-4-3-156,5-8 1,-7-10 0,2-5-1,-4-8-186,-2-5 0,0-1 1,0-4-1,0 2-87,0 2 1,-6 6 0,0-4 0,3 0-22,1-1 1,2 7-1,2-2-37,3 3 1,1 5 0,10 3-1,3 6 143,1 4 0,7 2 1,2 0-1,4 0-346,2 0 1,0 2 0,0 2-1,0 4-1048,-1 2 1644,1-6 0,0 3 0,0-7 0</inkml:trace>
  <inkml:trace contextRef="#ctx0" brushRef="#br0" timeOffset="2199">5083 612 8062,'12'1'1227,"-1"5"0,-1 4 0,2 7 1,-5 3-590,1 3 0,-6-3 1,4 5-1,-4 0-753,-2 4 1,0-4-1,2-1 1,2-5-289,2-2 1,-1 1-1,-5-1-2428,0 1 644,0-8 0,-2-3 2187,-3-7 0,-5-7 0,-8-3 0</inkml:trace>
  <inkml:trace contextRef="#ctx0" brushRef="#br0" timeOffset="2365">5083 315 8062,'0'-18'1940,"0"7"1,0-1 636,0-2 0,0 5-4258,0-3 1,2 8-1536,4-2 3216,-4 4 0,21 10 0,-4 2 0</inkml:trace>
  <inkml:trace contextRef="#ctx0" brushRef="#br0" timeOffset="2767">5677 699 7990,'8'-18'1002,"-6"1"1,5 1-243,1 5 0,-6-5 1,6 7 440,0-1-1149,-7 2 0,-1 8 1,-11 0-1,-5 2 91,-1 4 0,-6 4 0,-1 7 1,3 0-175,1 1 1,3 7-1,0 2 1,1 2 67,4 1 1,5-7-1,7 4 1,0 0-24,0 0 1,7-5 0,7 1 0,7-4-119,8-1 0,4-8 1,2-5-1,0-3-216,0-2 1,0-2 0,0-3 0,-2-7 55,-4-4 1,-4-3 0,-7-2 0,-3-5 120,-3-1 1,-4-2 0,-10-6-1,-6 0-7,-9 0 1,-3 6 0,-9 0 0,-4 0 75,-6 2 0,4 4 0,-1 11 0,4 6-211,1 4 1,6 2 0,2 4 0,5 8-432,7 11 1,3 8 0,10 6 715,4 4 0,11-5 0,10 7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3:51.702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7336 373 9721,'-10'-2'4759,"4"-4"-4351,4 4 1,2-8 0,4 4 0,6-3-342,7-1 0,12-11 1,2 3-1,6-3-27,4-4 0,6 3 0,-5-7 0,1-2-188,0-2 0,-3 0 0,-7 4 1,-4 6-961,-5 3 991,-5 3 0,-9 11 0,-4 14 1,-6 17 146,-6 12 1,-2 17-1,-4-1 1,7 3 211,3 4 0,-4 0 1,0 8-1,2-2 70,2 0 1,4-2 0,2-13 0,2-5-489,-2-5 1,4-6-1,-1-6-737,3-6 1,-4-11 0,4-8 0,-3-8 912,-3-8 0,6-11 0,0-4 0</inkml:trace>
  <inkml:trace contextRef="#ctx0" brushRef="#br0" timeOffset="1800">1 1455 8125,'17'6'133,"1"0"1,1 0-1,6-6 1,10 0-12,10 0 0,13 6 1,6 0-1,6-3 65,6-1 0,9-2 1,12 2-1,-46 0 0,1 0-86,4 1 1,0 0 0,3 0 0,1 0 0,2-3 0,0 0 0,2 0 0,0 2-197,2 1 1,2 0-1,6-2 1,1 0 0,2 1-1,0 1 1,-1-1 0,1-2 8,0 1 0,1-2 0,4-1 0,1-2 0,5 1 1,1-1-1,3-1 0,2-2-70,1-2 0,0-1 0,3 1 0,0 0 0,-5-2 0,0-1 1,3 2-1,0 0 164,3 2 1,0-1-1,-30 2 1,-1-1-1,1 0 1,1 0-1,1 1 1,0 0-1,-2 1 1,0 0-1,0 1 85,0 0 0,0 1 0,1-1 0,1 2 0,0-1 1,0 0-1,2-2 0,0 0 0,1 0 0,-1 0 1,0 1-1,0-1-49,-1 0 0,1 0 1,-1 0-1,1 2 1,1 0-1,-2 1 0,-3-1 1,-2 1-1,1 0 1,1 0-1,0-1 1,1 1-71,0 0 1,0-1 0,-1 2 0,1 0 0,-1 1 0,0 0 0,-1-1 0,-1 0 0,0 0 0,30 1 0,-2 0-9,-3 1 0,-2 0 0,-5 0 0,-1 0 0,-1 0 1,-1 0-1,-2 0 0,-1 0-93,-3 0 1,0 0 0,-4 0 0,-3 0 0,-10 1 0,-1 0-1,-3 1 1,0 0-106,-1 1 0,-1 0 0,42 2 0,-10-5 0,-11 0-164,-8 0 0,-10 0 0,1 0 0,-9 0 396,-7 0 0,-10 0 0,-2 0 0,0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4:04.585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612 228 7277,'-10'-2'815,"6"-2"-9,8-2 1,0 0-328,7 6 0,-1-2 1,4-2 442,-3-1 0,-7-9-432,2 2 1,-6-3 0,-8-3-338,-9 1 1,-4-1-1,-12 1 1,-6-1-31,-4 1 0,-9 5 0,-7 3 0,1-1-118,-2 0 1,6 6 0,-3-1 0,11 3-235,11 2 1,8 7-1,9 5 1,3 4-3,3 1 1,4 2 0,10 3 0,4 3 120,6 2 0,11 2 0,6 6 0,6 2 36,6 4 1,4-4 0,7 3-1,0-3 29,1-2 0,-3 0 0,-3 0 0,-7 0-21,-3 0 0,-2 0 0,-2 0 0,-4 0-53,-5 0 0,-13-8 0,-5-2 1,-4-2 91,-2 1 0,-10-1 0,-5-6 0,-8-1 38,-5-4 0,-1 1 0,-6-5 0,0 0-174,0-1 0,1 1 1,-1-4-1,0 2-269,0-2 0,6 3 0,1-1 1,3-2-481,4-2 1,7-2 911,3 0 0,-1 0 0,-5 0 0</inkml:trace>
  <inkml:trace contextRef="#ctx0" brushRef="#br0" timeOffset="681">1415 612 8255,'0'-18'983,"0"1"3,0-1 0,-8 3 0,-3 1-582,-5 3 1,-3 7 0,-3-2 0,-3 4-410,-2 2 0,-4 0 1,-8 2-1,-2 2-32,3 2 0,1 9 0,4 1 1,4 7-5,5 4 0,5 2 1,3 4-1,5-2 15,5-2 1,8 1 0,8 5 0,11-1-16,10 1 0,2-2 0,13-5 0,3-9-242,1-5 1,9-9-1,-1 5 1,-4-2-584,-5-4 1,-1-2 0,-7-4 0,-2-4 865,-2-6 0,-10-11 0,-2-4 0</inkml:trace>
  <inkml:trace contextRef="#ctx0" brushRef="#br0" timeOffset="1050">1747 821 8734,'0'-17'1006,"8"5"-590,3 1 0,-1 7 0,2-2 0,1 4 71,3 2 0,3 0 0,2-2 1,5-2-408,1-2 0,2-5 0,6 3 0,0-2-151,0-3 1,-2-3 0,-4-1 0,-6-1-9,-4 1 1,-7-1-1,-2 1 75,-2-1 1,-16 1 0,-12 1 0,-7 5 87,-10 5 1,1 4 0,-11 2 0,0 0 13,3 0 0,-5 14 0,9 3 0,3 4-15,6 5 0,5 1 1,9 8-1,1 0-31,5 0 1,7 0 0,15-1 0,13 1-81,7 0 0,13-8 0,9-5 0,7-9-277,2-7 1,4-4 0,-6-2-1,0-2-113,1-4 1,-7-3-1,-11-11 1,-10-1-1151,-6-2 0,-4-8 1568,-6 1 0,1-10 0,-1-5 0</inkml:trace>
  <inkml:trace contextRef="#ctx0" brushRef="#br0" timeOffset="1450">2463 559 8255,'10'-17'2372,"-1"7"-1811,-3 4 1,-4 6 0,4 6 0,-4 8-138,-2 7 0,0 6 0,0 8 0,0 2-104,0 4 0,0 2 1,0 3-1,2-5-117,4-4 1,-3-2 0,9-2 0,2-4-127,1-6 1,8-11 0,3-6 0,1-4-283,4-2 1,-4-8 0,2-6 0,0-7-215,-2-8 1,4-4 0,-5-2 0,-1 0 242,0 0 1,-2 0 0,-5 2 0,-1 2-264,1 2 0,-3 8 0,-1-3-77,-2 5 473,-9 1 1,3 16 0,-10 10 0,-1 10 207,1 5 0,2 8 1,2-2-1,0 4 73,0 2 0,8-6 0,3 0 0,5 0-353,1-1 1,8 3-1,5-8 1,2-4-927,3-5 0,6-1 0,2-7 0,0-4-1557,-1-6 2598,7-5 0,-5-17 0,9-1 0</inkml:trace>
  <inkml:trace contextRef="#ctx0" brushRef="#br0" timeOffset="1901">3843 717 8836,'1'-16'1215,"5"4"0,-4-3-86,4 3 0,2-3-620,-2-3 1,-1 1-460,-5-1 1,-1 3 0,-5 1 0,-6 3 94,-3-3 1,-3 6 0,-1 2-1,-5 5 65,-5 1 1,-4 0 0,0 1 0,2 5-85,2 6 0,6 3 1,-4 5-1,1 3 65,5 6 0,4 4 0,5 2 0,6 0-119,4 0 0,10-6 0,4-2 0,5-1-229,6-5 1,-1-9 0,7-7 0,2-3-202,2-2 0,2 0 0,-2-2 0,-4-3 12,-6-7 0,2-6 0,-1-3 0,-5-4 209,-5-2 1,-1 3-1,-7-3 1,0 2 189,2 4 0,-6 1 0,3 3 41,-3-1 1,-4 9-245,-3 3 0,-3 6 0,-4 8 1,6 7 58,4 6 1,2 5 0,0-5 0,2 4-83,4 2 0,4-5 0,7 1 1,3-4-174,3-1 0,-2-3 1,9-1-1,1-4-343,2-3 1,3-1 0,3-8 0,2-3-326,-2-7 0,-2-9 1014,-2-3 0,0-7 0,-1 4 0</inkml:trace>
  <inkml:trace contextRef="#ctx0" brushRef="#br0" timeOffset="2249">4454 490 8565,'-10'0'1696,"-4"2"1,9 3-1070,1 7 1,2 5 0,2 7 0,0 5-161,0 4 1,0 4-1,0 2 1,2 1-178,4-1 0,1 4 0,7-4 0,-2-4-104,1-4 1,1-10-1,-1 0 1,-3-5-191,-2-5 0,5-7 0,-3 0 1,0-8-393,-4-7 0,-4-11 0,-2-3 0,0-2-4,0-4 0,0-2 1,0-4-1,-2-2 190,-4-2 1,2 7 0,-6 4 0,1 1 110,-1 2 0,6-4 0,-2 8 0,4 1 2,2 3 1,2 4 0,4 3-198,6 6 0,9-2 0,4 3 0,2 1-10,4 2 0,2 8 0,2 1 0,2 1-191,4 0 1,-4 3 0,5-3 0,-3 0-1689,-4 0 2183,4-2 0,-4 1 0,10 3 0</inkml:trace>
  <inkml:trace contextRef="#ctx0" brushRef="#br0" timeOffset="2464">5065 559 8772,'0'12'2472,"2"2"-1852,4 5 0,-4 1 0,5 9 0,-1 2-461,0 2 0,8 2 1,-5 0-1,3-1-225,0 1 1,-3-2-1,3-4 1,-4-7-1169,0-9 0,-5 1-759,9-8 1,-8-4 1992,2-14 0,4-7 0,-1-16 0</inkml:trace>
  <inkml:trace contextRef="#ctx0" brushRef="#br0" timeOffset="2647">5100 210 8255,'0'-17'625,"0"-1"0,0 1 3313,0-1-3337,0 1 1,0 9-1112,0 8 0,6 2 0,2 10 0,-1 1-2944,1 3 3454,-2 1 0,2 1 0,1-1 0</inkml:trace>
  <inkml:trace contextRef="#ctx0" brushRef="#br0" timeOffset="3032">5589 647 8255,'17'0'135,"-5"0"1,-2-2 0,-1-2 1020,1-2 1,-4-2-1,4 3 95,-3-7 1,1 2-1211,-2-1 0,-4 5 0,2-4 0,-8 2-138,-8 4 0,-3 2 1,-3 2-1,1 0 131,-1 0 0,-5 2 1,0 2-1,2 6 203,1 6 0,3-3 1,1 12-1,3-1 70,1-1 1,8 8 0,-2-2-1,4 4-110,2 2 1,10-6 0,7 0 0,9 0-225,1-2 0,8-3 0,-2-11 0,6-3-508,-1-2 0,-1-4 1,-2-8-1,-2-6 210,-4-5 1,2-1 0,-9-11 0,-5 0 256,-3 0 0,-10-3 1,-1-3-1,-8 2 28,-13 2 0,-1 2 0,-10-2 0,-4 6 72,-6 3 1,2 11-1,-4 3 1,6 4-710,6 2 0,4 2 1,7 6-1,3 7 677,3 6 0,5 10 0,7-3 0</inkml:trace>
  <inkml:trace contextRef="#ctx0" brushRef="#br0" timeOffset="3866">6567 402 8255,'0'-11'1403,"0"-1"0,2 6-738,4-5 1,3-1-1,9-6-125,-1 1 0,9 1 0,5 1 0,5-1-168,5-3 1,8-2 0,-1 3 0,7 3-146,3 3 1,0-2-1,-6 9 1,-1 1-183,-5 2 0,-3 11 1,-12 9-1,-8 9-152,-11 6 1,-8 8-1,-8 2 1,-8 1-10,-11 5 0,-12-5 0,-9 3 0,-9-1 231,-1-1 0,-6 4 0,3-9 0,5-1 50,4-2 0,9-4 1,-2-2-1,6-4 297,6-2 1,13-3-497,16-11 1,10-3 0,15-8 0,12-2-88,14-4 1,3 3 0,10-7 0,2 0-85,2 0 1,2 7-1,2-3 1,1 2-228,3-2 1,0 4 0,-8-4 0,-4 4-616,-6 2 0,-6 0 0,-7 0 1,-10 0 1046,-10 0 0,-13 8 0,-5 2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4:13.235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1 35 8144,'2'-11'-12,"4"1"-98,5 2 0,-1 2 0,2 6 0,1 0 346,3 0 1,9 0 0,4 0-1,6 0 110,6 0 0,9 6 0,14 0 1,8-2-157,11-2 1,-31 0 0,1 2-1,3-1 1,1-1 0,5 1 0,2-2-55,5 0 0,2 0 0,11-1 0,2 0 0,8 0 0,1 0 0,2 1 0,2 0-227,-31 1 1,2 0 0,0 0-1,5-1 1,1-1 0,2 1 0,3 1-1,1 1 1,2 0 0,2-1-1,1 0 1,0-1 77,1 1 1,0 0-1,2 0 1,3 0-1,0 1 1,0-2-1,-1 0 1,-1-2-1,0 1 1,3 0 0,1 0-1,0 0-166,1 0 1,1 1 0,1-2 0,1-1 0,1 0 0,0-2 0,1 1 0,0-1 0,0 0-1,-2-1 1,0 1 0,0-1 230,-1 1 0,1 0 0,-1 0 0,0 0 0,-1-1 0,1 1 0,2 1 0,0 2 0,-1-1 0,-2 1 0,0-1 0,-2 1-31,-2 0 1,-1 0-1,-1 1 1,-1 2-1,0 1 1,-2 0-1,-7 1 1,-1 0-1,0 2 1,0-1 0,-1 2-1,1 0-78,-2 0 0,1 1 0,-1 0 0,-1 2 0,1 1 0,-2-1 1,-6-1-1,0 0 0,-2 0 0,27 6 0,-2 0-126,-6-1 1,-1 1-1,-8-4 1,-1 1-1,-1 1 1,-2 1-1,-4-1 1,0-1-354,-6-1 1,-2 0 0,-4-2 0,-3-1 0,26 4 535,-9-6 0,-4-4 0,-14-2 0,-7 0 0,-6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0:30.9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402 340 8224,'0'-18'1819,"0"1"27,0-1-1366,0 9 1,0 11 0,0 15-1,2 10-29,4 6 1,-5 10-1,5 4 1,-4 3-239,-2 2 0,2 1 1,2-1-1,2 2-223,-2 5 1,4-13 0,-3 1-1,1-8-349,2-4 0,-4-8 0,7-6-924,3-7 1,-6-9 0,-2-10 320,-4-7 0,-2-5 1,-2-5-1,-4-3 197,-6-2 0,-5-4 765,-7-10 0,-3 4 0,-8-6 0</inkml:trace>
  <inkml:trace contextRef="#ctx0" brushRef="#br0" timeOffset="270">0 410 7860,'0'-18'139,"0"1"0,0-1 793,0 1 1,2 1-1,4 3-222,5 1 0,5 6 1,3-3-1,5 1-381,5 4 0,12-4 0,7 2 1,8 2-228,8 2 1,4 2 0,2 2 0,0 4 2,0 6 1,2 5 0,-1 7 0,1 5-424,-4 4 0,-17 4 0,-7 1 0,-11 7-241,-9 5 1,-13-7 0,-9 8 0,-12-5 280,-13-1 1,-10 1 0,-8 5 0,-5-5 103,-5-5 0,-7-4 1,0-2-1,0-2 73,-2-4 0,5-6 0,-3-11 0,4-6-61,1-4 1,7-2 0,1 0 0,4-2-420,8-4 1,12-2-1,11-7 581,3-3 0,1 5 0,6-13 0</inkml:trace>
  <inkml:trace contextRef="#ctx0" brushRef="#br0" timeOffset="750">1432 829 8310,'18'-8'120,"-1"-4"0,1-3 0,-3-3 666,-3 1 0,-3-1 0,-5 1-148,2 0 0,0-1 1,-6 1-527,0-1 0,-2 3 0,-4 1 0,-5 4 53,-5 3 1,-1-5 0,-3 6-1,-1 2-194,-2 2 1,-9 2 0,5 2 0,-2 4-151,0 6 1,2 5 0,-2 5-1,6 3 48,3 2 0,8-4 1,3 6-1,1 0 173,4-1 0,10 3 1,6-6-1,5 0 109,6 0 0,5-3 0,8-9 0,3-3-74,2-2 1,2-2-1,-5-6 1,3 0-88,-2 0 1,-8-8 0,-4-4-1,-2-3-52,-3-3 0,-9-1 1,-3-3-1,-2-1 3,-4 2 1,-2-1 0,-4 3 0,-2 0-43,-2 3 0,-6 8 0,5-1-161,-3 1 1,0 4-1,-1 10-50,5 5 0,4 5 0,4 1 1,4 1 39,5-1 1,12 7 0,7-1 0,3-2-44,2-1 0,1-5 0,3-3 0,4-6-353,2-4 1,-1-2 0,3 0 667,-7 0 0,-3-16 0,-2-3 0</inkml:trace>
  <inkml:trace contextRef="#ctx0" brushRef="#br0" timeOffset="1033">2218 113 8310,'0'-18'118,"6"-5"1,0 0 0,0 3 1939,1 7-1086,-5-3 1,6 16-722,-8 0 0,0 14 0,-2 11 0,-4 4-24,-5 8 1,1 6 0,-2 9 0,1 2-95,1 5 1,-4 3 0,7 8 0,-1 1-354,0 5 1,2-4 0,8 4 0,4-7-189,6-5 0,5-5 1,6-13-1,5-9-228,-1-12 1,4-3 0,-8-17-1,-2-3-226,-1-5 0,-5-9 0,-3-11 0,-6-7 862,-4-2 0,-10-3 0,-10-8 0,-9-2 0</inkml:trace>
  <inkml:trace contextRef="#ctx0" brushRef="#br0" timeOffset="1201">1939 514 7896,'-2'10'1089,"-4"-4"0,6-4 0,0-2 1,11 2-643,11 4 1,5-4 0,10 3 0,6-3-745,9-2 1,2 0 0,8 0 0,0 0-482,1 0 1,-7-5 0,4-1 0,-2 0 777,0-2 0,8-2 0,-3-7 0</inkml:trace>
  <inkml:trace contextRef="#ctx0" brushRef="#br0" timeOffset="1651">3021 724 8310,'10'-8'438,"4"4"1,-7-5-1,1-1 898,0 0 1,6 4-854,-3-5 0,-3-1-510,-2-5 0,-4 5 0,-4 2-153,-4 3 0,-6 1 0,-9 6 0,-4 0 119,-2 0 1,-3 0-1,-4 0 1,1 2 62,3 4 1,-1 3-1,8 9 1,2-1 133,1 1 0,3 5 0,1 2 0,5 0 128,5 1 1,6 3-1,6-6 1,5-2-198,5-1 0,9-3 0,4 1 0,4-3-59,2-3 0,0 1 0,0-7 1,-2-2-154,-4-2 0,2-8 0,-8-2 1,-1-1-84,-3-5 1,-3-1 0,-5-3 0,-5 1 67,-4-1 0,4 7 1,0-1-21,-2-2 1,-10 1 22,-6 1 1,4 6 0,3 12 29,3 6 1,2 3-1,0 3 1,0-1-111,0 1 1,9 1 0,7 1-1,7-1-202,4-4 0,2-1 0,6 2 1,0-5 0,0-5 1,0-4-1,0-2 1,0 0 437,0 0 0,8-16 0,1-3 0</inkml:trace>
  <inkml:trace contextRef="#ctx0" brushRef="#br0" timeOffset="2018">3982 619 9268,'0'-17'0,"-2"1"843,-4 5 1,2-3-1,-5 6-311,1-1 1,0 5 0,2-2 0,-5 2-587,-5-2 1,-1 4-1,-1-4 1,-1 4-229,-5 2 0,3 0 0,-8 0 0,0 0 18,2 0 1,0 6-1,5 2 1,-1 0 192,2 0 1,7 5 0,2-3-1,1 1 217,1 1 1,2 0-1,8 5 1,2 1 101,4-1 0,4 3 0,7 1 0,1 2-27,-1-1 0,8-3 1,3 0-1,1 3-232,0 1 1,0 0 0,6-5-1,-2-1-260,-4 1 0,-4-1 1,-7 1-1,-1-1 89,0 1 1,-7-7-1,-6 1 1,-8-1-3,-7-1 0,-7 0 0,-5-6 0,-8 2-86,-8-3 1,2-3 0,-2-5 0,6-5-348,4 0 1,8-5 0,-2 3 0,3-5 616,3-7 0,7 5 0,2-14 0,8 6 0</inkml:trace>
  <inkml:trace contextRef="#ctx0" brushRef="#br0" timeOffset="2401">4157 794 8432,'17'0'705,"-5"-6"1,-1-2 49,3-1 0,1 5 0,3-2-341,-1 4 1,1 2 0,-1-2 0,1-2-225,-1-2 1,3 0 0,1 6-1,2-1 14,-1-5 1,-3 4 0,-3-6-1,-3 2-1140,-1 0 1,-3-7 476,3 1 1,-6-3 0,-12-1 311,-6 4 1,-11-1 0,-4 7 0,-2 2 186,0 2 0,0 2 1,-4 2-1,2 4 278,2 6 0,7 3 0,-1 3 0,4-1 50,1 1 1,8 5 0,5 2-1,3 2-84,2 4 1,13-4 0,7 1 0,5-1-288,6 0 0,4-6 1,6 3-1,3-7-741,1-5 0,3-5 0,-5-7 0,0 0-641,-1 0 1,-3-7 0,-8-7 0,-4-7 1384,-1-8 0,-3-12 0,-6-4 0</inkml:trace>
  <inkml:trace contextRef="#ctx0" brushRef="#br0" timeOffset="2651">4942 113 8310,'0'-18'1415,"6"1"1825,0-1-2862,0 1 0,-6 15 0,0 10 0,0 9-125,0 6 1,0 14 0,0 0-1,-2 8-27,-4 9 1,4 1-1,-6 9 1,3 2-193,-1 1 0,0-3 1,6 1-1,2-1-211,4-2 0,-2-2 1,7-10-1,3-5-576,1-10 0,3-4 0,-1-12 0,1-5-2540,-1-4 3293,1-5 0,-1-12 0,1-3 0</inkml:trace>
  <inkml:trace contextRef="#ctx0" brushRef="#br0" timeOffset="2818">4628 480 9799,'18'0'1961,"1"0"1,6 0-1847,10 0 1,10 0-1,13 0 1,8 0-1561,8 0 1,7 0 1444,12 0 0,4-8 0,-44 3 0,-1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0:27.10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437 330 8356,'0'-17'239,"0"-1"1,0 1 321,0-1 0,0 7 1,-2 1-1,-2 0 1041,-2 0-1438,1 7 0,5 3 1,0 13-1,0 8 88,0 9 1,0 3 0,0 3 0,0 3-196,0 2 1,5 0 0,1-6 0,-2 0-235,-2 0 0,4-2 0,0-2 1,0-2-889,1 2 1,-5-6-1,6-2-1563,0-3 2628,-6-11 0,6-1 0,-8-8 0</inkml:trace>
  <inkml:trace contextRef="#ctx0" brushRef="#br0" timeOffset="333">53 348 8414,'-12'-12'110,"3"0"0,-1-1 602,0-3 1,6 4-1,-2 1 6,5-3 0,2-1 0,5-1 0,8 3-374,7 1 0,6-2 0,8-7 0,2-2-143,4 1 0,0 3 0,9 2 0,6-3-61,5-3 0,5 9 0,9-1 0,5 5-441,-1 6 1,7 6-1,-7 10 1,1 11-134,-4 8 1,-12 12-1,-8 5 1,-8 10 312,-7 12 1,-14 0 0,-9 6-1,-12-4 150,-10-2 1,-16 1 0,-15 3-1,-9 0 87,-7-6 1,-1-6-1,-2-12 1,-5-3-150,-5-6 0,2-6 1,-2-6-1,-4-8-203,-6-7 1,1-7 0,-7-7 0,5-2-337,7-3 0,13-5 0,16-10 0,10-3 572,12-6 0,-1-4 0,9-2 0</inkml:trace>
  <inkml:trace contextRef="#ctx0" brushRef="#br0" timeOffset="667">1747 435 8480,'0'-18'2644,"-2"3"-1948,-4 3 0,2 4 1,-5 10-1,-1 6-222,0 10 1,-1 7 0,-7 12-1,1 2-279,-1 1 1,-5 9 0,0-3 0,1 3-291,3-3 0,3 1 0,3-10 1,3-6-2282,2-4 1293,2-4 1,8-15 0,4-8 0,4-12 89,0-9 1,3 0-1,-5-8 993,2-2 0,1-10 0,7-4 0</inkml:trace>
  <inkml:trace contextRef="#ctx0" brushRef="#br0" timeOffset="866">1729 313 8480,'8'-18'1582,"-4"3"-501,8 3 0,-1 4 0,5 12 0,-2 6-537,-3 7 1,7 12-1,5 0 1,-2 6-413,-1 6 1,-5-2 0,-1 8-1,-3 1-449,3 2 1,0-3-1,-1-2 1,-3-3-779,-2-3 0,3-2 1,-5-4-1,0-6-2747,2-9 3842,-6-1 0,-2-15 0,-10 6 0</inkml:trace>
  <inkml:trace contextRef="#ctx0" brushRef="#br0" timeOffset="1051">1537 592 11503,'-7'0'3147,"7"0"-2538,9 0 1,9 0-1,7 0 1,8 0-967,6 0 1,9 0 0,-1 0 0,1 0-2223,-1 0 2579,3 0 0,3-16 0,9-3 0</inkml:trace>
  <inkml:trace contextRef="#ctx0" brushRef="#br0" timeOffset="1317">2411 313 9246,'0'-10'2241,"0"18"0,0 15-1891,0 8 1,0 12 0,0 1-1,0 3-289,0-1 0,0 1 0,0 5 0,0-1-130,0-5 1,0-5-1,0-10 1,0-4-538,0-1 0,0-9 0,2-7-301,3-2 0,-3-5 29,4-8 1,-4-7-1,-4-9 878,-4-3 0,-3-7 0,-9 4 0</inkml:trace>
  <inkml:trace contextRef="#ctx0" brushRef="#br0" timeOffset="1666">2323 348 8433,'0'-18'996,"0"1"0,0 5 0,2 0-234,4-1 1,4 3 0,7 0 0,3 3-389,3 3 1,6 0-1,10 0 1,2-2-443,-3 2 1,5 2 0,-2 4 0,-4 2-154,-6 2 0,0 7 1,-8-1-1,-2 2-212,-1-3 1,-10 11-1,-5-5 1,-3 3 101,-2-1 1,-13 0 0,-7 3 0,-5 1 307,-6-2 1,-2 5-1,-2-1 1,0 0 204,0 0 0,2-1 1,2-7-1,4 0 24,2 1 0,2-1 0,7 1-128,4-1 0,5-5 0,9-2 0,3-3 104,7-3 0,13-2 0,8 0 0,6 2-181,0 2 0,4 2 0,-3-4 1,-1 3-397,-2 3 0,-2 2 1,0 3-1,-2-1-295,-4-3 1,-4 1 0,-7 6 0,-1-1 689,1 0 0,-1-7 0,0-2 0</inkml:trace>
  <inkml:trace contextRef="#ctx0" brushRef="#br0" timeOffset="2267">3284 243 8315,'0'-18'1031,"0"7"-160,0-1 0,0 10 0,0 4-315,0 13 0,0 11 0,0 9 0,0 2-213,0 3 1,0 5 0,0 7 0,0 3-119,0 3 0,6-4 0,-1 4 0,1-5-89,2-7 0,2-3 0,7-10 0,1-4-122,-1-6 1,3-11-1,1-6 1,4-4-147,2-2 1,-3-14 0,3-5 0,-2-6-209,-4-6 0,-1 3 0,-5-1 0,-1-2-91,-3-2 0,-5-2 0,4 0 0,-2 2 10,-4 4 1,-2-2 0,-2 8 0,0 2 274,0 1 0,0 9 134,0-1 1,-6 10 0,0 2 0,0 10 368,-2 5 1,6 9 0,-3 1 0,3 2 86,2 4 1,2 2 0,3 0-1,7-2-104,4-2 0,3-2 0,4 2 0,6-5-143,4-5 0,4-1 0,4-3 0,4-3-246,-1-7 0,5-3 0,-10-2 0,-5-2-196,-2-3 1,-5-7 0,2-9 0,-8-5-47,-7-1 0,-1 4 0,-7-6 0,-2-2 81,-2-2 0,-2-2 1,0 0-1,0 0 188,0 0 0,-6-8 1,-2-1-1,-1-3 96,-5 1 0,4 5 1,-1-4-1,-1 5-304,2 7 1,-3 5-388,7 11 1,0 9 0,6 8-224,0 10 0,2 11 0,4 4 0,4 3 141,-1 3 1,7 2 0,-5 0 698,5-4 0,9 4 0,2-6 0</inkml:trace>
  <inkml:trace contextRef="#ctx0" brushRef="#br0" timeOffset="2601">4663 348 9959,'0'-10'2168,"-5"4"0,-1 14-1678,2 9 0,0 3 0,0 9 0,-2 4-180,2 6 1,1 3 0,-1 7 0,-2-3-518,2 3 0,2-5 1,2 1-1,0-2-574,0-4 0,0-10 1,2-6-542,4-4 1,4-11-194,7-8 1515,-7-8 0,-3-25 0,-7-3 0</inkml:trace>
  <inkml:trace contextRef="#ctx0" brushRef="#br0" timeOffset="3164">5100 452 9094,'0'-9'1118,"-6"3"1,0 12-1,3 5-498,1 5 1,0 3 0,-2 4 0,-2 7-100,2 3 0,2 1 1,0 1-1,-2 0-287,-1 0 1,-1 4 0,6-2 0,0-6 72,0-4 0,0-4 1,0-5-369,0-1 0,7-9 1,3-8-676,0-10 1,3-7-1,-7-4 1,0-5 215,2-1 0,-6-2 1,4-6-1,-4 0 258,-2 0 1,-6-5 0,-2-1-1,0 2 243,0 2 0,-3 2 0,3 0 0,0 2 433,1 4 0,1 4-121,6 8 1,0 3 0,2 8-105,3 12 0,5 9 1,8 7-1,1 3 153,4 2 1,-3 2 0,5 6 0,-2 0-103,1 0 1,5 0-1,-4 0 1,0-2-234,0-4 1,4 2 0,-5-8-1,-3-1-211,-2-3 1,-1-9 0,-1-4 9,1-4 1,-3-4 0,-3-4-1,-4-8 3,0-7 1,-7 1 0,7-5 0,-2 0 200,0-4 1,2 2 0,-4-2 0,1 0-30,-1 1 0,4-5 1,-2 4-1,-2-4-129,-2-2 0,0 0 1,1 1-1,3-1-527,-2 0 0,-2 7 0,-2 5 675,0 4 0,0 1 0,0 1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0:25.424"/>
    </inkml:context>
    <inkml:brush xml:id="br0">
      <inkml:brushProperty name="width" value="0.17143" units="cm"/>
      <inkml:brushProperty name="height" value="0.17143" units="cm"/>
    </inkml:brush>
    <inkml:brush xml:id="br1">
      <inkml:brushProperty name="width" value="0.22857" units="cm"/>
      <inkml:brushProperty name="height" value="0.22857" units="cm"/>
    </inkml:brush>
  </inkml:definitions>
  <inkml:trace contextRef="#ctx0" brushRef="#br0">559 70 8952,'0'-18'707,"0"1"0,0 5 0,-2 3-66,-4 1 0,3 2 1,-7 8-1,0 4 6,1 5 0,3 13 1,-4 7-1,0 8-322,1 7 0,5 7 0,-2 3 1,4 4-435,2 2 1,0-6-1,0 4 1,0-1-73,0-1 0,8-8 0,3-9 0,3-6-1369,-2-6 0,3-6 0,-3-9 1550,3-2 0,3-16 0,-1 2 0</inkml:trace>
  <inkml:trace contextRef="#ctx0" brushRef="#br1" timeOffset="217">18 245 9738,'0'-18'-164,"-2"1"0,-2-1 1336,-2 1 1,0-1 0,6 1-141,0-1 0,10 1 0,8 1 0,9 3-508,6 1 1,7 8 0,3-2-1,4 4-512,7 2 0,0-5 0,10-1 0,0 2-712,-1 2 0,4 2 1,-2 0-1,2 0-1916,3 0 0,-13 0 2617,-5 0 1,-11 0 0,1 0 0</inkml:trace>
  <inkml:trace contextRef="#ctx0" brushRef="#br0" timeOffset="701">1170 157 8484,'0'-17'1930,"0"9"1,0 10-1307,0 13 1,0 11-1,0 11 1,0 5-421,0 11 1,0 1-1,0 10 1,0 0-259,0-2 0,0 6 0,0-8 0,0-2-25,0-5 1,6-18 0,2-2 0,2-8-196,3-10 0,3-5 0,3-10 0,3-4 40,1-7 0,2-3 0,-4-13 0,3 0-66,-3 0 0,-1-1 1,-3-3-1,2 2-183,5-2 1,-11 4 0,5 0 218,-3 2 1,-1 1 268,-3 7 1,-3 9 0,-8 8 364,0 10 0,0 13 1,2 6-1,2 4 7,2 2 0,2 0 1,-3 0-1,7-2-230,4-4 0,3 2 1,4-8-1,6-3-222,4-7 0,10 1 1,4-8-1,3-4-178,3-6 0,5-8 0,0-9 0,-4-4-151,-5-3 1,-12 7-1,-10-2 1,-2 1-371,-4-1 0,-9 10 1,-6-5 161,-4 3 1,-10 1 0,-4 2 611,-3 7 0,3 3 0,1 2 0,-1 0 0,-6 0 0</inkml:trace>
  <inkml:trace contextRef="#ctx0" brushRef="#br0" timeOffset="984">2236 646 8264,'6'-11'479,"-1"-1"1,1 6 1292,-6-6 0,0 7 126,0-7-983,0 8-659,0-4-569,0 8 174,-7 0 0,-3 0 0,-8 0 224,1 0 1,-1 2-1,1 4 337,-1 6 1,3-3 0,3 3-1,7 4-17,3 5 1,2-2-1,2 7 1,5-3-237,11 0 0,15 0 0,17-5 0,14-3-298,18-3 0,-33-8 0,3-2 0,6-4 0,2-2 0,1-1 0,0-2-2375,1 1 0,-2-3 2341,1-3 0,-3-1 0,-9 0 0,-1-1 0,-1-4 0,1 1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0:23.8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53 164 8315,'-18'0'2650,"1"0"-912,7 0-1286,2 0 0,24-2 1,5-4-174,4-6 1,8-3-1,-4-3 1,6 1-121,6-1 0,-4 7 1,4-1-1,-4 1-336,-3 1 1,1 2 0,-2 8 0,-2 0-64,-1 0 0,-11 8 1,0 5-1,-7 9 205,-4 7 1,-4 6 0,-12 6 0,-8 5 120,-5 5 1,-16 7 0,2 0 0,-4-2-13,-3-1 1,5-9 0,-4 1 0,4-3 94,2-5 0,8 0 0,4-18 0,5-3 190,7-5-315,3-9 1,10 4 0,4-8 0,5 0-8,5 0 0,9 0 1,4 0-1,6 0-489,6 0 0,-2 0 0,5 0 0,1 0-471,0 0 0,-1-6 0,5 0 1,-3 2-2102,3 3 3024,-6 1 0,-1-8 0,-7-2 0</inkml:trace>
  <inkml:trace contextRef="#ctx0" brushRef="#br0" timeOffset="283">1153 758 15096,'-10'0'-1226,"2"0"1,8 7 0,0 3 0</inkml:trace>
  <inkml:trace contextRef="#ctx0" brushRef="#br0" timeOffset="783">1816 443 8228,'-17'0'2250,"5"0"1074,1 0-2851,7 0 1,-2-2 0,14-4 0,7-5-283,7-5 0,15-1 0,-3-3 0,3-3-78,0-6 1,4-2-1,2-2 1,-1 0-132,1-4 0,-2 0 0,-6 6 0,-2 2-521,-4-2 0,-4 6-155,-8 2 0,-7 15 487,-4 14 0,-12 11 0,-5 20 1,-5 4 465,-1 5 0,5 7 0,2 3 0,2 2 184,5-2 0,-5-1 0,2-1 0,2 2-151,2 3 1,4-9-1,4-11 1,4-8-995,-1-8 1,7-3 0,-5-5-1,5-3-4127,1-6 4829,1-12 0,-1-4 0,1-7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1:42.133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175 175 7190,'6'-12'-153,"-1"1"1,1-1 749,-6-6 1,0 7 589,0-1 14,0 8 310,0-11-8,0 13-943,0-6 0,0 24-293,0 7 0,0 8 0,0 6 1,0 4-210,0 5 1,2 10-1,2 5 1,2 1-328,-2 4 1,-2 2-1,-2 1 1,0-1-115,0-4 0,0-5 1,0-13-1,0-7-1736,0-8 1507,7-6 0,-5-17 0,4-8 1,-4-10-87,-2-5 0,0-5 1,-2-1 697,-4-2 0,-3-16 0,-9 2 0</inkml:trace>
  <inkml:trace contextRef="#ctx0" brushRef="#br0" timeOffset="383">18 88 7575,'-6'-12'796,"0"0"0,0 6-370,6-5 0,2 1 1,4-2-1,6 7-119,3 3 0,10 0 1,4-2-1,6-2-107,6 2 1,-2 2 0,7 2 0,3 0-136,1 0 0,9 0 1,-1 0-1,-4 0-323,-5 0 0,-1 0 0,-7 0 1,-4 0-1185,-6 0 1442,-6 0 0,-7 8 0,-1 2 0</inkml:trace>
  <inkml:trace contextRef="#ctx0" brushRef="#br0" timeOffset="683">105 577 11871,'25'0'578,"-3"-2"0,7-4 0,4-4-662,5 0 0,7-5 0,7 3 0,1-3-384,-1-3 0,-1 3 0,-5 1 0,-5 2 468,-4-1 0,-2-3 0,0-1 0</inkml:trace>
  <inkml:trace contextRef="#ctx0" brushRef="#br0" timeOffset="1083">769 664 8140,'7'-10'1375,"5"4"0,-2 4 1,1 2-1202,3 0 0,1 0 0,3 0 0,-1 0-286,1 0 1,-1 0 0,1 0 0,1-2-238,4-3 1,-3 1-1,3-8 1,-5-1-102,-7-3 1,3-1 0,-8-1 32,-2 1 0,-4-1 1,-8 3 485,-10 3 0,-1 6 0,-10 12 0,0 6 138,2 3 0,-5 10 0,7 5 1,0 1 8,0-2 1,7 4 0,9-4-1,1 2-10,4-2 0,4 2 0,6-8 0,7-1-156,9-3 0,11-3 0,9-5 0,3-5-290,4-4 1,1-10 0,0-3 0,-1-5-491,-2-1 0,-5-1 0,1-1 1,-10-3 729,-6-1 0,4 0 0,-4 5 0</inkml:trace>
  <inkml:trace contextRef="#ctx0" brushRef="#br0" timeOffset="1533">1712 577 7720,'-8'-18'362,"4"6"207,-8 1 0,1 1 0,-7-2 20,1 7 1,5 3 0,1 2-753,-3 0 1,-2 2 0,-1 2 0,-1 3-63,1 3 1,1 2 0,3 5 0,1 1 158,-1-1 1,-1 6 0,1 1 0,3-3 167,2-2 1,2 5 0,6-1 0,0-2 40,0-1 1,2-5 0,4-3 0,6-6-28,3-4 0,10-2 0,4 0 1,4-2-186,2-4 0,-2-6 1,-2-9-1,-3-2-76,-3 1 1,2-3-1,-8 2 1,-3 1 29,-1 3 1,-5 1 226,2 1 1,-10 2 0,-2 5 39,-10 10 1,-4 10 0,1 11-1,3 4-180,2 2 1,3 0 0,5 4 0,2-3-157,3-3 0,5 4 0,8-6 1,1-1-79,4-3 1,-1-7 0,7-3-1,2-1-257,2-4 1,2-4 0,-2-6-1,-2-5 519,-2-5 0,-8-1 0,12-9 0,-6-1 0</inkml:trace>
  <inkml:trace contextRef="#ctx0" brushRef="#br0" timeOffset="1833">2253 175 7738,'0'-18'143,"0"7"1,-2 1 0,-2 0 1657,-2 1-1140,1 5 0,5-2 0,0 14 1,0 9-695,0 10 1,0 8 0,0 6 0,0 6-96,0 3 1,0 8 0,0 2 0,0 3 1,0 3 1,0-6 0,0-2 0,0-6-17,0-5 1,0-4 0,2-9-341,3 1 0,5-15-28,8-9 1,-3-16-1,-3-11 1,-7-7 54,-3-4 0,-2-2 0,-2-6 0,-1 0 455,-3 0 0,-16 0 0,3 0 0</inkml:trace>
  <inkml:trace contextRef="#ctx0" brushRef="#br0" timeOffset="1984">2043 489 7738,'0'10'2650,"2"0"-2140,4-5 1,-2-3 0,8 4 0,3-4-345,7-2 0,3 0 1,6-2-1,-2-2-625,2-1 0,2-9 1,2 2-1,-2-1-236,-4 1 1,2-3 0,-8 3 694,-1-4 0,5-1 0,0-1 0</inkml:trace>
  <inkml:trace contextRef="#ctx0" brushRef="#br0" timeOffset="2333">2655 542 7738,'0'-12'416,"0"0"0,-2 1 621,-4 1 0,4 0-114,-4 4-736,4 5 1,2-5 0,-2 12 0,-2 5-233,-1 5 1,-1 7 0,6 2 0,0 2 69,0 4 0,0-3 0,2-1 1,2 0 40,1 0 1,9-6 0,-2 3 0,3-7-67,3-5 1,7-4 0,2-8 0,2-2 14,0-4 0,0-6 0,6-11 1,-2-6 5,-4-4 0,2-2 0,-9 0 0,-5 0-141,-3 0 1,-10 0 0,2 2 0,-5 4-98,-1 6 1,-7 5 0,-5 7 0,-3 5-103,-3 4 1,1 6 0,-1 6 0,3 9-435,3 6 1,-2-2 0,9 5 0,1-1 752,2 0 0,2-6 0,8 12 0,1-6 0</inkml:trace>
  <inkml:trace contextRef="#ctx0" brushRef="#br0" timeOffset="2700">3283 402 12400,'0'17'412,"6"1"0,0-1 0,0 3-301,2 3 1,-6-2 0,5 8 0,-1 3 24,0 0 1,6 1-1,-7-3 1,-1-7-168,-2-4 1,4-1-1,0-1-49,-2 1 0,4-11 1,-3-7-1,-1-9-12,-2-7 0,4-3 0,0-4 0,-2-7 25,-2-3 1,0-2-1,2 3 1,1 0-1,-1 3 0,0 6 1,0-4-1,4 0-167,1 0 1,-3 11 0,6-1 0,1 3-255,3 4 1,3-3 0,3 7 0,3 2 144,2 2 1,2 2 0,4 2 0,-2 2-372,-2 2 0,1 5 1,2-5 713,-2-2 0,3-2 0,-6-2 0</inkml:trace>
  <inkml:trace contextRef="#ctx0" brushRef="#br0" timeOffset="3083">3842 507 8076,'10'0'3524,"0"0"-3173,-4 0 0,3 0 1,9 0-1,-1-2-228,1-4 0,-1 4 0,1-4 0,-1 4-79,0 2 1,1-6 0,-1-1-376,1-3 0,-3 4 1,-1-4-1,-4 1-594,-3-1 1,-1-2 809,-6-5 0,0 5 0,-2 3 0,-4 1 112,-5 4 0,-7 4 0,-3 6 0,-2 5 311,1 5 0,3 1 0,2 3 0,1 3 27,4 6 1,-1-2 0,7 1 0,2-1-208,2 0 1,4-6-1,4 2 1,7-3-209,9-3 0,5-1 0,10-4 0,2-7-340,1-3 0,7-6 1,-6-5-1,-2-9-306,-3-1 1,-1-6 0,0 1 0,-2 1 725,-4-2 0,-3-2 0,-9-8 0</inkml:trace>
  <inkml:trace contextRef="#ctx0" brushRef="#br0" timeOffset="3449">4681 297 7691,'7'-17'1203,"-5"-1"376,4 1 1,-6 1-1302,-6 5 1,2 3 0,-7 8-301,-3 0 0,4 0 1,1 2-1,-1 4-107,0 5 1,5-1-1,-5 2 1,2 1 74,4 3 0,-4 1 0,3 1 177,1-1 0,2 1 1,2-1-1,0 0 90,0 1 1,8-1 0,3-1 0,5-3-183,1-1 1,3-2 0,1 3 0,4-1-145,2 2 1,-3-5-1,3 3 1,-2 0-46,-4-3 1,-1 5-1,-5-6 139,-3 1 1,-8 3-1,-14 4-165,-7-5 0,-14 5 0,-4-7 0,-8 3-357,-2 0 0,3-3 1,7 5-1,0-2 541,0 1 0,0 3 0,0 1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1:49.516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228 349 7939,'0'-17'287,"0"5"279,0 1-148,0 7 441,0-4-583,0 8 1,0 16-1,0 5 1,0 6-280,0 2 1,0 0-1,0 8 1,0 4 45,0 5 1,0 5 0,0 3 0,0 4 26,0 6 0,0 6 1,0 2-1,0 0 34,0-4 1,0-8-1,0 2 1,2 0-27,4 0 0,-2-7 0,5-1 0,-1-6-59,-4 1 1,6 1 0,-1 3-1,1-1 43,-4 1 0,2-1 1,-3 2-1,-1 5 42,-2 5 0,-2-2 0,0 2 0,0 0-13,0-2 0,0 8 0,-2-2 0,-2 5-7,-1 1 0,-1-2 0,6-2 0,0 2-34,0 3 0,-2 3 0,-2 3 0,-2-5-40,2-4 1,2 3-1,2 1 1,0-2-34,0-2 1,0-4 0,0-2 0,0-2 11,0 2 1,0 0 0,0 0 0,0-2-43,0 2 1,6 1-1,2 3 1,0 0-22,-1 0 1,5 0 0,-6 2-1,-2 3 9,-2 7 0,4-4 0,-1-1 1,-1 1-24,-2 3 1,-2 5-1,-2-1 1,-2-2 85,-1-1 1,-7-6 0,4 3 0,0 1 43,1-1 1,-7 1-1,4 1 1,1-3-36,3 0 0,-2-3 0,2 9 0,2 1-19,2-1 0,-3-7 0,-1 5 1,2 3 3,2 6 0,2-7 0,0 3 0,0-2-47,0 1 1,0 3 0,0 2 0,2 2-29,4-1 0,1-3 0,5-2 0,-4 0 56,0 1 0,-6-11 1,3-5-1,-3-8 324,-2-4 1,-7 1-1,-5-5 1,-4 2 119,-1-2 0,-3 4 0,-1-1 0,-4-1-120,-2 2 1,5 0 0,-3 6 0,2-4-118,0-2 1,5 8 0,8 0 0,3 6-168,3 0 1,2-4-1,2-2 1,0-1-125,0 5 0,2 2 0,2-4 1,2 0 37,-3 0 1,5-6 0,-2-2 0,-2-2 66,-2-4 1,-2-4-1,0-5 1,0-4-54,0-1 1,0-12 0,0 1 0,0-6-541,0-2 1,2 0-480,4-5 1,-3-8-1,9-7-819,2-6 1897,-7-7 0,9-23 0,-6-4 0</inkml:trace>
  <inkml:trace contextRef="#ctx0" brushRef="#br0" timeOffset="1417">455 105 7648,'-18'-10'936,"9"2"0,1 10-833,8 4 0,8-4 0,3 6 0,5-2 98,1 0 1,3-1-1,1-5 1,4 0-65,3 0 0,1-2 1,6-3-1,1-7-33,5-4 1,6 1-1,11 1 1,6 3-4,4-3 0,10 4 0,3 1 0,2 1-128,-1 4 0,3 2 1,-3 4-1,3 4-56,3 6 0,-11 1 1,-7 1-1,-10-3-1,-5 3 1,-1-6 0,0-1 0,-1-1 146,-9 0 0,-3 0 0,0-6 0,5 0 16,5 0 1,1 0-1,1 0 1,1 0-21,4 0 1,4 0 0,8 0 0,-2 2-83,-4 4 1,4 3 0,-4 9 0,4-1-63,2 1 1,-6-1-1,-2 1 1,-2-1-22,-4 1 0,1-3 0,-3-1 0,0-5 48,-3-1 1,-5-2-1,3-6 1,-3 0 54,3 0 0,-5 0 0,1 0 0,0 0 29,-1 0 1,3 0 0,5-2 0,-1-2 17,-5-2 0,5 1 1,-5 5-1,5 0-88,1 0 0,1 5 1,-1 1-1,-2-2-57,-3-2 1,3-2 0,-5 0-1,0 0 44,-5 0 0,-5 0 0,-4 0 0,-3 0 11,-3 0 1,-2 0 0,-5-2 47,-1-4 92,-7 4 0,-2 2 0,-8 12 0,0 5 129,0 7 0,-8-1 0,-2 10 0,-2 6-114,1 3 1,5 5 0,-4 5 0,1 3-17,-1 3 1,4-2-1,-4 8 1,3 2 45,3 2 1,-4 2 0,2 0-1,2 0 49,2 0 1,2 7-1,0 5 1,0 3-68,0 2 0,0 3 0,0 1 0,0 6-91,0-46 0,0 1 1,0-2-1,0 1 0,1 4 1,0 0-1,1-1 1,0-1-74,1-1 0,0 1 1,0 3-1,0 0 0,-3 2 1,-2-1-1,0 0 0,-2 0 28,-1-1 0,-2-1 0,1-2 1,-1-1-1,-1-2 0,0 1 1,1-2-1,-1 1 69,-2 0 1,0 0 0,-9 47-1,5 2 1,8-48 0,1-1 0,-2 1 1,0 1 0,2 5 0,0 1 0,0 1 0,-1 0 0,0 2 0,0 0-54,1-1 0,0 1 0,-2 0 0,1 2 0,2 1 0,0 2 0,0 0 0,0 2-130,1 3 1,-1-1-1,-2-3 1,0 0-1,2 3 1,2 0-1,0-1 1,0 0 105,1 0 0,0 0 0,-1-2 0,-2-1 0,2-1 0,-1-2 1,0-2-1,0-1-35,-1-5 1,0-2-1,3-1 1,0-1 0,-2 2-1,0-1 1,2 0 0,0 1 96,1-1 0,0 1 0,0-1 0,-2 0 0,1 1 0,-2-1 0,1 1 0,-1-1 43,0 0 1,2 1 0,0 1 0,0 0 0,1 2-1,0 1 1,0 1 0,0 0-59,0-1 1,0-1 0,0 2 0,0 0-1,1 0 1,0 1 0,1 2 0,0 0-112,0 3 0,1 0 0,1-4 1,-2-1-1,-1 1 0,-2 0 1,2-3-1,0 0 10,2-2 0,0-1 1,-2-1-1,0 1 0,2-2 1,0 1-1,-2-2 0,0 0 11,-1 48 1,0-9-1,0-11 1,-2 1 60,-4-1 0,4-7 1,-4 0-1,4-8 36,2-4 1,-2 0 0,-2-4 0,-1 3-28,1-3 0,2 0 1,2 1-1,0 3-64,0 2 1,0 0 0,0 0 0,0-10 149,0-9 0,-2-8 0,-2-6-991,-2-6-1435,0-11 1807,6-4 1,2-6 0,2 4 527,2 5 0,8 12 0,-5 5 0</inkml:trace>
  <inkml:trace contextRef="#ctx0" brushRef="#br0" timeOffset="2317">245 9955 7671,'0'-18'572,"0"1"-673,0-1 0,0 1 0,0-1 92,0 1 1,0 5-1,2 3 154,4 1 1,6 0 0,9 4 0,4-2 3,3 2 0,1 3 0,7 1 0,5 0-43,6 0 0,5 0 0,6 0 0,6 0-36,4 0 1,8 0-1,0 0 1,-1 0-72,3 0 1,-4 0-1,5 0 1,-3 0-36,-8 0 0,2 1 0,-6 3 0,4 4-9,2 2 1,-6 0 0,-2 1 0,0-5 86,0-4 0,-4-2 0,4 0 0,-2-4 68,-3-8 0,-3 3 1,-2-11-1,3 7-46,3-1 0,2 6 1,6 3-1,-4 3-28,-2 2 1,6 0 0,-4 0 0,0 2-74,-3 3 0,-11-3 0,-3 6 0,-1-2-128,1 0 1,-4 0 0,3-6 0,-1 0 91,-4 0 0,-2 0 1,0 0-1,2 0 63,1 0 1,1 0 0,-8 0 0,-2 0 15,-2 0 0,4-2 0,4-2 0,-4-2 25,0 2 0,2 2 1,4 2-1,3 0-33,3 0 0,-6-6 1,4 0-1,-3 3-57,1 1 0,0 2 0,-8 0 0,-4 0 20,-6 0 0,-3 0 0,-3 0 0,0 0-62,1 0 0,-1 0 0,1 0 1,-1 0-117,1 0 1,-1-6 0,1-2 0,1 0-261,4 1 0,-1-5 477,7 6 0,0-8 0,6 5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1:52.980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280 105 7603,'12'0'-467,"-1"0"0,-5 0 2524,6 0-886,-8 0-500,4 0 0,-8 2-391,0 4 0,0-2 0,0 7 0,0 3-45,0 2 0,0 3 0,0 4 1,0 8-269,0 8 0,0 6 0,0 5 0,1-1-488,5-3 0,-2 1 1,6 5-1,0-3-299,-1-9 1,1-1 0,4-17 105,-3-7 1,-7-7 0,2-16 713,-4-9 0,-2-9 0,0-8 0</inkml:trace>
  <inkml:trace contextRef="#ctx0" brushRef="#br0" timeOffset="200">1 88 8086,'0'-18'1658,"0"1"0,2 7-1406,3 4 1,11-2 0,9 3-1,2 1-562,4 2 0,2 0 1,4-2-1,2-2-182,2 2 1,5 2 0,-5 2 0,0 0-1486,2 0 1977,-7 8 0,7-6 0,-8 6 0</inkml:trace>
  <inkml:trace contextRef="#ctx0" brushRef="#br0" timeOffset="668">909 332 9259,'10'-8'3699,"-3"6"-3741,-7-5 0,-2 7-125,-3 0 1,-5 0 0,-10 0 0,-1 0-101,-2 0 1,0 2-1,3 3 1,-1 7 72,-2 4 0,-1 1 0,7 3 1,-1 1 188,1 2 0,7 2 1,4-3-1,4 1 116,2-2 0,2-1 0,6-5 0,10-1 68,9-3 0,0-7 0,2 2 0,2-6-90,2-6 1,-4 2 0,-2-7 0,-1-3 21,-5-1 0,-4 3 0,-3 0-120,-2-1 0,-9 3-587,3-1 203,-4 7 0,-2-2 0,0 12-55,0 5 0,0 5 1,2-1 59,4-3 0,-2 2 0,9-7 1,5 1 44,3 0 1,4-2-1,-3-6 1,3 0 342,2 0 0,2 0 0,6 0 0</inkml:trace>
  <inkml:trace contextRef="#ctx0" brushRef="#br0" timeOffset="1069">1503 367 7784,'0'-17'2081,"0"-1"1,0 1-1716,0-1 1,0 7-1,-2 1-325,-4 2 1,-4 2-1,-7 6 1,-1 0-9,1 0 0,-1 0 1,1 0-1,-1 2-302,1 4 0,5 2 0,3 5 0,1-1-90,4 2 1,2 1 0,4 3 309,4-1 0,3-1 0,9-3 0,1-3 48,5-2 0,-5 5 0,6-1 1,-1 3 9,-1 3 1,0-6 0,-5-1 0,-3 3 47,-3 1 1,1 3 0,-7-1 0,-2 1 67,-2-1 0,-4 1 1,-4-1-1,-7-1-201,-9-5 0,1 3 0,-6-8 0,0-2-188,-1-3 0,5-1 0,-4 0 1,4-1-369,7-5 0,1 2 0,9-8 1,2-1-1321,2-3 1952,2-1 0,8-1 0,1 1 0</inkml:trace>
  <inkml:trace contextRef="#ctx0" brushRef="#br0" timeOffset="1450">1834 332 7593,'10'-8'1420,"0"5"832,-4-9-1787,-4 8 0,7-2 1,-5 12-157,2 6 0,0 5 0,-6 4 0,0 3-78,0-3 0,0 6 0,0 0 0,0 3-125,0-1 1,0-2 0,0 4 0,0-4-158,0-2 0,0-1-92,0-7 1,8-7 0,3-6-17,5-8 0,-5-6 0,1-7 0,0-3 6,-3-3 1,7 3-1,-4-5 1,3 2 27,3 0 0,-1-3 1,1 5-1,-1-2-189,0 1 0,1 3 0,-1 2-822,1-1 0,-1 6-21,1 1 0,-7 7 1157,1-2 0,-8 12 0,4 4 0</inkml:trace>
  <inkml:trace contextRef="#ctx0" brushRef="#br0" timeOffset="1652">1974 542 9200,'18'0'1462,"-1"0"0,1 0-983,-1 0 0,1 6 1,-1 1-1,0 1-739,1 0 1,-1 0-1,1-5 1,-1 5-930,1 2 1,-1-6 1188,1 2 0,-1 3 0,1 1 0</inkml:trace>
  <inkml:trace contextRef="#ctx0" brushRef="#br0" timeOffset="2119">2743 280 10978,'11'0'1469,"1"-2"-1339,1-4 0,3 2 0,1-6 0,1 1-83,-1-1 1,1 4-1,-1-5 1,3-3-197,3-2 0,-4 1 1,5 1-1,-7 3 26,-5-3 0,3 6 0,-5 1-132,0-1 1,3 8 0,-7 0 313,-2 10 1,-2 5 0,-2 4 0,0 5 100,0 5 1,-2 6 0,-2 4 0,-2 1-52,2-1 1,3 4-1,1-2 1,0-3-279,0-1 0,0-4 0,0-2 1,1-4-2148,5-1 2316,-4-3 0,14-6 0,-7 1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1:57.382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0 53 6790,'0'-17'2387,"0"5"-1653,0 0 70,0 8 192,0-3-483,0 7 1,8 0-241,4 0 1,3 2 0,3 1 0,1 3-154,5-2 0,3 4 1,10-2-1,1-2-217,3-2 0,13-2 0,-1 0 0,3 0 0,4 0 0,-3 0 1,5 0-1,-2 0-222,-4 0 1,-4 0-1,-1 0 1,-3 0-12,1 0 0,-1 0 1,-9 0-1,2 0 158,-2 0 0,4-2 0,-1-2 0,1-2 299,0 2 1,5-4 0,-3 2 0,1 3 193,1 1 0,-8 2 0,3 0 0,-1 0-190,0 0 1,5 7 0,-5 3-1,0 2-290,2-1 1,-7-1 0,7 4 0,-2-5-136,0-1 0,1-2 0,-3-6 0,2 0 175,-2 0 0,-2 0 0,-2 0 0,-1-2 180,1-4 1,-5 2 0,-1-5 0,2-1 128,2 0 0,-4 6 1,0-1-1,0 3-104,-2 2 0,10 0 1,-6 0-1,0 0-128,2 0 0,-2 0 0,0 0 0,-2 2-73,2 3 0,2-1 0,2 6 0,0-2 28,0-4 0,0 3 1,-2-1-1,-2-2-127,-2-2 1,-6-2 0,7 0-1,-1 0-376,-2 0 1,4 0-1,-8 0 590,-1 0 0,-3-8 0,-2-2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2:01.814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9 105 8217,'0'-17'1126,"0"-1"1,-2 9-727,-4 3 1,6 4-37,0 2 1,8 0 0,9 0 0,3 0-31,3 0 0,6 0 0,10 0 0,5 0-145,7 0 0,5 0 0,16 0 0,2 0-201,1 0 0,9 0 0,-3 0 1,5 0-201,1 0 0,-2 0 1,-3 0-1,-7 0-1,-3 0 1,-8 0 0,-2 0 0,1 0 186,-1 0 0,-6 0 0,4 0 0,0 0 112,4 0 1,-2-6 0,2 0 0,2 2-41,2 3 0,2-5 0,-2 0 1,-4 0-62,-6-2 0,-3 6 1,-5-3-1,-1 3-60,-3 2 0,-5 0 1,4 2-1,-3 1-19,-3 3 0,0 8 0,0-4 0,3 1 36,3 1 1,-4-6 0,5 3 0,3-1-78,1-4 0,-3-2 1,-3-2-1,-1 0-254,-4 0 0,-4-6 0,-4-2-832,-2-1 1,-15 3 1220,-3-6 0,-7 1 0,-4-7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2:02.215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0 36 8889,'0'-18'460,"0"9"-460,0 1 0,8 8 0,2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2:02.398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 0 8826,'9'2'5107,"-3"4"-5518,-4-4 0,0 8-3431,4-5 3842,-4-3 0,6 6 0,-8-8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2:02.581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 92 7860,'9'-8'1185,"-3"-3"1,2 1-1,0-2 193,1-1 1,-5 3 0,4 0-1595,0 2 1,-6-1-602,3 9 817,-3 4 0,-2 21 0,0 2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1:57.981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280 158 8085,'0'-17'142,"0"-1"482,0 1 1,0 5 669,0 0-894,0 9 1,0-3-1,0 13-55,0 11 0,6 1 0,0 10 0,-2 4-81,-2 6 1,3 6 0,1 5 0,-2-1-286,-2-3 0,4 1 0,0 7 0,-2 1-189,-2-3 1,-2-3-1,1-15 1,3-1-2621,2-3 1927,0-5 0,-4-23 0,2-8 0,2-8 903,-2-3 0,-10-8 0,-4-3 0</inkml:trace>
  <inkml:trace contextRef="#ctx0" brushRef="#br0" timeOffset="234">1 123 9002,'2'-15'470,"3"3"0,-3 2 1,6 6-101,0-1 0,2-7 1,7 6-1,3 0-196,3-1 1,0 5 0,10-4 0,6 4-251,4 2 0,3-6 0,7 0 1,-1 2-403,0 2 0,8-3 0,3-1 0,-1 2-570,-4 2 1,-6 2 0,-5 0 1047,-6 0 0,-5 0 0,-1 0 0</inkml:trace>
  <inkml:trace contextRef="#ctx0" brushRef="#br0" timeOffset="751">979 455 7330,'17'0'-303,"1"0"3576,-1 0-2458,-7 0 1,-2-2-609,-8-4 0,-2-4 1,-4-7-200,-6 0 1,-3 5-1,-3 2 1,-1 2-121,-5 5 1,3 1 0,-8 2 0,-2 0-42,-2 0 1,4 2-1,2 3 1,2 9 110,3 7 0,-1 1 0,3 7 1,5 2 141,-1 2 0,9 2 0,1-2 1,6-2-51,6-2 0,5-8 0,11 1 1,3-9-43,2-7 0,2-4 0,6-2 0,0-4-88,0-8 1,-6 1 0,-2-14 0,-2-1-61,-3-3 0,-5 2 0,-3 0 0,-4 0-61,-3 0 1,-1 5 0,-6-1 0,0 3 159,0 3 1,-2 7 7,-4 5 1,-3 10 0,-7 7 0,4 5 92,7 7 1,-3 3 0,2 8-1,2 0-35,2 0 0,4-6 1,4 0-1,6 0-74,3-2 1,10-4-1,5-9 1,3-4-145,1-3 1,1-3 0,0-9 0,0-7-363,0-4 1,-2-9-1,-4-2 1,-5-2 554,-5 0 0,-2 0 0,1-6 0</inkml:trace>
  <inkml:trace contextRef="#ctx0" brushRef="#br0" timeOffset="1151">1642 403 8034,'0'-18'511,"0"1"1,0-1 496,0 1 1,0-1-626,0 1 1,-7 5 0,-5 2-396,-4 3 1,5 1 0,-1 6 0,-1 0-68,-3 0 1,-1 8-1,-1 1 1,1 3-67,-1 0 0,7-1 0,1 7 1,2-1 72,4 1 1,2-7 0,2 1 0,0 2 120,0 1 1,2 2 0,4 1 0,6-3 16,3-3 0,5 4 0,1-5 1,2 3-122,-1-2 0,-3 3 0,-2-3 0,1 3-40,-1 3 1,-1-1-1,-4 1 87,-7-1 1,-3 1 0,-4-1 0,-3-1-19,-7-5 0,-6 3 1,-5-8-1,-4-1-83,0 3 1,-4-6 0,7 4 0,3-6-333,2-6 0,3 2 0,3-5 0,3-1-231,2 0 0,2-2 672,6-5 0,0 0 0,0-1 0</inkml:trace>
  <inkml:trace contextRef="#ctx0" brushRef="#br0" timeOffset="1567">1922 385 8034,'0'-10'1915,"2"3"-1192,4 7 1,-5 2-1,5 3-329,-4 7 1,-2 4 0,2 1 0,2 2-190,2 5 1,0-3 0,-6 6 0,0 0-152,0 1 1,0-7 0,0 2 0,0-3-39,0-3 0,0 1-776,0-1 411,7-7 1,-5-10 0,6-12 280,0-3 1,-4-3 0,6 1 0,-1-1 43,1 1 1,-4 5-1,3 0 1,1 1-28,0 1 1,0-5 0,3 3 0,-1-2-119,1 3 0,3-5 0,1 4 1,1-3-499,-1-3 1,-5 1 0,0 0-24,1-1 0,-5 6 0,0 3 690,-1 1 0,-5-6 0,6 5 0</inkml:trace>
  <inkml:trace contextRef="#ctx0" brushRef="#br0" timeOffset="1801">2062 612 7904,'9'0'3590,"1"-6"-2879,-4 0 1,-2 1 0,7 5-531,3 0 1,1 7-1,3 3-376,-1 0 1,1 3-1,-1-5 1,3 0-756,3 0 1,-4 3 949,5-5 0,3 8 0,0-5 0</inkml:trace>
  <inkml:trace contextRef="#ctx0" brushRef="#br0" timeOffset="2650">2760 385 8034,'0'-17'376,"-2"1"404,-4 4 0,4-3-253,-3 3 1,3-3-1,4-1-65,3 5 0,-1-5 0,8 6 48,1 1 1,-3-5-1,2 6 1,1 1-125,3-1 0,1-4 1,1 6-1,-1 2-306,1 3 1,1 1 0,3 0 0,1 0-30,-2 0 1,-1 1 0,-3 3-1,-1 4-205,-5 2 0,3 1 0,-8 7 0,-3 1-21,-1 5 1,-2-3 0,-2 8-1,-3 2 267,-7 2 0,-3 2 1,-3 0-1,1 0 103,-1 0 1,1 0-1,-1-2 1,1-2-23,-1-2 0,9-8 0,3 3 0,4-5-61,2-2 0,2-7 0,5-4 0,11-4-217,9-2 0,8-2 1,4-4-1,4-4-477,1 1 1,1-7 0,3 6 0,-3 1-374,-2 3 1,-8 4-1,-8 2 1,0 0 954,0 0 0,-6 0 0,5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2:07.664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34 141 8037,'-18'0'1646,"9"7"0,3-5-1263,12 4 1,5-4 0,12-2 0,7 0-201,3 0 0,1 0 0,3 0 0,2 0-179,2 0 0,7 0 0,1 0 1,5 0-658,4 0 1,1 6 0,-7 2-1,0-1-2894,1 1 3547,-1-2 0,1-6 0,-1 0 0</inkml:trace>
  <inkml:trace contextRef="#ctx0" brushRef="#br0" timeOffset="500">855 36 8572,'-10'-8'1823,"2"4"-1106,8-7 0,2 7 1,4-2-315,5 4 1,5 2 0,3 0-1,5 0-213,5 0 1,4 6-1,2 0 1,2-3-66,3-1 0,-1 4 0,6 0 1,-3 0-283,-3 2 0,-2-1 1,-2 7-1,-2-2-310,-4 1 1,-4 3 0,-9 1 265,-4 1 0,-7-1 0,-10 1 1,-7-1 120,-4 1 1,-7-7 0,-4 1 0,-4 1 65,-6 3 0,-4-1 0,2-1 0,-1-2 147,1 1 0,-4-3 0,4 0 0,4-1 122,4 1 0,10-6 0,-2 2 0,3-4-7,3-2 1,5-2 0,3-4 0,1-6-177,4-3 0,2-9 0,4 1 0,2 0-384,2-2 0,5 5 0,-5-5 0,-2 2-436,-2-1 0,-2 1 0,0 6-1384,0-1 2132,0 1 0,0-1 0,0 1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2:03.395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416 123 9634,'9'2'926,"-3"3"1,-4 5-1,-2 10 1,0 3-708,0 6 0,-6 6 0,1 6 0,1 5-93,2 5 0,-4 1 0,0 2 0,2 1-437,2-3 0,2-3 0,0-16 0,0-4-1346,0-6 0,2-11-1547,4-7 3204,-4-10 0,13-13 0,-5-9 0</inkml:trace>
  <inkml:trace contextRef="#ctx0" brushRef="#br0" timeOffset="200">66 245 8061,'-17'0'1917,"-1"-6"-762,1 0 1,7-1 0,6 3-806,8-2 1,8-2 0,11 4 0,6-4-464,4-1 0,8-1 0,2-4 0,-1 3-434,1-3 0,6-1 0,-3-3 0,5 3-676,1 3 1,0-3 0,1 3 1222,-1-4 0,-7-1 0,-2-1 0</inkml:trace>
  <inkml:trace contextRef="#ctx0" brushRef="#br0" timeOffset="686">1009 507 8124,'10'-18'586,"-2"1"-59,0-1 0,-6 7 1,3-1-1,-3-1-15,-2-3 0,-2 4 1,-3 1-402,-7-3 0,-4 1 0,-1 1 0,0 4-130,-1 0 0,1 7 0,-3-5 0,-1 4-109,-2 2 0,-1 8 1,7 3-1,-1 7 6,1 5 1,-1 2-1,3 6 1,1-2 171,3 2 1,7 2-1,-2 2 1,4 0 3,2 0 1,8-8 0,3-3 0,5-5-37,1-2 0,7-1 0,1-4 0,2-7-67,4-3 0,-4-9 1,0-5-1,-1-4 13,-5-1 1,-2-2 0,-3-3 0,-2-3-72,-3-2 1,-1 5-1,2-1 1,-7 4-7,-3 1 0,-2 7 23,0-1 1,0 10 0,0 2 0,0 12-198,0 9 0,0 6 0,0 8 0,2 0-83,4 0 0,-2 0 1,8-2-1,3-4-78,6-6 1,1-3 0,5-5 0,0-3 447,0-6 0,-5-12 0,11-12 0,-6-9 0</inkml:trace>
  <inkml:trace contextRef="#ctx0" brushRef="#br0" timeOffset="1067">1586 385 8853,'-12'-16'2462,"2"3"-1610,3 1 0,-1 2 1,4-3-688,-2 1 1,-5 0-1,3-3-421,-2 3 0,-2 4 0,-5 8 67,0 0 0,5 0 1,0 2-1,1 4 79,1 6 1,-4 3-1,9 3 1,1-1 80,2 1 1,2 5-1,0 0 1,0-1 140,0-3 0,7 0 0,5 3 0,4 1-10,1-2 1,1-1-1,-1-1 1,0 3-16,1 1 0,-3 6 0,-3-6 0,-4-1 8,0-3 1,-6-2 0,3 3-133,-3 3 0,-9-5 0,-5 1 0,-4-7-227,-1-5 1,-2-1 0,-3-6 0,-1-2-625,2-4 1,3-3-1,5-9 1,3 1 887,2-1 0,-6-7 0,5-2 0</inkml:trace>
  <inkml:trace contextRef="#ctx0" brushRef="#br0" timeOffset="1518">1813 367 8469,'11'0'1726,"1"0"0,-8 8 0,2 4-1423,-4 3 0,-2 8 0,0 3 0,0 1-153,0 4 0,0-4 0,0 2 0,0 2-7,0 2 0,0 2 0,0-2 0,0-4-69,0-6 0,0-3-126,0-3 1,2-7-1,4-8-84,5-12 1,-1-1-1,2-13 1,1 3-211,3-2 1,-5 3-1,1-5 1,1 2 49,3-1 0,1-1 0,1 4 0,-1-2-21,1 1 0,1 1 1,3 0-1,1-3-409,-2 3 0,-3 2 0,-5 3 1,-1 2 725,2 3 0,1-1 0,3-5 0</inkml:trace>
  <inkml:trace contextRef="#ctx0" brushRef="#br0" timeOffset="1769">2005 664 12620,'2'-10'1775,"4"5"-1482,5 3 0,-1 7 1,2 1-1,-1 0-371,-1 2 1,6-4 0,-5 5 0,5 1-739,1 0 0,1-6 1,-1 1-1,3-1 816,3 2 0,-4-4 0,6 6 0</inkml:trace>
  <inkml:trace contextRef="#ctx0" brushRef="#br0" timeOffset="2602">2564 315 8155,'9'-2'1238,"-3"-4"0,2 2 0,0-8-1053,2-1 0,-7 3 0,5 0 1,0 1-46,4-1 0,-3 6 1,1-4-1,0 3-74,-1-1 1,-3 0-1,6 6 61,1 0 1,-5 8 0,0 5 112,0 9 0,-6-1 1,3 8-1,-5 2 51,-5 2 1,1 8-1,-6 2 1,0-1 31,1 1 1,3 4-1,-4-7 1,2-1 76,5-2 0,-5-8 1,2-2-172,2-2 1,10-9 0,7-10-760,9-4 1,-3-10-1,6-4 1,-1-3-444,-1-3 0,8 1 0,-4-1 0,0 1-1227,-3 0 1,-5 5 2199,-1 0 0,7 1 0,2-7 0</inkml:trace>
  <inkml:trace contextRef="#ctx0" brushRef="#br0" timeOffset="2886">3070 210 13505,'18'0'137,"-1"0"0,1 0-436,-1 0 0,1-2 0,1-2 0,2-2-345,3 2 0,-1-3 1,-6 1-1,1 2-1828,-1 2 2472,-7-6 0,6-1 0,-7-9 0</inkml:trace>
  <inkml:trace contextRef="#ctx0" brushRef="#br0" timeOffset="3219">3140 227 8124,'-10'8'1796,"3"-6"0,5 12 1,-2-7-1042,-2 3 1,-2 2 0,4 7-543,-1 5 1,-3-3 0,4 6-1,-2 0-60,2 0 1,-4 1-1,3 3 1,1-4-60,2-2 0,4-2 0,2-5 0,3-3-101,3-3 0,8-4 0,7-8 0,2 0-28,4 0 1,-4 0 0,2 0 0,0 0-227,-1 0 0,3 0 1,-8 0-85,-2 0 0,-1 7 1,-5 5 327,-3 4 0,-6 7 0,-12 0 0,-6 0 86,-3 3 1,-3-5-1,-1 6 1,-3 0-164,-1 1 1,-8-7-1,2 0 1,-2-5-694,2-5 0,-2-7 1,6 2-1,-1-4-3261,1-2 4048,10 0 0,-1-16 0,6-3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2:09.098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0 69 8069,'0'-18'902,"0"1"1,0 5 0,2 3-606,4 1 0,-4 4 0,4 10 0,-4 5 51,-2 5 1,1 9-1,3 6 1,2 8-119,-2 8 0,-2 3 1,0 4-1,2 5-109,2 5 1,-1-2 0,-5 2 0,0 0-282,0-2 1,0 2 0,0-12-1,0-7-461,0-6 0,2-12 1,4-6-1193,6-7 1813,3-6 0,3-24 0,-1-3 0</inkml:trace>
  <inkml:trace contextRef="#ctx0" brushRef="#br0" timeOffset="716">35 139 8124,'10'-8'417,"3"4"0,-5-6 56,2 3 1,1 1 0,7 6 0,-1 0-276,1 0 0,7 0 1,4 0-1,4 0-287,2 0 0,6 6 0,1-1 0,1 1 29,0 2 1,5-6-1,-1 4 1,3-2-19,3 1 1,5-3-1,0 4 1,-2-4-117,-1-2 0,3-2 1,4-2-1,2-2 44,2 3 0,-2 1 0,-11 2 0,-1 0 142,0 0 1,-7 0-1,-4 0 1,-4 2 114,-2 3 1,-6-1 0,0 6 0,2 0 6,2-1 0,8-5 0,1 2 0,3-4-37,3-2 0,9 0 1,1 0-1,-2 0-63,-2 0 1,5-2 0,-1-2 0,-2-2 1,-2 3 1,-3 1-1,-4 2 1,-5 0 54,1 0 0,0 0 0,5-2 0,-3-2-31,-3-2 0,7 0 0,-1 6 1,7 0 11,3 0 0,0 0 0,-5 0 0,-3 0 44,-3 0 1,7 0 0,-6 2 0,1 2-9,1 2 0,7 0 0,3-6 0,2 0-55,4 0 0,-4 0 0,2 0 1,2 0-45,2 0 0,0 0 0,-4 0 0,-6 0-33,-4 0 0,1 2 1,1 1-1,0 5 151,-5 2 0,1 2 0,-7 5 0,1-1 65,1-5 1,0 5 0,5-7 0,2 1-146,4-4 1,5-4 0,6-2 0,1 0-233,0 0 1,0-2 0,0-2 0,0-4-86,0-1 0,-6 5 0,-2-2 0,-4 4 29,-8 2 0,1 0 1,-10 0-1,-3 0-37,-1 0 1,-10 2 0,-3 2-1,-5 3-409,-1 3 0,-7-6 707,1 2 0,-8 4 0,3-1 0</inkml:trace>
  <inkml:trace contextRef="#ctx0" brushRef="#br0" timeOffset="1699">262 1099 7981,'-10'0'721,"3"0"0,9 0 0,3 0 0,7 0-350,3 0 1,3 0 0,-1-2 0,3-2-61,3-1 0,4-1 1,8 4-1,0-2-143,0-2 0,8-2 0,5 4 0,9-1 117,7 1 0,3 2 0,5 0 0,4-2-179,5-2 1,5 0-1,1 6 1,0-2-193,1-3 0,-1 1 0,-1-6 0,-3 0-29,-2 1 1,-7 5 0,0-2 0,-6 2-18,-4-2 1,-8 4-1,2-4 1,-5 4 83,-7 2 0,3 0 0,-8 0 1,-1 0 185,3 0 1,-4 0-1,5 0 1,1 2-55,0 4 1,1-4 0,7 6 0,-1-2-58,0 0 0,7-1 1,-1-5-1,0 0-71,2 0 1,-3 0 0,5-2 0,-2-3-173,-4-7 1,4 2-1,-2 1 1,-3-1 138,-7 0 1,-5 6 0,-10-2 0,-2 5 174,-2 1 0,-6 0 0,5 1 1,-3 3-4,-4 2 0,6 6 0,0-4 1,3-1 53,-1 1 1,0 0-1,8-4 1,3 2-115,7-3 1,-2-1 0,1-2-1,3 0-84,1 0 1,4 0-1,3 0 1,-1 0 76,-6 0 0,3 0 1,-8-2-1,1-1-47,1-3 1,-9-2 0,5 4-1,-2-4-141,0-1 0,1 3 0,-3-4 0,2 2 92,-2 4 1,-8 3 0,-4 1-1,0 0 123,0 0 1,-5 0-1,1 0 1,-2 0 122,3 0 0,-3 0 0,6 0 0,0 0-21,0 0 0,2 0 0,4 0 0,-1-2-520,-3-4 0,-8 4 0,2-4-623,-3 4 345,-11-6 0,-3 14 1,-10 0-481,-2 8 0,-7-3 1121,1 1 0,-3-1 0,-3 7 0</inkml:trace>
  <inkml:trace contextRef="#ctx0" brushRef="#br0" timeOffset="2032">5362 348 7940,'17'-17'136,"1"-1"0,-7 7 1049,1-1-531,-8 8 0,2-2 0,-10 12 1,-2 6-39,2 3 1,0 5 0,0 3 0,-2 6 69,2 4 1,3 8 0,1 2 0,0-1-215,0 1 1,1 5 0,3-3 0,4 2-678,2-1 1,-4-7 0,5 2 0,1-6-2007,-2-6 0,3-4 2211,-7-8 0,8-7 0,-5-2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2:12.197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0 53 7998,'0'-12'930,"0"1"1,2 7-312,4-2 1,-4 12-1,4 5-261,-5 5 0,-1 3 1,0 3-1,0 3-46,0 2 1,0 2 0,0 8 0,0 2-81,0 2 1,0 5-1,2-3 1,4 0-91,6-1 1,3-1-1,5-8 1,3-4-122,6-6 1,4-9 0,2-4 0,-2-5-277,-4-6 0,4-15 0,-6-13 0,2-4 58,1-2 0,-9 0 0,2 0 0,-5 0 105,-7 0 1,-1 0 0,-6 0-1,2 0-118,-2 1 1,-4 1-1,-6 1 1,-4 5-30,0 2 0,-5-2 0,3 8-734,-3 3 1,-1 8 278,5-3 1,5 14 0,12 3-1,5 8 694,5 3 0,9 1 0,2-1 0,8 1 0</inkml:trace>
  <inkml:trace contextRef="#ctx0" brushRef="#br0" timeOffset="466">664 385 7998,'5'-12'32,"3"0"1,0-1 276,0-3 1,0 5-1,-5-1 675,3-2 0,0-1 1586,-6-3-2147,0 9 0,0 3 0,0 12 0,0 7-78,0 9 1,0-1 0,0 6 0,0 0-110,0 1 1,0-5-1,0 4 1,0-2-216,0-3 0,6-3 0,2-2-97,1 1 1,3-3 0,5-3-122,1-6 0,-1-12 0,1-6 0,-1-3-101,1-3 1,-1-5-1,1 0 1,-3 0-91,-3-3 1,3 7-1,-5-4 315,0 3 1,3 3-1,-5 1 72,2 5 0,-6 5 0,3 10 70,1 1 1,-4 9 0,6-2 0,-2 3-106,-5 3 0,7-1 1,0 1-1,2-1-841,-1 1 0,-5-1 0,6-1-299,1-5 1,-3 3 0,2-8 1175,1-3 0,3-8 0,1-5 0</inkml:trace>
  <inkml:trace contextRef="#ctx0" brushRef="#br0" timeOffset="717">1327 332 7998,'10'-9'3690,"0"1"-3115,-4 8 0,-5 8 1,5 5-343,-4 9 1,-2-3 0,0 4 0,0-3-318,0-3 1,0 6 0,0 1-1252,0-3 0,2-2-2596,4-1 3931,-4-8 0,13-10 0,-5-10 0</inkml:trace>
  <inkml:trace contextRef="#ctx0" brushRef="#br0" timeOffset="866">1327 0 8935,'18'18'0</inkml:trace>
  <inkml:trace contextRef="#ctx0" brushRef="#br0" timeOffset="1316">1816 367 8229,'10'-8'963,"0"7"1,-6-7-406,1 0 1,3 0 0,-4-5 115,2 1 1,0 6-429,-6-5 1,-2 1 0,-4-2 0,-6 6-149,-3 4 0,-5 2 1,-3 0-1,-4 0-181,0 0 1,-4 8 0,5 4 0,1 5-247,0 7 0,2-3 0,7 6 0,5-2 246,5-3 0,4 3 0,2-2 0,2-1 140,4-3 0,5-4 1,13-3-1,3-6-89,0-4 0,6-2 0,-4 0 0,2-2-57,-2-4 0,-4 2 1,-7-5-1,-1-1-94,1 0 0,-3 4 120,-3-5 1,-2 9-1,-7 2 1,3 11 144,-2 11 1,-2 5 0,-2 8 0,-2 2 167,-4 3 1,4 5 0,-3 9 0,1 1-196,-2-3 0,4 2 0,-4-13 0,4-4-1238,2-6 655,0-13 0,2-18 0,2-14 0,4-7-2631,1-8 3159,-5-4 0,12-2 0,-6 0 0</inkml:trace>
  <inkml:trace contextRef="#ctx0" brushRef="#br0" timeOffset="1647">2166 385 8018,'0'-12'1255,"0"0"1,0 1 500,0-7 0,0 11-2055,0 7 1,0 9 0,0 13 256,0 1 1,0 6-1,0-4 1,0 0 173,0 1 0,5 3 0,3-6 0,0-2-65,0-1 1,5-3 0,-1-1 0,3-3-176,3-1 0,5-8 1,2 2-1,1-4-153,-1-2 1,6-8 0,-4-4 0,2-3 19,0-3 1,-7-5-1,1 0 1,-6-1 180,-5-1 0,2 6 0,-9-4 0,-1 3-174,-2 3 1,-4-1-354,-3 1 0,1 9 0,-6 8 0,2 10-147,4 5 0,-3 3 1,1 1 733,2 4 0,10-3 0,3 5 0</inkml:trace>
  <inkml:trace contextRef="#ctx0" brushRef="#br0" timeOffset="1981">2917 402 11695,'17'10'457,"2"-2"0,3-8 1,3 0-53,2 0 0,-4 0 1,7 0-1,-1-2-369,-2-4 0,4-2 1,-8-5-1,-1 1-237,-3-2 0,-9-1 0,-5-3-124,-3 1 1,-4 1 0,-3 3 0,-9 3 125,-7 2 1,-6 2 0,-8 8 0,0 4 382,0 6 0,2 3 0,4 5 0,5 1 107,5 2 0,3 7 0,5-5 0,5 0 178,4 0 1,12 4-1,7-5 1,12-3-333,10-2 0,0-3 0,9-4 0,5-7-1433,3-3 0,10-2 0,-4-4 1296,0-7 0,6-9 0,-6-15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2:15.012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 1362 8019,'15'-2'479,"-1"-2"1845,-2-1-1672,-9-9 0,7 12 0,-6-2-228,2 8 0,5 8 1,-3 9-1,2 4-4,4 2 0,1 8 0,2 6 1,1 0-85,-1 2 0,1-1 1,-1 7-1,1-7-205,-1-5 0,-1 0 1,-3-13-1,-1-5-55,2-5 0,-5-7 1,3-7-221,2 0 0,-1-13 0,1-7 0,-3-5-297,3-6 1,-4-2-1,1-2 1,1 0-245,-2 0 1,3 0-1,-5 0 1,0 2 205,-1 4 1,5-2 0,-6 6 0,0 0-549,2 0 0,-7 1 311,5 7 1,-2 7-1,0 6-470,2 8 1186,0 6 0,-6 7 0,0 1 0</inkml:trace>
  <inkml:trace contextRef="#ctx0" brushRef="#br0" timeOffset="365">664 1694 8019,'18'0'711,"-1"0"0,1 0 45,-1 0 1,1 0 0,-1 0-303,1 0 0,-1 0 0,1-2 0,-1-2-158,1-2 0,-1-7 0,0 1 1,-1-3-242,-4-3 0,3 1 0,-5-1 1,1 1 75,1-1 0,-8 1 1,2-1-459,-4 1 1,-2 0 0,-2 1 0,-4 4-223,-6 7 0,-5 3 0,-4 2 0,-5 0 403,-1 0 1,6 9-1,-2 7 1,3 7 361,3 4 0,-1 2 1,1 6-1,1 0 200,5 0 0,3 0 0,10-2 0,4-2-185,5-2 0,13-2 1,7 3-1,5-9-422,5-8 0,8 1-1,-3-8 1,3-2-942,-3-2 1,-3-10-1,-8-4 1,-2-5 1132,-4-6 0,4-5 0,-6-7 0</inkml:trace>
  <inkml:trace contextRef="#ctx0" brushRef="#br0" timeOffset="868">1468 1834 7745,'9'11'34,"-1"-1"1251,0-2 1,-6 0-346,4-3 1,-2-3 599,1 4-779,-3-4 0,6-4-120,-8-4 1,0 3-377,0-9 1,0 6 253,0-6-519,0 9 0,0-7 228,0 4 0,-2 4-19,-4-4 0,4 2-177,-3-1 1,3-5-426,2-8 0,-6 1-632,0-1 1,0 7-4266,6-1 2618,0 8 2672,-8 4 0,7 10 0,-7 7 0</inkml:trace>
  <inkml:trace contextRef="#ctx0" brushRef="#br0" timeOffset="1218">1835 1624 8048,'-12'-15'-820,"2"1"1,2 2 1703,5-1 1,-5 3 0,0 0-106,-2 3 1,6-7-1,-3 4-221,-1 1 0,4-1-232,-8 4 1,1-2 0,-7-3-39,1 5 1,-3 10 0,-1 4-1,-2 1-53,1 5 0,-3 9 1,2 4-1,2 2-41,1 1 1,5 5-1,1 5 1,4-1-107,3-2 1,3-2 0,10-2 0,7-2-133,8-2 1,7-8-1,9 1 1,3-9-134,7-7 0,-4-4 0,-1-2 0,-1-2-468,0-4 1,-2-3-1,-8-9 1,-4-1-439,-2-5 0,-4 3 1,-9-8-1,-4-2-1019,-1-2 2102,-5 6 0,6-6 0,-8 6 0</inkml:trace>
  <inkml:trace contextRef="#ctx0" brushRef="#br0" timeOffset="1517">2219 1205 7936,'0'-17'55,"0"-1"1,0 1 570,0-1 0,0 1 76,0-1 1,0 11-366,0 7 0,0 9 0,0 15 0,0 7 149,0 7 1,-6 7 0,-2 7-1,0 3-94,1 3 1,1 4-1,6 6 1,0-4-225,0-6 0,0-3 1,0-5-1,2-3-448,4-7 1,-3-7 0,9-7-1,2-11-631,1-5 1,3-6 0,-3-10 0,-1-6 101,-3-3 1,-7-5 0,2-1 0,-4-4-1264,-2-2 2072,-15 5 0,3-19 0,-13 5 0</inkml:trace>
  <inkml:trace contextRef="#ctx0" brushRef="#br0" timeOffset="1683">1974 1537 9421,'2'10'3087,"4"-5"-2483,6-3 0,3-2 0,5 0 1,1-2-765,2-3 0,10 1 0,0-6 0,6 0-820,0 1 1,0-1 0,-1-4-1,3 3 980,-2-3 0,-2-1 0,-2-3 0</inkml:trace>
  <inkml:trace contextRef="#ctx0" brushRef="#br0" timeOffset="2050">2743 1589 7569,'0'-17'70,"0"5"0,0 1 1834,0-3 0,0-2-1658,0-1 1,0 5-519,0 1 1,-2 7 0,-4 0-1,-4 8 241,1 7 1,-7 5 0,2 1 0,-5 3 128,-4 3 0,-1-2 1,7 9-1,-1 1 221,1 2 1,7 2 0,5-2-1,3-2-55,2-2 0,2-6 1,3 2-1,9-3-303,7-7 1,6-9 0,8 0 0,0-6-291,0-6 1,0-10-1,0-9 1,-2-2 68,-4-4 1,-4-2-1,-9-2 1,-4 0-1,-7 0 0,-3 6 0,-2 0 0,-2 0 103,-3 2 0,-7 7 0,-11 11 0,-6 1-48,-4 4 1,0 4-1,1 6 1,5 7-246,2 9 0,2-1 0,7 8 0,5 2 450,5 2 0,4 2 0,2 0 0</inkml:trace>
  <inkml:trace contextRef="#ctx0" brushRef="#br0" timeOffset="2434">3144 1485 7936,'2'9'-1560,"2"-1"3272,2 0 0,0 1-880,-6 9 0,2-1 0,2 1 0,1 1-423,-1 5 0,0-3 0,0 6 0,2 0-227,-2 0 1,0 1 0,0 1 0,1-6-70,-1-4 1,0-3-294,2-4 0,-4-7-5,4-10 1,-4-11 0,-2-7 0,0-1 23,0-1 0,0 0 0,0-4 0,0 4 161,0-1 0,0 7 0,0-4 0,0 3-250,0 3 1,2-1-1,3 1-71,7-1 1,-2 9 0,3 3 0,5 2-64,3-2 1,4 4-1,-1-4 1,5 6-198,4 6 0,8-4 1,-1 6-1,-1-2 581,-2 0 0,6-1 0,1-5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2:28.146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35 191 7741,'-9'-8'4167,"-1"6"-3391,4-4 142,4 4 165,-6 2-825,16 8 0,2-6 1,5 6-7,-3 0 0,3-6 0,-3 3-121,4-3 0,1 0 1,1 2-1,-1 2-50,0-2 1,-5-2 0,0-2 0,1 0-57,3 0 0,1 0 0,1 0 0,-1 0-58,1 0 0,1 0 1,2 0-1,3 0-22,-3 0 0,-1 2 0,-3 2 0,0 1 7,1-1 1,-1-2-1,1-2 1,-1 0 21,1 0 1,-1 0 0,1 0 0,-1 0-22,1 0 1,-1-2-1,1-2-74,-1-1 1,0-7 0,1 6-17,-1 2 1,-5 2-1,0 2-3,1 0 0,3 0 0,1 0 0,-1 2-60,-5 4 0,5-4 0,-4 6 40,3 0 1,3-6-55,-1 3 1,1-3-324,-1-2 1,0 0-243,1 0 1,-1-6 0,1 1-14,-1 1 1,1 2 0,-1 2-660,1 0 1451,-9 0 0,7 0 0,-6 0 0</inkml:trace>
  <inkml:trace contextRef="#ctx0" brushRef="#br0" timeOffset="482">1101 69 7741,'0'-18'1585,"0"1"1,0 5 79,0 0-1350,0 9 1,1-3 0,5 10-104,6 1 0,-2 7 1,1-6-1,3-2-56,1-2 0,3 4 0,-1-1 0,3-1-258,3-2 1,-4-2 0,5 0 0,-5 0-127,-1 0 0,-7 0 0,1 0 1,0 2 69,-3 4 1,5-2 0,-8 7 214,-2 3 1,-3-4 0,-1 1 0,0 3 74,0 1 0,-7 9 0,-5 1 1,-3 0 67,-3 0 0,-7 1 0,-2-5 0,-2 2 95,-1-1 0,1-3 0,-6-3 0,0-3-66,1-1 0,1-8 0,2 2 0,3-5-228,3-1 0,8 0 1,7-1-1,2-5-508,4-6 0,2-3 0,2-3 0,2 1-896,4-1 1,4-1 0,5-5 0,-1-3 1402,-2 0 0,-9-6 0,5 6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2:37.727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524 455 7901,'2'-15'9,"4"3"0,-4 2 337,4 4 1,-4 2 302,-2-7-339,0 7-151,0-4 571,0 8 1,-6 14-589,0 3 1,0 5-1,6-3 1,-2 2-48,-3 3 0,3 7 1,-4-2-1,2 6-68,-2 5 1,4 5 0,-4 7-1,4 1-67,2-1 0,0 6 1,0 3-1,0-1 92,0 0 1,0-2-1,0-5 1,-2-1 30,-3 0 0,3-7 1,-4-2-1,2-3 56,-2 1 1,4 2 0,-4-4 0,3 3 5,-3 3 0,2-4 0,-6 5 0,2 5-29,4 5 1,-3-2 0,-1 7 0,0-1-14,0 4 1,3 6-1,3 1 1,-2 1-17,-2-4 1,0-8 0,6 2-1,-2-2 97,-4-3 1,4-3 0,-3-3 0,1-3-21,-2-1 1,4-1-1,-6 7 1,2-1-56,1 0 0,-1 1 0,4 1 0,-2 2-102,-2 3 1,0 5-1,6-4 1,0 4-58,0 8 0,0-1 0,0 9 0,0-2-34,0-5 0,0 5 1,-2-2-1,-2-1 102,-1 3 0,-7-8 1,4 2-1,0-6 31,1 0 0,-5-4 1,4 2-1,-1 0 38,-5-2 1,4 6 0,1-4-1,-1 6-85,0 5 1,6-3 0,-1 6 0,1-3-20,-2 1 1,4 9 0,-4 3 0,4 9-27,2-46 1,0 1-1,0 0 1,0 0 0,0 0-1,0-1 1,0 1-1,-2-1-113,-1 2 1,0-1 0,-1 35 0,-5 4 0,-1-7 225,0-5 1,5-1-1,-5 5 1,0 1 43,0-6 0,7 1 1,-5-1-1,2 1-51,0 5 0,0-5 0,6 3 0,0 1-80,0 3 0,0 9 0,0 2 1,0 0-88,0-4 0,0 4 0,0 0 0,0-47 0,0 1 10,1 2 1,-2-1 0,-4 35-1,-1 6 1,2-6 66,2-1 1,2-1 0,0-3 0,-2-7 52,-4-3 1,4-8 0,-4-2-1,4-2-8,2-3 0,0-9 0,0-3 0,0-1-136,0 1 1,0-4 0,2 3 0,2-1 34,2-4 0,2 0 0,-4 0 0,3 3-51,3 3 1,0-8 0,3 0 0,-3-8-118,-2-4 0,0-2-703,-3-5 1,-3-11 227,4-7 1,-4-17 0,-4-18 0,-4-10 725,-5-5 0,-5-18 0,-1-4 0</inkml:trace>
  <inkml:trace contextRef="#ctx0" brushRef="#br0" timeOffset="1331">664 176 8128,'-10'0'499,"3"0"1,9 0-1,3 0 1,9-2-301,7-4 1,6 4 0,8-4-1,2 2-30,4-2 1,4 3 0,9-9 0,6-2-36,10-1 1,4 3 0,11 0-1,4-1-142,1-3 1,5 1-1,-2 1 1,0 5-42,2 1 0,-8 2 1,1 6-1,-11 0 44,-5 0 0,0 2 0,0 2 0,-2 4 73,-8 1 1,-6-3 0,-4 4 0,3-2 16,3-5 0,-4 1 0,6 0 0,1 2-66,3-2 1,3-2-1,3-2 1,0 0-110,0 0 1,0 0 0,0-2 0,0-2 27,-1-2 1,-6 0 0,-5 6 0,-6 0 69,-5 0 1,3 0 0,-5 0 0,-1 0 116,-3 0 0,-4 0 0,-2 0 0,0 0-79,0 0 1,-2 0-1,-2 0 1,-4 0-21,-2 0 0,-1 2 1,-7 2-1,1 2-55,-1-2 0,-7 0 99,-5 2 0,-3-3 0,-2 9 79,0 2 1,0 1 0,0 3-1,0-1-63,0 1 1,0 5 0,0 2-1,0 2-19,0 4 1,0 2 0,0 2-1,0 2-12,0 4 0,0 2 1,0 7-1,0 0 123,0 5 1,-2 1-1,-1-4 1,-5 1 24,-2-1 0,-1 14 0,-7 4 0,1 2-23,-1 0 1,3 11 0,1 8-1,2 8-151,5-46 1,1 1 0,1 4 0,0 0 0,-1 1 0,0 1 0,0 2 0,1 2-154,0 2 0,0 2 0,-3 3 0,1 0 0,2-2 0,0-1 0,-1-3 0,0-2 104,0-2 1,1-1-1,-1-6 1,0 0-1,-2 3 1,-2-1 0,2-2-1,-1 1 87,0-3 1,1 0 0,-1 3 0,0-1 0,0-4 0,1-1-1,-1 2 1,0 1 31,1 0 0,-1 1 0,-3 4 0,0 2 0,1 1 0,-1 0 0,1 1 0,1 1-43,0 0 0,0 2 0,1 2 0,1 2 1,-1-1-1,0 1 0,1 2 0,1 0-90,1 0 1,0 0 0,-1 2 0,1-1 0,1-3 0,2-2-1,-1 3 1,0 0-22,1 1 0,-2 0 0,-1-1 0,1 0 0,1-2 0,2 0 0,0-2 0,0 0 49,1 0 0,0 0 1,-2-3-1,0 2 0,0 2 1,0 2-1,1-2 1,1 0 35,-1-3 0,2 0 1,0-3-1,0 0 1,0-7-1,0-1 0,0 0 1,0 1 31,0-1 1,0 0 0,0 1 0,0-1 0,0 0 0,0-1 0,0 48-48,0-6 0,0 2 1,0 0-1,0-2-46,0-3 0,0-1 1,-2-13-1,-2-3-70,-2-1 0,0 2 1,6-2-1,0-6 28,0-4 0,0 4 0,0-2 1,0 2 38,0-2 1,0-4 0,0-8 0,0 1 5,0-1 0,0 4 0,0-1 0,0-7 39,0-3 1,0 1-1,0-3 1,0-2 84,0-4 1,2 1-1,2-8 1,2 1-190,-2-2 1,-2 4 0,-2-4 0,0 2 84,0-2 0,2 4 0,1-6 0,3 2-22,-2 0 0,0-7 0,0 1 0,2-4-807,-2-1-806,5-1 974,-7-7 1,4-12-1,-10-13 1,-4-9-1685,-1-3 2353,-3-2 0,-5-6 0,-1 0 0</inkml:trace>
  <inkml:trace contextRef="#ctx0" brushRef="#br0" timeOffset="2033">489 9694 9067,'-9'0'785,"3"0"0,12 0 1,5 0-402,5 0 1,9 0 0,4 0-1,6 0-87,6 0 0,11 0 0,14-2 0,8-2-168,7-2 0,7-2 0,7 4 0,-43 1 0,1 1-72,3-1 0,2 2 0,1-1 0,1 2 0,-2 0 1,0 0-1,-2-1 0,-1 0-84,-2-2 1,0 0 0,-1 2-1,-1 0 1,1-2 0,-1 0-1,48 1-49,-4 2 0,0 0 0,-19 0 0,-2 0-1,-3 0 0,-3-6 1,-6-1-1,-7-3 58,-7-4 0,-9 5 1,4-3-1,-5-2-55,-3-1 1,2 3 0,-13 1 0,-3-1-140,-2 2 1,-1-3 0,-1 7-271,1 2 1,-1 2-1,1 2 132,-1 0 0,1 2 1,-1 2-1,1 2 351,-1-2 0,0 5 0,1 1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2:46.577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420 5344 7610,'-12'0'887,"3"-2"-162,1-3 0,-6 3-422,3-4 1,1 2 0,-2 0-46,-1-2 1,-3 0-1,-1 6-33,-1 0 0,1 0 1,-1 0-1,1 0-31,-1 0 1,7 8 0,1 6 0,2 5-76,4 4 1,4 9 0,8-1-1,10 5-3,9 5 0,8 8 0,7-5 0,11 3-61,9-1 0,6-9 0,4-2 1,3-9-157,7-7 1,11-9 0,4-7 0,-2-6-374,-8-9 1,-11-11 0,-18-8 0,-11-8 97,-8-8 1,-18-1 0,-6 1 0,-5 6-114,-6 5 0,-10 6 1,-5 3-1,-7 2 28,-5 4 1,-1 1 0,-8 5 0,-7 1 460,-4 3 0,4 7 0,-19-12 0,4 6 0</inkml:trace>
  <inkml:trace contextRef="#ctx0" brushRef="#br0" timeOffset="316">420 5100 7610,'-18'-12'68,"1"3"1,-1-1 302,1 0 0,0 6 1081,-1-2-1111,8 4 1,12 2-1,14 2 1,7 2-42,4 2 1,4 6-1,8-4 1,4-1 11,1 1 1,5 6 0,9-5 0,4 3-116,0 0 1,8-8 0,-2 1-1,6-3-250,0-2 1,-5 0-1,-6-2 1,-11-3-531,-9-7 1,-12-4 0,-6-3-1,-6-2-223,-9-3 1,-8-1 0,-8 4-1,-5-3 244,-5 3 0,-9 8 0,-4 3 1,-2 2 561,2 4 0,-4 2 0,-2-6 0,-10-1 0</inkml:trace>
  <inkml:trace contextRef="#ctx0" brushRef="#br0" timeOffset="800">1014 4663 7610,'-18'-6'155,"1"1"1,1-3 0,3 4 0,1-2 346,-2 2 1,5-3-1,-3-1 1,-2 0-198,-1 0 0,3 0 1,1 5-1,-3-3-133,-1 2 1,3 2 0,0 2 11,-1 0 1,-1 2 0,1 4 0,3 5-48,2 5 0,2 3 1,6 3-1,2 1-56,4-2 1,4 4 0,9 1 0,4-1-64,6 0 1,6-2 0,6-5 0,6-3-16,3-3 0,1-4 1,-5-8-1,-3 0-177,0 0 1,-14-8 0,0-4 0,-10-5-12,-7-6 0,-4-4 0,-8-8 0,-2 2 151,-4 3 0,-12-1 0,-11 6 0,-4 0 22,-2 0 0,0 1 0,1 9 0,-1 1 94,0 3 0,2 7 1,4-2-1,5 4 308,5 2 1,3 2-320,5 4 0,5-2 0,12 7 0,7 1-162,9-2 1,5 3-1,8-7 1,0-2-56,0-2 0,0-2 0,-1 0 0,1-2-184,0-4 0,-2-4 1,-4-7-1,-5-2-181,-5-5 1,-9-3-1,-4-8 1,-4-2-4,-2-3 0,-10 3 0,-6-4 0,-7 2-467,-4-2 981,-2 12 0,-14-11 0,-2 12 0</inkml:trace>
  <inkml:trace contextRef="#ctx0" brushRef="#br0" timeOffset="1199">699 3860 7610,'-17'0'673,"5"0"0,1 0 533,-3 0 0,4 0-672,-1 0 0,5 0-247,-6 0 0,8 2-199,-2 4 1,5 3 0,1 11 0,0 1-34,0 2 0,0 3 0,1-5 0,5 4-232,6 2 0,3-5 0,3 1 34,-1-4 0,1-3 0,1-4 1,3-7 53,1-3 1,0-6 0,-5-5 0,1-9 64,4-1 1,-1-8 0,5 0 0,0-3-19,0 1 1,2 6 0,4-4 0,-2 2 46,-2 3 0,-1 5 0,3 5 1,-4 6 2,-2 4 1,0 2 0,-3 4-1,-1 6-41,-6 7 0,1 7 0,-10-1 0,-2 6-56,-2 4 1,-4-4 0,-4-2 0,-4-1-385,0-5 0,-11-2 1,4-1-1,-3-3-161,1-3 0,-4-4 0,-1-8 0,1-2 634,-2-4 0,5-4 0,-13-15 0,6-2 0</inkml:trace>
  <inkml:trace contextRef="#ctx0" brushRef="#br0" timeOffset="1616">752 3336 7610,'-18'-2'346,"1"-2"1,-1-2 333,1 2 0,-1 1 0,1-1 63,-1-2 1,7 0-287,-1 6 1,2 2 0,-3 4-337,1 5 1,8 5 0,-1 1 0,3 3 36,2 3 0,2-2 0,1 7 0,5-1-167,2 0 1,2-6 0,5 5-1,0-3-260,1 0 0,-1-5 0,1-9 1,1-1 115,5-4 1,-5-2 0,4-4 0,-3-4 128,-3-6 1,1-9-1,-1-4 1,2-2 0,5-4 0,-5-2 0,6-2 1,-1 0 21,-1 0 1,6 8 0,-4 3 0,2 5 40,4 2 1,-3 7 0,-1 4 0,-2 4-47,-4 2 1,-1 2 0,-3 6 0,-1 7-61,-5 7 0,-3 9 1,-8-4-1,0 2-136,0 0 0,-8-2 0,-3 2 1,-7-5-131,-5-5 1,4-1 0,-5-3 0,5-1-273,1-3 0,1-7 0,0 2 1,1-6-1074,4-6 1677,-3 4 0,5-13 0,-7 5 0</inkml:trace>
  <inkml:trace contextRef="#ctx0" brushRef="#br0" timeOffset="1866">787 2987 7610,'-18'0'0,"1"0"0,-1 0 1304,1 0 0,5 0-53,0 0 1,12 0-1105,6 0 1,6 0 0,15 0 0,2 0 33,4 0 0,-2 0 0,10 0 0,-4 0-127,-2 0 0,2 0 1,0 0-1,-1 0-483,-3 0 1,-9 0 0,-1 0 0,-4 0-1258,-1 0 0,-3-2 744,-3-4 1,-18 2-1,-15-6 942,-10 3 0,0-7 0,-12 4 0</inkml:trace>
  <inkml:trace contextRef="#ctx0" brushRef="#br0" timeOffset="2014">402 2969 7610,'-23'0'462,"0"0"0,0 0 0,5-2 2363,1-4-2984,-1 5 0,10-13 1,10 8-874,14 2 0,3 2 1,8 2 1031,-1 0 0,5 0 0,-4 0 0</inkml:trace>
  <inkml:trace contextRef="#ctx0" brushRef="#br0" timeOffset="2398">996 2602 7610,'20'0'151,"3"0"0,-4 0 0,7 0 0,-3 0 46,0 0 0,0-1 0,-5-3 1,-1-4 614,1-2 1,-7 4 269,1-5 0,-10-1-450,-2-5 1,-8 7-1,-9 4 1,-3 2-200,-3-2 0,-2 4 0,-8-3 0,0 3-177,-4 2 1,-8 0 0,3 0 0,-3 0-153,-3 0 1,-1 0-1,-1 0 1,-1 0-411,-3 0 1,-8 0-1,2 0 1,-1-2-215,1-4 0,-4-4 1,6-7-1,2-3 91,1-3 1,11 2 0,5-8-1,6-2 151,4-2 0,15-2 0,3 2 0,7 2-272,4 2 0,2 5 0,3-3 0,7 2-117,4 3 1,3 5 0,2 3 0,3 3 666,-3-3 0,6-1 0,0-3 0</inkml:trace>
  <inkml:trace contextRef="#ctx0" brushRef="#br0" timeOffset="2647">769 2655 7610,'12'0'747,"-1"0"1,-5-2 0,4-4 0,-2-6-38,-4-3 1,-1-4 0,1-3 0,2-3-324,-2-2 1,-2-8 0,-2-6 0,0 2-360,0 2 1,-6 3 0,0-1 0,2 0-667,3 0 1,-5 8 0,0 1 0,2 3-885,2 0 1,-4-1 0,0 7 1521,3 0 0,-7-1 0,0 1 0</inkml:trace>
  <inkml:trace contextRef="#ctx0" brushRef="#br0" timeOffset="2880">699 1974 7610,'-2'-10'1946,"-3"4"1,5 4-1523,0 2 1,13 0-1,12 0 1,4 0-303,8 0 1,0 0-1,10 0 1,-1 2-314,-1 4 0,3-4 1,-7 4-1,-2-4-808,-2-2 1,-4 0 45,-4 0 1,-13 0-1,-18-2 275,-14-4 1,-11-2-1,-14-3 678,-5 5 0,-5-4 0,-1 0 0</inkml:trace>
  <inkml:trace contextRef="#ctx0" brushRef="#br0" timeOffset="3047">385 1834 8357,'-18'0'776,"1"0"0,0 0 0,1 2 1447,4 4-2236,-3-4 0,15 4 0,0-10-742,10-2 0,5-2 1,3 4-1,1-2-2340,4 3 3095,-3 1 0,13-6 0,-6-2 0</inkml:trace>
  <inkml:trace contextRef="#ctx0" brushRef="#br0" timeOffset="3413">856 1677 7907,'18'0'1305,"-1"0"-574,1 0 0,-8-8 0,-5-4-310,-3-3 1,-2-3 0,0 1 0,0-2-202,0-5 0,0 5 1,-2-4-1,-1 3-75,-3 3 0,-8-1 1,4 1-1,-1-1-55,-1 1 0,0 1 0,-5 3 0,0 3-234,-1 2 1,1 3 0,-1 5-38,1 0 1,-1 1 0,3 5-1,3 6-45,6 3 1,4 5-1,2 3 1,2 4 19,4 0 1,6 6 0,9-5 0,4-1 304,2-4 1,3-4-1,4-1 1,1-3 239,0-3 0,0-4 0,0-10 0,0-4-230,0-6 1,-2-11 0,-4-6 0,-8-4-265,-7-2 1,-6-2-1,-8-3 1,0-5-254,0 0 1,-2-3 0,-4 5 0,-6 0-648,-3 1 1,-3 1-1,-1 6 1,-2 2-793,-3 4 1847,-7 4 0,4-1 0,-8-1 0</inkml:trace>
  <inkml:trace contextRef="#ctx0" brushRef="#br0" timeOffset="3747">787 856 8670,'-10'0'1736,"2"0"1,24 0 0,7 0-1482,8 0 1,6 0 0,4 0 0,3 0-97,1 0 1,3 0-1,-7 0 1,-2 0-61,-2 0 1,-2 0-1,-2 0 1,-4 0-12,-6 0 1,-11-2 0,-6-4-81,-4-5 0,-10 1 0,-4-2 0,-5 1-28,-7 1 1,-3-4-1,-6 9 1,2-1-120,2-2 0,0 6 0,-6-4 0,0 2 15,0-1 1,6 3-1,2-4 1,2 2-227,3-2 1,3 2 0,1-6 0,3 1-76,3-1 0,3-4 0,5-9 0,-2-6-27,2-4 1,4-10 0,6-5-1,4-10-338,-1-12 1,5-8 789,-8-9 0,-3 36 0,-1-1 0,-2-1 0,0-1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3:07.35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35 436 8191,'-9'-2'943,"3"-4"0,4 2 1,0-6 169,-4 2 1,4 5-802,-4 8 0,4-1 1,2 10-1,0 3-134,0 5 0,0 11 0,0 0 0,0 7 1,0 5 1,0-4-1,0 3 1,0 1 27,0 0 1,6-1 0,0 3 0,0-8-238,2-8 0,-7 0 1,7-8-251,0-2 1,-4-9 0,6-8 77,-3-8 0,5-8 0,-6-11 0,-2-6-110,-2-4 1,3-4 0,1-2 0,-2-3 144,-2-3 1,-4 6 0,-2-2 0,-4 3 236,-1-3 0,-1 4 0,-3-2 0,1 6 147,-2 4 1,7 8 0,-1-2-130,0 3 0,6 12 0,-4 8-386,4 10 0,4 6 1,4 3-1,4 2 167,-1 3 0,7 5 0,-4-4 1,3 2 165,3 4 1,1-6 0,2-1 0,3-5-4,-3-1 1,-2-1 0,1-1 0,1-5 37,2-5 0,1-4 1,-5-2-1,2 0-45,3 0 0,1-8 0,-4-5 0,3-7-151,-3-3 1,-2-8-1,-1 2 1,-1-2 87,1 2 1,-7-2 0,-1 5 0,-2 1 90,-4 0 1,0 2 0,0 5 86,1 1 0,1 5 0,-8 2-258,-4 3 0,4 8 0,-5 13 0,1 5 217,0 5 0,0 7 1,6 0-1,0 6-83,0 3 1,2 1-1,2-6 1,4 0-65,2 0 0,7-2 0,6-4 0,1-4-68,1 1 1,-6-9 0,4 2 0,-3-7-356,-3-4 0,1 3 1,-1-5-1553,1-2 0,-9 0 2023,-3 2 0,-4-4 0,-2 13 0,0-5 0</inkml:trace>
  <inkml:trace contextRef="#ctx0" brushRef="#br0" timeOffset="450">1328 767 7580,'9'-7'-1041,"-3"-5"3054,-4-4 0,-2 5-803,0-1 1,0 1-786,0-7 0,0 6-425,0 1 1,-2 7 0,-4-2 0,-5 4 36,-5 2 0,-3 0 0,-5 0 1,-3 2-113,0 4 0,-6 4 0,6 9 0,-2 2 188,0 3 1,7 7 0,1-2-1,7 2 51,9-2 0,3 4 0,4-6 0,3 0-16,7-3 1,13-7 0,8-3 0,8-5-219,4-1 0,-7-2 0,5-8 0,-2-4-97,0-6 0,-6-3 0,-8-4 0,-4-3-64,-7-1 1,-1-6 0,-9 4 0,-4-3-34,-6-3 0,-8 6 0,-13 2 0,-10 3-49,-9 3 1,-1 1-1,-2 5 1,1 5-442,1 4 0,2 4 0,10 4 0,4 7-1047,6 9 1801,4 5 0,9 8 0,2 0 0</inkml:trace>
  <inkml:trace contextRef="#ctx0" brushRef="#br0" timeOffset="1150">2201 715 8055,'9'-8'608,"-1"4"0,-8-7 278,0-3 1,6-1 0,0-3-541,-2 1 1,-2 5 0,-2 0 0,-2 1-206,-4 1 1,-2-5-1,-7 5 1,-1 0-153,-3 4 0,-5 4 0,1 2 0,-6 0-161,-4 0 1,4 8 0,0 4 0,0 5-6,2 7 0,1 3 0,9 8 0,1 1 146,5 5 0,3-10 0,8 4 0,2-4 38,4-4 0,5-1 0,11-11 0,3-3-188,2-6 0,0-4 0,4-4 0,-2-4-202,2-6 1,-3-5 0,-1-7-1,-2-5-25,-4-4 1,-3-2-1,-5 0 1,-3-1-61,-2-5 1,4 4-1,-7-6 1,-1 1 467,-2-5 0,4 4 0,0 3 0,-2 3 0,5-6 0,1-2 0</inkml:trace>
  <inkml:trace contextRef="#ctx0" brushRef="#br0" timeOffset="1366">2323 121 8055,'-6'-17'-410,"0"-1"1,1 1 0,3-1 1819,-4 1 0,4 5-735,-4 1 1,4 9 0,2 2-449,0 9 0,-2 15 1,-2 5-1,-2 6 65,3 5 1,-5 5 0,2 9 0,0 5-98,-2 5 0,6-2 1,-5 0-1,1-2-185,0-4 0,0 4 0,6-3 0,2-5-515,4-3 1,-2-16 0,8 0 0,1-6-401,3-6 0,1-7 1,1-5-1,-1-1-357,1-4 1,-7-4 1261,1-6 0,-1-3 0,7-9 0</inkml:trace>
  <inkml:trace contextRef="#ctx0" brushRef="#br0" timeOffset="1716">2515 767 8055,'18'-9'1295,"-7"-5"1,1 8-446,1 2 0,-3-3 0,2 1-520,1 2 1,3 2-1,1 2-359,1 0 0,-1-2 1,1-2-1,-1-4-125,1-1 0,-7 3 0,1-4 0,0 0-169,-3 1 0,5-3 0,-8-5 230,-2-1 1,-10 3 0,-6 3 0,-5 4 295,-7 1 0,3 5 0,-8-4 0,0 6-9,2 6 0,-4-1 0,7 11 0,3 3 116,2 1 0,3 5 0,4 0 0,7 2-78,3 4 1,4-3 0,3 1-1,9 0-289,7-2 0,7 4 0,6-8 1,3-1-886,4-3 0,-2-9 0,6-4 1,-1-4-2313,1-2 3254,-6-8 0,11-10 0,-5-9 0</inkml:trace>
  <inkml:trace contextRef="#ctx0" brushRef="#br0" timeOffset="2015">3266 16 8055,'0'-9'1197,"0"3"0,0 12-726,0 5 1,0 7 0,0 7 0,0 10 252,0 10 1,0 13 0,0 6 0,0 4-47,0 2 1,0 7 0,0 3 0,0-3-561,0-7 0,6-8 1,0-11-1,0-3-1435,1-1 0,-3-16 1,8-4 1316,1-11 0,3-9 0,1-7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3:10.37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332 193 7668,'10'-10'949,"5"2"0,-13 18 0,4 7 1,-4 10-439,-2 6 1,-2 10 0,-2 4-1,-2 3-87,2 3 1,3 7 0,1 2 0,1 0-317,5-4 1,-4-4 0,6-3 0,-2-5-239,0-5 1,1-14 0,-3-7-1052,2-7 0,0-11 0,-6-2-584,0-9 1,0-7 1764,0-1 0,-8-16 0,-2-4 0</inkml:trace>
  <inkml:trace contextRef="#ctx0" brushRef="#br0" timeOffset="316">0 210 8055,'0'-17'551,"0"-1"0,0 6 0,0 1-104,0-3 1,8 6 0,6 1 0,7 1-217,8 0 0,12 0 0,5 6 0,7 0-106,5 0 0,4 0 1,10 0-1,2 0-307,1 0 0,1 2 0,-6 4 1,-4 6-260,-8 3 1,-9 10-1,-20 4 1,-8 4 220,-7 2 1,-7 2 0,-9 2 0,-5 2 278,-11-2 1,-13-2-1,-12-1 1,-1 1 14,-5-2 0,5-4 0,-3-13 0,0-1-88,3 1 1,-5-3 0,9-3 0,3-6-471,6-4 0,7-4 1,13-6-554,5-10 1,8 1 1036,10-6 0,15 3 0,17 3 0</inkml:trace>
  <inkml:trace contextRef="#ctx0" brushRef="#br0" timeOffset="734">1135 577 8055,'10'0'1260,"-2"0"0,-8 8 0,2 5 0,2 7-919,2 3 1,-1 8 0,-5-2 0,0 2-120,0-2 1,0 4 0,0-6 0,2 0-142,4-3 0,-4 1 0,4-2-111,-4-1-135,-2-11 1,0-5-1,2-12 1,2-5-581,1-5 0,1-7 0,-6-2 1,0-3 267,0-3 1,0-2-1,0-2 1,0 2 350,0 4 0,2-2 0,2 6 1,4 0 72,2 0 0,-5 1 0,7 7 0,4 1 76,5 5 0,0 3 1,8 8-1,4 0-246,6 0 0,-2 0 0,6 2 0,-3 2-680,1 2 1,4 5 902,-10-5 0,4 0 0,-12-6 0</inkml:trace>
  <inkml:trace contextRef="#ctx0" brushRef="#br0" timeOffset="1116">1747 734 8055,'17'0'647,"1"0"1,-7 0 0,1 0 13,1 0 0,3 0 1,1 0-465,1 0 0,5 0 1,0-2-1,-1-2-85,-3-2 0,5-1 0,-1 1 0,-2-4-186,-1 0 0,-5-5 1,-1 3-1,-5-3-207,-1-3 1,4 1-1,-8-1 44,-6 1 1,-8 1 0,-11 3 0,-5 3 202,-1 2 1,-2 2 0,-4 6 0,2 2 136,2 4 0,8 4 0,-5 9 0,5 3 118,4 1 1,-3 6 0,14-4 0,3 2-163,1 4 0,5 0 0,9 1 1,13-3-306,12 2 1,8-6-1,9-2 1,2-3-235,3-3 0,5-7 0,-4-4 0,0-4-1732,0-2 2212,-9 0 0,-9-16 0,-7-3 0</inkml:trace>
  <inkml:trace contextRef="#ctx0" brushRef="#br0" timeOffset="1517">2987 804 8055,'0'-18'753,"-2"7"1,-2-1-19,-2-2 1,0 5 0,4-3-133,-4-1 1,4 3 0,-5-2-372,-1-1 1,4-3 0,-8 1-285,-1 3 0,-3-2 1,-1 9-230,-1 1 0,-5 4 0,0 4 0,1 3 138,3 3 1,-4 7 0,-1 9 0,5-1 217,5 0 1,1 4-1,7-4 1,2 1-88,2-1 1,2-2 0,2-5 0,6-1-189,9 1 0,3-7 1,9-1-1,2-2-480,2-4 1,2-4 0,-2-6 0,-2-6 59,-2-3 0,-8-3 1,5-1-1,-3-5 620,0-5 0,-5-4 0,-7-2 0,1-7 0,5-3 0</inkml:trace>
  <inkml:trace contextRef="#ctx0" brushRef="#br0" timeOffset="1750">3179 193 8055,'0'-24'194,"0"1"1,2 0 0,2 5 1594,1 1-1398,1-1 1,-6 11 0,0 7-28,0 9 1,-6 15-1,-1 5 1,-1 6-170,0 5 1,-5 5-1,3 7 1,-2 3-105,1 3 0,1 2 1,-2 6-1,6-4-407,4-2 1,2-2 0,0-5 0,0-3-124,0-3 0,2-6 0,4-12 1,4-6-462,0-4 1,5-9 0,-3-4-73,3-4 0,-5-12 972,-4-7 0,3-8 0,1-10 0</inkml:trace>
  <inkml:trace contextRef="#ctx0" brushRef="#br0" timeOffset="2000">3388 507 8055,'12'0'3336,"0"0"-2750,-9 0 1,5 8 0,-8 5 0,0 7-342,0 3 0,0 8 0,0-2 0,0 4-320,0 2 0,0 4 0,0-2 1,0-4-533,0 0 0,0-8 1,0-2-1,2-5-558,4-7 0,-2-3 1,8-8 503,1 0 0,-5-8 1,0-5 660,-1-9 0,-5-13 0,6-9 0</inkml:trace>
  <inkml:trace contextRef="#ctx0" brushRef="#br0" timeOffset="2165">3580 245 8055,'-5'-12'926,"-1"1"0,0-1 2042,6-5-3797,0-1 1,2 10 828,4 8 0,3 8 0,9 10 0</inkml:trace>
  <inkml:trace contextRef="#ctx0" brushRef="#br0" timeOffset="2499">4192 647 8055,'17'-18'274,"-7"1"0,-4-1 404,-4 1 1,-2-1 0,0 1-293,0-1 0,-8 9 0,-4 3 0,-5 2-198,-7-2 1,5 4 0,-4-4-1,3 6-119,3 6 0,-3-2 0,-1 8 0,-2 3 119,1 7 1,3 3 0,4 6 0,1 0 0,2 6 1,8-2-1,-1 5 1,3-5-190,2-6 0,7 4 0,5-5 0,6-1-368,5-4 0,4-5 1,8-7-1,0-5-306,0-4 1,-2-2 0,-2-2 0,-2-4-148,2-5 1,-6-7-1,-1-5 1,-5-6 820,-2-4 0,9-10 0,1-2 0</inkml:trace>
  <inkml:trace contextRef="#ctx0" brushRef="#br0" timeOffset="2799">4576 140 7974,'0'-17'0,"0"-1"124,0 1 0,6-1 0,0 1 1,-1 1 958,3 5 1,-4-3 104,8 8-878,-8 0 1,3 14 0,-7 4 0,0 3 117,0 3 1,0 9 0,-2 6 0,-2 8-32,-1 3 0,-3-3 0,4 6 0,-4 3-38,-1 6 0,5-1 1,-2 3-1,4-4-388,2-1 0,0-1 1,0-1-1,0-5-295,0-5 0,0-6 1,0-6-1,2-6-974,4-3 0,-2-11 26,7-3 1,-7-12 0,4-5 0,-2-5 1271,-1-1 0,1-9 0,-6-1 0</inkml:trace>
  <inkml:trace contextRef="#ctx0" brushRef="#br0" timeOffset="3132">4384 367 8827,'2'-10'1211,"4"5"1,3 1-854,1-2 0,11 4 0,-3-4 1,3 4-612,4 2 0,2 0 0,8 0 1,0 2-195,0 4 0,0-2 1,0 6-1,0-3 447,0-3 0,8 6 0,1 0 0</inkml:trace>
  <inkml:trace contextRef="#ctx0" brushRef="#br0" timeOffset="3383">5065 542 8055,'0'17'416,"0"1"1,0-1 103,0 1 1,0 5 0,0 0-1,0 1-277,0 1 1,0-4 0,0 6-1,2 0-229,4 1 0,-2-7 0,5 2 0,-1-3-764,-4-3 0,4 1 0,-1-3-2041,3-3 2791,-6-4 0,4-16 0,-1-2 0,3-7 0</inkml:trace>
  <inkml:trace contextRef="#ctx0" brushRef="#br0" timeOffset="3530">5170 245 8559,'-6'-12'716,"0"1"-1253,0 7 1,8-4 0,4 8 536,6 0 0,3 16 0,3 3 0</inkml:trace>
  <inkml:trace contextRef="#ctx0" brushRef="#br0" timeOffset="3947">5676 594 8305,'18'0'509,"-1"0"0,-7-8 0,-4-3 32,-4-5 0,-4-1-320,-4-1 1,-4 3-1,-9 3 1,-3 6 17,-1 4 1,0 2 0,3 0 0,-1 2-41,-2 4 1,-3 4-1,7 7 1,0 3 54,3 3 1,3-2-1,-3 9 1,4 1-205,7 2 0,3 1 0,4-1 0,3-1-93,7-3 1,5-8 0,5 2 0,3-5-312,2-7 1,0-3 0,4-8-1,-3 0-101,-3 0 0,4-10 1,-6-5-1,-1-8 12,-3-5 1,-7-1 0,-3-6 0,-1-1 194,-4-5 0,-4 4 0,-6-4 0,-5 6 145,-5 6 0,-3 4 1,-5 9-1,-5 3-206,-4 1 0,0 10 0,2 2 0,2 10 51,-2 5 0,4 11 1,2 3-1,3 6 258,7 5 0,9-3 0,0 4 0,4 4 0,2-1 0</inkml:trace>
  <inkml:trace contextRef="#ctx0" brushRef="#br0" timeOffset="4397">5990 507 11770,'0'12'2070,"0"-1"-1809,0 3 0,0 1 0,0 3 0,2-1-187,4 1 0,-4 5 0,6 2 1,-2 0-115,0 1 0,-1 3 0,-3-4 0,2 0-58,2 0 0,6-1 0,-6-7 1,-1-1 57,3-5 1,-4-3 0,8-8-106,1 0 0,3-2 1,1-4-1,1-5-216,-1-5 0,1-3 0,-1-3 1,1-1-2,-1 2 0,0-4 1,1 1-1,-1 3 191,1 2 1,-7 1 0,1 1 1258,2-1-612,-7 8 0,-7 12 1,-11 14-1,-3 7-67,3 4 1,-3 2-1,8 6 1,2 0-227,2 0 1,2-2 0,0-2 0,4-4-818,8-1 1,1-1 0,17-4-1,1 1-519,2-7 1,3 1-1,3-11 1153,2-1 0,8-2 0,-5-2 0</inkml:trace>
  <inkml:trace contextRef="#ctx0" brushRef="#br0" timeOffset="4799">6881 507 8833,'0'-18'2254,"0"1"1,0 5-1761,0 1-796,0 7 0,-2-6-184,-4 4 1,-3 4 531,-9-3 0,3 5 0,1 3 0,4 5 59,3 2 0,-5-4 0,6 5 0,2 3 206,2 1 0,2 3 1,0-1-1,0 1-277,0-1 0,2 3 1,4 1-1,6 4-220,3 2 1,9-3 0,1 3 0,2 0 39,4 0 1,0 0 0,-2 2 0,-6-5 158,-3-5 0,-5-1 0,-1-1 1,-4 1 227,-3-1 0,-8-5 0,-11-3 0,-6-1 78,-5-4 0,-4-2 0,-8-2 0,0 0-432,0 0 0,0 0 1,0 0-1,0 0-1064,0 0 1,2-6 1176,4 0 0,-4 1 0,6 5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3:23.672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175 228 11423,'0'-18'-565,"0"7"3934,0-1-2788,0 8 0,0-2-270,0 12 1,0 10 0,0 9-1,0 2-41,0 4 1,0 10 0,2 4 0,2 1-51,2 1 1,2-1 0,-2 7 0,3-3-360,1-3 0,4 1 1,-7-7-1,1-2-676,0-2 1,3-10-1,-3-4-462,2-4 1,-4-9 0,3-6-120,-1-8 0,4-11 1413,-6-9 0,-1-14 0,-5 1 0</inkml:trace>
  <inkml:trace contextRef="#ctx0" brushRef="#br0" timeOffset="350">36 106 11820,'-12'-8'373,"0"-4"1,8 2 126,-1-1 1,3 5-1,6-4-117,7 3 0,3-5 0,17 6 0,6 2-61,7 2 0,9-4 1,3 1-1,6 1-129,6 2 0,0 4 0,11 4 0,1 7-255,0 8 1,-9 7-1,-1 8 1,-12 7-67,-9 10 1,-12 3 0,-12 14 0,-6 5 53,-9 3 0,-16 3 0,-11-9 0,-12-4 1,-10 0 1,0-10-1,-7-3 1,-3-9-6,-1-3 1,-11-2-1,-1-8 1,-2-4-517,0-6 0,2-5 0,-2-7 1,6-5-248,4-4 0,11-4 0,10-4 1,12-5 743,7-5 0,10-9 0,-4-2 0</inkml:trace>
  <inkml:trace contextRef="#ctx0" brushRef="#br1" timeOffset="896">1677 752 8402,'6'-12'-390,"0"0"394,-2-1 0,0-1 0,0 1 0,1 1 874,-1-2 1,-2 5-1,-4-3-526,-4-1 1,3 3 0,-9 0 0,-2 0-171,-1 1 0,-9 5 0,-1-2 0,-2 4-41,-4 2 1,-2 0 0,0 2 0,2 4-175,2 5 0,2 11 0,-4 1 0,4 0-124,1 3 0,9-5 0,7 8 0,2 0 17,5-2 1,1 4-1,4-7 1,5-5 102,11-5 1,1 1 0,10-5 0,2 0 15,2-5 1,2-3-1,0-4 1,0-3-44,0-7 0,-2 2 0,-2-1 1,-4-1-136,-2 2 0,-7-5 0,-6 3-22,1-3 0,-5 3 40,-2 0 1,-6 8 0,-4 1 158,-2 6 1,-6 7 0,7 8 0,1-1-13,2 1 1,9-1 0,5 0 0,6 3-153,5 3 0,4-9 0,8 3 0,2-3-120,4-5 1,-3-1 0,9-8 0,1 0 305,3 0 0,1-15 0,1-5 0</inkml:trace>
  <inkml:trace contextRef="#ctx0" brushRef="#br1" timeOffset="1165">2481 245 8214,'0'-17'663,"0"-1"0,-2 9-348,-4 3 1,2 6 0,-6 8 0,2 7 0,5 6 0,1 12 0,2 2 0,0 10-70,0 5 0,0-3 1,0 0-1,0 1-47,0 3 1,2 1-1,3 0 1,5-1-114,0-5 1,5-3 0,-3-10-1,4-2-606,1-2 1,-5-9 0,-1-3-771,3-9 1,-6-8-1,-3-6-1335,-3-6 2625,-2-11 0,-7-4 0,-3-8 0</inkml:trace>
  <inkml:trace contextRef="#ctx0" brushRef="#br1" timeOffset="1331">2254 525 12517,'19'-6'128,"4"0"1,4-2 0,8 4 0,0-3-643,0-3 1,8 6 0,2-4 0,1 2-1012,1 1 1525,-1-9 0,-1 12 0,-2-6 0</inkml:trace>
  <inkml:trace contextRef="#ctx0" brushRef="#br1" timeOffset="1765">3319 734 8214,'0'-17'811,"0"-1"430,0 1 1,2-1-801,4 1 0,-4-1 1,3 1-557,-3 0 0,-2 5 0,-2 2 0,-1 0 90,-3 1 1,-8 3-1,2-4 1,-3 3-14,-3 3 1,-5 2 0,-2 2 0,-2 2 98,-4 3 1,4 5 0,-1 10 0,3 1 139,4 2 1,1 6-1,3-3 1,1-1 37,5 0 0,3 4 1,8-4-1,2 1-128,4-1 1,0-4 0,9-7 0,7-5-297,3-1 0,2-2 0,4-6 0,-2 0-68,2 0 0,0-8 1,0-3-1,-4-5 49,-1-1 1,-3-1 0,-8 1 0,-1-1 265,-2 1 0,-3-1 873,3 1-734,-4 7 0,-14 10 1,0 12-1,2 5-309,2 6 1,10-3 0,4 3-1,7-3-290,10-3 1,8 1 0,19-3-1,6-3 398,8-7 0,20-3 0,-1-2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3:28.588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 36 8647,'9'-2'1379,"-1"-2"-722,0-2 0,-4-2 0,7 5-145,3-3 0,3 0 1,7 6-1,5 0-154,4 0 0,4 0 1,3 0-1,9 0-237,7 0 1,1 2-1,7 2 1,2 3-96,1 3 0,13-4 0,5 6 0,9-1 32,3-1 1,2 4 0,-47-11 0,0-1-1,2 1 1,-1 0-137,2 1 0,1 0 1,-3-3-1,0 0 0,3 2 1,-1 0-1,-1-1 0,-1 0 11,-1 1 1,0-1-1,47 0 1,-3 4-1,-7-2 81,-10 2 1,-7-4 0,-6 6 0,-2-3-22,2 1 1,-6 0 0,-3-6-1,-7 0-166,-3 0 1,-1 0 0,5 0 0,-5 0-238,-5 0 0,-6 0 0,-4 0 0,-4 0-1184,-2 0-375,-1 0 1046,-15 0 0,-3 0 0,-12 0 923,-5 0 0,-5 0 0,-1 0 0</inkml:trace>
  <inkml:trace contextRef="#ctx0" brushRef="#br0" timeOffset="384">3127 36 8295,'9'-2'0,"-3"-4"0,-2-2 1035,2-3 0,-2 3-489,8 8 0,-1 0 0,7 0 1,-1 0-481,1 0 1,-1 6 0,0 1-1,3 1-47,3 0 1,-3 4-1,3-5 1,-4 1-512,-1 0 0,-1 4 195,1-7 1,-9 9 456,-3-2 1,-14-5 0,-7 1 0,-8-2 37,-5 0 1,-1 7 0,-6-3 0,0 2 36,1-1 1,-1 1 0,0 4-1,0-3-200,0-1 0,8-1 0,3 5 0,5-4-743,2-7 0,7-1-311,4 2 0,4-12 1019,2 0 0,8-15 0,2-6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3:30.488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0 1981 7857,'0'10'1501,"0"-2"0,8-10 1,4-4-1278,3-6 0,3-3 1,-1-3-1,0-1-53,1-4 1,-1 1 0,3-7 0,3-2-97,6-2 0,4-4 0,2-1 0,2-5-10,4-2 1,-2-3 0,7-9 0,3-5-122,1-6 1,1 8 0,-3-10 0,-1 4-49,1 4 0,-3-6 0,-1 6 0,-1 0-198,-4 4 1,-2 10 0,-2 3-1,-2 2-152,-4 4 1,-4 5 0,-8 4 0,1 7-256,-1 4 0,-5 1 0,-2 1-1066,-3-1 1775,-1 9 0,-6-7 0,0 6 0</inkml:trace>
  <inkml:trace contextRef="#ctx0" brushRef="#br0" timeOffset="717">926 235 8237,'-18'17'-1928,"1"1"4389,-1-1-655,9-7-1327,1-2 0,16-8 1,5 0-17,9 0 1,-3 0 0,4-2 0,-3-4-245,-3-6 0,6 3 0,3-3 1,-1-2-130,0-1 1,6-3 0,-4 1 0,2 0-173,1-1 1,-7 1 0,4-3 0,-2-1-238,-3-2 0,3 1 0,-4 9 0,-3 1-44,-5-2 1,-3 5-8,2-3 1,-5 10 414,-7 2 0,0 8 1,-2 9-1,-2 1 65,-1-1 1,-7 1-1,4 1 1,0 3 18,1 1 1,-5 8-1,4-4 1,1 2-7,-1 0 0,-4-2 0,6 4 1,0-3-94,-1-3 0,5 4 0,-4-6-250,4-1 0,2-3 498,0-2 1,-2-9-172,-4-8 1,4-2 0,-5-7-1,1-1-163,0 0 1,-10-1 0,1-5 0,-6 2 76,-1 3 1,-5-1 0,0-3 0,-2 1 40,0 2 1,1 3-1,-1-5 1,6 4-3,4 3 1,1-5 0,3 4-363,3-1 0,4 3-756,8-6 0,8 6 0,6-3 1,5 1 1057,4 4 0,8 10 0,-3 3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3:36.719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503 340 8522,'2'-15'0,"1"1"666,3 3 0,2 1 1,-4-4-1,2 3 121,-2-3 0,-2 4 0,-2-1-453,0-3 0,-2-1 0,-4-1 0,-8 4-248,-7 7 1,-2 3 0,-10 2-1,-6 2-70,-4 3 1,2 13 0,-3 11-1,-1 6 156,0 6 0,7 5 0,-3 13 0,6 5-56,6 3 1,6 9 0,11 2-1,8-3-73,8-3 1,15-6 0,16-17 0,12-7-314,9-7 0,4-19 0,6-4 0,-4-9-360,-1-3 1,-3-9 0,-6-9 0,1-9-110,-1-6 0,-9-2 0,-7 0 0,-6-2-458,-5-3 0,-4 3 1197,-9-4 0,3-4 0,-5 1 0</inkml:trace>
  <inkml:trace contextRef="#ctx0" brushRef="#br0" timeOffset="301">1027 78 8237,'11'-17'0,"1"-1"0,-8 1 706,2 0 1,-4 9 0,-2 8 0,0 11 190,0 11 1,0 5 0,0 10 0,-2 4-519,-4 5 0,2 10 1,-6 5-1,2 1-118,5 4 1,1 2 0,2 3 0,0 1-130,0-2 1,2 2-1,3-16 1,5-5-887,0-9 1,5-1 0,-3-6-492,3-8 0,-3-15 0,-2-12 394,-2-10 1,-3-6 0,-7-3 0,-1-4 850,-3-6 0,-16-12 0,3-4 0</inkml:trace>
  <inkml:trace contextRef="#ctx0" brushRef="#br0" timeOffset="466">695 463 9133,'11'9'1195,"3"-3"1,5-4-891,9-2 0,12 0 0,7 0 0,3 0-639,3 0 0,7-6 0,2-1 0,2-3 334,0-4 0,0-9 0,6-4 0</inkml:trace>
  <inkml:trace contextRef="#ctx0" brushRef="#br0" timeOffset="936">1516 550 8404,'5'12'663,"1"-1"0,0-5 0,-6 6-37,0 1 0,2 3 0,2 1 1,2 3-70,-2 3 1,-2 4 0,-1 6-1,3-2-221,2-2 0,2 0 0,-4 6 1,2-2-143,-2-4 1,-3-3 0,1-11 0,2-1 494,2-3 1,0-9-854,-6-2 0,0-9 0,0-15 1,0-3-21,0 0 1,0-6 0,0 4-1,0-2 84,0 2 0,-6-2 0,0 5 0,2 1 50,2 0 0,2 2 0,0 3 0,0-1-484,0-2 1,2-1 159,4 7 1,4 1 0,7 5 0,3 5-417,3 4 1,-2 2 0,7 2-1,-1 2-612,0 2 1,-4 5 1401,6-5 0,0 8 0,6-5 0</inkml:trace>
  <inkml:trace contextRef="#ctx0" brushRef="#br0" timeOffset="1318">2354 183 8770,'0'-17'1543,"-2"9"0,-2 8 1,-2 12-1082,2 9 0,2 6 0,2 10 0,0 4-31,0 5 0,0 5 0,0 3 0,0 2-167,0 3 1,0 5 0,0-4 0,0 0-62,0 0 1,6-2 0,2-9 0,0-6-343,0-9 1,3-10-1,-3-1-2730,2-4 67,-6-9 0,1-2 2802,-10-8 0,-5-8 0,-8-2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3:35.469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 1 8237,'10'8'719,"-1"-7"392,-3 5-795,-4-4 1,8 4 0,-6 2-114,1 2 1,9-5-97,-2 7 0,3 0 0,3 3 1,-3-1 5,-3-3 0,3 3 0,-1 7 0,5 5 3,5 1 0,1-4 1,-4 6-1,4 4-27,3 6 0,1-2 0,6 5 0,0-1-23,0 0 1,-1 0 0,3-6-1,4 0-103,6-1 0,-3-1 1,3-1-1,-1-5 73,-1-2 0,7 6 0,-3-2 1,3 2 98,-1-2 1,-10 4 0,-1-4-1,-3 4-37,-2 2 1,-2 0 0,-4 0 0,-6 0-90,-3 0 1,3-4 0,0 0 0,1 2-42,1-2 1,-6-2-1,7 2 1,-3-2-189,0 2 1,2-3-1,-3-1 1,1 0-40,-2 0 0,1-4 0,-1 5 0,4-3 128,2-4 0,-3 4 0,3-1 0,-2-1-29,-4 2 1,-1-11 0,-3 3-756,1-1 490,-8-9 1,-3-1-1,-7-12 1,0-5-252,0-5 0,0 5 0,0-1 676,0-2 0,0-9 0,0-4 0</inkml:trace>
  <inkml:trace contextRef="#ctx0" brushRef="#br0" timeOffset="550">1782 1450 9053,'-9'2'3221,"3"4"-2844,4-4 1,2 8-171,0-4 1,8-5-1,1 7 1,3-2-118,0 0 0,-1 6 0,7-7 0,-3 1-54,-3 2 0,3 2 1,-3 5-1,4-1 55,1-3 1,-5 3 0,-1 7-1,1 3 25,-2-3 0,3-2 1,-7 1-1,0 1-19,2 2 1,-6 1 0,3-5-182,-3 4 1,-2-3 0,0 3 0,-2-4-29,-3-1 0,1-6 1,-8-3-1,0 1 20,3 0 1,-7-6 0,5 1 131,-5-3 1,-1-2 0,-1 0-1,1 0 136,-1 0 0,-1-2 0,-3-2 0,-1-3-94,2-3 0,1 4 0,3-4 0,-1 1-143,1-1 1,-2-2 0,-1-5 20,3 0 1,-5-1 0,13 1 0,-3-1-159,0 1 1,3-1 0,-3-1 0,6-3-282,4-1 1,-4-6 0,1 4-1,1 0-253,2-1 1,4 3 0,2 6 0,3-1 731,3 1 0,2-1 0,5 1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3:33.221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367 78 8362,'-10'8'558,"1"-4"1,3 5-237,-6-1 0,2 6 0,1-3 0,-1 7 122,0 5 0,-1 6 0,-9 12 0,-1 8-198,-2 7 0,-7 8 0,5 10 0,-2 1-128,-4-1 1,6-2 0,2-6-1,3-10 436,3-15-873,7-4 1,2-28-387,8-3 0,2-12 1,4-11-406,6-1 1,-5 1-1,-1-1 1,-4 1 1109,-2 0 0,8-9 0,2-1 0</inkml:trace>
  <inkml:trace contextRef="#ctx0" brushRef="#br0" timeOffset="267">280 113 8237,'2'-17'0,"1"-1"397,3 1 0,2 1 0,-4 2 1683,2 3-1867,0-1 1,-1 4 0,1 10 0,0 12-75,2 7 1,-4 10-1,5-2 1,1 4 30,0 2 1,-4 8 0,5 4 0,3 3-36,1 2 0,-3-5 0,0 0 0,1 1-31,3 3 1,1 1 0,1 0 0,-1-1-145,1-5 0,-3-3 0,-1-8 0,-3-2-1425,3-4 0,-4-6-376,1-11 1,-7-6 1840,2-12 0,-4-11 0,-2-11 0</inkml:trace>
  <inkml:trace contextRef="#ctx0" brushRef="#br0" timeOffset="484">0 567 11624,'18'0'410,"7"0"0,4 0 1,8-2-359,9-4 0,1 4 1,13-3-1,-2 3-582,1 2 1,5 0-1,-6 0 1,-4 0-895,-5 0 1,-7 0 1423,-7 0 0,-8 0 0,-1 0 0</inkml:trace>
  <inkml:trace contextRef="#ctx0" brushRef="#br0" timeOffset="816">1013 165 8237,'6'-11'2876,"0"-1"-2468,0 8 1,-6-2-1,0 12-111,0 6 1,0 11-1,0 6 1,0 6 82,0 6 0,-6 6 1,0 9-1,0 4-140,-2 2 1,6-6 0,-3 4-1,3-1-402,2-1 0,0-8 0,0-11 0,0-8-491,0-8 1,0-9 0,2-4-21,3-2 1,-1-10 0,6-10 0,-2-6-243,-4-5 1,-2-4-1,-2-8 1,0 0 914,0 0 0,-8-7 0,-2-3 0</inkml:trace>
  <inkml:trace contextRef="#ctx0" brushRef="#br0" timeOffset="1100">891 253 7825,'10'-18'-258,"3"1"0,-7-1 1116,-2 1 1,4-1-1,-3 1 1,1 1-172,2 5 1,-4-3 0,6 6 0,-1 1-255,1-1 0,2 0 0,7 4 1,2-2-277,3 3 0,7 1 0,-2 4 0,4 3-87,2 7 1,0 4-1,2 1 1,1 2-207,3 5 1,0-3 0,-6 8 0,0 2-200,0 2 0,-6 2 0,-2 0 1,-4 0 267,-7 0 0,-1 2 1,-11 2-1,-6 3 31,-8 3 0,-13 0 0,-6 1 0,-6-3-87,-6-1 0,-3-5 0,-7 4 0,3-6-377,1-6 1,8-4 0,-3-7 0,1-3-775,0-3 0,2-4 1274,10-8 0,-4-8 0,6-2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4:26.447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70 87 8076,'0'10'1606,"0"0"0,0-4-1154,0 5 1,0-1-1,0 2 1,0 1-320,0 3 1,0 1 0,0 1-1,0 1-196,0 4 1,0-1 0,0 5 0,0 0-822,0 0 1,0-4 0,0 5 0,0-1 883,0 0 0,-7 2 0,-3 6 0</inkml:trace>
  <inkml:trace contextRef="#ctx0" brushRef="#br0" timeOffset="683">0 157 9759,'0'-9'2076,"0"1"1,2 10-1884,4 4 0,-4 3 0,4 11 1,-4 3-68,-2 6 1,2 14 0,2 7-1,2 8-287,-3 5 0,1 1 0,0 5 0,2 1-346,-2 0 0,4-16 0,-3-7 0,1-10-284,2-8 0,-4-12 0,8-11-1561,1-4 2352,-5-17 0,7-5 0,-5-15 0</inkml:trace>
  <inkml:trace contextRef="#ctx0" brushRef="#br0" timeOffset="1218">123 52 8114,'9'-1'1531,"-1"-3"-1079,0-2 1,-6-2-1,6 4 107,-1-2 0,3 1 0,8 5 0,-1-2-206,0-4 1,3 4 0,3-4 0,6 4-167,4 2 0,2 0 0,0 0 0,2 0-85,4 0 0,1 2 0,7 2 0,-2 4-129,1 1 0,2-5 0,3 4 0,1-2-29,4 0 0,3-1 0,5-5 0,0 0 14,5 0 1,5 0 0,5 0 0,-3 0-69,0 0 1,-5 0-1,5 0 1,-4 0 0,-6 0 1,-10 0-1,0 0 1,-3 0-43,-3 0 1,-6 6-1,-1 2 1,-2 2 30,-4 3 1,7 3 0,5-1 0,5-1-37,0-2 1,6-3-1,4 5 1,8-4 65,7-3 1,-9 5 0,-4-6 0,-6-2 23,-5-2 0,-3-2 1,-2 0-1,1 0-105,-1 0 0,-5 0 1,-1 0-1,5-2-289,5-4 0,-8-2 1,3-5-1,-6 3-488,-7 2 1,-1 0 947,-2 3 0,-8-5 0,-1-8 0</inkml:trace>
  <inkml:trace contextRef="#ctx0" brushRef="#br0" timeOffset="1816">262 908 11596,'8'-9'420,"4"3"0,-1 4 0,7 0 0,7-2-118,6-2 1,12 0 0,3 6-1,7 0-120,5 0 0,10 0 0,12 0 0,3 0 31,6 0 1,4 0 0,-1 0-1,3 0-275,2 0 0,2 0 1,-48 0-1,0 0 1,1 0-1,-1 0-156,2 1 0,-1-2 0,-2-2 0,1-1 0,5-1 1,1 0-1,-3-1 0,0 0-89,-1 0 1,-1 1-1,43 1 1,-15-2 0,-3 4 41,-3 2 0,-6 0 0,-10 0 0,-9 2 73,-5 4 1,-13-2 0,4 5 0,-4-1-56,-4-4 1,5 4 0,-7-3 0,2-1-322,4-2 0,4-2 0,4 0 1,1 0-701,-1 0 1268,-2-7 0,-2-3 0,0-8 0</inkml:trace>
  <inkml:trace contextRef="#ctx0" brushRef="#br0" timeOffset="2185">3511 175 8590,'-10'17'721,"2"-5"1,8-1 0,-2 5 89,-3 5 1,3 3-1,-4 9 1,4 5-112,2 5 1,8 6 0,3 9-1,5 4-355,1 0 0,1-4 1,-3-9-1,-1-7-598,-3-5 0,-1 0 0,2-14 0,-6-1-3272,-4-3 3525,-2-9 0,-8-10 0,-2-10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4:42.881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158 0 8320,'0'18'170,"0"-1"1,0-5 0,0-1 144,0 3 0,0 1 0,0 5-14,0 3 0,0-9 0,0 3 0,0 1 38,0 3 1,0-2 0,0 5 0,0-3 7,0 2 1,0-1-1,0 5 1,0 0-214,0 0 1,0-4 0,0 5 0,0-1-103,0 0 1,0 2 0,0 8-1,0 2-247,0 1 0,0 3 0,2-4 0,2 4-292,2 1 1,-1 1 0,-5 1 0,2-7-327,4-8 0,-4-5 0,6-11-1129,0-3 1962,-6-5 0,13-22 0,-5-4 0</inkml:trace>
  <inkml:trace contextRef="#ctx0" brushRef="#br0" timeOffset="316">53 140 8282,'0'-18'1258,"0"7"-536,0-1 0,2 6 0,4-3 0,6 1-296,3 4 1,4-4 0,3 2 0,5 2-284,6 2 1,0 2-1,12 0 1,-1-1-286,1-5 0,3 4 1,7-6-1,-1 2-507,-4 0 0,-11 1 1,-2 5-1,-8 0-2571,-4 0 3220,-1 0 0,-15 7 0,-1 3 0</inkml:trace>
  <inkml:trace contextRef="#ctx0" brushRef="#br0" timeOffset="549">1 594 8281,'11'0'1131,"1"0"0,-6 0 0,5-2-576,3-4 1,2 4 0,3-6 0,4 3-44,6-1 1,10-8-1,4 3 1,2-5-529,3-1 0,2 5 1,1 0-1,-3 1-1182,-1 1 1,-8-4-1,0 7 1,-8-1 1197,-8 0 0,4-6 0,0 5 0</inkml:trace>
  <inkml:trace contextRef="#ctx0" brushRef="#br0" timeOffset="933">839 699 8308,'6'-12'2369,"0"0"1,1 8-1762,-1-1 0,4 3 0,7 0 0,1-2-376,-1-2 1,3 0 0,1 6-1,2-2-311,-1-4 1,-1 3 0,0-7 0,3 0-69,-3 0 0,-2-1 1,-3-7-174,-4 1 1,-5-1 0,-7 1 5,0 0-1,-7 1 1,-7 4 0,-5 7 212,-5 3 1,-7 2 0,4 2 0,-2 3 106,0 7 1,2 4 0,-4 3 0,4 2 6,1 3 1,5 7 0,9-2 0,6 2 240,5-2 0,1 4 1,0-6-1,3 0-13,9-4 0,4-5 0,17-4 1,3-5-486,1-1 1,6-2 0,-2-6-1,-2 0-369,-3 0 0,-1-8 0,0-4 0,0-3-2287,0-3 2901,-8 1 0,6-8 0,-6-2 0</inkml:trace>
  <inkml:trace contextRef="#ctx0" brushRef="#br0" timeOffset="1399">1765 646 8111,'5'-11'329,"1"-1"1,2 0 0,-4-5 635,2-1 0,0 7 1,-6-1-149,0-1 0,0 3-600,0-2 0,-2 2-239,-4-1 0,-4 3 0,-7 8 1,-3 0-79,-3 0 1,4 2 0,-7 4-1,3 5 105,0 5 0,-6 1 1,5 3-1,3 1 156,2 2 0,1 7 1,1-5-1,1 0-29,4 0 0,5-1 1,7-7-1,0 0-48,0 1 0,9-3 0,9-3 0,9-6-154,6-4 0,2-4 0,0-2 0,-2-6-96,-4-5 0,4 1 0,-6-9 0,0 4 13,-3 1 1,-5 1 0,-2-1 0,-1 1 422,-4-1 0,1 1-349,-7-1 0,-2 11-6,-10 7 1,4 1 0,-4 13 0,4 4-31,2 3 1,0 2 0,0-5 0,2-1-165,4 1 0,4-3 0,7-1 1,1-5-290,-1-1 1,8-2 0,3-6 0,1 0-150,0 0 1,-8-2 0,4-2-1,-1-4 717,-1-1 0,0-11 0,-5-7 0</inkml:trace>
  <inkml:trace contextRef="#ctx0" brushRef="#br0" timeOffset="1716">2393 70 8090,'0'-18'917,"0"7"-171,0-1 1,-2 2-498,-3-1 0,3 5 0,-4 12 1,4 5 102,2 5 1,0 3 0,0 5 0,-2 3-87,-4 0 0,4 12 0,-4-4 0,4 4 365,2 3 1,0 1 0,0 7-1,0-1-272,0-1 0,0 7 0,0-11 0,0 1-356,0-4 1,6 0 0,2-5-517,2-3 1,-1-9-1,5-3-1815,-2-7 1,-7-7 807,7-7 1,-8-7 0,0-5 1519,-8-4 0,-6-1 0,-7-1 0</inkml:trace>
  <inkml:trace contextRef="#ctx0" brushRef="#br0" timeOffset="1900">2201 507 11346,'8'-10'1065,"4"4"0,3 4-969,3 2 0,1 0 0,2 0 0,5 0-442,1 0 1,2 0 0,8-2-1,0-2-913,-2-2 1,3 1-1,-9 3 1259,4-4 0,2-4 0,0-7 0</inkml:trace>
  <inkml:trace contextRef="#ctx0" brushRef="#br0" timeOffset="2233">2830 576 8090,'-10'-2'1279,"4"-3"1,-1 1 1401,1-8-2278,0 8 0,6-2 0,0 12-185,0 6 1,0 3 0,0 5-1,0 1-40,0 2 0,2 7 0,4-5 0,5 0-105,5 0 1,1 4-1,1-5 1,-1-3-162,1-2 0,1-7 1,3-2-1,3-3-114,2-3 0,-4-2 1,4-4-1,1-3-85,-1-7 1,-6-9 0,2-5 0,-5-1-268,-7-4 1,3 0-1,-6 0 1,0 2-8,-1-2 1,-1 0 0,-6 2-1,0 5-415,0 5 1,-2 3 218,-4 5 1,-1 5 756,-5 12 0,-4 11 0,7 10 0</inkml:trace>
  <inkml:trace contextRef="#ctx0" brushRef="#br0" timeOffset="2600">3494 507 8038,'-10'9'2058,"2"7"1,8-5-1532,0 5 1,0 1-1,0 3 1,0 1-302,0 2 0,2 8 0,4-3 1,4 1-88,-1 0 1,5-6-1,-6 4 1,-1-1-189,1-5 0,4-8 0,-4-3-34,1-2 0,-5-4 0,2-10 1,-4-6-97,-2-3 1,0-8 0,0-3 0,0-1-93,0-4 0,0-2 0,0 0 1,0 2-133,0 2 1,0 8 0,0-5-1,0 3-82,0 0 0,6 0 1,1 7-1,3 2 125,4 3 1,1 1 0,5-2 0,3 7 126,6 3 0,4 2 1,4 0-1,2 0-66,2 0 0,-1 0 0,-7 0 299,-4 0 0,4 7 0,-5 3 0</inkml:trace>
  <inkml:trace contextRef="#ctx0" brushRef="#br0" timeOffset="2982">4000 629 7815,'18'0'338,"-7"0"608,1 0 0,-1 0 0,7 0-558,-1 0 1,-1-2-1,-1-2-150,3-2 0,1-7 0,10 1-182,-5-4 1,-5 5-1,-1-1 1,-3-1-170,-3-3 1,1 4-1,-7 1 1,-2-3-40,-2-1 0,-4-3 0,-4 3 134,-5 3 1,-5-2 0,-3 9 0,-5 1 81,-5 2 1,2 4 0,0 4 0,0 7 240,0 8 1,5 1 0,1 5 0,5 0-52,5 0 0,7 2 1,-2 4-1,4-2-155,2-1 1,10-3-1,7 2 1,10-6-482,6-4 0,2-3 0,0-4 0,2-7-502,4-3 0,-4-2 0,3-2 0,-5-3 884,-6-7 0,4-11 0,-5-4 0</inkml:trace>
  <inkml:trace contextRef="#ctx0" brushRef="#br0" timeOffset="3333">4751 419 7875,'16'-8'-514,"-3"-3"1581,-1-5 1,-8 5 0,1-1 295,-3-2 0,-4-1-1141,-3-3 0,-5 9 0,-8 3 0,1 4-259,0 2 1,-1 0 0,1 0 0,-1 2-13,1 4 0,5-2 1,2 7-1,1 3 12,-1 1 1,6-3 0,-2 0 0,4 1 155,2 3 0,0 1 1,2 1-1,4 1-40,6 4 1,-3-3 0,3 3 0,0-4-69,-3-1 1,7 1 0,-6 3 0,1 3 38,1 2 0,-8-6 1,4 3-1,-3-3-29,1 2 0,0-3 1,-6 3-1,0-4-380,0-1 0,-6-6 1,-2-1-1,-1 1-492,-5-2 0,-7-3 0,-4-7 851,-3 0 0,-1 0 0,-6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4:47.531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280 36 7966,'10'0'463,"-2"-2"0,-7-2 277,5-2 1,-4 2-382,4 10 0,-4-2 1,-2 8-1,0 3-106,0 7 1,0-1 0,0 8 0,0 4-72,0 6 0,0-2 0,2 3 0,2-5-194,2-5 0,7 1 0,-3-8 0,0-2-1462,-5-1 1,3-9 403,-2 1 1,6-12 0,-8-4 1069,-6-12 0,-6-5 0,-10 4 0</inkml:trace>
  <inkml:trace contextRef="#ctx0" brushRef="#br0" timeOffset="266">18 71 7966,'-10'0'974,"3"-2"0,9-2-596,3-2 1,5 0 0,10 6 0,3 0-198,6 0 1,4-5 0,4-3-1,2 0-209,1 0 1,11 1-1,-1 3 1,7-2-710,-1 2 1,-4 2 0,-3 2 0,-5 0-1341,-1 0 2077,-2 0 0,1 0 0,3 0 0</inkml:trace>
  <inkml:trace contextRef="#ctx0" brushRef="#br0" timeOffset="766">926 245 9316,'10'0'1630,"0"-5"1,-6-3-1355,1-2 1,9 4 0,-2-5-131,3-3 0,3 4 1,-1-1-1,1-1-314,-1 2 1,-5-3-1,-1 5 1,3 0-580,1 1 1,-3 1 621,0 6 1,-7 0 0,5 2-1,-2 4 115,-4 5 0,-2 11 1,-2 3-1,0 2 29,0 4 0,0-4 0,0 0 0,2 0-351,4 1 0,-3-7 0,7 2 0,0-5-494,0-7 1,-5 5 825,7-4 0,0-5 0,5 1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4:50.080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0 18 7269,'8'-9'702,"-6"1"1,6 10-1,-8 4 1,0 5-341,0 5 1,0 9 0,0 4 0,0 6-204,0 6 1,0 0-1,0 9 1,0 6-209,0 4 0,0-1 0,0 3 0,1-4-211,5-8 0,-2 1 0,8-10 1,-1-4-645,-1-6 1,4-6 0,-6-10-1092,1-3 1995,3-4 0,5-16 0,1-2 0</inkml:trace>
  <inkml:trace contextRef="#ctx0" brushRef="#br0" timeOffset="516">0 141 7966,'18'0'220,"-1"0"132,0 0 0,1 0 0,-1 0 1,1 0-51,-1 0 1,9 0-1,3 0 1,4 0-275,2 0 1,5 0 0,3 0 0,2 0-275,3 0 1,8 0 0,5 0-1,-1 0-2,0 0 1,10 0 0,-4 0 0,0 0-37,2 0 0,-6 2 1,2 1-1,2 3 178,2-2 1,0 6 0,-2 0-1,-2 1 296,2 1 1,0-1 0,0 5 0,-4-2 11,-2-3 0,-2-7 0,-4 4 0,1-2-147,-3 0 0,4-1 1,-9-5-1,3 0 27,3 0 1,5 0 0,-2 0 0,-3 0-302,-5 0 1,-1 2 0,5 2 0,0 2 158,1-2 0,-1-2 1,3-2-1,3 0 51,6 0 1,4 2 0,2 2 0,-1 1 8,1-1 0,-6 0 1,-2 0-1,-1 4-60,-5 2 1,-10 1 0,-7 5 0,-8-3-203,-7-1 0,1-2 0,-2 1-664,-2-5 926,-9-4 0,4-2 0,-7 0 0</inkml:trace>
  <inkml:trace contextRef="#ctx0" brushRef="#br0" timeOffset="1000">192 944 8241,'-10'0'946,"3"0"0,9 0 1,5 0-1,11 0-590,9 0 0,14-6 1,7-2-1,11 1-123,10-1 1,17 0 0,-37 6 0,3 0 0,2-1 0,2 0-18,5 1 0,1 1 0,2-1 1,2 0-1,3 0 0,1 0 0,0-1 1,0 0-250,0 1 0,0 0 0,0 1 0,1 0 0,2 1 0,0 0 0,1 0 0,1 0 46,0 0 1,0 0 0,-5 0 0,-1 0-1,-4 1 1,-2 0 0,-1 1 0,-1 2-112,-3 1 0,0 2 0,-3 0 1,-1 1-1,39 10 0,-12-1-666,-7 0 1,2-1 0,2-2 0,-1-5-129,1-1 0,-5-2 0,-10-6 1,-11 0 35,-9 0 1,-10-2 0,-10-4 855,-11-6 0,-7-1 0,-10 1 0,-9 4 0</inkml:trace>
  <inkml:trace contextRef="#ctx0" brushRef="#br0" timeOffset="1350">3475 542 10441,'0'18'1329,"-1"-1"1,-3 1-1059,-2-1 1,0 8 0,6 5 0,2 2-427,4 3 1,2 0 0,5 0 0,-3 0-681,-2 0 1,3-8 0,-3-3-1,0-5-2543,0-2 3378,-3-7 0,-5 6 0,0-7 0</inkml:trace>
  <inkml:trace contextRef="#ctx0" brushRef="#br0" timeOffset="1884">699 333 8404,'-10'0'1371,"2"2"1,8 4 0,0 5-1138,0 5 1,0 1 0,0 3-1,0 1-101,0 2 1,0 8 0,2-4 0,2 1-272,2-5 0,7 2 0,-3-2 0,2-1-1286,-1-3 0,-5-7 1,6-3-1027,1-1 2450,-5-2 0,0-6 0,-8 0 0</inkml:trace>
  <inkml:trace contextRef="#ctx0" brushRef="#br0" timeOffset="2166">419 368 8404,'10'0'795,"0"0"-253,-5 0 0,-1 0 1,8 0-1,2 0-313,1 0 0,4 0 0,5 0 0,7 0-246,8 0 0,-1-6 0,9-2 0,3 0-717,7 1 1,-3-5 0,4 6 0,-3 2 733,-3 2 0,0-5 0,1-3 0</inkml:trace>
  <inkml:trace contextRef="#ctx0" brushRef="#br0" timeOffset="2650">1240 438 8418,'10'-8'204,"-1"4"458,-3-8 1,-2 3 0,6-5-207,-2 2 1,-1 8-1,-1-3-336,6-1 0,3 6 0,3-4 0,-1 4-133,1 2 0,-1 0 1,1 0-102,-1 0 1,1 8 0,-3 4 202,-3 3 0,-4 3 0,-8-1 0,-2 2-28,-4 5 1,-6-5-1,-9 4 1,-2-3-20,1-3 0,-3 7 0,0-1 1,-1-2-197,1-1 1,2-9 0,6 1-222,-1 2 0,3 1 214,3 2 0,6-7 0,12-4 0,6-4 63,3-2 0,10 0 0,6 0 0,6 0-101,4 0 1,2 0 0,-3 0 0,7 0-288,3 0 0,3 0 1,-3 0-1,-1-2-992,-3-4 1478,-7 4 0,12-13 0,-7 5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4:54.860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36 0 8123,'0'12'2526,"0"-1"0,-2-7-2697,-4 2-856,-4 4-1903,1-8 2930,1 5 0,8 1 0,0 2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4:55.027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18 0 9499,'0'18'0,"-8"-9"0,-1-1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4:55.227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18 0 8144,'0'10'4842,"0"-2"-5903,0-8 0,-8 0 1,-1 0-1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4:55.362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1 1 15906,'0'17'0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4:56.479"/>
    </inkml:context>
    <inkml:brush xml:id="br0">
      <inkml:brushProperty name="width" value="0.22857" units="cm"/>
      <inkml:brushProperty name="height" value="0.22857" units="cm"/>
      <inkml:brushProperty name="color" value="#66CC00"/>
    </inkml:brush>
    <inkml:brush xml:id="br1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53 105 9329,'0'-14'1420,"0"8"1,0 16-1,0 19-1062,0 4 0,0 10 0,0 3 0,0 5-226,0 1 0,0 1 1,0-1-1,0 1-272,0-1 1,0-2-1,0-5 1,2-8-860,4-6 0,-2-10 1,7 1-1277,3-9 1,2-7 2289,1-12 0,0-11 0,1-10 0</inkml:trace>
  <inkml:trace contextRef="#ctx0" brushRef="#br0" timeOffset="350">1 175 15718,'0'-18'-573,"0"7"1024,0-1 1,2 8 0,4-2 200,5 4 1,7-4-1,5 1 1,6 1-319,4 2 1,10 2 0,3 0 0,7 0-201,5 0 1,4 0-1,8-2 1,0-2-362,0-2 1,7-5 0,5 3 0,3-2-261,2-3 0,1 3 1,-1 0-1,0 0 199,1 1 0,-1 5 0,0-2 0,1 4-386,-1 2 1,0 0-1,-1 0 1,-7 0 992,-9 0-418,-8 8 0,-9 2 0,-1 7 1</inkml:trace>
  <inkml:trace contextRef="#ctx0" brushRef="#br0" timeOffset="1249">53 873 16200,'12'-11'2326,"-1"1"-1882,3 2 0,-4 2 0,3 4 1,5-1-379,3-3 0,10 0 0,-2 6 1,4 0-317,2 0 1,8-6-1,3 0 1,5 2 38,1 2 1,7 2 0,1 0 0,4 0 200,7 0 1,3 0 0,10 0 0,1 0 32,-2 0 0,1-2 1,5-1-1,2-5-110,3-2 1,-3 4-1,-10-3 1,-5 1-170,-4 4 0,-4 2 0,-4 2 1,-6 0-98,-4 0 0,-9 8 0,-2 1 0,-3 3 82,1 0 0,6-3 0,-5 5 0,3-4 210,3-2 1,3-3 0,1-5 0,3 0 60,3 0 1,-2-7 0,6-3 0,0-2 77,0 1 0,-5 1 0,1-2 0,-6 6-56,-5 4 0,1 2 0,-7 0 0,-2 0-107,-2 0 0,-8 8 0,-2 2 0,0 2-306,0-1 1,-3 1 0,3 3 0,-2-1-466,-4-2 1,1-8 0,-1 1 895,2-3 1,1-9 0,-7-3 0</inkml:trace>
  <inkml:trace contextRef="#ctx0" brushRef="#br1" timeOffset="1784">1922 52 8660,'19'0'659,"3"0"1,3 0-373,2 0 1,10-1-1,11-3 1,9-2-67,7 2 1,4-4 0,3 2-1,5 2-223,6 3 0,1 1 0,0 0 0,-3 1-268,-2 5 1,-3 2 0,-7 6 0,-4-3 46,-6 3 0,-3-6 0,-5-1 0,-1-1-204,-3 0 0,-9 0 0,-2-6 0,-10 0-461,-5 0 1,-9 0 887,1 0 0,-10 0 0,-2 2 0,-10 4 0,-5-4 0,-3 5 0,1 1 0,1-4 0,5 8 0,-5-9 0,6 5 0</inkml:trace>
  <inkml:trace contextRef="#ctx0" brushRef="#br1" timeOffset="2084">3459 192 8328,'0'12'613,"0"-1"-87,0 3 0,0 2 0,0 3 0,0 4-188,0 6 0,0 6 0,-2 4 0,-2 4-236,-2 1 0,0 1 0,6 2 0,0-7-425,0-3 1,0-4 0,2-4 0,4-7-1048,6-9 1,3 1 1369,3-8 0,7-1 0,2-5 0</inkml:trace>
  <inkml:trace contextRef="#ctx0" brushRef="#br1" timeOffset="2767">1049 279 8481,'2'-9'2176,"3"3"-1707,-3 4 1,8 4-1,-6 4-143,2 5 1,0 5 0,-5 1 0,3 1-234,2-1 1,2 7 0,-4-1 0,2-2-143,-2-1 1,-3 3 0,1 0 0,2-1-991,2-3 1,2-3 0,-4-3-1703,2-1 2741,7-8 0,-3 3 0,7-7 0</inkml:trace>
  <inkml:trace contextRef="#ctx0" brushRef="#br1" timeOffset="3050">822 262 10306,'2'10'377,"3"-4"0,5-6 0,8-4 0,1-2-270,4 2 1,4-4-1,10 0 1,2 1-505,2-1 1,7-6-1,-1 5 1,3-3-464,3 0 1,-1 8 0,-1-3 859,-5-1 0,5 6 0,-7-6 0</inkml:trace>
  <inkml:trace contextRef="#ctx0" brushRef="#br1" timeOffset="3983">1573 297 10245,'-10'0'-124,"2"0"4238,8 0-4456,16 0 0,-13-2 37,9-4 1,-6 4 186,0-4 0,2 3 1,5-1 17,-1-2 0,-6 0 0,5 6 177,3 0 1,-4 0 108,1 0 1,-7 2 106,2 4-3,-4-4 5,-2 13 1,0-11-138,0 8-700,0-8 474,0 3 16,0 1 0,0-4 48,0 8 0,0-6 1,0 5 111,0 3 1,-8 1-1,-2 3 42,1-1 0,-1 1 0,4-1 0,-4 1-67,1-1 1,-7 1 0,5-1 0,-3 0-12,2 1 0,-3-1-700,3 1 0,4-7-38,3 1 0,5-8 473,5 2 0,5-4 0,8-2 0,1 0 125,4 0 0,-1 0 1,5 0-1,-2 0-97,-4 0 0,5-6 1,-3 0-1,0 2-278,2 2 1,-5 0-1,5-2 1,-2-1-224,1 1 1,-1-6 665,-6-2 0,9-3 0,1-3 0</inkml:trace>
  <inkml:trace contextRef="#ctx0" brushRef="#br1" timeOffset="4366">2079 279 8195,'0'12'1743,"0"0"-1153,0-8 1,2 3-434,4-7 0,5 0 0,13-2 1,5-1-241,4-3 1,2-6 0,0 4 0,0 1-23,0-1 0,-1-4 0,1 6 0,-2 1-643,-4-3 1,-3 6-1,-9-4-1154,1 4 1902,-9 2 0,-1 0 0,-8 0 0</inkml:trace>
  <inkml:trace contextRef="#ctx0" brushRef="#br1" timeOffset="4749">2236 332 10293,'-11'0'1507,"-1"0"-1903,8 0 573,-4 0 1,8 2-126,0 4 1,0-2-12,0 7 1,0 1-7,0 5 1,2-5-1,4 0-78,6 1 0,-3-3 1,3 0-1,2-1-93,1 1 0,3-4 1,-1 5-1,1 1 125,-1-2 1,6 5-1,1-3 1,-3 3 182,-2 3 1,5-1 0,-3 1 0,-4-1-35,-3 1 0,-10-1 1,2 1-1,-4-1-42,-2 1 1,-8-7 0,-4-1 0,-3-2-434,-3-4 1,-7-2 0,-4-2 0,-4-2-449,-2-4 0,0-2 0,0-6 0,0 3 785,0-3 0,0-9 0,0-4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5:04.309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0 158 8273,'10'0'1250,"6"0"0,-5 0-1017,5 0 1,1 0 0,1 0-1,1 0 94,5 0 0,-1 0 1,10 0-1,4 0-69,0 0 0,5 0 1,1 0-1,3 0-109,9 0 0,-3 0 1,6 0-1,-3 0-44,-3 0 1,2 0 0,3 0 0,1 0-134,-2 0 0,-1 0 0,-3 0 0,0 0-67,1 0 1,-3 0 0,-1 0-1,-3 0-76,3 0 0,-5-6 0,3 0 0,2 0 10,1-2 0,-3 6 0,-1-3 1,3 3 109,1 2 0,-3 0 0,-3-2 0,-1-2 152,-4-2 1,0 0-1,-3 6 1,1 0 76,-4 0 0,-7 0 1,1 0-1,-2 2-153,-4 4 1,-1-4 0,-3 4-1185,1-4 0,-1-2 1159,1 0 0,-1 7 0,0 3 0</inkml:trace>
  <inkml:trace contextRef="#ctx0" brushRef="#br0" timeOffset="500">2376 35 8758,'0'-11'1713,"0"-1"-1311,0 8 1,7-4 0,5 8-179,4 0 0,7 6 0,2 2 0,2 0-195,4-1 1,2 5 0,2-4 0,0 2-31,0 3 0,0-3 0,-2 2 0,-4-1-253,-6-1 1,-5 5 0,-7-3 178,-5 4 0,-13-5 0,-13 1 1,-11-1 19,-8-1 0,-9 4 0,1-6 0,-1-1 39,1 1 1,-1 4-1,7-6 1,2-1 52,2 3 1,4-6 0,4 4-102,6-4 0,11-4-258,6-4 1,4-4 0,4-7 321,4-1 0,4-7 0,7-2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5:13.145"/>
    </inkml:context>
    <inkml:brush xml:id="br0">
      <inkml:brushProperty name="width" value="0.22857" units="cm"/>
      <inkml:brushProperty name="height" value="0.22857" units="cm"/>
      <inkml:brushProperty name="color" value="#66CC00"/>
    </inkml:brush>
    <inkml:brush xml:id="br1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10 333 7989,'-9'0'1233,"9"5"1,13 1-874,8-2 1,7-2 0,9-2-1,3 0-126,7 0 1,19 0 0,11 0 0,15-2-174,-41-1 0,2 0 0,4 2 0,1-2 0,5-1 0,2-1 1,3 1-1,2 0-119,4 2 0,1 0 1,-3-2-1,0 0 0,4 1 1,1 1-1,-3-1 0,0 2-20,-1-1 1,-1 2 0,-2 0 0,0 2 0,-5 0 0,0 2 0,-3 1 0,0 1 25,-4 1 1,-2 2 0,-1-1 0,-1 1 0,-2 0 0,-1 0 0,0-1 0,1 1-140,1 0 1,-1 0 0,35 0 0,6-3 0,-8-4-183,-5-2 1,-2 0 0,-10 0 0,-6 0-173,-10 0 0,-15-6 0,-14 0 0,-5 1 561,-7-3-16,-3-10 0</inkml:trace>
  <inkml:trace contextRef="#ctx0" brushRef="#br0" timeOffset="332">3503 193 12398,'-12'6'1305,"3"2"-626,1 1 1,2-3-1142,6 6-36,0-8 0,2 3 1,4-7 359,6 0 181,-5 0 1,9-7 0,-6-3 0</inkml:trace>
  <inkml:trace contextRef="#ctx0" brushRef="#br0" timeOffset="766">3241 158 11995,'0'10'1134,"2"-3"1,4-7-449,6 0 0,3 0 0,3 0 0,1 0-436,4 0 0,4 6 1,8 0-1,2-2-185,4-2 1,-4 0 0,4 4 0,-7 3-295,-4 1 0,1 6 0,-8-5 0,-2 5-70,-1 1 0,-11 1 0,-3-1 0,-4 1 126,-2-1 1,-2 1 0,-4-1 0,-5 1 146,-5-1 1,-1 0 0,-1-1 0,-1-2 114,-4-3 1,1-5 0,-5 6-1,0-1-82,0-1 0,5 6 1,-1-7-1,4 3 45,1 0 0,1-3 0,-1 5-345,1-3 1,1-5-12,5 6 0,5-10-1143,12-2 0,1-8 1490,5-9 0,4-9 0,-7-1 0</inkml:trace>
  <inkml:trace contextRef="#ctx0" brushRef="#br0" timeOffset="1547">3992 175 12208,'0'-17'-314,"0"5"1,0 1 1074,0-3 1,0 4 966,0-1-1425,0 7 0,0-2 0,0 14 0,0 9 169,0 11 0,6 12 0,2 7 1,-1 5-238,1 6 0,4 5 1,-4 6-1,1 1-346,5 0 0,-6-2 1,-1-4-1,-1-8-1550,0-7 0,2-6 135,-2-9 0,3-16 0,7-14-532,-4-18 2090,3-3 0,-13-24 0,6 4 1</inkml:trace>
  <inkml:trace contextRef="#ctx0" brushRef="#br0" timeOffset="1947">4062 123 12624,'2'-15'212,"4"3"0,-2-2 0,7 9 162,3 1 1,3 2 0,7 2 0,5 0-73,4 0 1,15 0 0,8 0-1,10 0-177,12 0 0,7 0 0,12 0 0,-44 0 0,1 0-75,3 0 1,1 0 0,7-3 0,2 0 0,-4-1 0,2 0 0,3 0 0,1-2-240,4 0 1,0-1 0,4 2-1,1 0 1,4 0 0,-1 0-1,0 1 1,-1 1 129,0 0 0,-1 2 1,-1 0-1,0 0 1,-1 1-1,-1 0 1,-2 0-1,-1 2 17,-2 0 1,0 2-1,0 0 1,0 1 0,-6 3-1,0 0 1,1-1 0,0-1-54,1 1 1,2-2 0,-2-3 0,1 0 0,0 1 0,0 0 0,-2-2 0,0 0-94,-1-1 0,0 0 0,2 0 0,0 0 0,-3 0 0,0 0 0,-1-1 0,0 0-1,0-2 1,-2 0 0,-3 2-1,-1 0 1,-1-2 0,-1 0-1,-3 2 1,0 0-157,47 1 1,-13 0 0,-18 2-1,-14 2 209,-11 2 1,-8 7 0,-4-1-1,-2 2 60,2-3 1,-4 5-1,0-6 1,-2 1-435,-3 1 0,3-8 0,-2 2 510,-1-5 0,-11 7 0,-3 2 0</inkml:trace>
  <inkml:trace contextRef="#ctx0" brushRef="#br1" timeOffset="2447">4464 1258 8289,'11'-15'240,"1"3"0,-6-1 1,5 5-1,3 0-157,1 0 0,5-3 1,3 5-1,8 0 274,8-2 1,2 6-1,11-4 1,8 3 13,6-3 0,14 4 0,7-4 0,10 2-148,-46 1 0,1 0 0,9 2 0,2 0 1,2-2-1,0-1 0,2 1 0,0 0-226,2 0 0,0 0 1,3 0-1,1 0 0,5 3 1,0 0-1,3 0 1,1 0 70,2 0 1,1 0-1,-1 0 1,0 0 0,-4 0-1,-1 0 1,3 0-1,-1 0-142,4 0 0,-1 0 0,1 3 1,-1 0-1,-2 0 0,-1 0 1,-5-1-1,-1 0-251,-2-1 1,-2 0-1,-5-1 1,-2 0-1,-1 0 1,-2 0-1,-4-1 1,-1 0-373,-5-2 0,-1 0 0,41-7 0,-23-7 0,-4-1-225,-6 1 0,-11-1 922,-7 1 0,-3-5 0,-2 1 0,0 0 0,0-3 0</inkml:trace>
  <inkml:trace contextRef="#ctx0" brushRef="#br1" timeOffset="2899">9039 350 8190,'10'-8'1269,"-2"-1"-845,-8-1 0,0 4 0,0 12 0,0 6 250,0 3 1,0 10 0,2 6-1,2 8-236,1 8 0,1 3 1,-4 5-1,2 3-270,2 6 1,0-4 0,-4 0 0,1-4-695,3-3 1,8-5-1,-4-15 1,-1-4-4501,-3-5 5026,-4-13 0,-17-11 0,-5-9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5:05.809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1 122 8518,'17'0'1346,"-1"-2"-527,-4-3 1,-3 3 304,-3-4-789,-4-4 1,8 8 0,-6-2 39,1 8 1,1 0 0,-6 8 0,0 3-16,0 7 0,0 5 0,2 10 0,2 5-119,2 11 1,2 9 0,-4 13 0,3 7-246,3 3 0,2 1 1,3-5-1,-1-7-565,-3-8 0,1-8 0,4-13 1,-3-10-1509,-1-10 0,-8-15 771,2-10 0,-5-8 1306,-1-10 0,-7-7 0,-3-2 0</inkml:trace>
  <inkml:trace contextRef="#ctx0" brushRef="#br0" timeOffset="452">36 105 8608,'12'-8'0,"-3"-4"320,-1-3 0,6 3 1,-3 3 28,5 1 0,1 2 1,1 6-1,1 0 128,4 0 0,5 0 0,6 0 0,1 0-190,0 0 1,10 0 0,5 0 0,9 2-197,3 4 0,2-4 0,8 4 1,3-5-110,7-1 0,15 0 1,-46 0-1,1-1 1,0-1-1,0 0-4,2-1 0,1 0 0,4-1 0,0 0 0,2 2 0,1 0 0,2-1 0,2 0-125,-1 1 0,2 1 1,2-1-1,-1 2 1,-2-1-1,0 2 0,1-1 1,0 0 104,0 0 0,0 0 0,2 0 0,0 0 0,1-1 0,0 2 1,-4-1-1,0 2 31,-3 0 1,0 1-1,-3-1 1,0 0-1,0 3 1,0 0-1,0-1 1,-1 0-53,0-2 0,0 0 0,0-1 0,-2-1 0,-4 1 0,-1-2 0,1 1 0,-1 0 4,0 0 0,1 0 0,2 0 0,0 0 1,1 0-1,-1 0 0,0 0 0,-1 0-15,-1 0 1,0 0 0,2 0 0,-1 0 0,0 0 0,-1 0 0,-2 0 0,-1 0-208,47 0 0,-10-1-1,-7-3 1,-1-4 5,1-2 1,-6 6 0,-3-1 0,-9 1-345,-9-2 0,-14 4 1,-4-4-851,-10 4 1470,-14 2 0</inkml:trace>
  <inkml:trace contextRef="#ctx0" brushRef="#br0" timeOffset="1269">507 1258 8606,'0'-12'674,"2"2"-521,4 2 1,4-3-1,9 3 1,5 0 385,5 0 0,6-5 1,5 3-1,9-1-92,7-1 0,0 6 1,8-4-1,2 3-160,2 3 1,-4 2-1,0 2 1,2 0-87,2 0 1,-4 0 0,0 2 0,2 2-51,2 1 1,4 1-1,4-6 1,3 0-40,1 0 1,5 0-1,-3 0 1,5 0-1,6 0 1,-4 0 0,3 0 0,-7-2-52,-3-3 1,1 3-1,6-4 1,-1 4-183,-9 2 1,-5 0 0,-4 0 0,2 0-144,3 0 0,-3 0 1,4 0-1,-5 0-65,-1 0 0,2 0 0,0 0 0,0 0 186,-4 0 1,-10 0-1,2 0 1,0 0 123,4 0 1,-2 0-1,0-2 1,0-2-23,1-2 1,-5-2-1,4 5 1,-2-5-224,-4-2 0,-3 6 0,-5-2 1,-3 4-43,-2 2 0,-3 0 0,-7 0 0,-4 0-380,-5 0 1,-5 2 0,-1 2 685,-1 2 0,0 8 0,1-5 0</inkml:trace>
  <inkml:trace contextRef="#ctx0" brushRef="#br0" timeOffset="1602">5432 210 9948,'-5'11'524,"-1"1"1,-8-4 0,2 7 0,-1 7 22,1 3 1,-1 4 0,5 10 0,0 5-62,0 9 1,3 11 0,5 0 0,1 4-393,5 2 0,4-8 1,7-4-1,1-6-988,-1-5 1,1-6 0,-1-12 0,1-4-1506,-1 0 2399,-7-13 0,5 3 0,-5-15 0</inkml:trace>
  <inkml:trace contextRef="#ctx0" brushRef="#br0" timeOffset="2335">647 489 8059,'10'-2'1913,"-4"-4"-1036,3 4 0,-7-7-351,4 3 0,-4 2-411,-2-8 1,-2 8 0,-4-1-1,-5 3-90,-5 2 0,-1 0 0,-3 2 0,-1 3-105,-2 7 0,-8 6 1,3 3-1,-1 4-115,0 2 0,8 2 0,0 8 1,7 2-75,8 2 0,4 0 0,4-8 0,6-4 8,9-6 1,11-6-1,12-5 1,5-4-83,0 0 1,3-6 0,-7 1 0,-2-5-284,-3-3 0,-3-9 0,-3 2 626,-7-3 0,-4-10 0,-1-2 0</inkml:trace>
  <inkml:trace contextRef="#ctx0" brushRef="#br0" timeOffset="2602">892 402 8073,'11'-18'183,"1"1"0,-8-1 0,4 3 1625,-1 3-1526,-5 4 0,6 12 0,-8 6-128,0 8 1,-6 5 0,0 0 0,3 6 97,1 4 1,2 8 0,0 0-1,0-1-212,0 3 0,0-6 0,0 4 0,0-4-119,0-2 0,0-6 0,2-2 1,3-2-730,7-4 1,3-9-1,3-6-95,-1-4 1,1-6-1,-3-6 903,-3-7 0,4-12 0,-7 1 0</inkml:trace>
  <inkml:trace contextRef="#ctx0" brushRef="#br0" timeOffset="3053">1416 629 8073,'5'-18'694,"1"1"33,-2-1 1,-2 7 0,-2-1 79,0-1 1,-2 5-690,-4 2 0,-3 4 0,-9 2 0,1 0-290,-1 0 0,1 2 1,-3 4-1,-1 5-37,-2 5 0,-6 1 0,5 3 0,1 1 25,-2 2 0,7 1 0,-1-5 0,7 2 155,4 3 0,3-1 1,5-5-1,2-1 208,3 0 1,11-1 0,9-4-1,2-5-79,4 1 1,2-6-1,2 4 1,0-6-120,0-6 0,-6 2 0,-2-7 1,-1-1-205,-5 2 1,-7-5-1,-5 3 141,-1-3 0,-2-3 1,-8 3 31,-4 3 1,2 4 0,-7 8-64,-3 0 0,0 2 1,3 4 3,5 6 1,4 3-1,2 3-40,0-1 0,10-1 0,5-5 0,9-3-228,3 0 0,2-6 0,8 3 1,1-3-269,3-2 0,0-2 645,-6-3 0,0-5 0,0-8 0</inkml:trace>
  <inkml:trace contextRef="#ctx0" brushRef="#br0" timeOffset="3452">2044 611 8473,'-9'-17'1354,"-1"1"1,6 3-828,-2 1 0,-5 6 0,3-3-283,-2 1 1,-2-4 0,-5 6-573,-1 3 0,-5 1 1,0 2-1,0 0 64,-3 0 1,7 2 0,-4 1 0,3 5 64,3 2 0,5-4 0,1 5 0,-1 3 188,2 1 0,2 3 0,8-1 126,0 1 1,8-1 0,4-1 0,5-3-100,7-1 1,3 0 0,8 3 0,0-1-94,0-3 0,-2 1 1,-2 4-1,-2-3-92,2-1 0,-6-2 0,-4 3 101,-7-1 1,-8-1 0,-12 5 37,-6-4 0,-11 1 0,-6-5 0,-4 0-65,-2-1 1,0 1 0,0-4-1,0 2-411,0-2 0,8-2 68,4-2 0,11-8 0,8-2 0,8-1 438,8-1 0,11 0 0,4-5 0</inkml:trace>
  <inkml:trace contextRef="#ctx0" brushRef="#br0" timeOffset="3836">2411 664 8136,'0'-18'470,"0"7"0,0-1-398,0-2 0,0 5 0,-2-3 1526,-4-2 1,2 5-1507,-7-3 0,-1 8 1,-5-2-272,-1 4 0,7 2 0,-1 0 0,-2 0-12,-1 0 0,3 2 0,0 4 63,-1 6 1,-1 3 0,1 3 177,1-1 0,8 1 0,-2-1 1,4 1 23,2-1 0,2-5 1,2-1-1,4 3-109,2 2 1,3-1 0,9-1 0,1-3-62,-2 3 1,5 0 0,-3-1 0,-2-3-108,-1-2 0,-9 3 0,1-3 161,1 2 1,-7-1-1,-6 5-50,-9-2 1,-7-9 0,-3 3 0,-5-4-206,-5-2 1,-2 0 0,0 0-1,4 0-602,2 0 1,1-8 898,7-3 0,0-5 0,-1-1 0</inkml:trace>
  <inkml:trace contextRef="#ctx0" brushRef="#br0" timeOffset="4135">2743 646 11372,'-10'8'405,"4"4"0,4 3 0,2 5 0,0 1-215,0 2 1,0 2 0,0-3 0,0 1-404,0-2 0,6-1 0,0-3-1361,-2 1 1,6-3-1583,1-3 3156,-3-4 0,0-24 0,-8-3 0</inkml:trace>
  <inkml:trace contextRef="#ctx0" brushRef="#br0" timeOffset="4285">2673 437 8141,'0'-12'4289,"0"0"-4009,0 1 1,2 1-1103,4 4 0,-2 4 822,7 2 0,1 8 0,5 2 0</inkml:trace>
  <inkml:trace contextRef="#ctx0" brushRef="#br0" timeOffset="4619">3092 873 7973,'10'0'5184,"-2"0"-4190,-1 0 1,-5-2-739,4-3 0,-4 1 0,-2-8 0,0-2-93,0-1 0,0-8 0,0-3 0,0-1-273,0-4 0,-2-2 0,-2-4 0,-2-1-286,3-3 1,1 0-1,2 6 1,0 0-159,0 0 1,9 8-1,7 2 1,5 2-35,1-1 0,3 7 0,-2 7 0,-2 2-138,-1 4 1,3 3 0,0 2 0,-3 5-673,-7 6 1398,3-4 0,-6 15 0,7-4 0</inkml:trace>
  <inkml:trace contextRef="#ctx0" brushRef="#br0" timeOffset="4852">2987 716 11441,'18'0'846,"-1"0"0,3 0-897,3 0 0,-2 0 0,6 0 0,1 0-589,-1 0 1,-6 0 0,4 0 0,-1 0-2768,-1 0 3407,8 0 0,-12-8 0,7-1 0</inkml:trace>
  <inkml:trace contextRef="#ctx0" brushRef="#br0" timeOffset="5101">3546 646 8243,'0'-17'1755,"0"7"-941,0 2 0,0 24 0,0 5-699,0 4 1,0 3 0,2-7 0,2 2-513,2-1 1,2 3-1,-5-2-401,3-2 0,6-1-2206,-6-3 3004,7 1 0,-3-16 0,8-4 0</inkml:trace>
  <inkml:trace contextRef="#ctx0" brushRef="#br0" timeOffset="5252">3651 489 8099,'-10'-8'1255,"1"4"-857,3-7 1,4 5-119,-4-6-1795,4 8 1,10-1 1514,3 10 0,5 5 0,1 8 0</inkml:trace>
  <inkml:trace contextRef="#ctx0" brushRef="#br0" timeOffset="5618">3895 699 11483,'18'0'784,"-1"0"-585,1 0 1,-1-2-1,1-2-112,-1-2 1,1-6-1,-1 5-285,1-3 0,-9-2 1,-1-3-1,-2 1-103,0 3 0,-2 7 1,-10-4-1,-6 2 87,-3 0 0,-5 0 1,-1 8-1,-2 4 338,1 6 1,3 5-1,1 5 1,1 1 220,-1-2 0,3 4 0,3 1 1,6-1-31,5 0 0,2 4 1,7-5-1,8-3-218,5-2 0,10-7 0,-2-2 1,4-3-759,2-3 1,0-2 0,-2-4 0,-4-4-269,-5-5 0,-5-5 0,-2-3 0,-1-2 929,-4-3 0,3-7 0,-5 4 0</inkml:trace>
  <inkml:trace contextRef="#ctx0" brushRef="#br0" timeOffset="5952">4262 664 8080,'0'-12'295,"0"0"1148,0-1-912,0 5 0,2 0 0,2 10-290,2 4 0,0 4 0,-6 7 0,0 1 185,0-1 0,0 3 0,0 1 0,2 2-103,3-1 1,-3-3-1,4-2-103,-4 1 1,0-3-1,2-1-159,2-2 1,2-8-520,-3 1 1,3-5-1,4-5-86,-6-7 1,-3-4 0,1-3 0,2-2 139,-2-3 1,-2-1 0,-2 4 0,0-3 3,0 3 0,0 2 1,0 1-1,0 1-74,0-1 0,6 7 0,2 1-201,1 2 1,3 2 674,5 6 0,9 8 0,1 2 0</inkml:trace>
  <inkml:trace contextRef="#ctx0" brushRef="#br0" timeOffset="6402">4716 541 8079,'10'0'4858,"0"0"-4449,-4 0 1,-3 0-326,9 0 0,-6-1 1,6-5-293,1-6 0,-3 2 1,1 1-1,1-1 14,-2 0 0,3 4 0,-5-3 1,0-1-58,0 0 211,5 6 0,-11-1 0,4 10 405,-4 7 1,-2 9 0,0 5 0,-2 3-135,-4 8 0,4-2 0,-4 7 0,4-1-536,2 0 0,2 0 0,4-7 0,6-1-447,3-3 752,3-5 0,7-8 0,2 1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5:17.560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1 315 8488,'8'-10'749,"1"-4"1,9 8-353,-1 3 0,3 1 1,3 2-1,6 0-166,4 0 0,10 0 0,3 0 0,7 2-30,5 3 0,12-3 0,11 4 0,6-4-126,7-2 0,-45-3 0,3 0 0,3 0 0,2 0 1,2 1-1,0-1-52,1-1 0,-1 0 0,0 0 0,0 0 0,2-2 1,0 0-1,1 2 0,-1 1-84,0-2 1,0 2 0,-3 2 0,-2 0 0,-1-2 0,-1 0 0,-2 2 0,-1 0-15,48 1 1,0 2-1,-47 0 1,1 0-1,-2 2 1,0 0 21,48 5 0,-48-6 0,-1 0 0,45 7 0,1-2-107,-1-4 1,-10 3-1,-9-1 1,-5-2-50,-1-2 1,-8-2-1,-3 0 1,-7-2-67,-5-4 0,1 2 1,-7-5-1,-2 1-57,-2 4 0,-3 2 0,1 2 0,-2 0-86,-4 0 1,4-6 0,-3 0 0,1 3-1007,-2 1 1424,4-6 0,-14 14 0,6-4 0</inkml:trace>
  <inkml:trace contextRef="#ctx0" brushRef="#br0" timeOffset="518">4279 35 7767,'-11'6'2424,"-1"0"-735,8 0-1302,-3 1 0,7-3 1,2 6-139,3-2 0,5-1 0,7-3 0,3 2-83,3-2 1,2 4 0,6 0 0,-1-1-121,1 1 0,-4 4 0,0-6 0,-2-1-309,-3 3 1,-3-4 0,-4 8 190,-3 1 1,-4-3-1,-10 2 1,-6-1 51,-9-1 1,-9 5-1,-8-3 1,-1 4 200,0 1 0,-6 1 1,0-1-1,2 0-23,2 1 0,5-3 0,2-1 0,7-4 259,4-3-507,1 7 0,9-22 0,5-1 0,8-13-637,7-5 0,-3-2 1,-2-6-1,-4-2-434,-2-4 0,-2-1 1,-4-5 1160,-6 6 0,-11-3 0,-4-1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5:18.893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36 210 8853,'0'18'796,"0"-1"0,0 8 0,0 6 1,0 8-377,0 8 0,2 11 0,4 6 0,5 4-303,5 2 1,-5 0 0,1-2 0,0-4-165,-3-6 0,1-12 0,-6-7 0,2-8-1159,-2-8 1,-1-11-118,3-6 1,-2-12 0,6-6 1322,-2-3 0,5-10 0,-3-2 0</inkml:trace>
  <inkml:trace contextRef="#ctx0" brushRef="#br0" timeOffset="450">36 210 8313,'8'-17'522,"3"-1"1,-1 8 0,1 5-99,3 3 0,7 2 0,7 0 0,3 0-60,6 0 0,3 0 0,1 2 0,8 2-145,7 1 0,6 3 0,10-4 0,3 2-205,7-2 1,13-2 0,-44-2 0,1 0 0,4-1-1,0 0-40,4-2 1,1 0 0,-1-1 0,2-2 0,7-2 0,2-1 0,3 0 0,1 0-219,4 1 1,1-1-1,-1-2 1,-1-1-1,2 0 1,-1 0-1,-3 2 1,0 1 57,-2 2 0,-1 0 1,1 0-1,0 1 1,-4 1-1,-1 2 0,0-1 1,-2 0 29,-3 0 1,-2 0 0,-4 1-1,-1 1 1,0 1 0,0 2 0,1-1-1,-1 1 22,0 2 0,0 0 1,-3-1-1,-1 0 0,0 4 1,-1 0-1,45 5 163,-2-1 1,-4 8 0,4-5 0,-5 5 70,-11-3 0,-5-1 1,-6 1-1,0-1-200,2-2 0,-4-9 1,9 3-1,-3-4-105,-2-2 0,0 0 0,-2 0 0,-4 0 40,-6 0 1,-12 0-1,-5 0 1,-6 0 32,-6 0 1,-5-2 0,-13-4 131,-5-5 0,-4-3 0,-2 3 0</inkml:trace>
  <inkml:trace contextRef="#ctx0" brushRef="#br0" timeOffset="1017">18 1206 8313,'-7'9'332,"5"-1"1,-6-6 0,10 2 0,4 2 193,5-2 1,13-2-1,8-2 1,15 0-143,17 0 1,21 0 0,-33 0-1,1 0 1,5-1 0,1 0-127,3-2 0,2 0 1,4 1-1,2 0 1,3-3-1,1 0 1,1 0-1,-1 0-213,3 0 1,0 1-1,-1 1 1,1 0-1,0-2 1,-1 0-1,0 1 1,0 0 34,0 3 0,1-1 0,5-2 0,1 0 0,3 0 0,1 0 0,2 0 1,0 0-68,0 0 1,1 1 0,-1-1 0,0 2-1,1 1 1,1 0 0,2-1 0,0 0-155,2-1 1,0 0-1,-3-1 1,-1 0-1,-3 2 1,0 0-1,-3-1 1,-1-1-112,-1-1 0,-1 0 0,0 0 0,-1-2 0,-4-1 0,-1-1 0,-3 1 0,-2 0-332,-6 3 1,-2-1 0,-6-1-1,-2 0 1,37-1 0,-17 1-224,-13-1 0,-17-4 0,-8 4 0,-8 1-29,-4-1 0,-7 2-268,-7 6 1104,1 0 0</inkml:trace>
  <inkml:trace contextRef="#ctx0" brushRef="#br0" timeOffset="1417">5275 263 8934,'10'0'1038,"-3"7"0,-7 7 0,0 7-504,0 8 0,0 14 0,0 9 0,0 12-234,0 10 0,-5 6 0,-3 5 0,0-3-708,0-7 1,3-11 0,5-5-1,0-9-728,0-9 1,1-10 1135,5-20 0,4-3 0,7-8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5:36.8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228 235 8220,'0'-17'170,"0"-1"1,0 1 323,0-1 0,0 1 1,2 1 1508,3 5-1686,-3-5 1,12 16-1,-8 2 1,0 12 114,1 7 0,-3 16 0,6 0 0,0 6 4,-1 5 0,-5 1 0,4 1 0,-2-1-182,0-1 1,1 4 0,-3-11-1,2-2-373,-2-2 1,4-10-1,-2-4-1119,-3-3 1,1-11 145,2-3 0,-4-6 0,4-8 1,-6-7-945,-6-6 2036,4-10 0,-21-4 0,3-10 0</inkml:trace>
  <inkml:trace contextRef="#ctx0" brushRef="#br0" timeOffset="297">1 165 8220,'2'-11'788,"1"-1"-133,3-1 1,8 5-1,-1 0 1,7 2-149,3 0 0,10-5 0,2 3 0,10 0-256,5 0 1,8 3-1,2 5 1,3 0-162,3 0 0,1 0 0,1 3 0,-4 7-375,-5 8 1,-13 11 0,-5 0 0,-8 6-88,-10 6 1,-1-3 0,-19 9 0,-4 1 127,-9 3 1,-13-1-1,-7-1 1,-4-5 154,-7-1 0,-4-2 0,-7-6 1,1 0-16,5 0 0,-5-8 0,5-6 0,-5-5-43,-1-5 1,-1-7-1,5 2 1,5-4-209,8-2 0,14-2 0,4-4-71,9-5 0,16-5 1,9-1-1,10-3 426,6-3 0,10 4 0,1-7 0</inkml:trace>
  <inkml:trace contextRef="#ctx0" brushRef="#br0" timeOffset="764">1363 585 8201,'6'-18'0,"-1"1"0,1-1 1284,-6 1 1,0 5 0,0 0-744,0-1 0,-2 3 0,-3 0-565,-7 3 1,-4-5 0,-3 6 0,-2 2 18,-3 2 0,-7 2 0,0 0 1,-6 2-74,-3 4 0,-1 4 1,6 7-1,2 3 141,4 3 0,4-2 0,7 6 1,3 1 130,3-1 1,6 0-1,12 2 1,8-6-119,7-3 0,6-3 0,10-1 0,4-5-149,5-5 1,-1-4-1,0-2 1,-3 0-64,-3 0 1,-2-8 0,-2-3 0,-2-5 47,-4-1 0,-6-1 0,-11-1 0,-4-2 255,-1-3 0,-5 1 0,4 6 111,-4-1 1,-10 8-436,-3 5 0,-5 3 0,1 4 130,3 3 1,4 5-1,8 8 1,2 1-45,4 4 0,4-3 0,9 3 0,4-4-56,6-1 0,4-3 0,2-1 0,2-4-338,4-3 0,-4-1 1,4-6-1,-4 0-801,-3 0 0,-1-4 0,-2-5 1266,-1-9 0,-1-11 0,6 2 0</inkml:trace>
  <inkml:trace contextRef="#ctx0" brushRef="#br0" timeOffset="1031">2026 78 8201,'0'-17'608,"0"-1"1,0 7 0,0-1 378,0-2 1,0 8-650,0 6 0,0 10 0,0 13 1,0 7-184,0 3 0,0 9 0,0 5 1,0 3-32,0 3 0,0-1 0,0 0 0,0 1-188,0-1 0,6-5 0,2-3 1,2-3-497,3-8 1,-3 0 0,2-10-488,1-1 1,3-11 0,-1-7 54,-3-8 1,-4-7-1,-10-11 992,-4-1 0,-4-16 0,-7 2 0</inkml:trace>
  <inkml:trace contextRef="#ctx0" brushRef="#br0" timeOffset="1197">1782 340 8788,'2'12'1023,"4"-1"0,3-7 1,11 2-1,3-4-888,6-2 1,4 0-1,4 0 1,2 0-762,2 0 0,5 0 0,-5 0 1,-2 0 625,-2 0 0,5-8 0,3-1 0</inkml:trace>
  <inkml:trace contextRef="#ctx0" brushRef="#br0" timeOffset="1651">2795 480 8201,'0'-18'1645,"0"1"-566,0-1 0,0 1-899,0-1 1,0 1-104,0 0 0,-8 7 1,-4 4-1,-5 4-121,-6 2 1,-2 2 0,-7 4 0,3 5 154,-2 5 0,4 1 0,0 1 0,0 1 157,0 5 0,5 1 0,1 6 0,7-4-32,9-2 0,3 4 1,4-3-1,3-1-104,7 0 0,11-2 0,6-5 0,4-1-348,2 1 1,0-9 0,0-3 0,0-4-105,0-2 1,-6-2 0,-2-4-1,-1-5 152,-5-5 1,-2-1-1,-3-3 1,-3-1-39,-1-2 1,-8-1 0,2 7 0,-4 0 60,-2-1 1,0 6-139,0 1 1,-8 7 215,-4-2 0,5 12 1,1 7-1,4 7-93,2 3 1,2 0-1,4-5 1,5-1-118,5 1 0,1-1 0,3-1 0,3-3-295,6-1 1,4-8 0,2 2 0,0-4 571,0-2 0,5-8 0,1-4 0,8-11 0,-5-4 0</inkml:trace>
  <inkml:trace contextRef="#ctx0" brushRef="#br0" timeOffset="2016">3581 392 8871,'0'-17'651,"-6"0"0,-2 1-398,-1 4 0,3-1 1,-4 5 283,2-2 1,-5 4 0,1-3-749,-4 1 1,-1 2 0,0 6 0,-3 0 129,-3 0 1,3 0 0,-1 2 0,6 2 179,3 2 0,0 5 0,-3-3 0,1 2-2,3 4 0,7 1 0,-2 3 0,4-1 14,2 0 0,13 1 0,5-1 1,3 1-165,5-1 1,-5 3 0,8 1 0,0 2-101,-2-1 0,4-3 0,-7-1 0,-1-1 53,2 0 1,-11 7 0,1-1 0,-5-2 143,-6-1 1,-2-9 0,-4 1 0,-6 0 68,-9-3 1,-3 5 0,-9-8-1,-2-2-273,-2-2 0,0-2 0,2-2 0,4-4-236,2-6 1,1-3-1,9-3 1,3 1-935,6-1 0,6 1 1330,6-1 0,4-7 0,7-2 0</inkml:trace>
  <inkml:trace contextRef="#ctx0" brushRef="#br0" timeOffset="2364">3895 567 8201,'18'0'1154,"-1"0"1,1 0-709,-1 0 1,0 0 0,1 0 0,-1 0-63,1 0 1,-1 0 0,3 0 0,1 0-251,2 0 0,3-2 0,-5-2 0,2-2-136,-1 3 0,-9-5 1,-1 0-257,1-2 1,-5-1 0,-4-7 57,-8 1 1,-6-1 0,-9 1 0,-6 1 362,-10 5 0,0-3 0,-8 8 0,3 2 140,-1 2 1,2 2 0,8 2 0,4 4 78,2 6 0,1 3 0,9 3 0,3 1-30,6 5-1,4-3 1,6 8 0,6 2-264,7 2 0,18 0 0,2-4 0,6-4-420,5 1 1,5-9 0,5 2-1,6-7-841,4-4 1,2-2 1172,0-6 0,-8-16 0,-2-3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5:33.09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437 173 8434,'10'-18'1052,"-4"1"0,-4 9 0,-4 8-403,-4 10 1,4 13-1,-6 8 1,2 6-292,0 4 0,1 7 0,5-1 0,0 1-582,0-1 0,0-2 1,0-6-1,0 1-186,0-1 1,5-10 0,3-6 0,0-3-714,0-3 0,3-5 1,-3-2 1122,2-3 0,-6-9 0,3-7 0</inkml:trace>
  <inkml:trace contextRef="#ctx0" brushRef="#br0" timeOffset="334">35 295 8353,'-9'-17'348,"-5"-1"1,8 1 288,2-1 1,2 1 0,4 1 0,4 3-101,6 1 0,11 0 1,6-5-1,4 0-351,2-1 1,10 1-1,7-1 1,10 3 20,6 3 1,10-4 0,3 7 0,5-1-267,1 4 1,-5 6 0,-3 6-1,-3 8-191,-8 7 1,-8 8 0,-16 12-1,-9 5 112,-9 5 0,-15 3 0,-5 4 0,-8 5 137,-9-1 1,-11 4 0,-19-8 0,-5-2 61,-5-2 1,-7-3-1,0-5 1,0-7-249,-2-8 1,-3 0-1,-6-9 1,-1-5-252,0-3 1,8-10 0,6-1 0,9-6-150,12-9 1,10-4-1,15-3 587,10-4 0,16-4 0,11-8 0</inkml:trace>
  <inkml:trace contextRef="#ctx0" brushRef="#br0" timeOffset="667">1660 313 9090,'-6'-18'0,"-2"1"732,-2-1 1,4 9 0,-5 3-277,-3 4 1,5 4 0,-3 4 0,-2 7-69,-1 8 0,-3 7 0,1 9 1,-1 1-269,1 3 0,-6 8 1,-1-5-1,3 3-242,2-1 1,1-7 0,1 2 0,1-6-1180,5-6 712,3-4 1,12-19 0,5-10 0,11-13-288,5-9 0,-2-3 0,4-6 1,-1 2 506,-5 4 0,-4-6 0,-3 2 0,-2-5 369,1-1 0,3 2 0,1 2 0</inkml:trace>
  <inkml:trace contextRef="#ctx0" brushRef="#br0" timeOffset="833">1590 260 8802,'6'-8'1212,"-1"8"0,7 10 0,-4 12 0,1 3-627,5 2 1,2 4-1,1 8 1,0 3-367,1 3 1,-1-6-1,3 2 1,1-4-395,2-3 1,1-1 0,-9-3 0,-1-7-3630,-3-4 2490,-7-1 1,2-9-1,-14-5 1314,-9-8 0,-8-5 0,-10-9 0</inkml:trace>
  <inkml:trace contextRef="#ctx0" brushRef="#br0" timeOffset="983">1310 644 8437,'-9'-7'1412,"1"5"0,23-8 0,9 6 0,7-2-1095,4 2 1,7 1-1,5-1 1,3-2-649,3 2 0,-1-4 0,0 0 0,1 1-757,-1-1 0,-1 0 0,-5 4 1088,-5-1 0,-4-17 0,-2 3 0</inkml:trace>
  <inkml:trace contextRef="#ctx0" brushRef="#br0" timeOffset="1549">2218 383 8659,'-9'-8'1521,"-1"6"-956,4-4 1,4 12 0,-4 7 0,4 9-89,2 7 1,0 4 0,0 4 0,0 2-278,0 1 1,0 7 0,0-6 0,0-5-194,0-5 0,0 1 0,0-9 1,0-2-655,0-1 386,8-11 0,-6-9 0,4-11 0,-4-5-442,-2-1 1,0-7 0,0-1 0,0 0 7,0 0 1,-6-6 0,0 2 0,2-4 373,2-2 1,2 6 0,0 1 0,0 1 268,0 0 1,0 0 0,2-4 0,2 4 368,2 1 1,8 1 0,-3 6-1,5-1 410,1 5 1,1 3-1,1-1 1,3 3-288,1 2 1,8 2-1,-2 6 1,4 2-283,2 4 0,-6 4 1,-2 7-1,-2 1-145,-3-1 0,-3 1 0,-3-1 0,-5 1 118,-5-1 1,-4 1-1,-4-1 1,-4 2 96,-5 5 1,-11-5 0,-3 4-1,-2-3-159,-4-3 0,-2-5 0,-2 0 0,0-1-194,0-1 0,8 3 1,4-5-1,3 0-329,3 0 1,7 5 386,4-1 0,12-2 1,8-1-1,5 1 185,4 0 1,8-1 0,-1 5-1,3-2-72,1 1 0,1 3 1,-2-1-1,-2-1-385,-1-2 0,-3-3 0,4 5 1,-4-4-933,-2-3 1,0-1 0,-3-6 1270,1 0 0,0-8 0,-5-1 0</inkml:trace>
  <inkml:trace contextRef="#ctx0" brushRef="#br0" timeOffset="2132">3109 365 9219,'-8'-8'1052,"-3"8"1,3 10-1,0 11 1,2 5-677,1 1 0,-1 8 0,6 5 1,0 1-92,0 2 1,0 0 0,0 5 0,2-3-43,3-3 1,-1-1 0,8-8 0,2-6-119,1-9 1,4-3 0,3-9 0,1-4-327,-2-6 0,1-6 1,-1-9-1,2-4-88,-1-6 1,-7-4 0,-1-2 0,1 2-250,-1 4 0,-6-4 0,1 4 0,-1-4 245,-4-2 0,-2 7 1,-2 5-1,0 4 609,0 1-152,0 9 0,0 3 1,0 12-1,0 5 115,0 5 1,0 9 0,0 2-1,0 2 183,0 0 0,8 0 0,3 4 0,7-1-269,5-3 1,-1-8 0,7 2-1,2-3-79,2-3 0,7-1 0,3-5 0,0-5-109,0-4 1,-1-8 0,-5-3-1,0-5-322,-4-5 0,-12-5 0,-1 3 0,-7-4-58,1-2 1,-6-1 0,-3-3 0,-3 4 129,-2 2 0,-2-8 1,-3 2-1,-7-4 142,-4 2 1,-1 2 0,1-4-1,3 2 267,1 4 1,3 4-1,-3 7-1255,6 1 230,4 7 1,4 10 0,2 14-1,4 5 45,1 4 1,3 6-1,6-3 816,-1 1 0,8 2 0,2 6 0</inkml:trace>
  <inkml:trace contextRef="#ctx0" brushRef="#br0" timeOffset="2400">4297 348 8325,'0'-10'1790,"0"4"0,0 14 0,0 7-1286,0 7 1,0 9 0,0-2-1,0 4-275,0 2 1,0 0 0,0 2 0,2 1-317,3 3 0,-3 0 0,4-8 0,-4-4-811,-2-6 0,6-3 0,0-3-1945,-2 1 1,3-11 2842,-1-7 0,8-15 0,-4-12 0</inkml:trace>
  <inkml:trace contextRef="#ctx0" brushRef="#br0" timeOffset="3034">4786 417 7366,'0'-9'676,"0"3"1,0 12 0,0 5 120,0 5 1,0 7-1,0 2 1,0 3-353,0 3 0,0 0 0,0 0 0,0-4-261,0-2 1,0 4 0,0-5 0,0-3-106,0-2 1,2-1-239,3-1 0,-3-9-335,4-8 1,-4-8 0,0-9-1,2-3-10,2-3 0,0 2 0,-6-8 0,0-2 38,0-2 0,0-2 0,0 0 0,0 0 297,0 0 1,0 6 0,0 0-1,0 0 247,0 1 1,0 3-1,2 10 450,3 3 0,-3 6 99,4 12 0,-4 11 0,-2 11 0,2 1-167,4 0 1,-2 2 0,7 8 0,3 1-254,1-1 0,3-2 1,-1-2-1,1 0-151,-1 0 0,7-2 0,1-4 0,0-6-362,0-3 0,4-11 1,-5-3-1,-3-4-126,-2-2 1,-1-8 0,-1-5-1,-1-7 40,-4-3 1,-5-8 0,-7 0 0,0-6 146,0-4 1,0 1 0,0 5 0,-2 0 326,-3 0 1,-3 0 0,-6 0 0,4 2 217,3 4 0,-5 4 0,6 7-2385,2 1 144,2 7 1941,10 10 0,17 10 0,12 7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5:31.592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402 280 9516,'10'-23'0,"-4"0"624,-4 1 0,3-3 0,1 2 2278,-2 1-2278,-2 11 0,-2 5 1,0 12-435,0 5 1,0 7-1,0 5 1,0 6 9,0 4 1,0 8 0,0 2-1,0 1-224,0 5 1,0-4 0,0-1 0,0-1-236,0-4 1,2-2-1,2-3 1,4-1-533,1-3 1,-3-5 0,6-10 0,1-3-320,3-6 1,-4-4 0,-1-6-1,1-6 1116,-3-7 0,7-20 0,-6 0 0</inkml:trace>
  <inkml:trace contextRef="#ctx0" brushRef="#br0" timeOffset="215">35 245 8896,'-5'-17'425,"-1"-1"1,-6 1 0,6-1 435,2 1 1,2 5 0,6 3-1,6-1-272,7 0 1,14 4 0,2-3-1,8-1-309,4 0 0,3 6 0,11-3 0,5 1-503,4 0 1,-1-6-1,-1 7 1,-2 1-1145,2 2 1,6-4 0,-2 0 0,-8 2 1367,-6 2 1,-3-5-1,-1-3 1</inkml:trace>
  <inkml:trace contextRef="#ctx0" brushRef="#br1" timeOffset="901">1118 158 8381,'10'0'531,"-2"2"0,-8 4 1,0 5 2,0 5 0,0 11 1,0 8-1,2 10-349,3 5 1,-3 8 0,6 2 0,-2 1-83,0-1 0,1-4 1,-3-9-1,4-9-27,2-7 1,-4 1 0,5-11-227,3-6 0,1-5 0,3-10-107,-1 0 0,-1-8 1,-3-3-1,-1-5-143,2-1 1,1-3 0,3-1 0,-1-2 52,1 1 0,-3-3 0,-1 0 1,-3 0-14,3-1 1,1 5 0,3 8 375,-1 1 0,1 2 0,-1-1 312,1 5 1,-7 12 0,-1 7 0,0 7 23,-1 3 1,-3 8 0,4-2-1,0 4-125,-1 2 0,1-6 1,4-2-1,-1 0-197,7 0 0,-1-11 0,10 0 0,2-7-171,2-5 0,4-4 0,2-6 0,4-7-95,1-9 0,1 1 0,-1-6 0,-7 0-5,-6 0 1,-9 5 0,1-1 0,-6 3-478,-5 3 564,4 0 0,-16 7-21,0 4 836,0 4 849,-8 10-870,8-6 1,2 4-469,4-12 1,-4-4-1,3-7-69,-3-1 1,-2 7-1,-2 1 1,-1 0 10,-3 0 0,-8 7 0,1-3 0,-7 4 178,-3 2 1,0 0 0,5 0 0,1 2 143,-1 4 1,1 3-1,1 11 1,5 1-84,5 2 0,4 2 1,4-3-1,5 1-596,11-2 1,15 3 0,15-5-1,13-5-365,14-5 1,13-3-1,-37-5 1,2-2 607,0 2 0,-1-2 0,4-5 0,1-3 0,0-1 0,0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5:29.5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0 185 7997,'8'-10'151,"-6"-5"1,4 3 591,-4-3 0,-2 3 90,0 1 1,6-1-549,-1-6 1,9 9-1,-2 1 1,3 2-78,3 0 1,3-1-1,6 3 1,8-2-88,2 2 1,8 2 0,-1 2-1,1 0-188,-4 0 1,-5 8 0,-3 3-1,-4 5-99,-5 1 0,-7 7 0,-5 1 0,-8 2 142,-8 4 1,-14 8-1,-11 2 1,-4-1 50,-2 3 0,-5-6 0,-3 4 0,-2-2 126,-3 1 1,5-9 0,4 2 0,8-4 242,8-1 0,4-7 0,3 2-288,4-3 1,12-11-1,14-3 1,7-4-158,8-2 1,6 0 0,6 0-1,6 0-104,3 0 1,4 0-1,3 0 1,-1 0-299,-6 0 1,1 0 0,-8 0 0,-1 0-158,1 0 1,-2 0-1,-6 0 1,0 0 607,0 0 0,-8-15 0,-2-5 0</inkml:trace>
  <inkml:trace contextRef="#ctx0" brushRef="#br0" timeOffset="269">1310 709 10673,'8'-10'4556,"-6"1"-3113,4 3 0,3 4-1411,3-4 1,-2-2 0,1 3-3738,3 1 3705,-6 2 0,7-6 0,-5-2 0</inkml:trace>
  <inkml:trace contextRef="#ctx0" brushRef="#br0" timeOffset="1101">1956 622 8256,'0'17'1735,"0"-7"1,2-2-1178,4-8 0,10 0 0,7-2 0,0-4-227,2-6 0,-3-9 1,7-4-1,2-2-141,2-4 1,8-2-1,-1-4 1,-1-2-173,-2-2 0,-2-7 0,0 1 1,-2-1-262,-4 1 1,-4-2 0,-7 11 0,-1 5-449,1 7 1,-7 3 300,1 6 1,-8 11 0,2 19-1,-4 9 292,-2 7 0,0 6 1,0 6-1,0 7 417,0 8 0,0-1 0,1 3 0,3-2 238,2 2 0,2-5 0,-2 1 0,3-5-543,1-1 1,6-11 0,-7-4 0,3-8-590,0-9 0,-1-1 1,9-9-1,1-4 575,2-6 0,8-13 0,-3-10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5:26.8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245 228 7997,'0'-18'890,"0"1"0,0 5 638,0 1-1144,0 7 0,2-2 1,2 12-85,2 5 0,0 7 0,-6 3 0,0 4-51,0 3 0,6 1 0,-1 6 0,-1 0-225,-2 0 0,-2 1 1,0 3-1,0 2-327,0-2 1,0-2 0,0-2 0,0 0-1493,0-1 1,2-6-1132,4-5 2926,4-11 0,-1-5 0,-1-7 0</inkml:trace>
  <inkml:trace contextRef="#ctx0" brushRef="#br0" timeOffset="386">18 158 7296,'-9'-8'2266,"1"4"-1458,8-7 1,2-1 0,4-5-489,5-1 1,12 7 0,7-1 0,3 0-95,2 3 0,7-5 1,5 6-1,5 0-137,6 1 1,3 1-1,5 6 1,-2 4-127,2 7 1,-8 1-1,-4 13 1,-7 2-108,-5 8 1,-3 2 0,-12 10-1,-9 3 8,-10 7 0,-8-1 1,-6 8-1,-8 0-3,-7-2 1,-6-8 0,-8-9 0,-2-2-114,-4-5 0,-4-1 0,-7-6 0,0-5-20,-1-9 0,1-5 1,-1-1-1,1-5-50,0-4 0,7-6 0,6-6 0,8-7-1711,8-2 2033,11-9 0,5-6 0,7-11 0</inkml:trace>
  <inkml:trace contextRef="#ctx0" brushRef="#br0" timeOffset="952">1415 560 7997,'12'-8'958,"0"-4"0,-8 3 0,1-3-358,-3-2 0,-2 5 1,0-3-255,0-2 1,0 5 0,-2-1-222,-3 2 0,-5 2 0,-10 6 0,-1 0-96,-2 0 1,-8 2 0,4 4 0,-2 6-142,-1 3 1,7 3 0,-4-1 0,2 3 86,3 3 0,-1 2 0,4 4 0,5-3 66,4-1 0,5-6 0,7 4 0,3-3 54,7-3 1,5-5-1,7-2 1,5-3-68,4-3 0,8-2 1,-1-4-1,-1-2-63,-2-1 0,-2-9 0,-2 2 0,-2-3-87,-2-3 1,-8 1-1,3 0 1,-7-1 263,-5 1 0,1-1 447,-7 1-679,0-1 1,-8 10 0,-2 8-55,-2 10 0,3 6 1,8 1-1,7 1-7,4-1 0,3 1 1,4-1-1,6-2-145,4-3 0,4 2 0,2-8 0,2-3-216,-2-1 0,-3-2 0,-3 0 0,-4-2-1540,-5-3 2052,-5-5 0,-1-15 0,-1-2 0</inkml:trace>
  <inkml:trace contextRef="#ctx0" brushRef="#br0" timeOffset="1250">2184 245 7997,'0'-17'71,"2"1"1,2 3 0,1 1 767,-1-1 0,-2 3 802,-2-2-1362,0 8 1,0-1 0,0 10 0,0 9 150,0 7 1,2 6 0,2 10 0,2 4-144,-2 6 0,-2 3 1,-2 2-1,2-1-250,4-5 1,-3 5-1,7-4 1,0 1-234,0-1 1,-5-5 0,5-9 0,0-2-2893,-1-2 2061,-5-15 0,10 0 0,-8-20 1,-4-8 1026,-6-7 0,-6-6 0,-7-8 0</inkml:trace>
  <inkml:trace contextRef="#ctx0" brushRef="#br0" timeOffset="1417">1957 507 8690,'11'0'2347,"-1"2"-1868,-2 4 1,5-4 0,-1 4 0,6-4-518,5-2 0,4-2 0,8-2 0,2-4-971,4-1 1,-3 3 0,7-4 0,0 0 1008,-1 1 0,-5-3 0,4-6 0</inkml:trace>
  <inkml:trace contextRef="#ctx0" brushRef="#br0" timeOffset="1836">2970 630 6246,'7'-10'3317,"-5"-6"-2483,4 5 1,2 1-1,-2-2-468,-2-1 1,-2 3-328,-2-2 0,-2 7 1,-4-5-1,-6 2 122,-3 4 0,-5 2 1,-1 2-1,-4 0-25,-2 0 0,3 2 0,-3 4 0,0 6-9,0 3 1,5 3 0,1-1 0,6 3 47,3 3 1,8-4 0,-2 5 0,4-5-133,2-2 0,8 1 0,6-3 1,7-3-268,8-6 1,4-4 0,2-2-1,0 0-116,0 0 0,0-6 0,-2-2 0,-2-1 220,-2-5 0,-10 4 1,1-1 329,-7-3 1,-9 4 144,2-1 1,-4 9 0,-2 2-402,0 9 0,0 7 1,0 1-1,4 1-496,7-1 0,9-5 0,17-2 1,4-3-1287,5-3 1828,12-2 0,4-2 0,8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5:44.27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18 367 8377,'0'-11'152,"0"-1"0,0 6 1644,0-6-859,-7 1 0,5-1-47,-4 0-243,4 9 0,2 10 1,0 17-192,0 7 1,0 6-1,2 3 1,2 9-182,1 7 0,1 0 0,-4 6 0,2-1-250,2-5 0,2-4 0,-2-5 0,3-6-340,1-5 0,0-8 0,-5-7-284,7-7 1,-2-11-1,-1-12 184,-1-9 1,0-11-1,-4-2 1,2-6 51,-2-3 0,-2-1 1,-2 4-1,-2-2 58,-4-2 1,2-1 0,-8 3 0,1-2 287,1 2 0,-6 2 0,7 2 0,-3 1 259,0-1 1,7 7 0,-5 5 155,2 4 605,2 1-857,6 9 1,2 7-1,4 9 1,6 3-97,3 4 1,3 1 0,-1 3 0,1 1 23,-1 4 1,6-3-1,3 5 1,1 0 7,4 4 1,-4-3-1,2-1 1,2-2-127,2 0 0,2 1 0,0-9 0,0-1-89,0-3 1,-2-7 0,-2 2 0,-2-4 42,2-2 0,-4-8 1,0-5-1,-3-7 7,-9-3 1,3 0-1,-9 5 1,3 1-30,0-1 0,-9 1 1,3-1-293,-4 1-20,-2 7 1,0 4 263,0 12 0,-6 4 1,1 7-1,1 3 410,2 3 0,2-2 0,2 9 1,2 1-26,1 2 1,9 2-1,-2-1 1,3-1-85,3-3 1,-1 1 0,3-6 0,3 0-225,6 0 0,2-1 1,0-9-1,-4-3-515,-2-6 1,4-5 0,-5-1 0,-3 0-2684,-1 0 3281,-11 0 0,-1-7 0,-8-3 0</inkml:trace>
  <inkml:trace contextRef="#ctx0" brushRef="#br0" timeOffset="500">1660 821 11167,'0'-17'1816,"0"5"-1279,0 0 1,0 1-175,0-7 0,0 1 0,0-1-183,0 1 1,-8 1 0,-3 3 0,-7 3-197,-5 2 0,-1 3 0,-9 5 1,-3 2-143,-1 3 1,-2 5-1,0 8 1,0 1-73,6 4 1,6 2 0,12 6 0,1-1 257,2 1 0,10 0 0,4 0 0,14-4 135,11-2 1,8-2 0,6-7 0,5-4-81,5-7 1,-5-3 0,-1-2 0,0 0-253,-1 0 0,-7-7 1,0-7-1,-8-5-233,-4-5 1,-7-7-1,-8 4 1,-3-2-113,-3 0 0,-10 2 0,-7-2 0,-9 3-95,-7 1 0,-4 8 1,-4-3-1,-1 9 211,-3 3 1,-2 2 0,6 6 0,2 0 51,8 0 1,8 8-1,7 3 346,6 5 0,4 9 0,2 2 0</inkml:trace>
  <inkml:trace contextRef="#ctx0" brushRef="#br0" timeOffset="1116">2358 699 9736,'0'-17'3049,"0"5"-2298,0 0 1,0 1-613,0-7 1,-1 6 0,-3 1 35,-2-3 0,-2 5 0,2-3-79,-5-2 0,-5 7 0,-1 1 0,-3 4-18,-3 2 0,2 0 1,-9 0-1,1 2-1,2 4 0,-4 3 1,8 11-1,2 1-76,1 2 0,3 3 1,1-3-1,4 4-45,7 0 0,5 4 0,5-8 0,7 1-1,4 1 0,9-11 0,4 3 0,4-3-44,2-5 1,0-1-1,0-8 1,0 0-21,0 0 0,-2-8 0,-4-3 0,-4-5-87,0-1 0,-5-9 0,3-1 0,-6-2-103,-5 0 1,3 0-1,-5-6 1,2-2 45,-1-4 0,-7 3 1,2-7-1,-4 2 118,-2 4 1,2-3-1,2 1 1,2 2 145,-2 2 0,-2 4 0,-2 2 0,0 4 184,0 2 0,0 2 865,0 5-977,0 1 0,-6 15 1,-2 8-1,0 7 15,0 5 0,-3 7 1,5 4-1,0 6 98,-2 6 0,6-3 0,-3 9 1,3 2-21,2 1 1,0 2-1,2-1 1,3-1-251,7 3 1,2-13-1,1 7 1,1-8-200,3-4 1,3-8 0,-5-4 0,2-5-734,5-7 0,-5-3 0,4-8 0,-3-2-427,-3-4 1,1-3 1432,-1-9 0,1-7 0,-1-2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5:50.7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26 654 8414,'-10'8'2995,"2"-6"-2176,1 6 0,12-8 0,1 0 1,8 0-484,3 0 1,6 0-1,3 0 1,1 0-330,4 0 0,2-8 0,0-2 1,-2-2-505,-2 1 0,-6-1 1,5-5-449,-3-1 0,-4 1 509,-9-1 1,-14 9 0,-16 3 0,-9 4 184,-6 2 0,-2 8 0,0 3 0,2 7 428,4 5 1,-2-2-1,8 8 1,3 1 119,7-3 1,5 6 0,8-6-1,4 2-122,8 0 1,3-13 0,20-1-1,8-5-306,5-6 1,12-2 0,3-4-1,-1-6-559,-4-10 0,-4-1 0,-3-8 690,-5 2 0,5-14 0,-7 2 0</inkml:trace>
  <inkml:trace contextRef="#ctx0" brushRef="#br0" timeOffset="316">916 43 8414,'0'-12'1302,"0"1"1,0 5-770,0-6 0,0 10 0,0 2 159,0 10 1,0 13 0,0 6 0,0 6-108,0 6 0,0 5 0,0 11 1,2 5-161,4 6 0,4-4 0,7 8 0,1-8-456,-1-4 0,3-2 0,1-8 1,4-5-1317,2-10 1,-5-8 0,1-11 0,-4-5-3799,-1-5 5145,-8-4 0,-3-10 0,-7-1 0</inkml:trace>
  <inkml:trace contextRef="#ctx0" brushRef="#br0" timeOffset="816">1755 444 8414,'0'-17'2044,"0"0"-545,0-1 1,0 1-168,0-1 0,0 7-994,0-1 0,-8 8 0,-4-2-202,-3 4 1,-3 2-1,1 0 1,-3 0-18,-3 0 1,-2 2-1,-4 4 1,4 4-410,-1-1 1,7 7-1,-2-4 1,5 3 313,4 3 1,9 1 0,-1 2-1,8 3 142,7-3 0,12 4 0,7-2 0,3 1-99,2 1 0,5-4 0,3 6 0,0 1-205,-1-1 0,3-6 0,-8 4 1,-8-1-176,-8-1 1,-1 2 0,-14-3-1,-6 1-8,-10-2 1,-10-1 0,-16-3 0,-5-1-200,-6-5-1,3 5 1,-3-7 0,0 3-408,3 0 1,3-6 927,12 5 0,4-7 0,7 4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6:02.47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332 141 8399,'-2'-18'514,"-3"1"0,3-1 522,-4 1 1,4 5-538,2 0 1,0 10 0,0 4 33,0 14 0,-6 5 0,0 12 0,2 6-152,2 4 0,2 9 0,0 8 1,0 0-226,0 1 0,2-3 0,2-4 1,2 0-563,-2-1 1,6-5-1,-1-15 1,1-4-1324,-4-5 0,4-7 707,1-5 1,-3-14-1,-2-16 1,-4-9 1021,-2-6 0,-8-9 0,-2-3 0</inkml:trace>
  <inkml:trace contextRef="#ctx0" brushRef="#br0" timeOffset="284">1 141 8742,'7'-18'2597,"5"3"-2112,3 3 1,5-2 0,3 7-1,8-3-134,8-4 0,8 5 0,11-3 0,6 0-286,4 3 1,2 1-1,-1 8 1,1 2-487,0 4 1,-10 3-1,-7 9 1,-14 1-322,-14 4 0,-4-1 0,-15 5 0,-4 0 98,-6 0 0,-13-5 1,-15 3-1,-8-2 441,-13 0 1,-5 1 0,-6-7 0,4-1 219,0-5 0,5 3 0,-5-6 0,2-1 155,0 1 0,7-2 0,13-6 0,7 0-202,7 0 0,11 0-238,13 0 0,11 0 268,24 0 0,8-8 0,2-1 0</inkml:trace>
  <inkml:trace contextRef="#ctx0" brushRef="#br0" timeOffset="701">1118 455 9114,'-2'-16'0,"-2"3"545,-1 1 0,-1 6 0,4-3 0,-2-1-36,-2 0 1,-7 4-1,1-3-466,-4 1 0,-3 2 0,-2 6 1,-5 0-287,-1 0 1,-4 8 0,-8 4 0,-1 5 231,1 6 1,4-1 0,6 7 0,6 0 73,3-2 0,10 6 0,5-4 0,5 4-25,5 2 1,13-8-1,13-4 1,8-3-39,7-3 1,11-5-1,1-2 1,-2-3-198,-2-3 1,-3-8 0,-3-3 0,-5-5-46,-6-7 0,-6-1 1,-16-7-1,-3 0 135,-6 0 1,-4-2 0,-4-4-1,-6 2 96,-9 1 1,-14 9-1,-12-4 1,-2 4 12,-3 3 1,-3 5 0,1 13-1,3 0-308,7 0 0,-1 9 0,6 9 0,10 9-154,9 6 0,8 2 0,12 0 1,8 0 459,11 0 0,8-8 0,20 6 0,3-6 0</inkml:trace>
  <inkml:trace contextRef="#ctx0" brushRef="#br0" timeOffset="1084">1572 403 8414,'0'-18'144,"0"1"0,0-1 0,0 1 945,0-1 0,0 7 0,0-1 74,0-2 1,0-1-959,0-3 1,-2 9-1,-3 3-216,-7 4 1,2 2-1,-1 2 1,-3 4-275,-2 5 0,-1-1 1,0 2-1,1 1-8,4 3 0,5 7 0,7 0 0,0 1 203,0 1 0,0-6 0,2 4 0,3-1 119,7 1 0,9-3 0,3 5 0,-1-2-159,2 0 0,-4 1 0,7-7 0,-3 1 66,-4-1 1,-1 0 0,-5 1 0,-3-1 100,-6 1 0,-4-1 0,-4 1 0,-6-3-27,-10-3 1,-7-4 0,-12-6-1,-2 2-265,-1 1 1,-1-1 0,6-10 0,0-3-528,0-1 1,8-6 0,6 5-1289,7-5 2070,6-1 0,16-1 0,2 1 0</inkml:trace>
  <inkml:trace contextRef="#ctx0" brushRef="#br0" timeOffset="1434">2288 88 7892,'-17'-8'1467,"-1"6"0,1-3-943,-1 3 1,1 11 0,1 7 0,3 7-44,1 4 0,6 8 0,-3 10 0,1 3-233,4 7 1,2 3 0,4-2 0,4 2-171,6-1 0,-3 1 0,3-6 0,1-7-492,3-6 0,1-12 0,-1-4 1,-2-5-1846,-3-7 1,-7-5 1472,2-12 1,-6-3 0,-8-9 0,-9-1 785,-10-5 0,-6-10 0,-2-11 0</inkml:trace>
  <inkml:trace contextRef="#ctx0" brushRef="#br0" timeOffset="1566">1852 385 8414,'-10'-8'791,"4"-3"0,4 1 1,4 0-226,4 2 0,6 3 0,11 5 0,8 0-190,8 0 1,11 5 0,10 1 0,3-2-832,2-2 0,1-2 0,0 0 1,-3 0-3108,-3 0 3562,13 0 0,-9-8 0,14-1 0</inkml:trace>
  <inkml:trace contextRef="#ctx0" brushRef="#br0" timeOffset="2002">2673 560 8956,'-18'0'2290,"10"0"1,10 0-2028,14 0 1,3 0-1,12 0 1,4 0-959,4 0 0,4 0 1,-5 0-1,3 0-437,-2 0 1,-4-2 1131,-6-4 0,4 4 0,-6-6 0</inkml:trace>
  <inkml:trace contextRef="#ctx0" brushRef="#br0" timeOffset="2535">3249 507 8414,'0'-11'905,"0"-1"1,0 10 0,0 2-236,0 10 0,-2 9 0,-2 8 1,-4 10 2,-1 6 0,3 3 1,-4 9-1,2 3-100,4 6 1,-3 4-1,1 2 1,2-2-290,2-4 0,8-6 0,2-11 1,1-9 250,5-7 1,-4-11-519,1-9 1,-7-9 0,4-2 0,-2-9-960,0-7 0,-1-9 1,-5-2-1,0-4 91,0-4 1,0 4 0,0-12 0,-2 0 383,-3-3 0,1-3 1,-6 1-1,0 1 325,1-1 1,5-3 0,-2-1 0,4 1 98,2 5 1,14 3 0,3 8 0,4 2 5,5 4 1,1 6 0,8 11 0,0 6 116,0 4 0,-1 2 0,1 2 1,-2 4-62,-4 6 0,-3 5 0,-9 5 0,-1 1-72,-5-2 0,3 5 0,-8-3 0,-4-2 69,-6-1 0,-6-1 0,-7 2 0,-1 1-49,1-7 0,-7 3 0,-1-9 0,-2 1-196,-4-4 1,0 2-1,0-3 1,4-1-517,1-2 0,1-4 1,4-4-1048,-2-5 1792,7-5 0,8-1 0,8-1 0</inkml:trace>
  <inkml:trace contextRef="#ctx0" brushRef="#br0" timeOffset="2917">3930 368 12778,'-2'19'678,"-4"4"0,2 4 0,-5 8 1,1 0-297,4 0 0,2 2 0,0 2 0,-2 2-235,-2-3 1,1-6-1,5-5 1,0-2-40,0-4 0,2-9 25,3-6 0,-3-6 1,4-8-508,-4-10 0,-2-1 1,0-10-1,0-2 21,0-2 0,0-2 0,0 0 0,0 0-86,0 0 1,0 0 0,0 2 0,0 2-152,0 2 0,2 6 1,4-2-1,5 3 135,5 7 1,1 9 0,3 0-1,3 4 119,6 2 1,-2 0-1,1 2 1,-3 4-203,-4 6 0,6 3 1,0 3 537,1-1 0,5 1 0,-6-1 0</inkml:trace>
  <inkml:trace contextRef="#ctx0" brushRef="#br0" timeOffset="3350">4506 525 8428,'10'-8'444,"4"4"-99,-9-8 0,3 7 211,-2-7 1,-6 2 0,0-3-215,-10 1 0,-7 8 1,-5-2-1,-3 4 79,-2 2 0,0 0 1,-4 0-1,4 2-69,1 4 1,-3 4-1,6 9 1,2 3-52,1 1 1,5 10-1,3 0 1,6 6-188,4 0 1,6-3 0,6-1 0,9 0-230,7 0 1,9-8-1,7-3 1,1-5-221,0-1 0,-3-9 0,-5-5 1,0-8-34,0-7 0,-2-5 0,-4-3 1,-7-5-93,-9-5 0,1-6 1,-8-3-1,-4-3 52,-6 2 0,-8 2 0,-11 2 0,-6 0 81,-4 0 1,-2 8 0,0 6 0,0 7-81,0 8 1,0 4 0,2 4 0,4 6 53,6 10 1,3 7 0,5 10 0,3 0 352,6 0 0,4 0 0,2-1 0</inkml:trace>
  <inkml:trace contextRef="#ctx0" brushRef="#br0" timeOffset="3668">5013 437 8414,'0'-11'1008,"0"-1"-347,0-1 1,-2-1 0,-2 0-17,-2 3 0,-2 7 0,3-2-388,-7 4 1,-2 4 0,1 2 0,1 4-154,-1 1 0,-3 9 1,-1 5-1,-1 0-23,1 3 0,1-1 1,2 6-1,5-2 11,1 2 1,2 2 0,6 0 0,0-2-207,0-2 1,10-7 0,5 1 0,9-4-185,3-1 0,2-7 0,6-1 1,0-2-530,0-4 1,-6-4 0,-2-4 0,-2-4-70,-3-2 1,-3-7-1,-2-6 896,1 1 0,-8-5 0,-3 0 0</inkml:trace>
  <inkml:trace contextRef="#ctx0" brushRef="#br0" timeOffset="4017">5118 612 9247,'17'0'790,"-5"0"0,-1 0 0,3 0-451,1 0 0,3-2 0,1-2 1,3-2-251,1 3 0,6 1 0,-6 2 1,1-2-161,1-4 1,-6 4-1,5-6 1,-5 0 6,-2-3 1,-5 1-1,-2-2 1,-3-1-86,-3-3 0,-2-1 1,-2-1-1,-2 1 62,-3-1 1,-7 1 0,-9 0 0,-3 1 71,3 4 0,-6 5 0,0 7 0,-3 2 107,1 3 0,8 5 1,-2 9-1,3 3 310,3 1 0,1 8 0,5-2 0,5 4 27,4 2 1,4 0 0,4 0 0,7 0-173,9 0 0,5-8 0,8-4 0,2-3-1037,3-3 0,-1-1 1,6-5-1,-1-5-1596,1-4 1,-4-10 2375,5-3 0,-7-13 0,4-3 0</inkml:trace>
  <inkml:trace contextRef="#ctx0" brushRef="#br0" timeOffset="4417">5851 333 8492,'0'-12'423,"0"0"287,0-1 0,0 3-604,0-2 0,0 7-500,0-7 1,-2 8 379,-4-2 0,-3 4 1,-9 4 157,1 4 0,-1 2 1,3 5-1,1-3 90,2-2 1,7 5 0,-5-1 0,0 2 41,1-3 0,5 5 0,-2-4 0,4 3-152,2 3 0,2-1 0,4 2 0,5 3-259,5 1 0,1 0 0,1-5 0,1 1 73,4 4 0,-3-3 0,3 3 0,-3-2 204,-3 3 0,-7-11 1,-3 5-1,-1-3 36,0 1 0,-2-1 0,-10-1 0,-7-4-164,-9-3 1,1-1-1,-8-4 1,0 2-300,1 2 0,-3 0 0,6-6 0,0 0-1423,0 0 0,1 0 560,7 0 1,7-2 1147,4-4 0,12-4 0,4-7 0</inkml:trace>
  <inkml:trace contextRef="#ctx0" brushRef="#br0" timeOffset="4817">6253 420 8309,'0'-17'197,"0"5"1,-2 2 84,-4 2 0,2-3 1,-8 5-1,-1 2 138,-3 2 1,-1 2-1,-1 0 1,1 0-225,-1 0 0,-5 0 0,0 0 0,2 0 91,1 0 1,3 8 0,-1 2-115,1-1 0,7 7 1,4-5-137,4 5 0,2 1 0,2 1 0,4-1 11,6 1 0,3 5 1,3 0-1,-1 1-167,1 1 1,5-4 0,2 6-1,0 1-60,1-1 0,-3-6 0,-6 2 0,1-3 9,-1-3 1,-7 1 0,-2-1-1,-2 1 117,-1-1 0,-7-7 0,-9-2 0,-7-3-18,-5 1 1,-4 0-1,-8-6 1,0 0-301,0 0 1,2 0 0,2-2-1,4-4-652,2-5 1,1 1 1022,7-2 0,-1 1 0,1-7 0</inkml:trace>
  <inkml:trace contextRef="#ctx0" brushRef="#br0" timeOffset="5117">6515 437 9777,'0'-7'1135,"0"7"0,0 9 0,0 13 0,0 3-710,0 2 1,0 2-1,0 6 1,0-2-437,0-4 0,0 4 0,0-4 0,0 2-533,0-2 1,2-3 0,2-9-1429,1 1 0,3-3 1972,-2-3 0,4-12 0,7-10 0</inkml:trace>
  <inkml:trace contextRef="#ctx0" brushRef="#br0" timeOffset="5283">6515 88 8688,'0'-11'3698,"0"-1"-3449,0 8-249,7-4 0,3 16 0,8 2 0</inkml:trace>
  <inkml:trace contextRef="#ctx0" brushRef="#br0" timeOffset="5700">6794 420 9495,'12'-16'975,"-1"5"0,-7 11 0,2 11 0,-4 7-603,-2 5 1,-6-1 0,0 7 0,1 2-77,-3 2 1,6 2-1,-4-2 1,2-2 135,-2-2 0,4-8 1,-3 4-382,3 1 0,9-7 1,5 2-369,4-7 1,1-6 0,1-10-259,-1-4 1,0-4-1,1-9 1,-3-3-94,-3-1 1,4-6 0,-7 4 0,3 0 46,0-1 0,-3-3 0,5 6 190,-2 2 0,-3 1 400,3 3 1,-4 9-1,-10 8 459,-4 10 0,-2 11 0,-5 2 0,3 1-238,2 1 0,2-6 0,6 6 1,0-1-389,0-1 0,0 0 0,2-5 0,4-1 198,6 1 0,11-1 0,4 1 0</inkml:trace>
  <inkml:trace contextRef="#ctx0" brushRef="#br0" timeOffset="6168">7266 630 9252,'-10'-2'1603,"4"-4"1,2 4-2791,-2-4 1013,4 4 1,-13 2 373,3 0 0,3 0 0,-3 0-140,-2 0 1,5 6 0,-1 2 0,0-1 182,1 1 1,5 6-225,-2-3 0,4 5 1,4 1-359,4 1 0,3-6 0,9-3 0,-1 1 38,1 0 0,5-7 0,0 5 1,-1-2 202,-3 0 1,-7 0 0,-3-4 0,1 2 516,0 1 1,-6 3 0,2-2 268,-4 6 0,-10-1 0,-2 5 0,-2 5-120,1 4 0,-1 1 1,-3 7-1,1 5-151,2 5 0,7 9 1,-5 7-1,0-3-418,0-2 0,7-1 0,-5-1 0,2-3-399,0-9 1,-7-3-1,1-17 1,-6-7-334,-5-3 0,-4-6 0,-10-12 0,-4-9-790,-5-11 0,-5-3 1523,-1 2 0,-16-12 0,-4 5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5:56.12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191 236 7834,'-8'-10'1725,"6"-6"0,-6 16 0,8 0-1333,0 10 0,0 6 0,0 3 0,2 4-221,4 7 1,-4 8 0,6 5 0,-3 2-200,1 3 0,8 3 0,-5-1 0,3-3-160,0-7 1,-6-3 0,3-2 0,1-2-2077,0-4 0,-5-5-1322,7-13 3586,0-3 0,-3-24 0,-1-3 0</inkml:trace>
  <inkml:trace contextRef="#ctx0" brushRef="#br0" timeOffset="401">16 131 8414,'-2'10'1153,"-4"-5"-800,4-3 0,-4-7 0,12-1 0,6 0 95,3-2 0,5 0 0,3-5 1,6 1-138,4-1 1,8 3-1,2-2 1,1 1-218,5 1 0,1 2 1,3 8-1,-1 0-233,0 0 0,-9 2 1,-6 4-1,-8 7-178,-4 9 1,-3-1 0,-11 8 0,-5 2 53,-4 2 1,-12 8 0,-7 2 0,-10-1 209,-6 1 0,-2-2 0,0-6 0,0 0 20,0 0 0,6-2 0,2-2 0,1-4 154,5-2 0,8-7 140,1-7 0,8-9 0,-2-2 0,6-10-606,6-5 0,-2-3 1,8 1-1391,1 0 1,-3 1 1734,1 4 0,-7 5 0,4 7 0</inkml:trace>
  <inkml:trace contextRef="#ctx0" brushRef="#br0" timeOffset="1067">854 306 8414,'0'-12'815,"0"0"1,0 6 373,0-5-88,0 7-72,0-4-381,0 8 0,0 14 1,0 5-179,0 6 1,0 5 0,0 4 0,0 3-288,0 4 0,0 2 1,0 5-1,2-1-118,4 1 1,4-5-1,5-2 1,-1-6-511,-3-6 0,1 2 47,5-8 0,-1-9 0,-2-16 4,-3-14 1,-7-3-1,2-10 1,-4-2-24,-2-2 0,-2 0 0,-2 2 0,-4 4 76,-1 1 0,-1-3 0,-4 4 0,5 0 189,1 0 1,-4 1 0,6 7-1,1-1 98,-3 1 1,6-1-1,-4 1 1,4-1 54,2 1 0,2 5 0,4 1 185,5-3 0,-1 6 0,2 1-372,1-1 0,3 6-693,1-4 0,-5 4 0,0 2 879,1 0 0,-5 0 0,0 0 0</inkml:trace>
  <inkml:trace contextRef="#ctx0" brushRef="#br0" timeOffset="1884">907 375 8414,'-10'-11'185,"2"-1"1302,0-1-95,6 5-1226,-5 0 0,9 8 0,3 0 0,7 0 24,4 0 1,1 0 0,0 0 0,1 0-201,-1 0 0,7 0 0,-1 0 0,-2 0-258,-1 0 1,3 0 0,0 0-1,-3 2-895,-7 4 0,3-2 1,-6 7 1162,-1 3 0,7 1 0,-7 3 0</inkml:trace>
  <inkml:trace contextRef="#ctx0" brushRef="#br0" timeOffset="2335">1221 637 8480,'10'-2'716,"-5"-3"0,-1 3 1,0-6-1,4 2-173,2 0 0,1 0 1,7 6-1,-1 0-381,1 0 1,5-5 0,2-1-1,2 0-279,4-2 1,-3 4 0,-1-5 0,0-1 84,0 0 1,-6 1 0,3-5 0,-7 2-301,-5-1 1,1 3 0,-7-2 164,-2-1 1,-6 5-1,-8 2 1,-9 4 34,-6 2 0,-10 0 0,-6 2 1,0 4 132,-1 6 0,5 3 1,-2 5-1,6 1 88,4 2 1,8 2 0,-1-1 0,7 3 81,3 0 0,10 4 0,2-8 1,12-1-185,9-3 0,16-3 0,15-3 1,10-3-333,6-2 1,-4-2-1,-1-6 1,-3 0-459,-4 0 803,-2-8 0,-1-10 0,-1-9 0</inkml:trace>
  <inkml:trace contextRef="#ctx0" brushRef="#br0" timeOffset="2882">2199 620 8414,'10'-8'324,"-5"-3"1,-3 1-1,0-2 504,4-1 1,-4-3 24,4-1 0,-4 5-555,-2 0 1,0 7-1,-2-5 1,-6 2-226,-9 4 1,-3 2-1,-9 2 1,0 0 65,2 0 1,-6 2 0,4 4 0,-4 4-146,-2-1 0,8 13 1,1-3-1,5 4-77,4 3 0,3 3 1,14-4-1,0 0-103,0 0 0,10-1 1,7-9-1,10-1-129,6-3 1,10-7-1,4 0 1,1-8-37,-1-7 1,1-5-1,-7-1 1,-2-3 11,-2-3 0,-4-4 0,-4-8 0,-6-2 135,-4-4 0,-7 3 0,-2-9 0,-2-4 287,-5-5 1,-1 4 0,-2-3 0,0 9 184,0 3 1,-5-1 0,-1 9-1,0 7 1344,-2 7-1123,6 4 0,-11 9 1,7 8-1,2 12-182,2 9 1,-4 0 0,0 8 0,2 2-116,3 2 1,1 10-1,0 2 1,0 3-36,0 5 0,0-5 1,0 10-1,0-5-558,0-7 1,1 5 0,5-7 0,6 1-509,3-4 1,1-6 0,-2-6 0,-3-8-636,3-7 0,1-6 1544,3-8 0,-1-16 0,1-3 0</inkml:trace>
  <inkml:trace contextRef="#ctx0" brushRef="#br0" timeOffset="3115">2705 498 8414,'0'-18'1073,"0"7"-81,0-1 1,-2 8 0,-1 0-623,-3 8 1,0 8-1,6 9 1,0 4-406,0 2 1,2 3 0,2 4 0,2-1-259,-3-3 1,7 1-1,0-6 1,0 0-650,-5 0 0,5-3 1,0-9-1,1-3 942,1-2 0,-8-2 0,4-6 0</inkml:trace>
  <inkml:trace contextRef="#ctx0" brushRef="#br0" timeOffset="3265">2758 236 11772,'0'-10'-732,"2"4"0,4 10 732,5 2 0,5 7 0,1-3 0</inkml:trace>
  <inkml:trace contextRef="#ctx0" brushRef="#br0" timeOffset="3565">3352 585 8414,'9'-8'910,"-1"-1"0,-8-9-147,0 1 0,0-1 168,0 1 0,0-1-1240,0 1 1,-8 1 0,-3 5 0,-7 5 141,-5 4 0,2 2 0,-9 2 0,-1 4 418,-2 5 1,-2 11 0,1 3 0,1 2-41,3 4 1,5 2 0,10 2 0,3 0 141,6 0 1,6-6 0,6-2 0,8 0-686,7 0 0,12-5 0,10-1 0,1-7-527,5-9 0,-5-3 0,1-2 0,-2 0-538,-4 0 0,-5-9 1397,-4-9 0,3-7 0,-6-10 0</inkml:trace>
  <inkml:trace contextRef="#ctx0" brushRef="#br0" timeOffset="3848">3648 113 8889,'0'-17'1180,"0"0"1,0 5-249,0 0 0,0 10 1,0 2-589,0 10 0,0 7 1,0 7-1,0 5-49,0 4 0,6 10 0,0 3 0,-2 7 10,-2 5 1,-2 2-1,0 6 1,0-2-144,0 2 0,2-6 0,2-2 0,2-5-713,-3-7 0,5-5 0,0-12 0,0-6-2113,-1-3 1,7-11 1687,-2-3 1,-5-17 0,-1-7 0,-4-3 975,-2-4 0,-8-3 0,-9-14 0,-10-3 0</inkml:trace>
  <inkml:trace contextRef="#ctx0" brushRef="#br0" timeOffset="4015">3509 445 12149,'2'-9'1545,"3"3"1,7 4-1293,4 2 0,9 0 0,4 0 0,4 0-1014,2 0 0,0 0 0,0 0 0,2 0 761,3 0 0,5 0 0,7 0 0</inkml:trace>
  <inkml:trace contextRef="#ctx0" brushRef="#br0" timeOffset="4266">4172 550 8414,'8'-17'1937,"-6"7"0,6 6 0,-8 14-1517,0 7 1,-6 12 0,0 0 0,2 4-490,2 2 1,2-6-1,0 1 1,0 1-536,0 2 1,0-4 0,0-2-1,0-2-1709,0-4 1,8-3 2312,4-6 0,3-5 0,3-7 0</inkml:trace>
  <inkml:trace contextRef="#ctx0" brushRef="#br0" timeOffset="4416">4172 358 9176,'0'-12'2638,"0"1"-5969,8 7 3331,2-4 0,7 16 0,1 2 0</inkml:trace>
  <inkml:trace contextRef="#ctx0" brushRef="#br0" timeOffset="4848">4749 602 8414,'0'-17'741,"0"0"66,0-1 1,5 6 0,1 1-185,-2-3 0,-2 5-488,-2-3 1,-2 6 0,-4-4 0,-5 3 67,-5 3 1,-1 2 0,-3 2 0,-1 2 160,-2 4 0,-6 3 1,5 9-1,1 1-9,-2 4 1,5-1-1,-1 9 1,6 4-83,3 4 0,8 1 1,0-3-1,6 2-277,4 2 0,15-6 0,3-8 0,7-2-436,4-4 0,-1-3 0,3-7 0,2-5-15,2-4 1,-2-10 0,-8-5 0,-4-8 261,-2-9 0,-7-3 0,-9-1 0,-1-1 7,-4 0 0,-2-2 0,-6-2 0,-6-2 121,-7 2 1,-12 4 0,0 6 0,-6 8-142,-6 7 0,2 1 1,-6 7-1,5 4-233,7 6 1,0 8-1,9 11 1,3 8-124,2 8 0,9-2 0,4 3 1,6-3 81,6-2 0,6 0 0,11-2 0,8-4 480,8-6 0,-2-3 0,13-3 0,-5 1 0</inkml:trace>
  <inkml:trace contextRef="#ctx0" brushRef="#br0" timeOffset="5249">5080 550 9325,'0'-17'2852,"0"9"0,0 8-2361,0 10 0,0 5 0,0 3 0,2 1-396,4 4 1,-4 2-1,6 7 1,-2-3-105,0 2 0,5-6 0,-3 0 0,2-2-140,3 1 0,-3-1 0,2-6 0,1-1-242,3-4 1,1-5-1,1-7 1,-1 0 16,1 0 0,-7-2 0,1-3 1,1-7-93,3-4 1,-4-7-1,-3-2 1,1 0 260,0-1 1,-6 1 0,1 4 0,-3-2 273,-2 1 1,6 9 0,0 1 513,-2-2 1,-2 9 262,-2 5 1,0 9-1,0 13-443,0 1 1,2 0 0,4-3 0,5 1-811,5 2 1,3 1-1,3-7 1,1 1-418,-2-1 0,4-5 0,1-3 0,-1-1 824,0-4 0,6-10 0,-4-4 0</inkml:trace>
  <inkml:trace contextRef="#ctx0" brushRef="#br0" timeOffset="5583">5936 550 8414,'0'-12'569,"2"1"1579,4-3 0,-4 5 637,4-3-3071,-4 0 0,-10 3 0,-4 3 3,-3 4 0,-3 2 0,1 2 91,-1 4 0,1-3 1,-1 9 211,1 2 0,7-5 0,4 3 0,5 2 241,1 1 1,1 3 0,5-1 0,6 0-8,3 1 1,9 5-1,1 1 1,0-1-174,0 2 1,1-4 0,-5 7 0,2-3-107,-1-4 1,-9 4 0,-3-1-1,-2-3 48,-4-2 1,-4-1 0,-8-3-1,-8-1-124,-5-2 1,-10-9-1,2 3 1,-4-4-643,-2-2 0,2-8 1,4-5 742,5-8 0,-3-7 0,0-7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6:24.967"/>
    </inkml:context>
    <inkml:brush xml:id="br0">
      <inkml:brushProperty name="width" value="0.22857" units="cm"/>
      <inkml:brushProperty name="height" value="0.22857" units="cm"/>
      <inkml:brushProperty name="color" value="#66CC00"/>
    </inkml:brush>
    <inkml:brush xml:id="br1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140 191 8814,'0'-18'-195,"0"1"0,0-1 1,2 1-1,2-1 706,2 1 0,6-1 0,-5 3 0,1 1 520,0 3 0,0 5-222,-3-6 0,-3 10-342,4 2 0,-4 8 0,-4 10 0,-2 1 205,-2 4 0,-7 4 0,-1 8 0,-5 2-555,-4 4 0,-1-2 1,7 5-1,-1-1-380,1-4 0,1-2 0,3-4 0,3-4-1509,2-6 886,3-3 0,12-13 0,5-9 0,3-11-85,3-9 0,-6-9 0,-3 4 0,1-2 441,0 0 1,-6 6-1,1-6 1,-3-1 530,-2 3 0,0-6 0,0 6 0</inkml:trace>
  <inkml:trace contextRef="#ctx0" brushRef="#br0" timeOffset="200">105 68 8814,'10'-1'1145,"-4"-5"0,-2 4-434,2-4 1,3 4 0,9 4-450,-1 4 0,1 3 1,1 11-1,4 3-84,6 6 0,-1 0 0,1 4 1,2 4-284,2 0 1,2 0-1,0-2 1,-2 0-465,-4 0 1,-4-6-1,-10-2 1,-1-2-2615,-2-3 3176,-8-11 0,-4-3 0,-10-8 1</inkml:trace>
  <inkml:trace contextRef="#ctx0" brushRef="#br1" timeOffset="384">35 435 8509,'-9'-2'816,"3"-4"1,4 3-1,4-7 1,6 2-328,9 4 0,10 0 0,12 0 0,4-3-397,1-3 1,3 6 0,7-4-1,3 3-1205,1-1 0,8-6 1113,-2 6 0,4-7 0,2 3 0</inkml:trace>
  <inkml:trace contextRef="#ctx0" brushRef="#br1" timeOffset="752">1066 16 8945,'0'-10'3566,"0"5"-3188,0 10 1,0 11-1,0 9 1,0 0-40,0 1 1,2 5-1,2-2 1,3 4-160,3 2 1,0 3 0,3-1-1,-3-4-223,-2 0 1,4-2-1,-5-2 1,1-5-914,0-5 0,0-3 0,-5-3-492,3-1 1,0-10-1,-6-2-1221,0-10 2669,-8-13 0,-9-4 0,-10-8 0</inkml:trace>
  <inkml:trace contextRef="#ctx0" brushRef="#br1" timeOffset="1018">944 103 10772,'9'-7'664,"7"5"0,-3-6 0,11 2-402,11 0 0,3 0 1,13 5-1,5-3-100,4-2 1,4 0-1,6 6 1,-2 2-182,-4 4 1,-6 3-1,-11 9 1,-6 1-322,-4 5 0,-18-3 0,-7 8 1,-10 2 55,-8 2 0,-8 2 1,-13 0-1,-10 0 216,-6 0 0,-3 0 0,-7 0 0,1 0-62,0 0 1,1-6-1,3-2 1,3-2-442,2-4 1,3-1-1,7-5 1,5-1 570,11-2 0,0-9 0,7 5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6:23.868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26 1 8281,'-10'0'2613,"2"0"-1881,0 0 1,8 0-41,0 0 1,10 2-1,13 1-330,6 3 0,6 6 1,8-4-1,11 1-205,14 5 1,18 0 0,13-1 0,-47-7 0,0 0-162,3 1 0,1-1 1,1-1-1,1 0 1,3 1-1,2 0 0,-1 0 1,0-1-166,0 0 1,-2 0-1,-3 3 1,-3 0-1,37 1 1,-10 3-605,-11 0 0,-4-1 1,-13 5-1,-9-3 50,-5-1 0,-12-2 0,-3 3 0,-5-3-1754,-2-2 2477,-7-2 0,-2-6 0,-8 0 0</inkml:trace>
  <inkml:trace contextRef="#ctx0" brushRef="#br0" timeOffset="383">1859 123 8300,'0'-12'578,"0"1"0,2 7 247,4-2 0,-4 6-387,4 6 0,2-2 0,-1 7 0,3 3-129,4 1 1,7 3 0,4-1-1,2 1-40,4-1 1,2 1 0,2-1 0,0 1-299,0-1 1,0 1 0,0-1-1,0-1-433,0-5 1,-10-1 0,-5-6-3,-7 2 0,-11 5 0,-4-3 0,-13 0 209,-13 0 1,-12-1 0,-7-3 0,-3 4 206,-3 2 0,1-5 0,0 5 0,1 0 241,4 0 0,-1-1 1,9 5-1,6-4 139,8-3 0,15-1-1032,10-6 1,10-10-1,13-5 700,6-6 0,12-10 0,4 3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6:22.820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1 715 8502,'0'10'984,"0"-3"0,8-7 1,3 0-1,7 0-694,5 0 1,4-2 0,10-3 0,4-7-56,5-4 1,9-3 0,9-4 0,11-6-168,9-4 0,-36 15 0,1 1 0,3-2 0,1 1 0,3-2 0,2 1-322,2-1 1,0-1 0,1-2 0,-1 0 0,-2 2 0,-2 1 0,-4 1 0,-1 1-464,38-13 0,-17 6 0,-16 9 0,-9 5-2174,-12 5 2453,-8 4 1,-19 8 0,-8-1 437,-10-1 0,-5 6 0,-3 0 0</inkml:trace>
  <inkml:trace contextRef="#ctx0" brushRef="#br0" timeOffset="500">1835 51 8221,'-18'0'-169,"1"0"1,5 0-1,0 0 396,-1 0 0,3 0 1566,-2 0-1496,9 0 1,-3 0 0,12 0 0,5 0 63,5 0 1,1 0 0,1 0 0,1 0-82,4 0 0,3 0 0,5-2 0,-2-2-200,2-1 0,2-3 0,0 4 0,-2-2-354,-2 2 1,-6-4 0,4 3-67,-1 1 0,-5 4 0,-9 6 143,-7 5 1,-12 5 0,-11 3-1,-9 4 59,-6 7 1,4 1 0,0 0 0,-2-4-49,-2-2 0,0 4 1,2-6-1,5-1-326,7-3 0,2-9-693,17-4 1205,4-4 0,21-2 0,2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6:28.552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610 289 8474,'0'-17'180,"0"-1"0,0 1 506,0 0 1,2 1 0,2 2 0,2 3-208,-2-3 1,-3 4 0,-2 1 0,-3-1-418,-2 0 1,-8 7 0,1-3-1,-9 4-12,-7 2 1,-6 0 0,-5 0 0,-7 2 142,-3 4 1,-3 9-1,3 10 1,1 2-89,3 4 0,3 2 0,0 4 1,10 2-21,6 2 1,12 7-1,9-1 1,6 1-360,6-1 0,19 2 0,15-9 0,11-1-38,7-2 0,4-12 0,8-7 0,0-11-453,0-5 1,-6-4 0,0-3-1,-2-9-39,-6-7 1,-5-6-1,-18-8 1,-4 0 803,-6 0 0,4-8 0,0-2 0</inkml:trace>
  <inkml:trace contextRef="#ctx0" brushRef="#br0" timeOffset="284">1082 150 8273,'1'-18'62,"3"1"1,2-1 661,-2 1 0,-2 5-225,-2 1 0,0 9 0,0 2-223,0 9 1,0 9 0,0 5 0,0 6 123,0 4 1,0 10 0,0 1 0,0 3-102,0 0 0,0-1 0,0 7 0,0-3-83,0-3 0,2 1 0,2-7 0,4-4-440,1-6 1,-5 0-1,4-8-1982,0-2 1,-4-9 773,7-6 0,-7-12 1,0-7 1431,-8-9 0,-13-5 0,-11-8 0</inkml:trace>
  <inkml:trace contextRef="#ctx0" brushRef="#br0" timeOffset="467">820 447 8273,'17'-6'845,"1"0"0,-1 2-238,0 2 1,3 2 0,3-2-1,6-2-444,4-2 0,4 1 1,2 5-1,4-2-746,1-4 0,-5 4 1,2-4-1,-4 2-2199,-2-2 2782,-8 4 0,13-13 0,-3 5 0</inkml:trace>
  <inkml:trace contextRef="#ctx0" brushRef="#br0" timeOffset="851">1588 377 10049,'0'17'1040,"0"-3"1,0 1-1,0 5-660,0-1 1,0 2-1,0 1 1,0 3-134,0 2 0,2-5 1,2 1-1,4-4 40,1-1 0,-5-1 0,4-1-47,0-5 1,-4-3-437,7-8 1,-1-8-1,2-5 1,-7-7-94,-3-3 0,-2-2 0,0 3 1,0-1 97,0 2 1,0-4 0,0 1 0,0 3-5,0 2 0,0 1 1,0 1-203,0-1 1,2 1 0,4 1-338,6 5 0,-3 3 0,3 8 0,4 0-43,5 0 0,0 6 1,6 1 776,-1 3 0,5-6 0,-4 4 0</inkml:trace>
  <inkml:trace contextRef="#ctx0" brushRef="#br0" timeOffset="1167">2287 97 8374,'0'-17'0,"0"-1"835,0 1 0,0-1 941,0 1-1585,0 7 1,0 10 0,0 12 0,0 3 197,0 3 0,0 7 0,0 4 0,0 6-33,0 6 1,-6 2 0,0 5 0,2-1-42,2 1 0,2-3 0,0-1 1,0-1-259,0-4 1,0-2 0,0-4 0,0-4-183,0-6 0,2-3 0,4-5-1342,6-3 0,-3-4-1009,3-8 0,-6 0-117,5 0 2593,-7 0 0,-4-8 0,-10-2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6:30.819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0 682 8823,'0'-10'1327,"2"0"0,4 6-993,6-1 0,5-7 1,6 4-1,8-2-130,8-3 0,16-3 1,14-1-1,13-3-163,9-3 0,-42 13 0,1-1 0,5-3 0,1-1 0,2-1 1,2 1-147,3-2 1,0 1 0,-4 1 0,1 1 0,0 0 0,0 0 0,-3 2 0,0-1-537,-2 3 1,-1-1-1,-1-2 1,-1 1-1,43-10 1,-14 5-887,-15 3 0,-17 3 1527,-8-7 0,-12 1 0,-4-1 0</inkml:trace>
  <inkml:trace contextRef="#ctx0" brushRef="#br0" timeOffset="433">2026 18 8332,'10'10'983,"-1"-3"-317,-3-7 0,-2 0 1,8 0-461,1 0 1,-3 0-1,2 0 1,3-1-86,7-5 0,-1 4 1,8-4-1,2 2 4,2-2 1,8 4-1,-2-3 1,-4 3-449,-4 2 1,-10 0 0,2 0 32,-3 0 1,-13 2-1,-9 3 262,-13 7 1,-16 5-1,-12 5 1,-1 1 101,-5-2 1,-1 7 0,-3-1 0,3 0 103,3-4 0,6 2 1,10-3-1,6-5-393,6-3 0,7-10 0,20 2-2035,9-5 2250,16-8 0,20-3 0,9-7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6:31.817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0 51 8332,'0'-12'536,"0"1"1,2 7 0,2-4 0,4 2 3,1 0 0,11 2 1,9 8-1,6 4-110,6 2 0,5 1 0,14 9 0,10 1-165,10 2 1,7 7 0,6-5 0,-44-13-1,-1 1-248,1-1 0,-1 1 1,4 2-1,-1-1 1,-2-1-1,-1 0 0,2 0 1,-1 1-358,1 1 1,-1 1-1,33 11 1,-7 0-1,-13-2-607,-7-3 1,-11-3 0,-5-3 0,-8-5-408,-8-5 1,-3-4 1353,-3-2 0,-7 0 0,-2 0 0</inkml:trace>
  <inkml:trace contextRef="#ctx0" brushRef="#br0" timeOffset="867">1956 330 7587,'-10'0'6979,"3"0"-5403,7 0-1195,0 8 1,7 2-1,5 7-309,4 1 0,1-1 0,1 1 1,-1-1-271,0 1 1,1 5 0,-1 0 0,1-2-36,-1-1 1,-1-3 0,-3-1 0,-3-3-128,-2-1 0,4 0 1,-7 5 301,-1 1 0,-10-9 1,-5-1-1,-5-2 20,-1 0 0,-3 0 1,-3-6-1,-6 0-116,-4 0 1,-2 0-1,0 0 1,0 0-188,0 0 0,8-8 0,4-2 0,3-2-1537,3 1 0,1 5 1878,5-6 0,3-7 0,8-8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6:34.983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484 375 8184,'6'-18'-434,"0"1"0,5-1 0,-5 1 0,0-1 1623,2 1 1,-7-1-1,5 1-360,-4-1 0,-10 1 0,-3 1 1,-5 3-502,-1 1 0,-3 8 0,-3-2 1,-8 5-130,-8 1 1,2 0 0,-5 1 0,1 7-52,0 10 0,-5 7 0,7 12 0,4 2-128,4 1 1,11 15 0,1-3 0,7 2-156,5 1 0,11-3 0,13-1 0,12-5-102,10-5 1,8-12 0,9-8 0,2-7-328,-2-8 0,4-4 1,-1-4-1,-5-4-373,-6-6 1,-5-9 0,-10-4-1,-4-2 937,-5-4 0,3-2 0,0-2 0</inkml:trace>
  <inkml:trace contextRef="#ctx0" brushRef="#br0" timeOffset="283">833 43 8389,'12'-8'855,"-1"-4"0,-7 3-255,2-3 1,-2 10-249,2 2 1,-4 10 0,4 11 0,-3 4 10,3 3 1,-4 8 0,4 11 0,-4 3-43,-2 3 1,0-1 0,2 3 0,2 1-212,2 2 1,-1-2-1,-5-7 1,0-5-112,0-1 0,0-10 0,0-10-2847,0-3 1873,8-10 1,-6-10 0,4-12 0,-4-6 78,-2-5 1,-2 2 0,-4-6 895,-5 1 0,-13-12 0,-3 1 0</inkml:trace>
  <inkml:trace contextRef="#ctx0" brushRef="#br0" timeOffset="450">659 375 8298,'1'9'1100,"5"-3"1,4-4 0,9 0 0,3 2-944,1 2 0,8 0 0,-2-6 0,6 0-360,6 0 0,-2 0 1,5 0-1,-1 0-2868,-4 0 3071,-2-8 0,5-2 0,3-7 0</inkml:trace>
  <inkml:trace contextRef="#ctx0" brushRef="#br0" timeOffset="866">1409 444 9341,'-1'-9'1319,"-3"5"1,-2 8-738,2 7 0,2 5 1,2 3-1,0 3-331,0 1 1,0 8-1,0-4 1,2 2-133,4 0 0,-4-7 1,5 1-1,-1-4 76,0-1 0,6-6 0,-4-3-222,1-1 0,-5-4 1,4-10-200,0-6 0,-6-5 0,3-4 1,-3-5 22,-2-1 1,0 6-1,0-4 1,0 1 73,0 1 1,0 0 0,0 5 0,0 1-80,0-1 1,0 1 0,0-1 0,2 3-233,4 3 1,-2-1 0,8 7 0,1 2-204,3 2 0,1 2 0,1 0 0,-1 0 118,1 0 1,1 8 0,2 2 0,3-1 524,-3-3 0,6-4 0,0 6 0,8 1 0</inkml:trace>
  <inkml:trace contextRef="#ctx0" brushRef="#br0" timeOffset="1150">2073 95 8184,'0'-17'934,"0"-1"1,0 1 1151,0-1-1860,0 1 1,0 9-1,0 8 1,0 10 100,0 5 1,0 11-1,0 3 1,0 6-40,0 5 1,0 5 0,0 7 0,0 1-64,0-1 1,0 1 0,0-1-1,0-2-385,0-3 1,0-4 0,0-8 0,0-2-1340,0-4 0,2-4-675,4-8 1,4-7 236,7-4 1937,-7-4 0,-3-10 0,-7-2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6:33.584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158 156 8332,'12'-27'-116,"-3"4"1,1 3 292,0 3 0,-4-1 0,3 1 2906,-1-1-2696,-2 9 0,-6 3 0,-2 14 0,-4 9 133,-6 10 1,3 12-1,-3 4 1,-1 1-158,-3 5 0,-1-1 0,-1 1 0,1-3-227,-1 3 0,1-4 1,-1-1-1,3-1-76,3-4 0,-1 1 0,7-5-71,2-7-227,2-15 0,2-15 0,2-15 0,4-10-289,5-6 0,3-2 0,-1-2 1,-1-2-41,2-2 0,-1 0 0,1 5 1,-3-3 101,3-2 0,2-6 1,3 7-1,2-1 296,3-2 0,5 6 0,-6-1 634,-2 7 0,-1 9-135,-3 16 0,-7 10 0,-4 20 0,-2 5 6,1 4 0,-1 7 1,6 3-1,0 0-6,-1-1 1,-3 5 0,4-6 0,0-2-316,-1-3 0,3-3 0,4-1 1,-3-5-414,-1-2 1,-1-2-1946,7-5 1619,-1-9 1,-7-9-1,-4-11 1,-4-5 723,-2-1 0,0-1 0,0 1 0</inkml:trace>
  <inkml:trace contextRef="#ctx0" brushRef="#br0" timeOffset="167">88 435 8564,'18'10'718,"-1"-4"-235,1-4 0,-1-2 0,2 0 0,5 0-157,5 0 1,4-2 0,4-4 0,3-4-941,7 1 0,3-7 0,3 5 1,-1-3-883,1 2 1,-1-3 1495,0 3 0,1-3 0,-1-3 0</inkml:trace>
  <inkml:trace contextRef="#ctx0" brushRef="#br0" timeOffset="668">996 104 8193,'2'-12'209,"4"0"1,-4 10 361,4 2 1,-2 10-1,0 11 1,1 5-96,-1 1 1,0 4 0,0 8 0,2 1-120,-2-1 0,4 4 1,-3-2-1,1-2-119,2-3 1,-4-1 0,6-2 0,-1-4-103,1-5 1,-4-7-565,5-5 0,-7-6 1,2-12-1,-4-6 110,-2-3 1,0-9 0,0-1 0,0-2-304,0-4 1,-6-2 0,-2-2 0,-1 0 205,-5 0 1,-1 0 0,-1 0 0,3 2 402,1 4 1,2-2 0,-3 6 0,3 0 368,2-1 0,2 3-22,6 6 1,8 7 0,6 4 3,7 4 0,0 2 0,8 0 0,3 2-157,1 4 0,7-2 1,3 8-1,2 1-168,3 3 0,1 7 0,-1 2 0,-3 0 114,-3 1 1,-1 5-1,-10-2 1,-6 4-128,-7 2 1,-14-2-1,-4-2 1,-12-2 81,-9 2 0,-12-4 0,-10 0 0,-1-2-372,-5-3 1,-1-3 0,-3-1-1,1-1-524,-1 1 0,3-7 813,3 1 0,-3 0 0,5 5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6:37.166"/>
    </inkml:context>
    <inkml:brush xml:id="br0">
      <inkml:brushProperty name="width" value="0.22857" units="cm"/>
      <inkml:brushProperty name="height" value="0.22857" units="cm"/>
      <inkml:brushProperty name="color" value="#66CC00"/>
    </inkml:brush>
    <inkml:brush xml:id="br1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34 1134 11179,'-18'0'1028,"8"0"0,5 0 0,10 0 0,9-2-752,7-4 1,14 2 0,12-5-1,5-1-32,6 0 0,12-1 0,14-7 0,11-1-186,-40 7 0,0 1 0,2 1 1,1 0-1,6-1 0,0-1 0,-1 1 1,0 1-293,1-2 0,0 0 1,-1 2-1,0-1 1,3-3-1,-2-1 1,-2 0-1,-1 1-314,-6 0 1,-2 1 0,-3-3 0,-1 0 0,39-9 0,-3 0-689,-4 0 0,-13 2 0,-15 5 1236,-11 1 0,-10 1 0,-3 4 0,0 5 0</inkml:trace>
  <inkml:trace contextRef="#ctx0" brushRef="#br0" timeOffset="486">2234 488 11179,'0'-12'1760,"0"1"-1411,0 7 0,2-6 0,4 6-301,6-2 1,3 1 0,3 5 0,1 0-166,4 0 0,-1 0 1,5 0-1,0 0-84,0 0 1,-6 0-1,3 0-79,-5 0 1,-1 0 0,-3 1 267,-3 5 0,1 4 1,-7 7-12,-2 1 1,-2-1 0,0 1 0,2-1-33,2 1 1,1-1 0,-3 1 0,2-1-864,-2 1 0,4-1 835,-2 1 1,-1-1 0,-5 1 0</inkml:trace>
  <inkml:trace contextRef="#ctx0" brushRef="#br1" timeOffset="1050">103 1448 8804,'-11'-5'1188,"-1"-1"0,10 0-653,2 6 1,16 6-1,13 2-258,4 1 0,11 5 1,9 7-1,11 4-90,10 3 0,7 1 1,12 6-1,-43-17 0,1 1-186,3 1 1,1 0 0,4 2 0,2-1 0,2 2 0,0-1 0,-1-3 0,-1-2-130,-2 0 0,0-2 0,-8-5 0,-1 1 1,0 1-1,-1-1 0,40 7-332,-7-7 1,-13-3 0,-12-8 0,-9 0-852,-7 0 1,0 6 0,-6 0 1310,-8-2 0,-6-10 0,-3-4 0</inkml:trace>
  <inkml:trace contextRef="#ctx0" brushRef="#br1" timeOffset="1502">2287 1920 11781,'17'10'475,"0"3"1,3-5 0,5 2-428,10 3 0,2 3 0,9 1 0,3 1-4,1-1 1,1 1 0,-5-1 0,-7-1-318,-8-5 1,-13 5 0,-12-4 85,-4 3 0,-18 1 0,-7-3 0,-10-1 138,-8 1 1,-2 1 0,-5 0 0,3-3-4,2 3 0,3-5 1,5 3-1,2 0-304,4-3 1,3 1-605,9-4 0,9-4 960,8 4 0,8-4 0,9-2 0</inkml:trace>
  <inkml:trace contextRef="#ctx0" brushRef="#br1" timeOffset="2402">3998 86 8388,'0'-17'211,"0"-1"0,0 1 1521,0-1-1189,0 9 0,0 3 0,-2 14 1,-4 9 48,-5 10 1,-5 8-1,-1 6 1,-1 6-156,1 3 1,-7 8 0,1 2 0,2 2-95,1 4 1,3 2 0,-1 0 0,1-4-174,0-5 1,1-7 0,4-7-256,7-11 0,5-16-146,5-18 1,5-16 0,8-13-1,1-4-223,4-2 0,-3-5 0,1-1 1,-6 2-102,-3 2 1,-6-4-1,4-1 1,-1-1-10,1 0 1,-4-3 0,6 5 0,-1 0 314,-1-1 0,3 5 0,-5-4 0,0 6 108,0 6 0,5 4 283,-1 7 0,-2 16 1,-1 8-1,1 12 164,0 11 1,-1 0-1,5 14 1,-4-1 128,-2 5 1,3 5 0,-3 4 0,0 3-142,-1-3 0,5 4 0,-4-2 0,0-3-259,-1-7 0,7-1 0,-2-12 0,1-8-481,-1-6 1,3-11 0,-3-4-287,4-4 0,-5-10 0,-1-6 0,-2-5-937,-5-4 0,-1-7 1669,-2 7 0,-15-16 0,-4 3 0</inkml:trace>
  <inkml:trace contextRef="#ctx0" brushRef="#br1" timeOffset="2602">3806 593 13670,'29'-2'0,"2"-2"39,6-2 1,6-7-1,11 3 1,2-2-867,2 1 1,6-1 0,-5-4 0,-3 3-1991,-2 1 2817,-1 0 0,-1-5 0,0 0 0</inkml:trace>
  <inkml:trace contextRef="#ctx0" brushRef="#br1" timeOffset="3069">4592 261 8388,'0'-12'1946,"0"1"0,0 9-1497,0 2 0,0 9 1,0 15-1,0 5-12,0 4 1,0 4 0,0 1 0,0 5-122,0 2 0,6-6 1,-1 1-1,1-3-47,2-2 0,-6-8 0,4-3 51,-4-5 1,4-5-664,-1-9 1,3-7 0,-4-15 0,2 0-385,-2-1 0,-2-7 1,-2-4-1,0-4-151,0-2 1,0 0 0,-2 0 0,-2 0 552,-2 0 0,0 0 0,6 0 0,0 2 334,0 4 1,0-4-1,0 4 1,2-2 162,4 2 0,4 4 0,7 9 0,3 4 159,3 7 1,-2 3 0,8 2 0,2 2-139,2 3 1,2 7-1,0 11 1,0 5-1,0-1 0,-8 6 0,-4-4 0,-3 6 98,-3 6 1,1-5-1,-3 5 1,-3-4-105,-6-2 0,-4 2 1,-4 2-1,-4 1-130,-6-1 1,-11-8-1,-6-2 1,-4 0-543,-2-1 0,-2-3 0,-2-10 1,-3-1-1480,-3-2 0,0-9 1964,-1 3 0,-12 4 0,3 0 0</inkml:trace>
  <inkml:trace contextRef="#ctx0" brushRef="#br1" timeOffset="3835">4173 1955 8353,'11'-12'964,"1"1"1,-8 5 15,2-6 1,-4 1-505,-2-7 1,-2 3 0,-4 1-443,-6 2 0,-11 7 0,-8-5 0,-6 2 24,-4 4 1,-7 4-1,1 8 1,-5 9-49,-6 11 1,5 6 0,-1 7 0,7 6 115,5 3 1,3 10 0,12 3 0,9 1-2,10 0 1,10-4-1,12-2 1,15-11-301,14-9 1,9-12-1,4-9 1,4-9-250,3-6 1,-5-12 0,4-7 0,-4-11-540,-7-5 0,-7-2 1,-9 1-1,-2-1-306,-4 0 0,-4 2 1269,-7 4 0,-1-4 0,1 5 0</inkml:trace>
  <inkml:trace contextRef="#ctx0" brushRef="#br1" timeOffset="4118">4539 1710 8353,'6'-17'233,"0"0"740,-2-1 0,-2 6-525,-2 1 0,0 9 0,0 4-184,0 13 0,0 5 1,0 11-1,0 4-8,0 3 1,0 13 0,-2-1 0,-2 9-81,-2 3 1,-5-4 0,5 4-1,2-2-42,2-4 1,-4-1 0,0-5-1,2-3-691,2-6 0,2-7 0,2-6-486,4-11 1,-2-7 0,8-12 0,-1-4-555,-1-6 1,0-11 1596,-4-6 0,-4-4 0,5-2 0</inkml:trace>
  <inkml:trace contextRef="#ctx0" brushRef="#br1" timeOffset="4302">4347 2077 12719,'8'10'840,"2"-2"1,7-8-1,3 0-783,3 0 1,-2-8-1,8-2 1,2-1-298,2-1 1,2 6 0,-2-6 0,-2-1-1249,-2-3 0,-5 5 1,3-1 1487,-2-2 0,-2-1 0,-5-3 0</inkml:trace>
  <inkml:trace contextRef="#ctx0" brushRef="#br1" timeOffset="4685">4976 2077 9831,'0'-8'2305,"0"8"-1821,0 10 1,0 8 0,0 3 0,0 2-315,0-1 1,0 3-1,0-2 1,0-2-58,0-1 1,0-3 0,0 1 0,0-1 246,0 1 1,0-7-295,0 1 1,2-8-60,4 2 0,-4-12 0,4-6 0,-3-1-196,3 1 0,-4-4 0,4 5 0,-2-5-55,2-1 1,-4-3 0,5-1 0,1-2 7,4 1 0,-3 1 0,3 0 0,2-3 117,1 3 1,3 0-1,-1 1 1,1 1-188,-1 3 1,1 5-1,-1-3 1,0 5-502,1 1 1,-1 2-1,1 8 1,-1 2 806,1 2 0,-1 7 0,1-3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6:42.650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0 78 8353,'6'-18'268,"0"1"927,-2-1 1,-2 7-582,-2-1 1,0 10-1,0 4 1,0 12-119,0 7 1,0 12-1,0 0 1,-2 8-213,-4 3 1,4 3-1,-4 5 1,4 1-173,2-1 1,0 2-1,0 1 1,0-1-317,0-3 0,0-11 0,0 1 0,0-6-627,0-6 0,0-4 0,0-7-3115,0-1 1213,0-7 2733,0 5 0,0-5 0,0 8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6:47.615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18 88 8559,'-10'0'3761,"2"0"-3319,8 0 1,20 0 0,5 0-337,4 0 1,10 0 0,7 0 0,9 0-2,9 0 1,9 0-1,21 0 1,-44 0-1,1 0-75,2 0 0,2 0 0,2 0 0,1 0 0,3 0 0,2 0 0,0 0 0,0 0-171,1 0 0,0 0 0,4-3 0,0 0 0,-2 0 0,0 0 0,0 1 0,0 0-11,-2 1 0,0 0 0,-5 1 1,-2 0-1,-1 0 0,-1 0 0,-2 0 1,1 0 2,-1 1 1,-2-2 0,37-4-1,-13-1 1,-14 2 212,-13 2 0,-5 2 0,-8 0 0,-2 0-45,-4 0 0,-2 0 0,-4 0-284,6 0 0,-9 0 0,-3 0-645,-1 0 1,-7 0-1022,3 0 1931,0 0 0,5-8 0,1-2 0</inkml:trace>
  <inkml:trace contextRef="#ctx0" brushRef="#br0" timeOffset="468">2795 1 8353,'-18'0'118,"1"0"452,-1 0 0,1 0-40,-1 0-486,9 0 1,3 0 0,12 0 0,5 0 140,5 0 1,9 0 0,4 0 0,6 2-69,6 3 1,-3-1-1,7 6 1,0 0-97,-1-1 0,-7-3 0,0 6 1,-8-1-151,-4-1 0,-1 6 0,-11-5 120,-7 5 1,-16 1-1,-21 1 1,-7-3-49,-9-3 0,-11 3 0,-6-3 0,-4 2-86,-2-3 0,6 3 0,2-8 0,4 0-185,7 1 1,14-5-769,14 4 1096,11-4 0,28-10 0,13-1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6:48.932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16 71 7977,'-10'0'1181,"5"0"0,10 0-855,7 0 0,9 0 0,6 0 0,5 0 99,4 0 0,11-2 0,0-2 1,7-2-173,10 2 1,8 2-1,15 4 1,2 2-223,4 2 0,4 0 0,-43-5 0,-1 0 0,1 0 0,-1 2-190,-1-1 0,1 1 0,1 1 0,0-2 1,45-2-1,-47 0 0,-1 0-188,2 0 1,-1 0 0,0 0-1,-1 0 1,48-2 0,-8-2-326,-8-1 1,-5-1-1,-10 6 1,-4-2 176,-6-4 1,-11 4-1,-6-6 1,-5 3 494,-1-1 0,-2-2 0,-4 2 0,-3-4 0,-9-7 0</inkml:trace>
  <inkml:trace contextRef="#ctx0" brushRef="#br0" timeOffset="435">2391 18 8353,'18'10'520,"-1"-4"1,1-4 0,1-2 0,2 0-90,3 0 1,5 0-1,-4 0 1,4 0-307,8 0 1,-2 0 0,6 0-1,-3 2-185,3 4 0,-4-2 0,4 5 0,-4 1-130,-2 0 1,-8-5-1,-6 7 1,-5 2-1,-5 1 1,-7-3 0,0 0 0,-8-1 150,-8-1 1,-11 5-1,-6-3 1,-4 4 307,-2 1 0,-6-1 0,1-3 0,1-1-52,2 1 1,2 1 0,0 0 0,2-5-400,4-1 0,4-2-596,7-6 1,11-2 777,7-4 0,15-4 0,12-7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6:50.551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16 262 9462,'-10'-9'1045,"4"1"1,12 8-677,6 0 1,11 0 0,8 0 0,8 0-86,8 0 1,7-6 0,10 0-1,14 2-147,11 2 1,8 2 0,-44 0 0,1 0 0,1 0-1,0 0-111,3 1 1,1-2 0,5-1-1,2-1 1,0-1 0,0 2-1,-2 0 1,0 0-225,0 1 1,0 0-1,-2 0 1,0 0-1,-2-1 1,-2 0-1,-1-1 1,-1 0-128,-2 1 0,-1 0 0,38-5 1,-23-1-1,-14 0-464,-11 0 1,-8-3 0,-6 3-1829,-6-2 2617,-11 6 0,-5-7 0,-7-3 0</inkml:trace>
  <inkml:trace contextRef="#ctx0" brushRef="#br0" timeOffset="466">2182 35 8331,'9'-8'2537,"7"5"-2478,-5-9 1,5 8 0,3-2-1,5 4 271,5 2 1,0 8 0,4 4 0,4 3-249,0 3 1,7-1 0,1 3 0,-1 1-181,-3 2 1,-10 6 0,-5-3 0,-5-1 9,-6 0 1,-9 4-1,-2-6 1,-8-1-100,-7-3 1,-13-1-1,-3-1 1,-2 1-239,0-1 0,8-5 0,-3-3-1384,5-1 1809,1-2 0,1 2 0,-1 1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01.466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0 53 9359,'0'-10'1207,"0"0"0,2 6-1082,4-2 1,-2 1 0,7 5-164,3 0 0,2-6 0,3 0 0,2 2-96,3 2 1,7 2 0,-2 0 0,4 0 61,2 0 0,0 0 1,0 0-1,-1 2 59,1 4 1,-5-2-1,-1 7 1,2 1 77,2-2 1,-6 5-1,-2-3 1,-2 2-51,1-3 1,-3 11 0,-7-5 0,-3 2 20,3 1 1,-5-3 0,1 3-1,0 1 43,0 2 0,-5 6 0,5-3 1,0-1-14,0 0 0,-1 4 0,5-5 0,-3-1 82,3 2 0,2-4 0,1 8 0,-1 3-1,-5 1 0,5-4 0,-7 0 0,3 2-35,0 2 1,-6 2-1,3-2 1,-1-2-35,-4-2 1,6 0 0,-1 6-1,3 0-25,0 0 1,-1 0-1,7 0 1,-3-2 21,-3-4 0,3 4 0,-3-4 0,5 2-56,7-2 1,-5 4 0,4-4 0,-3 4-31,-3 2 1,3-6-1,1 0 1,2 2 2,-1 2 0,5 2 0,0 0 0,2 0-35,0 0 1,-7-6-1,3 0 1,0 0 17,4-2 1,-2 4-1,0-5 1,1-1-5,-1 0 1,2 0 0,4-3 0,-2 1-18,-2-2 1,2-3 0,10-5 0,5 1-61,5 5 0,-5-7 1,1 5-1,2-1-174,1 0 1,-3 1-1,-3 0 1,-3 1-1213,-8-1 0,-6 1 1492,-9-1 0,-9 9 0,-1 1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03.365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0 36 8427,'12'0'540,"-1"0"1,-5 0-47,6 0 1,-6-2-189,5-4 1,1 4-113,5-4 0,1 4 1,-1 2-108,1 0 1,-1-6 0,1 1 0,1 1 121,4 2 1,5 2-1,8 0 1,3 0-110,2 0 0,9 0 0,3 0 0,9 0 22,6 0 1,4 0-1,3 0 1,9 2-6,7 4 1,-10-4-1,1 3 1,-8-3-81,-4-2 1,-1 0 0,1 0 0,-2 0-156,-4 0 0,2 0 1,-8 0-1,1 0-32,1 0 1,-6 0 0,2 0 0,-5 0-18,-5 0 0,-7 0 1,2 0-1,-4 2 42,-2 4 0,-8-2 0,-2 6 1,-2-1-170,1 1 0,5-6 0,-4 2 1,2-4-132,4-2 0,2 0 0,0 0 0,-4 0-502,-5 0 1,-7-2 926,-5-4 0,3-4 0,-5-7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04.616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35 2078 8417,'-2'12'-414,"-4"0"0,4-1 952,-4 7 0,-1-7 336,1 1 245,0-8 381,6 11-955,0-13 0,0 4 0,2-12-519,4-5 1,-2-5 0,5-3 0,1-3 3,0-1 1,3-8 0,9 2-1,1-4-188,-2-2 1,7-8-1,1-3 1,4-5 98,2-1 0,5-6 0,1-2 0,0-1 112,1 1 0,-5 2 0,4 6 0,-4-1-56,-2 1 1,0 0 0,0-1-1,2 1-32,3-1 1,-3-5 0,4 0 0,-4 2-104,-2 1 0,2 9 1,1-1-1,5 1 61,2 1 1,-6 2 0,1 8-1,-3 0-14,-2 1 0,0-5 0,0 2 0,0 4 63,0 0 1,2 6-1,3-2 1,5-2-70,0-2 1,5 0 0,-1 3 0,5 5 34,4 0 0,8 8 0,-4-3 0,2 8-71,0 5 1,-1 1 0,2 6 0,0 0 79,0 0 0,-4 0 0,-3 0 0,-6 2-49,-5 4 0,1-4 1,-9 3-1,-6-3-323,-8-2 0,-5-2 0,-3-3-110,1-7 0,-9-4 0,-5-1 535,-8 0 0,-5-9 0,-9-1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24.263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1 95 7975,'7'-17'-227,"-5"5"1318,4 0 1,-4 7-770,-2-7 0,2 8 0,2 0-145,2 8 1,0 6 0,-6 7-1,1 1-36,5-1 1,-4 7 0,4 1 0,-2 4 131,2 8 0,-4-2 0,4 7 0,-5 1-51,-1 4 0,0 3 0,0 2 1,0 1-146,0-1 0,0-7 1,0-6-1,0-6-535,0-4 0,0-14 52,0 3 0,-1-14 0,-3-4 199,-2-10 1,0-6 0,6-3-1,0-4-108,0-6 0,-6-2 0,0 0 0,2 1 213,3-1 0,-1-2 0,-2-2 0,-2 1 123,2-1 1,2 0 0,2 0 0,0-2 42,0-4 0,0 4 0,0-2 0,0 6-31,0 4 0,6 2 0,0-2 1,-2 6 252,-2 3-295,-2 3 1,0 9 33,0 8 0,0 8 1,0 11-1,0 5 84,0 5 1,5 4 0,3 4-1,2 3 59,3 7 1,3-2-1,1-1 1,3-1-115,3-4 1,2-2 0,6-4 0,-2-4-121,2-6 0,2-6 0,2-5 0,2-6-67,4-4 1,-10-12 0,4-5-1,-4-9 28,-4-3 0,-2-2 1,-9-6-1,-2 0 13,-3 0 0,-1 0 0,2 0 0,-5 0-99,1 0 0,-6 3 0,4 0 0,-4 5 49,-2 2 0,0 2 0,0 5 198,0 1 1,-2 7-69,-4 4 1,4 14-1,-6 10 1,2 9 172,1 6 0,-1 9 0,6 5 1,0 3 85,0 3 1,0-1 0,2 1 0,4-1-215,5 0 1,7-7 0,3-6 0,4-6-236,2-4 1,3-10 0,4-1-1,1-10-392,0-7 1,0-1-1,-2 0 1,-4-1-1311,-5-5 1904,-5-4 0,-1-15 0,-1-2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24.747"/>
    </inkml:context>
    <inkml:brush xml:id="br0">
      <inkml:brushProperty name="width" value="0.22857" units="cm"/>
      <inkml:brushProperty name="height" value="0.22857" units="cm"/>
      <inkml:brushProperty name="color" value="#66CC00"/>
    </inkml:brush>
  </inkml:definitions>
  <inkml:trace contextRef="#ctx0" brushRef="#br0">314 122 10533,'0'-17'157,"0"-1"1,0 7 0,0-1 798,0-1 0,0 3 1,-2 0-754,-3 2 1,1 1 0,-8 3-184,-1-2 0,3 0 0,-2 6 0,-3 0-107,-7 0 1,3 0-1,-6 2 1,1 4-31,1 6 0,-2 3 0,4 3 0,-3-1 89,3 0 0,3 1 0,7 1 0,5 3 123,4 1 0,2 0 1,0-5-1,2-1 60,4 1 0,9-1 0,11 1 0,1-3-122,4-3 1,2-5 0,0-7-1,-2 0-13,-2 0 1,-2 0 0,2-1 0,-6-5-81,-3-6 0,-3-3 0,-1-3 0,-4 1 136,-7-1 1,-3 1 0,-2-1 424,0 1-687,0 7 0,-2 2 0,-2 10 159,-1 4 1,-1-2 0,8 8 0,2 1-248,1 3 0,11 1 0,-1-1 0,9-3-424,3-1 1,2-2-1,6 3 1,2-3-1114,4-2 1789,-5-3 0,7-5 1,-8 0-1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25.129"/>
    </inkml:context>
    <inkml:brush xml:id="br0">
      <inkml:brushProperty name="width" value="0.22857" units="cm"/>
      <inkml:brushProperty name="height" value="0.22857" units="cm"/>
      <inkml:brushProperty name="color" value="#66CC00"/>
    </inkml:brush>
  </inkml:definitions>
  <inkml:trace contextRef="#ctx0" brushRef="#br0">472 1 10386,'-10'2'1929,"4"4"-1410,4 5 1,2 11-1,0 3 1,0 4-221,0 8 1,8 6 0,4 11 0,3 4 17,3 6 0,5 6 0,2 4 0,0 1-96,0-1 0,5-8 1,-7-4-1,-4-2-80,-5-3 0,-6-13 0,-8-9 0,0-9-443,0-7 1,-8-9-1,-4-5 0,-5-3-389,-7-2 1,-5-7-1,-9-7 1,-5-5-341,-2-5 0,-1-7 1,-7 2-1,1-6 411,-1-5 1,-5-5 0,2-8-1,6 3 616,7 3 0,6-3 1,2 5-1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25.381"/>
    </inkml:context>
    <inkml:brush xml:id="br0">
      <inkml:brushProperty name="width" value="0.22857" units="cm"/>
      <inkml:brushProperty name="height" value="0.22857" units="cm"/>
      <inkml:brushProperty name="color" value="#66CC00"/>
    </inkml:brush>
  </inkml:definitions>
  <inkml:trace contextRef="#ctx0" brushRef="#br0">1 0 10613,'9'0'1498,"-1"0"0,-6 0-2578,4 0 1080,-4 0 0,13 0 0,-5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25.814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313 70 8442,'0'-12'-396,"-2"3"868,-4 1 1,4 0-210,-4 2 0,-4 4-226,-1-3 0,-5-3 0,-3 2 1,-2 2 16,-3 2 1,-1 10 0,4 4 0,-3 3-30,3 3 1,-2-1 0,3 2-1,7 3 103,3 1 0,-2 2 1,7-3-1,3 1-19,6-2 0,7 3 0,11-5 1,3-4-192,2 1 0,2-8 1,6-2-1,0-5-67,0-1 0,-8 0 1,-2-1-1,-3-5-33,-5-6 1,2-9 0,-13-4-1,-2-1 46,-2 1 1,-10 0-1,-3 3 1,-7-1 230,-5 2 0,-4 3 0,-10 5 0,-2 3-147,-2 2 1,6 3 0,8 6 0,0 7-375,0 10 0,8 1 0,1 8 426,10-2 0,14 7 0,4-5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26.229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1 35 8735,'0'12'1863,"0"-1"-1391,0 3 0,0 2 1,0 3-1,0 2-190,0 3 1,0 1-1,2-4 1,2 2-164,2-1 0,1-5 0,-3-3 0,4-4-207,2-3 0,-5-1-243,7-6 0,-2-8 0,1-3 0,-5-7 114,-4-5 1,-2 2-1,0-7 1,0 3 6,0 4 0,0-4 0,0 1-59,0 3 1,2 2-1,4 3-47,6 4 1,3-1 0,3 7 0,-1 2 1,1 2 0,1 4 1,2 4-1,5 4 314,1-1 0,2 7 0,6-6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26.512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0 1 8480,'0'11'505,"0"1"1,0 0 0,0 5 0,0 1 106,0-1 0,0 2 0,0 3 0,0 1-469,0-2 0,0 5 0,0-3 0,2-2-436,4-1 0,-2-3-844,7 1 0,1-9 1137,5-3 0,-7-19 0,-2-7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26.678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0 101 8480,'0'-17'79,"6"-1"0,0 1 496,-2-1 0,-2 7-611,-2-1 1,2 8 0,2 0 35,2 8 0,-1 14 0,-5 9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26.962"/>
    </inkml:context>
    <inkml:brush xml:id="br0">
      <inkml:brushProperty name="width" value="0.22857" units="cm"/>
      <inkml:brushProperty name="height" value="0.22857" units="cm"/>
      <inkml:brushProperty name="color" value="#66CC00"/>
    </inkml:brush>
  </inkml:definitions>
  <inkml:trace contextRef="#ctx0" brushRef="#br0">1 18 9084,'0'-10'835,"2"2"1,2 10-202,1 4 1,1 5-1,-6 15 1,0 9-103,0 9 0,0 9 0,0 5 1,0 8-231,0 8 0,0-1 0,0 7 0,0-4-217,0-9 0,2-4 0,2-15 0,4-5-193,1-8 0,3-14-518,6-3 1,-1-11 0,-1-13 0,-3-5 65,-1-5 1,-8-1 0,1-3 0,-3-1 557,-2-2 1,-7-16 0,-3 2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27.111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0 1 8200,'18'0'3092,"-1"0"-2529,0 0 0,7 0 1,1 2-1,2 1-708,4 3 0,2 0 1,2-6-1,-2 0 145,-4 0 0,12-8 0,-4-1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27.546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420 16 8592,'0'-10'1148,"0"4"1,0 12-1,0 6-1122,0 3 1,0 3-1,0 1 1,0 2-92,0 3 0,0 1 1,2-4-1,3 2-110,7-1 1,4-3 0,1-1 0,0-3 8,1-3 0,5-4 1,2-8-1,1 0 19,-1 0 1,0-4-1,-4-6 1,3-7 65,-3-3 1,-7-1 0,-5-1-1,1-1 135,0 2 1,-6 1 411,1 3 1,-3 11-310,-2 12 1,0 6 0,0 19 0,0 4 175,0 3 1,0 13 0,0 1 0,0 10 368,0 6 1,-5 8 0,-1 2 0,0 1-310,-2 5 1,0-9 0,-7-5 0,-1-12-365,-3-9 1,-10-8-1,-2-12 1,-8-8-340,-8-7 0,-5-7 0,-6-7 0,-8 0-3441,-8 0 3751,-5-7 0,-17-3 0,-1-8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28.177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1 85 8451,'0'-17'473,"0"7"1,2 2 0,1 10-1,5 4 21,2 6 1,2 9 0,5 6 0,0 4-67,1 6 1,5 2 0,2-2 0,3 2-200,3 2 1,-4-1 0,2-5 0,0-2-144,-2-4 0,0-3 1,-5-11-1,1-3-83,-2-6 0,-7-6 0,-4-8 0,-1-10-251,1-9 1,-6-6-1,4-4 1,-3-2-216,1-1 1,0-7-1,-6 4 1,0 1-131,0-1 0,6 2 0,0 8 0,0 4-501,1 6 0,-3 5 723,8 7 0,-6 5 1,3 14-1,1 7 371,0 7 0,1 16 0,7-1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28.580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243 123 8455,'10'-8'826,"-2"4"-364,-8-7 1,0 5 0,0-6-293,0-1 1,0 3 0,0-2-135,0-1 0,-8 3 0,-4 0 1,-3 3-38,-3 3 0,-5 2 0,0 2 0,-1 2-28,-1 3 0,6 7 0,-5 9 0,5 5-14,2 1 1,5 2 0,2 6 0,2 0 18,5 0 1,8-6 0,9-2 0,7-2-59,8-3 0,6-11 0,4-5 0,4-4-52,1-2 0,-3-2 0,2-6 0,-4-7 22,-6-7 0,-10-7 0,-2 4 0,-7 0 16,-8 0 1,-4-4 0,-4 5 0,-6 1-102,-9-2 1,-5 11 0,-11-1 0,-4 5-21,0 6 1,-5 2-1,1 4 1,4 4-456,6 6 0,6 3 672,7 2 0,1 16 0,-1 4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28.964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0 9 9319,'0'-8'904,"0"8"0,0 8 0,0 11 0,0 4-466,0 6 1,2 6 0,2 4 0,4 4-241,2 2 1,-4 3-1,5 6 1,3 1-388,1-5 0,1-9 0,-3-2 0,-1-6-805,2-4 0,-7-14 0,1 1-1166,0-6 1,-8-7 2159,0-8 0,-8-5 0,-9-8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29.145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0 105 8446,'8'-10'241,"-6"-5"1,6 5 312,0 0 1,-4-3 0,7 5 0,3 0-141,1 0 0,5 3 0,3 5 0,6-2-514,4-4 0,2 4 0,0-4 1,2 4-887,4 2 0,-5 0 0,5 0 986,-4 0 0,-2 0 0,0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29.496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70 140 11072,'18'0'805,"-1"0"1,1 0-793,-1 0 1,1 0-1,-1 0 1,1-2-169,-1-3 1,1 3 0,-1-6-1,1 2-358,-1 0 1,-1-7 183,-5 1 1,-3-3 0,-10-1 0,-4 2 140,-5 3 1,-13 1-1,-5-2 1,-4 7 406,-2 3 0,6 2 1,0 2-1,0 3 340,2 7 0,1 6 0,11 5 0,3 6-210,6 4 0,5-4 0,4 0 0,9 2-411,11 2 1,16-4 0,10-2 0,7-1 61,8-5 0,19-9 0,7-5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0T23:17:31.162"/>
    </inkml:context>
    <inkml:brush xml:id="br0">
      <inkml:brushProperty name="width" value="0.17143" units="cm"/>
      <inkml:brushProperty name="height" value="0.17143" units="cm"/>
      <inkml:brushProperty name="color" value="#66CC00"/>
    </inkml:brush>
  </inkml:definitions>
  <inkml:trace contextRef="#ctx0" brushRef="#br0">225 472 6368,'10'0'3346,"-2"0"-2741,-8 0 1,0 8-1,0 3-458,0 5 0,-8 3 0,-3 6 0,-5 8-229,-1 6 0,-3 15 0,-1 1 1,-4 5-98,-3 6 0,7-6 0,-2-4 0,5-7-475,7-8 1,-3-12 0,8-6-294,2-4 1,4-11 946,6-8 0,4-15 0,7-13 0</inkml:trace>
  <inkml:trace contextRef="#ctx0" brushRef="#br0" timeOffset="284">295 402 8284,'0'-18'454,"0"1"-123,0-1 0,0 11 0,0 7-222,0 9 1,0 9 0,0 3-1,2 4 143,4 3 1,2 1 0,5 8-1,-1 1 32,2 3 1,7 2 0,2-4 0,1 3-143,1 3 0,-4-4 1,6 3-1,0-1-521,1-4 0,-7-2 0,2-4 1,-3-6-2723,-3-10 3101,1 1 0,-1-8 0,1 7 0</inkml:trace>
  <inkml:trace contextRef="#ctx0" brushRef="#br0" timeOffset="483">16 856 11474,'19'0'697,"7"-2"0,7-2-857,5-2 0,11-5 0,-3 3 0,5-2-971,1-3 0,5-3 0,-3-1 1131,-4-1 0,-1 1 0,3-1 0</inkml:trace>
  <inkml:trace contextRef="#ctx0" brushRef="#br0" timeOffset="818">767 349 8284,'-6'-17'1530,"0"0"0,0 9-1141,6 8 1,0 10 0,0 11 0,0 4-148,0 2 0,2 4 0,2 8 0,4 4 39,2 1 1,1 3 0,5 5 0,-3-1-105,-1-5 0,0 3 0,5-6 0,-1-3-265,-5-3 1,3 0 0,-6-16 0,-1-3-1475,1-5 691,-2-9 1,-6-4 0,0-11-1,0-5 871,0-1 0,-8-8 0,-1-3 0</inkml:trace>
  <inkml:trace contextRef="#ctx0" brushRef="#br0" timeOffset="1134">819 367 8284,'-11'-18'0,"1"1"683,2 0 0,2 5 1292,6 0-1897,0 8 0,2-3 0,4 7 0,8 0 23,7 0 1,0 2-1,8 1 1,3 3-113,1-2 1,1 6 0,1 2 0,0 3 63,0 2 0,6 3 1,2 1-1,-1 4 160,1 3 1,-8 1-1,-8 6 1,-2 0-126,-3 0 0,-11 1 1,-7 3-1,-10 2-41,-11-2 1,-8 3-1,-10-1 1,-2-2-359,-4-2 0,-3-8 1,-11 0-1,-1 0-333,-2-2 0,5 1 0,9-7 0,1 2-457,4-1 0,10-3 1101,6-2 0,11 1 0,4-1 0</inkml:trace>
  <inkml:trace contextRef="#ctx0" brushRef="#br0" timeOffset="1534">2077 140 8346,'-12'0'0,"2"2"0,1 2 756,-1 2 0,4 9 1,-6 1-1,-1 9-149,-3 8 1,-1 8-1,-2 19 1,-5 10-469,-5 9 0,-4 14 1,16-44-1,-1 1 0,1 1 1,-1 1-81,0 1 1,1-1 0,2-2-1,1-1 1,-13 44 0,2-12-434,3-18 1,5-15 0,5-15-2140,7-4 532,3-4 1981,2-23 0,0-4 0</inkml:trace>
  <inkml:trace contextRef="#ctx0" brushRef="#br0" timeOffset="1917">2688 315 8611,'-12'-16'551,"1"4"0,5 3 0,-6 5 158,-1-2 1,-3 0-1,-3 6-497,-5 0 0,5 8 0,-6 4 1,1 5-215,1 6 1,-8 6-1,4 10 1,0 6-22,4 5 1,1 1 0,1 11 0,-2 2-75,1 4 1,11-8 0,5 6 0,4-10-68,2-11 0,8-8 0,3-10 0,7-10-37,5-9 0,4-8 0,8-6 1,0-5-1024,0-5 1,0-3 1223,0-5 0,7 5 0,3-6 0</inkml:trace>
  <inkml:trace contextRef="#ctx0" brushRef="#br0" timeOffset="2250">3037 210 8317,'-9'8'1189,"1"3"-467,0 5 0,6 1 1,-4 3-1,2 3-74,-1 6 0,3 12 1,-4 7-1,4 9-147,2 7 0,2 5 0,2 3 0,3 0-436,3-4 0,2-12 0,5-3 0,-1-11-855,-5-5 0,5-12-72,-4-7 1,1-16-1,-1-14 1,-6-5-18,-4-7 0,-4-3 1,-4-8 878,-6 0 0,-11 0 0,-4 0 0</inkml:trace>
  <inkml:trace contextRef="#ctx0" brushRef="#br0" timeOffset="2432">2758 646 8317,'9'-7'1307,"-1"-3"-1217,0 0 0,-4 1 0,9 5 803,7-2 0,-3-2 0,9 4 0,-1-2-1151,4 2 0,4 3 1,2 1-1,2 0 258,3 0 0,-3-8 0,6-2 0</inkml:trace>
  <inkml:trace contextRef="#ctx0" brushRef="#br0" timeOffset="2784">3387 594 10296,'0'17'893,"1"3"0,3 1 0,2 4-615,-2 3 1,0 1-1,0 6 1,2 0-137,-3-1 1,-1-6 0,-2-5 0,2-4 319,4-1-376,-4-1 0,6-9 1,-8-10-371,0-13 1,0-3 0,0-7 0,0 2-42,0-1 1,0-5 0,0 6-1,0 0-81,0-3 1,2 7 0,2-4 0,2 3-224,-3 3 1,1-1 0,0 1-1,4 1 236,2 5 1,1-3 0,9 8 0,1 2-17,2 3 0,6 1 0,-3 0 409,1 0 0,10 0 0,7 0 0</inkml:trace>
  <inkml:trace contextRef="#ctx0" brushRef="#br0" timeOffset="3049">3980 0 9818,'0'18'822,"0"9"1,0 8-1,0 13-150,0 14 1,0 6-1,0 20 1,0 7-382,0-45 1,0 1-1,0 44 1,0-8-1,0-11-616,0-10 0,8-12 1,4-11-1,3-6 325,3-10 0,-1-6 0,1-3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5:18.16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19 163 8329,'0'18'474,"0"-8"0,0 0 669,0-4 44,0-4 388,0 6-434,0-8-927,8-8 0,-4 0 1,8-6-1,2 2-66,2-2 0,4-8 0,4-2 0,4 2-254,0 2 1,6 2 0,-4 0 0,4 2-46,2 4 1,0 4 0,-2 8 0,-4 0 105,-6 0 1,0 8 0,-6 6 0,-8 8 159,-6 8 1,-4 4 0,-2 4 0,-6 4 196,-10 6 1,-8-2-1,-10 2 1,0 0-105,0-2 0,-6 6 1,0-6-1,2 0-117,2-4 1,8-4-1,2-2 1,2 0-81,4 0 1,4-8-1,4-2 1,4-2-220,2 0 0,2 0-549,6-6 685,0-8 0,2-2 0,4-8 55,6 0 0,4-6 0,2-2 0,0 0 34,0 0 0,2-4 0,2 4 0,2 0-54,-2 0 1,4 2 0,0 4 0,0-2-161,0-2 1,6 0 0,-4 6 0,2 0-284,0 0 1,-8 0 0,4 0-912,0 0 1,-6 0-447,4 0 1837,-4 0 0,-10-8 0,-2-2 0</inkml:trace>
  <inkml:trace contextRef="#ctx0" brushRef="#br0" timeOffset="334">991 829 13649,'-10'0'567,"2"0"0,8-2-567,0-4 0,0 4 0,0-6 0</inkml:trace>
  <inkml:trace contextRef="#ctx0" brushRef="#br0" timeOffset="1201">1783 325 7766,'-10'0'2731,"2"-8"0,8-2-2370,0-8 0,8 2 0,4 2 0,6 2-50,6-2 1,4-4 0,8-4 0,0-2-179,0 2 1,3 2 0,1 2 0,2 2-187,-2 4 0,-4 4 1,-6 8-1,-4 0-104,0 0 0,-14 8 0,0 6 1,-8 8 163,-4 8 0,-8 4 0,-6 4 0,-8 2 114,-8 2 0,-10 8 1,-4-2-1,-2 4 110,-4 2 0,-3 0 0,-1 0 1,2-2 71,4-4 1,4-4 0,10-8-136,4 0 1,16-16-180,20-8 0,6-8 0,20-4 1,6-2 8,8-4 0,6 2 0,2-6 0,1 0-131,-1 0 1,6 6-1,0-2 1,-2 4-193,-2 2 1,-4-6-1,-4 0 1,-6 2-1085,-4 2 1,-8 2 0,-4-2 1408,-6-4 0,10-4 0,-10-8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6:32.16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348 317 11532,'0'-10'2385,"2"22"-2070,4 11 1,-4 14 0,4-2 0,-4 11-220,-2 10 0,0 1 0,0 7 0,2 0-344,4-2 1,-5 4 0,5-8-1,-4-4-538,-2-5 1,6-12 0,0-10-1,0-4-1102,1-7 1,-3-6 1887,8-10 0,-8-24 0,4-5 0</inkml:trace>
  <inkml:trace contextRef="#ctx0" brushRef="#br0" timeOffset="400">104 421 8125,'0'-17'622,"0"-1"1,0 1 33,0 0 1,2 1 0,2 2 0,3 5-294,3 1 0,-2 0 0,7 4 0,5-1-172,-1 1 1,14 2-1,4 2 1,6 0-16,5 0 1,9 7 0,3 5 0,2 6-301,4 5 1,2 4-1,0 10 1,-4 2-112,-6 1 1,-14 9 0,-11-4-1,-11 1-111,-9 1 1,-13-1 0,-5 7 0,-19-1 213,-13 0 0,-7-3 0,-11-1 0,-1 3 210,-2-3 0,-8 1 0,2 1 0,-4 1-88,-2 1 1,0-11 0,2 4-1,6-12 61,10-10 0,1-6 1,13-5-1,5-6-339,7-4 0,15-12 0,5-7 0,6-12-2236,6-10 2524,4 2 0,22-21 0,5 3 0</inkml:trace>
  <inkml:trace contextRef="#ctx0" brushRef="#br0" timeOffset="900">1309 928 8467,'8'-10'698,"-6"-5"1,5 5 311,1 0 1,-6-5-641,4 3 1,-4-3 0,-2-3-260,0 1 1,-8 5 0,-4 2-1,-3 3-69,-3 3 0,-1-4 0,-2 2 0,-5 2-130,-1 2 0,4 10 1,-4 4-1,0 3 37,-1 3 0,7 5 0,-2 2 0,5 2 135,7 4 1,-3 0 0,8 0 0,2-3 79,3-3 1,8-2-1,5-5 1,5-3-69,7-3 1,3 1-1,8-7 1,0-4-134,0-6 0,0-5 0,-1-9 0,1 1-178,0-1 0,-8-5 0,-3 0 0,-5-1 99,-1-1 0,-9 6 290,-3-5 1,-6 7-305,-6 5 1,4 12 0,-5 12 0,1 3 16,0 3 1,0 5-1,8 0 1,4 1-126,6 1 0,5-6 0,4 3 1,5-7-284,1-3 1,2-6 0,6 3 0,-2-1-1637,-4-4 2157,4-10 0,-6-3 0,8-9 0</inkml:trace>
  <inkml:trace contextRef="#ctx0" brushRef="#br0" timeOffset="1200">2025 212 8142,'0'-18'152,"0"1"0,0 5 0,-2 3 561,-4 1 0,2 4-365,-7 10 1,7 5 0,-4 13 0,2 7-19,0 8 1,1 5 0,5 10-1,0 3 87,0 1 1,0 8 0,0-2 0,0 4-190,0 2 0,5-8 0,3-4 1,2-6-557,3-5 0,-3-10 0,2-10-981,1-2 1,3-11 438,1-14 1,-7-10-1,-4-11 870,-4-2 0,-10-16 0,-2 2 0</inkml:trace>
  <inkml:trace contextRef="#ctx0" brushRef="#br0" timeOffset="1383">1745 666 8482,'6'-12'1342,"0"1"1,0 5-893,-6-6 1,8 6-1,3-3 1,7 1-279,5 4 1,4-4 0,8 0 0,2 1-1032,4-1 1,-2-4 0,7 5-1,1-1 859,-3 0 0,7-6 0,-7 5 0</inkml:trace>
  <inkml:trace contextRef="#ctx0" brushRef="#br0" timeOffset="1833">2828 736 12103,'0'-10'-32,"-6"0"0,-1 6 123,-3-1 1,-2-3-1,-5 4 1,-1-2 120,1 2 1,-2 2-1,-5 2 1,-5 2 53,-4 4 0,-2 4 1,2 9-1,2 5-62,2 5 1,2 6 0,0 3 0,7 3-220,7-2 1,9-2-1,0-2 1,8-4 49,8-8 1,11-2-1,6-15 1,4-2-119,2-2 1,0-10 0,0-3 0,0-5-78,0-1 0,-6-7 1,-2 1-1,-2 0 131,-4-2 1,-3 5-1,-7-3 133,-5 3 0,-4 9-128,-2-1 1,-6 10 0,-1 0-1,-1 10 18,0 8 0,-3-3 0,5 10 0,2-3-43,2-3 1,4-1-1,4-3 1,7-1-200,9 2 0,7-7 1,11-1-1,7-4-918,3-2 0,5-2 1166,3-4 0,-4-3 0,6-9 0</inkml:trace>
  <inkml:trace contextRef="#ctx0" brushRef="#br0" timeOffset="2733">3771 614 8036,'8'-18'1025,"-6"1"0,6 1-20,0 4 0,-7-3 0,5 3-638,-4-3 0,-2 3 1,-2 0-1,-4 1-366,-5 1 1,-1-3 0,-3 5 0,-5 0-72,1 0 1,-2 2-1,-1 6 1,-3 0-94,-2 0 0,5 0 0,-1 0 1,4 0-218,1 0 0,1 2 0,-1 4 291,1 6 0,7 3 1,4 3-1,4-1 100,2 1 0,2-1 0,4 1 0,8-1 51,7 1 1,-1 5 0,5 2 0,-2 2-177,0 4 0,3-4 0,-5 3 0,2-1-61,-1-2 1,-5 6-1,-5-6 1,-7 2-33,-3 0 1,-2-5-1,0 3 1,-2-4 73,-3-8 0,-5 1 0,-9-10 0,-3-2 52,-1-2 0,-8-2 0,4-2 0,-2-4-98,-1-6 1,3-3 0,-2-5 0,6-1-251,4-2 1,9 5-1,2 7 1,2-3 428,0-2 0,1 7 0,5 1 0</inkml:trace>
  <inkml:trace contextRef="#ctx0" brushRef="#br0" timeOffset="3133">3963 788 9342,'0'-17'2028,"2"7"1,4 4-1888,6 4 1,-2 2-1,1 0 1,5 0-71,5 0 1,0 0 0,9 0-1,1 0-359,2 0 0,-4-6 0,0-1 0,0-3-76,-2-4 1,4-1 0,-10-3-1,-3 1 82,-5-1 0,-9 1 1,0 1 285,-8 5 1,-7-3-1,-13 8 1,-5 3 198,-4 1 1,-4 9 0,-1 7 0,-3 5-10,2 5 1,4 7 0,6-2 0,6 4-125,3 2 0,11 0 0,3 0 1,4-1-36,2 1 0,15-5 1,11-3-1,11-4-270,9-8 1,5 1 0,3-10-1,2-2-447,2-2 0,-1-10 0,-9-4 0,-3-5-1788,-3-7 2470,-1-3 0,-14-8 0,-1 0 0</inkml:trace>
  <inkml:trace contextRef="#ctx0" brushRef="#br0" timeOffset="3417">4749 72 8329,'10'-17'1009,"-2"-1"117,-8 1 1,0 3-822,0 8 0,0 22 0,0 21-222,0 5 1,-2 1 0,-2 9 0,-4 7 133,-2 1 1,7 8 0,-5-4 0,2 4 60,0 2 0,0-3 0,6-1 0,0-5-77,0-7 1,2-6 0,2-13 0,4-2-696,2-4 1,1-5-650,7-13 1,-7-5 0,-1-12 0,-2-5-558,-4-5 1,-2-3 1699,-2-4 0,-8-5 0,-2-7 0</inkml:trace>
  <inkml:trace contextRef="#ctx0" brushRef="#br0" timeOffset="3582">4522 579 14405,'18'-10'713,"7"0"1,6 4-1,8-3-1141,7-1 1,5-6 0,3 5-1,4-5 428,6-1 0,4-8 0,2-3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6:37.22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557 575 8211,'8'-18'1274,"-6"6"-538,4 1 1,-4-1-1,-2-5-325,0-1 1,0 7-1,0-1 1,-2-2-312,-4-1 0,-4 3 1,-9 2-1,-5 1-270,-5-1 1,-4 6 0,-2-4-1,1 3-39,-1-1 0,0 2 1,2 8-1,2 4-54,2 1 1,7 3 0,1 5 0,7 3 172,8 3 0,4-4 0,2 7 0,4-3 150,8 0 1,2 6 0,15-3 0,2 1-67,2 4 0,0 2 0,-2 0 0,-4-2-88,-2-2 0,-2 0 0,-5 4 0,-3-2 44,-3-2 1,-6-8-1,-12 3 1,-6-5 57,-3-1 0,-10-3 1,-4-3-1,-4-6 42,-2-4 1,-6-4 0,-2-4 0,1-6-51,-1-3 0,4-9 1,10-1-1,6 0-201,3 0 1,5-1-1,3 5-562,6-2 0,12 1 1,6 11 762,3 5 0,10 4 0,3 2 0</inkml:trace>
  <inkml:trace contextRef="#ctx0" brushRef="#br0" timeOffset="334">959 103 8260,'8'-17'864,"-6"5"505,3 0 0,-3 6-968,-2-5 1,0 9 0,0 2-1,-2 10-221,-3 5 1,1 10-1,-8 6 1,-2 8 42,-1 8 0,-3 11 0,1 6 0,0 6-232,-1 5 0,1 5 1,-1 7-1,1-1-296,-1-5 1,7-9 0,1-14-1,2-7-1651,4-12 1362,2-22 0,2-9 1,0-22-1,0-7-242,0-8 1,0-4 835,0-2 0,0-8 0,0-2 0</inkml:trace>
  <inkml:trace contextRef="#ctx0" brushRef="#br0" timeOffset="500">610 592 8260,'11'0'2734,"1"0"-1872,1 0 1,9 0 0,3 0 0,2 0-642,4 0 1,4-2-1,6-2 1,4-4-828,-1-1 1,5 3 0,-7-4 0,1 0-2453,0 1 3058,-3 5 0,3-12 0,2 7 0</inkml:trace>
  <inkml:trace contextRef="#ctx0" brushRef="#br0" timeOffset="883">1395 592 8090,'0'-12'480,"0"1"1285,0-3-1239,0 6 1,-1 3-1,-3 10 1,-4 9-122,-2 7 1,-1 6 0,-5 8-1,2 2-267,3 4 1,-1-4 0,-3 4 0,3-5-98,6-1 1,-2-5 0,3-3 635,1-2-489,2-2 1,2-21 0,2-10 0,2-9-335,1-6 1,7-8-1,-4 3 1,0-1-113,-1 0 1,7 6-1,-4-4 1,1 0-117,1-1 0,0 7 1,5-2-1,0 1-192,1-1 1,5 4 0,2-5-1,3 5 191,3 2 0,0 5 1,0 0-1,0 1 176,6 1 1,-8 2-1,4 8 1,-6 0-1056,-6 0 1254,-9 8 0,3 2 0,-5 7 0</inkml:trace>
  <inkml:trace contextRef="#ctx0" brushRef="#br0" timeOffset="1250">1954 609 8090,'0'-17'299,"0"5"2179,0 1-1916,0 7 1,-2-4-453,-3 8 0,-3 8 0,-6 3 1,5 5 132,1 1 0,-4 9 0,4 1 0,1 2-10,-1 0 1,2 0 0,6 4 0,0-2-70,0-2 0,2-2 0,4 3 1,5-7-92,5-4 0,9-7 1,6-2-1,6-3-118,4-3 0,5-12 0,-3-7 0,2-8-19,3-4 1,-7-3 0,-4-6 0,-8-3-233,-4-2 1,-3 0-1,-9 6 1,-3 2-39,-2 4 1,-5 0 0,-8 10-1,-7 3-167,-4 1 1,-1 7-1,0 4-83,-1 8 1,6 6 0,3 9 0,1 2-1258,4 3 1841,2-1 0,10-6 0,2 1 0</inkml:trace>
  <inkml:trace contextRef="#ctx0" brushRef="#br0" timeOffset="1585">3002 627 10541,'-8'-18'2672,"6"7"-2450,-3-1 1,3 6-1,0-3-226,-4 1 0,-4 2 1,-7 6-1,-1 0-143,1 0 1,-1 0-1,1 2 1,-1 4 57,1 5 0,-6 7 1,-1 5-1,3 6 161,2 4 0,7 2 1,2-2-1,3-2 28,3-2 0,2-1 1,4 1-1,5-8-132,11-7 1,7-1 0,10-7 0,0-2-524,0-2 0,2-4 0,2-4 0,1-6-284,-1-3 0,-2-3 0,-4 1 0,-2-2 304,-2-5 0,-6 5 0,5-6 535,-3-1 0,-2-1 0,-5-8 0</inkml:trace>
  <inkml:trace contextRef="#ctx0" brushRef="#br0" timeOffset="1833">3491 190 8090,'10'-25'153,"3"0"1,-5-4-1,0 5 484,0 5 1,0 2-1,-5-1 1348,3 1-1753,0 7 1,-6 4 0,0 14-131,0 9 0,-8 3 0,-3 9 1,-5 4 60,-1 6 1,-1 5 0,1 11 0,-1 3-147,1 6 0,-1-4 0,1-2 0,-1-3 50,1-3 1,5 0 0,3-1 0,1-5-214,4-5 0,-4-6 0,2-6 1,2-6-1275,3-3 1,2-5 338,5-3 0,-4-6 0,4-12 1081,-4-6 0,-10-3 0,-1-3 0</inkml:trace>
  <inkml:trace contextRef="#ctx0" brushRef="#br0" timeOffset="2018">3194 452 8090,'8'-9'432,"-4"-5"477,8 8 0,-1 0 1,7 6-1,-1 0-362,1 0 1,-1 0 0,1 0 0,1 0-825,4 0 1,4 0 0,8 0 0,0 0-460,0 0 0,8 0 0,5 0 0,7-2-821,3-3 1557,8 3 0,-12-22 0,6 5 0</inkml:trace>
  <inkml:trace contextRef="#ctx0" brushRef="#br0" timeOffset="2401">3945 575 8176,'10'-8'1261,"5"6"1,-15-4 0,0 12-1088,-9 5 1,-7 5 0,-1 1 0,-1 3-68,1 3 1,1-2 0,3 9-1,3-1-61,2-2 0,-3 6 1,5-6-1,2 0-83,2-4 1,10-3 0,5-3 0,9 1-2,7-1 0,4-7 0,2-4 0,0-6-16,0-6 1,5-4 0,1-7-1,-2-3-143,-2-3 1,-10-4-1,-4-8 1,-3-2-130,-3-4 0,-1 5 0,-5-3 0,-5 6 230,-4 4 1,-2 7-1,-2-1 1,-4 6-188,-5 5 0,1 4 1,0 10-228,2 4 0,3 6 0,5 9 1,0 4 143,0 2 1,2-5-1,3 3 1,9-2 365,7 0 0,5-1 0,3-11 0,11 5 0,-3-6 0</inkml:trace>
  <inkml:trace contextRef="#ctx0" brushRef="#br0" timeOffset="2749">4714 557 11393,'0'18'891,"0"-1"0,0 2-690,0 5 0,-6 1 0,0 6 1,0-2-37,-2 2 1,6-4-1,-5 0 1,1-1 23,0-5 0,0-2-352,6-1 1,0-10-8,0-8 0,0-8 0,2-12-57,4-3 1,-4 4-1,6-5 1,-2 5-2,-1 2 1,1 5 0,-4 0 0,2-1-95,2-3 1,7 1 0,-1 1-1,4 2 102,1-1 1,2-1 0,5 1 0,5 1 74,4-2 1,10 7-1,1-1 1,3 2-264,-1 0 1,1 1 0,5 5 0,-1 0 407,-5 0 0,-3 0 0,-8 0 0</inkml:trace>
  <inkml:trace contextRef="#ctx0" brushRef="#br0" timeOffset="3067">5307 749 10754,'18'0'334,"-1"0"1,3 0 0,3 0-172,6 0 0,6-8 1,4-3-1,4-5-39,1-1 1,-5-1-1,0 1 1,-8 1-206,-8 5 1,-5-5-74,-7 4 0,-13 5 0,-15 1 0,-10 4 151,-6 2 0,-2 2 0,0 6 0,2 7 258,4 7 0,-2 9 0,7-2 1,3 4-77,2 2 1,9-2 0,4-2 0,4-4-289,2-2 1,12 2 0,11-7-1,20-7-825,17-3 1,23-4 933,-29-5 0,3-2 0,3-3 0,2 0 0,8-1 0,0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29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123 385 6160,'0'10'949,"0"-3"518,0-7 0,0 8-1395,0 4 0,0-3 0,0 3 0,0 2 6,0 1 1,0 3 0,0 1-1,0 2 9,0 3 1,-2 7 0,-2 0 0,-2 6 10,2 3 0,2 7 1,0-4-1,-1 3-39,-3 9 1,0-3 0,4 6 0,-2-1-75,-2 1 1,0-4 0,6 6 0,0-2-35,0 1 1,0-7-1,0-5 1,0 1 44,0 3 0,2 7 0,2 0 1,2 0-1,-2 2 1,-2-5-1,-2 5 1,0-4 202,0-3 1,-2 1-1,-2-13 1,-4-3 40,-1-1 0,5 2 0,-2-2 0,2-4-139,-2 0 1,4 0 0,-4 2-1,4 0-77,2 0 1,0 7-1,0 5 1,2 5-42,4 7 0,-4 3 0,4 9 1,-4 3-49,-2 2 1,0 2 0,0-5 0,0 1 99,0-6 1,-6-8 0,0-11 0,0-5 97,-1-1 1,5 3 0,-6-5 0,2-2 142,0-2 0,1 6 0,5 3 1,0 3-73,0-3 0,1 7 1,3-3-1,4 8-147,2 4 1,-6 8-1,3 6 1,-1-2-139,0-3 1,2-1 0,-4 0 0,2-2-7,-3-4 0,-1-6 1,-2-9-1,0-5 155,0-1 0,0 6 0,0-3 0,0 3 116,0-3 1,-5 11 0,-3-3 0,0 4-61,0 2 0,-3 0 1,3-1-1,0 7-59,0 7 1,3 5 0,5 5-1,0 1-93,0 5 0,1 0 0,3 10 0,4-2-85,2-5 1,-4 1 0,3-14 0,-1 1 79,-4-4 1,-2 1 0,-2-3 0,0-4 87,0-4 1,-6-2 0,0 8 0,0 3-69,-1 7 1,5 1 0,-4 3 0,4-1-43,2 4 1,0 8 0,0-2-1,0 0-13,0 0 0,3-44 0,2-1 0,0 1 1,1-1-1,1 3 0,0 1-75,-1 1 1,0 1 0,1-4 0,1 0 0,2 45 0,0-1 56,-5-5 0,3-4 0,-2-5 1,-2-7 200,-2-3 0,-2-2 0,0 0 0,0 0 40,0-1 1,0 1 0,0 0 0,0 0-139,0 0 1,2 6 0,2-1-1,3-1-1,3-2 0,-4-8 0,6 0 0,-1 0-128,-1-2 1,5-4 0,-5-9 0,2-5 27,-1-1 1,-5-2 0,4-8 0,-2-4 140,-4-6 0,-2 2 0,-2 1 0,-2 1-1,-4 4 0,2-2 1,-6 4-1,0 4-28,1 0 1,3 5 0,-4 1 0,1 0-21,-1-1 0,4 5 0,-4-4 0,3 1-18,3 5 0,2-5 0,2 1 1,0 0 3,0-1 1,0-5-1,0 2 1,0-6 2,0-6 0,0-4 0,0-7-36,0-1 1,2-7 0,2-2-49,1-1 0,1 3 1,-6 7-1,0 1-68,0-1 0,6 3 0,0 3 0,-2 4 60,-2 0 0,-2 4 0,0-5 1,0-1-393,0 0-301,0-2 1,0-17 0,0-12 787,0-15 0,-16-18 0,-3-5 0</inkml:trace>
  <inkml:trace contextRef="#ctx0" brushRef="#br0" timeOffset="1">455 333 5986,'-18'0'1880,"8"0"-1602,3 0 39,7 0 1,13 0 0,7 0-157,5 0 1,-2 0-1,6 0 1,4 0-56,6 0 1,0 0-1,9 0 1,7 0-36,7 0 0,0 0 0,4 0 0,4 0-61,4 0 1,9 0-1,-2 0 1,5 0-113,1 0 0,0 0 0,1 0 1,1 0 70,4 0 0,-2 0 0,8 0 1,-48 0-1,-1 0 33,1 0 1,1 0 0,4-3 0,1 0 0,0-1 0,0 0 0,1 0 0,-1 0 21,-2 0 1,0 0-1,1 0 1,1 1-1,-1 1 1,0 0 0,2-1-1,1 0-41,3 1 0,0 0 1,-6 1-1,-1 0 0,2 1 1,0 0-1,-1 0 0,1 0 16,-1 0 0,0 0 0,0 0 0,1 0 0,2 0 1,0 0-1,1 0 0,0 0-13,0 0 0,-1 0 1,0 0-1,0 0 1,3 0-1,0 0 1,2 1-1,0 0-49,3 2 0,0 0 0,-2-2 0,0 0 0,0 2 0,0 0 0,0-2 0,0 0 17,2-1 1,0 0 0,0 0-1,0 0 1,1 0 0,0 0 0,0 0-1,0 0 51,-3 0 0,0 0 0,2 0 0,0 0 0,-1 0 0,0 0 0,1 0 1,1 0 10,3 0 1,-2 0 0,-5 0-1,0 0 1,3-1 0,0 0 0,-3-1-1,0 0 59,0-1 1,0 0-1,-1 0 1,0 0-1,3 3 1,0 0-1,0 0 1,-2 0-19,0 0 1,-2 0 0,1 0 0,-1 0 0,-1 0 0,0 0 0,2 0 0,0 0-126,4 0 1,0 0-1,-7 0 1,0 0-248,4 0 0,0 0 0,-3 0 0,-1 0 252,0 0 1,2 0 0,3 0 0,0 0 0,0 0 0,0 0 0,-1 0-1,0 0 7,-2 0 1,-2 0 0,-3-1-1,-1 0 1,2-1 0,0 0 0,1-1-1,1 0 13,0 2 0,0-1 0,-3-2 1,0 0-1,-1 1 0,-1 0 0,-1 0 1,-1 0 69,-1-1 0,0 0 0,2 3 0,-1 1 0,1-3 0,-1 0 1,0 1-1,-1 0 123,45-4 0,0 4 0,-2-4 0,2 4-163,-46 2 1,-1 0 0,39-2 0,-2-2-1,-1-1-21,-1 1 0,8-4 0,0 0 0,-1 0 5,-3 1 1,0-5 0,2 4 0,4-1 146,2-5 0,-5 4 0,1-1 0,-4-1 70,-2 2 0,3-3 0,1 5 0,0 0-13,-6 0 0,3 3 0,-7 3 1,7-2-99,5-2 0,-4 0 1,4 6-1,-2-2-42,2-4 1,4 4 0,-45 0 0,-1-1 0,0 1 0,-1 2-34,49 0 1,-6 0 0,6 0-1,-48 0 1,-1 0-3,2 0 0,-1 0 0,46 0-138,-4 0 1,-4 0 157,-1 0 1,1 0 0,0 0-1,1 0 13,-5 0 1,-7 0 0,1 0 0,-1 0 179,-5 0 1,-8 0 0,-7 0 0,-4 0-225,-2 0 1,-1 0 0,-3 0 0,-5 0-202,-6 0 1,2 0 0,-10 0 0,2 0-194,-2 0 0,-4 0 405,-7 0 0,-1 7 0,1 3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29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15352 51 6455,'0'-11'2320,"0"-1"-2371,0 8 0,0-6 114,0 5-14,0 3 0,0-4 1,-2 10-1,-2 3 23,-2 3 1,1-4 0,5 6 0,0 1 146,0 3 0,-2 3 0,-2 2 0,-2 5 15,2 1 0,2 2 0,0 6 1,-2 2 112,-2 4 0,-1 5 0,3 12 0,-2 4-33,2 1 1,-4 6 0,3-1 0,1 8 3,2 4 1,2 5-1,2 4 1,2-3-130,1-1 0,9 0 1,-2 3-1,1-3 46,-1-3 0,1 1 0,-5-7 0,0-3-31,0-1 0,-3-2 0,-5 0 1,0 0 6,0 0 1,0-1-1,0 3 1,0 4-210,0 5 1,0-1 0,0 1 0,0 3-7,0 1 1,-5 8 0,-3 1 0,0-3-299,0-2 1,1 4 0,3 0 0,-2-3 393,2-7 0,2-5 0,2-8 0,0-1 28,0 1 0,0 0 0,2-2 0,2-2-56,2-2 1,1 0 0,-3 8-1,2 2-121,-2 1 0,-2 1 0,-2-4 0,0 5 74,0 11 0,0 7 0,-1-43 0,0 1 0,-1-1 1,0 0-23,0 1 0,-2-1 0,-1 1 0,-1 1 1,2 0-1,0 1 0,0-1 0,0 0 37,0-2 1,0-1 0,-1 46 0,5-12 0,0-1 18,0-3 1,0-7 0,0 2 0,0-4-28,0-3 0,2 1 1,1 0-1,5-2 25,2-4 0,-6 4 0,4-4 0,-3 6 25,1 6 1,6 5 0,-4 10 0,-1 4-53,1 2 1,4 2 0,-9-46 0,0 1 0,-1 0 0,-1-1-38,1-1 1,-2 1 0,1 0-1,-2 0 1,1 40 0,0-3 1,0-7 0,0 1 0,-2-11 0,-1-3 49,-3-4 1,-2-8-1,4 6 1,-2 0-47,2-1 1,2 3 0,2-6-1,0 2 18,0 4 0,0 2 1,0 2-1,2-1 10,4 1 1,-4 8-1,4 5 1,-4 5-66,-2-1 1,0 4-1,0-9 1,0 1-84,0-1 1,0 1 0,0-9-1,0-6 59,0-8 1,0 0-1,0 0 1,2 0 48,4 0 1,3 5-1,7-5 1,-2 0 13,-3 0 1,-1 10 0,1-4 0,-3 0-19,0 2 1,-6 0 0,4 1 0,-4-1-60,-2-4 0,2-5 0,2-11 1,1-3-15,-1-3 1,4-1-1,-2-6 1,0-2 10,1-4 1,-5-2 0,4-5-595,-4 1 20,-2 0 0,-2-15 0,-2-8-57,-2-10 1,-13-19 0,0-8 718,-7-5 0,-3-13 0,-6-7 0</inkml:trace>
  <inkml:trace contextRef="#ctx0" brushRef="#br0" timeOffset="1">1 11473 8495,'12'10'603,"-1"-5"-454,3-3 0,9-2 1,6 0-1,4 0 85,2 0 0,14 0 0,5-2 1,6-1-105,6-3 0,8-6 0,2 4 1,-3 1-110,-1-1 0,-2 0 0,2 4 0,1-2-10,3 2 0,0 3 1,-4 1-1,1 0-108,3 0 1,13 0 0,-1-2-1,1-2 51,0-2 1,0-2 0,6 4 0,-44 1 0,-1 0 10,2 2 1,-1-1 0,3-2 0,-1 0 0,42-2 0,0 0 60,0-2 1,-44 7 0,-1 0 0,47-4 0,2 3 67,0 2 0,-6 0 0,6 0 0,0 0-68,-2 0 0,-46 0 0,-1 0 0,45 2 0,2 3-47,-47 1 0,1 0 0,0-1 1,1 0-1,-1 0 0,1-1 0,47 6-9,-6 0 0,4 0 0,-47-4 0,1-1 0,2-1 0,0-2 6,3-1 1,-1 0 0,1-1 0,-1 0-1,-2 0 1,0 0 0,2 0 0,-1 0 59,1 0 1,1 0 0,5 0-1,2 0 1,-2 0 0,0 0-1,1-1 1,0 0 39,0-2 0,1 0 0,0 2 0,2 0 0,0-2 0,0 0 0,0 2 0,0 1 16,0 0 0,0 0 0,-1-3 0,0 0 0,-2 0 0,0 0 0,1 1 0,0 0-36,1 1 1,0 0-1,6 2 1,0 0 0,-3 1-1,0 0 1,-1 1 0,0 2-82,0 0 1,0-1-1,-3-1 1,0 0-1,4 2 1,2 0 0,0-1-1,1 0-110,2-2 1,0-1-1,0 3 1,-1 0-1,-2-1 1,-2 0-1,0-1 1,0 0 129,1-1 1,0 0 0,4-1 0,0 0 0,0 0 0,1 0-1,-2 0 1,0 0 48,-3 0 0,0 0 0,1 0 0,1 0 1,0 0-1,0 0 0,3 0 0,0 0 27,-1 0 1,-1 0-1,0 0 1,-2 0-1,-5 0 1,0 0-1,3 0 1,0 0-8,1 0 1,2 0-1,1 0 1,1 0-1,-2 0 1,0 0-1,-3 0 1,0 0-115,-1 0 1,0 0 0,0 2 0,0 2 0,4-1 0,1 0-1,1-1 1,0-1-18,1 1 1,0-2-1,-2 0 1,-1 0 0,-1 0-1,0 0 1,2 0-1,0-2-30,0 0 0,-1-1 1,0 2-1,0 0 1,-3-2-1,0 0 1,-2 1-1,0 0 127,0-1 0,0 0 0,-3 2 0,0 0 1,3-2-1,0 0 0,-2 2 0,0 0 55,-2 1 1,1 0-1,1 0 1,0 0-1,-5 0 1,0 0-1,2 0 1,0 0-83,1 0 0,1 0 1,-2 1-1,0 0 0,-2 1 1,0 0-1,-2 1 0,-1 0-17,-2-1 1,1 0 0,1-1 0,0 0 0,2-1 0,-1 0 0,-1 1 0,0 0-33,-1 2 0,-1 0 1,1-2-1,-1 0 0,42 4 1,2-3 59,-47-2 0,1 0 1,-1 0-1,1 0 0,-1 0 1,1 0-1,46 0 53,-2 0 0,-2-5 0,-4-1 0,2 2-2,3 2 1,-3 0-1,-10-2 1,-5-2 28,-4 2 0,-10 2 0,-6 2 1,-9 0-51,-12 0 0,-2 0 1,-10 0-5,-2 0-140,-9 0-62,-4 0-902,-8 0 0,-16 0 0,-5 0 1064,-4 0 0,-8 0 0,5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4:07:22.29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1 140 12499 281841 43422,'19'-10'2992'0'0,"5"4"-3064"0"0,5 4 1 0 0,4 2-1 0 0,4 0 1 0 0,3 0 73 0 0,7 0 0 0 0,13 0 1 0 0,8 0-1 0 0,6 2 34 0 0,-1 4 1 0 0,7-4 0 0 0,3 4 0 0 0,9-4-18 0 0,7-2 1 0 0,-48 0 0 0 0,0 0 0 0 0,3 0 0 0 0,-1 0 0 0 0,1 0 0 0 0,1 0 32 0 0,0 0 1 0 0,0 0 0 0 0,5 0 0 0 0,1 0 0 0 0,-2-1 0 0 0,0 0 0 0 0,2-1-1 0 0,0 0-53 0 0,-1-1 0 0 0,1 0 0 0 0,1 0 1 0 0,0 0-1 0 0,2 2 0 0 0,0 1 1 0 0,1-2-1 0 0,0 0-2 0 0,3-1 1 0 0,0 0 0 0 0,-2-1 0 0 0,2 0 0 0 0,4 2 0 0 0,1 0 0 0 0,-2-1 0 0 0,0 0-1-4660 0,-2 1 1 4660 0,2 1 0 0 0,3-1 0 0 0,1 0 0 0 0,2 0 0 0 0,1 0 0 0 0,3-1 0 0 0,-1 0 10-4661 0,1 1 0 4661 0,-1 0 0 0 0,1 0 0 0 0,-1 0 1 0 0,2 0-1 0 0,-1 0 0 0 0,5-1 0 0 0,1 0 17 0 0,5 1 1 0 0,0 1 0 0 0,-4-1 0 0 0,-1 2 0 0 0,5 0 0 0 0,0 0 0 0 0,0 0 0 0 0,-1 0-50 0 0,0 0 0 0 0,0 0 0 0 0,3 0 0 0 0,0 0 0 0 0,4 0 1 0 0,0 0-1 0 0,1 0 0 0 0,-2 2-34 0 0,-1 0 1 0 0,-1 1 0 0 0,2-2 0 0 0,0 0 0 0 0,-2 2 0 0 0,0 0 0 0 0,4-1-1 0 0,2-2 18 0 0,-32 0 0 0 0,1 0 1 0 0,-2 0-1 0 0,29 0 0 0 0,-2 0 1 0 0,5 0-1 0 0,0 0 1 0 0,-1 0-1 0 0,0 0 57 0 0,-32 0 0 0 0,1 0 0 0 0,-1 0 0 0 0,1 0 0 0 0,0 0 0 0 0,0 0 0 0 0,1 0 0 0 0,0 0 0 0 0,0 0 0 0 0,1 0 0 0 0,0 0 0 0 0,0 0 64 0 0,-1 0 0 0 0,-1 0 0 0 0,1 0 0 0 0,1 0 0 0 0,1-1 0 0 0,-1 0 0 0 0,-1 0 0 0 0,0 0 0 0 0,1-1 1 0 0,1 0-1 0 0,1 0 0 0 0,0 0-21 0 0,1 1 1 0 0,1 0 0 0 0,-2 0-1 0 0,-2 0 1 0 0,-1 0 0 0 0,0 1-1 0 0,1-1 1 0 0,0 0 0 0 0,0 1-1 0 0,-1-1 1 0 0,1-1 0 0 0,0 1-52 0 0,1-1 1 0 0,0 0 0 0 0,1 0 0 0 0,-1 0 0 0 0,0 0 0 0 0,0 0 0 0 0,1 1 0 0 0,0 1 0 0 0,0-1 0 0 0,-3 0 0 0 0,1 0 0 0 0,-2-1-66 0 0,31 0 0 0 0,-2-1 0 0 0,-2-1 1 0 0,0 2-1 0 0,0 1 0 0 0,1 2 0 0 0,-2-2 1 0 0,0 0 102 0 0,-1-2 0 0 0,0 0 1 0 0,-7 2-1 0 0,-1 0 1 0 0,-1-2-1 0 0,1 0 0 0 0,-5 2 1 0 0,1 0-17 299 0,-3 1 1-299 0,1 0 0 0 0,0 0 0 0 0,1 0 0 0 0,-1 0 0 0 0,-1 0 0 0 0,-1 0 0 0 0,-1 0-71 1112 0,-3 0 1-1112 0,-2 0 0 0 0,-6 0 0 0 0,0 0 0 0 0,-1 1 0 0 0,0 0 0 0 0,-1 1 0 0 0,0 0-38 909 0,2 1 0-909 0,-2 0 1 0 0,-4 0-1 0 0,-1 0 1 0 0,-1-3-1 0 0,0 0 1 0 0,-5 0-1 0 0,-3 0-233 854 0,38 0 0-854 0,-5 0 1 0 0,-12 0-1 0 0,-6 0-1520 684 0,-14 0 1829-271 0,-1 0 0-413 0,-5 0 0 0 0,9 0 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4:07:22.300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1 350 12527 279525 42870,'0'-19'2419'0'0,"0"3"-2163"0"0,0 8-384 0 0,7 6 1 0 0,11-5 0 0 0,11 7 158 0 0,4 0 0 0 0,4 0 0 0 0,4 0 0 0 0,7 0 90 0 0,8 0 1 0 0,8-6 0 0 0,12 0 0 0 0,6 2 54 0 0,3 2 1 0 0,8 0 0 0 0,2-2 0 0 0,0-1-156 0 0,0 1 1 0 0,-43 0 0 0 0,-1 0 0 0 0,1 1 0 0 0,-1 0 0 0 0,3 1 0 0 0,1 0-37 0 0,-1 1 0 0 0,0 0 0 0 0,-2 0 0 0 0,-1 0 0 0 0,0 0 0 0 0,1-2 0 0 0,3 1 0 0 0,1-1-10 0 0,3 0 0 0 0,0 2 1 0 0,-3 0-1 0 0,1 0 0 0 0,4 0 1 0 0,2 0-1 0 0,-1-1 0 0 0,0 0 31 0 0,1-1 1 0 0,0 0 0 0 0,6 0-1 0 0,0 0 1 0 0,-1 2 0 0 0,0 0 0 0 0,2 0-1 0 0,1-1 26 0 0,1-1 0 0 0,0 0 0 0 0,-2-1 1 0 0,0 2-1 0 0,5 2 0 0 0,1 0 1 0 0,1-1-1 0 0,1 0 11 0 0,3-2 1 0 0,-1 0-1 0 0,-1 2 1 0 0,0 0 0 0 0,1-2-1 0 0,1 0 1 0 0,-2 1 0 0 0,1 1-35-8851 0,2-3 1 8851 0,1 2-1 0 0,4 1 1 0 0,0 0-1 0 0,3-3 1 0 0,1 0 0 0 0,1 1-1 0 0,0 0-7 0 0,-1 1 0 0 0,1-2 0 0 0,-1-1 0 0 0,2-1 1 0 0,5 2-1 0 0,2 0 0 0 0,-32 1 0 0 0,1 1 0 0 0,0-1-2 0 0,2 1 0 0 0,0-1 1 0 0,0 0-1 0 0,-2 0 0 0 0,-1-1 1 0 0,1 0-1 0 0,0 1 1 0 0,1 0-1 0 0,0 1 0 0 0,0-1 1 0 0,0 1-1 0 0,0-1 14 0 0,1 1 0 0 0,0-1 0 0 0,0 0 1 0 0,1 0-1 0 0,0-2 0 0 0,0 2 1 0 0,2 0-1 0 0,0 2 0 0 0,1-1 1 0 0,-1 0-1 0 0,1 0 0 0 0,-1 0 2 0 0,-1 0 0 0 0,-1-1 0 0 0,0 0 1 0 0,2 3-1 0 0,0-1 0 0 0,0 0 0 0 0,0-1 1 0 0,0-1-1 0 0,1 1 0 0 0,1 0 0 0 0,1 0 1 0 0,1 0-21 0 0,1 0 1 0 0,1 0-1 0 0,-1 0 1 0 0,-2 0 0 0 0,-1 0-1 0 0,0 0 1 0 0,0 2 0 0 0,0 0-1 0 0,-1 0 1 0 0,0 0 0 0 0,0 0-1 0 0,0 0-30 0 0,0 0 0 0 0,0 1 0 0 0,0-2 0 0 0,3 0 0 0 0,1-1 0 0 0,-1-1 0 0 0,1 1 0 0 0,-1 0 0 0 0,0 1 0 0 0,0-1 0 0 0,0 1 1 0 0,-1 0 11 0 0,-1 0 0 0 0,0 0 0 0 0,-1 1 0 0 0,-1 0 0 0 0,-1 0 0 0 0,1 0 0 0 0,0 0 0 0 0,1 0 0 0 0,-1 0 0 0 0,1 0 0 0 0,-1 0 0 0 0,0 0 44 511 0,3 0 1-511 0,0 0-1 0 0,-2 0 1 0 0,-3 0-1 0 0,-1 0 1 0 0,0 0-1 0 0,1 0 1 0 0,0 0-1 0 0,-1 0 1 0 0,-1 0-1 0 0,0 0 1 0 0,0 0-6 1575 0,-1 0 1-1575 0,0 0 0 0 0,0 0 0 0 0,0 0 0 0 0,0 0 0 0 0,-1 0 0 0 0,0 0 0 0 0,0 1 0 0 0,0 0 0 0 0,-1 0 0 0 0,1 0 0 0 0,-1 1-1 1534 0,30 0 1-1534 0,0 1-1 0 0,-3 1 1 0 0,0-2-1 0 0,-1-1 1 0 0,0-2-1 0 0,-1 2 1 0 0,-1 0-88 1425 0,0 2 0-1425 0,0 0 1 0 0,-7-2-1 0 0,-1 0 1 0 0,-1 2-1 0 0,-1 0 0 0 0,-5-2 1 0 0,-1 0-93 1307 0,0-1 0-1307 0,-2 0 0 0 0,-5 0 1 0 0,0 0-1 0 0,-1 0 0 0 0,0 0 1 0 0,-6 0-1 0 0,0 0-229 1117 0,-6 0 1-1117 0,-2 0-1 0 0,35 0 1 0 0,-7 0 0 0 0,-9 0 390 823 0,-8 0 0-823 0,-4 7 0 0 0,-7 3 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4:07:22.301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53 350 12430 282721 44884,'-19'0'-62'0'0,"-5"0"1291"0"0,23 0-1034 0 0,-7 0 0 0 0,23 0 0 0 0,9 0-84 0 0,7 0 1 0 0,4 0-1 0 0,1 0 1 0 0,5 0-132 0 0,6 0 1 0 0,5 0-1 0 0,8 0 1 0 0,12 0 51 0 0,13 0 1 0 0,5-6-1 0 0,9-2 1 0 0,-48 5-1 0 0,1-1 25 0 0,2 0 0 0 0,0 0 0 0 0,1-3 0 0 0,1 0 0 0 0,3 2 0 0 0,0 1 0 0 0,1-1 0 0 0,-1 0 6 0 0,-3 2 1 0 0,0 0 0 0 0,0-1 0 0 0,-1 0 0 0 0,-1 0 0 0 0,0 1 0 0 0,2-1 0 0 0,1 0-11 0 0,0 0 0 0 0,0 0 0 0 0,1 1 0 0 0,-1 0 0 0 0,2 2 0 0 0,0 0 0 0 0,-1 0 0 0 0,1-2-65 0 0,0 1 1 0 0,0-1 0 0 0,2-1 0 0 0,0 2 0 0 0,3 1 0 0 0,0 2 0 0 0,2-1 0 0 0,0 0 1 0 0,0 0 1 0 0,0 0 0 0 0,2 0 0 0 0,0 0 0 0 0,-3 0 0 0 0,0 0 0 0 0,2 0 0 0 0,0 0 1 0 0,4 0 0 0 0,0 0 0 0 0,0 0 0 0 0,1 0 0 0 0,3 0 1 0 0,0 0-1 0 0,-3 0 0 0 0,-1 0 6 0 0,1 0 1 0 0,0 0-1 0 0,2 0 1 0 0,1 0 0 0 0,0 0-1 0 0,0 0 1 0 0,0 0 0 0 0,1 0 9-11079 0,0 0 1 11079 0,1 0 0 0 0,3 0 0 0 0,-1 0 0 0 0,-3 0 0 0 0,0 0 0 0 0,1 0 0 0 0,1 0 33 0 0,0 0 0 0 0,1 0 0 0 0,3 0 1 0 0,-1 0-1 0 0,1 0 0 0 0,-1 0 1 0 0,0 0-1 0 0,-1 0-1 0 0,0 0 1 0 0,-1 0 0 0 0,1 0 0 0 0,0 0 0 0 0,2 0 0 0 0,0 0 0 0 0,3-1-1 0 0,-1 0-11 0 0,0-2 0 0 0,-1 0 0 0 0,3 2 0 0 0,-1 0 1 0 0,-6-2-1 0 0,-1 0 0 0 0,5 2 0 0 0,1 0 6 0 0,2 2 1 0 0,1-2-1 0 0,-1-1 1 0 0,0-1-1 0 0,0-1 1 0 0,-1 2-1 0 0,0 0 1 0 0,-1 0-12 0 0,1 1 1 0 0,1 0-1 0 0,0-2 1 0 0,0 0 0 0 0,3 0-1 0 0,-1 0 1 0 0,1 0 0 0 0,1 0 2 0 0,0-1 1 0 0,0 1-1 0 0,0 1 1 0 0,-1 0-1 0 0,-4-3 1 0 0,0 0-1 0 0,-1 0 1 0 0,-1 0 38 0 0,-1 0 0 0 0,1 1 0 0 0,4 2 1 0 0,-1 0-1 0 0,-4-2 0 0 0,-1 0 0 0 0,-3 1 1 0 0,-1 0 15 0 0,-1 0 0 0 0,-1 0 0 0 0,3-1 0 0 0,0 1 0 0 0,3 1 0 0 0,1 0 0 0 0,-2-1 1 0 0,-1 0 1 0 0,-2 1 1 0 0,-1 0 0 0 0,1 1-1 0 0,-1 0 1 0 0,-2 0 0 0 0,0 0 0 0 0,0-1-1 0 0,-1 0-64 0 0,1-1 0 0 0,0 0 1 0 0,4 0-1 0 0,1 1 1 0 0,-3 1-1 0 0,-1 2 1 0 0,0-2-1 0 0,0 0-2 0 0,-1-2 1 0 0,1 0 0 0 0,0 2 0 0 0,0 0-1 0 0,3-2 1 0 0,1 0 0 0 0,-1 1 0 0 0,1 0-94 0 0,0-1 0 0 0,-1 0 1 0 0,-2 2-1 0 0,-1-1 0 0 0,0-3 1 0 0,0 0-1 0 0,-1 1 1 0 0,-1 0 48 0 0,-1 2 1 0 0,0 0-1 0 0,1 0 1 0 0,0 0 0 0 0,-3 0-1 0 0,-1 0 1 0 0,-2 0 0 0 0,-2-1-21 0 0,-1 0 0 0 0,-2 2 0 0 0,-4 0 0 0 0,-1 0 0 0 0,-2 1 0 0 0,0 0 0 0 0,-2 0 0 0 0,-1 0-119 0 0,47 0 0 0 0,-10 0 0 0 0,-11 0 0 0 0,-6 0-339 0 0,-10 0 1 0 0,-8 2-1 0 0,-7 2 1 0 0,-6 3-396 0 0,-5 3 0 0 0,-6-4 1 0 0,-3 6-1341 0 0,-2 1 2238 0 0,6 3 0 0 0,-19 1 0 0 0,3 1 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4:07:22.302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1 315 12455 267744 44335,'35'0'1189'0'0,"0"0"1"0"0,0 0-1116 0 0,0 0 1 0 0,7 0-1 0 0,5 0 1 0 0,3 0 14 0 0,3 0 0 0 0,7 6 0 0 0,6 0 1 0 0,6 0 0 0 0,3 1 1 0 0,15-5 0 0 0,-1 4 0 0 0,6-4-69 0 0,-45-2 0 0 0,1 0 0 0 0,0 0 0 0 0,1 0 0 0 0,1 0 0 0 0,0 0 0 0 0,2 0 0 0 0,-1 0-5 0 0,1 1 0 0 0,1-2 0 0 0,3-1 0 0 0,0-2 0 0 0,-1 1 1 0 0,0-1-1 0 0,3-1 0 0 0,1 0 20 0 0,1-2 1 0 0,2 0 0 0 0,-1 2 0 0 0,2 1 0 0 0,2-2 0 0 0,0 0 0 0 0,-1 0-1 0 0,-1 0 5 0 0,2 2 1 0 0,0-1-1 0 0,2-2 1 0 0,0 0-1 0 0,2 3 1 0 0,2 0-1 0 0,0 0 1 0 0,1 0-19 0 0,0 1 1 0 0,-1-1 0 0 0,4-2 0 0 0,0 0 0 0 0,-3 3-1 0 0,1 0 1 0 0,1 0 0 0 0,1 0-29 0 0,0-1 1 0 0,1 1 0 0 0,5 2 0 0 0,1 0-1 0 0,1-2 1 0 0,-1 0 0 0 0,0 2 0 0 0,-1 0-14 0 0,-1 1 1 0 0,1 0-1 0 0,1-1 1 0 0,0 0 0 0 0,2-1-1 0 0,-1 0 1 0 0,3-1 0 0 0,1 0-14 0 0,0 1 1 0 0,0 0 0 0 0,3 1 0 0 0,0 1 0 0 0,-5-1 0 0 0,-1 2 0 0 0,4-1 0 0 0,0 0 21 0 0,1 0 0 0 0,1 0 0 0 0,5 0 1 0 0,0 0-1 0 0,-2-1 0 0 0,0 0 1 0 0,0-1-1 0 0,0 0 32 0 0,-2-1 1 0 0,0 0-1 0 0,4 0 1 0 0,0 0-1 0 0,0 3 1 0 0,0 0-1 0 0,2 0 1 0 0,0 0 20 0 0,0 0 1 0 0,0 0-1 0 0,-32-1 1 0 0,0-2 0 0 0,0 1-1 0 0,27-1 1 0 0,0 0-1 0 0,3 1 1 0 0,2 1-7 0 0,-33 0 0 0 0,0 0 1 0 0,1 1-1 0 0,-1-1 0 0 0,0 2 1 0 0,0-1-1 0 0,1 0 0 0 0,0 0 1 0 0,0 0-1 0 0,31 0 0 0 0,0 0-31 0 0,-2 0 1 0 0,0 0 0 0 0,0 0 0 0 0,0 0 0 0 0,1 0 0 0 0,0 0 0 0 0,2 0 0 0 0,0 0-35 0 0,-33 0 0 0 0,1 0 1 0 0,-1 0-1 0 0,31 0 1 0 0,0 0-1 0 0,2 0 1 0 0,0 0-1 0 0,-1 0 0 0 0,0 0-52 0 0,-1 0 0 0 0,2 0 1 0 0,-30 0-1 0 0,2 0 1 0 0,-1 0-1 0 0,0-1 1 0 0,-1 1-1 0 0,1-1 1 0 0,-1 0-1 0 0,1-1 0 0 0,-1 1 15 0 0,-2-1 1 0 0,0 1 0 0 0,0-2 0 0 0,1-1 0 0 0,1-1 0 0 0,0 0 0 0 0,0 1 0 0 0,-1 1 0 0 0,0-1 0 0 0,1-1 0 0 0,0 1-1 0 0,0-1 49 0 0,0 1 0 0 0,1 1 0 0 0,-1-2 0 0 0,29-2 0 0 0,0-1 0 0 0,-32 4 0 0 0,1 1 0 0 0,-1 0 0 0 0,29-2 0 0 0,-2-1 35 0 0,-3 0 0 0 0,-2 0 0 0 0,0 1 0 0 0,-1 0 0 0 0,-3-1 0 0 0,-1 1 0 0 0,-5 1 0 0 0,-1 2-327 0 0,-7 1 1 0 0,-2 0 0 0 0,-5 1 0 0 0,0 0 0 0 0,-4 0-1 0 0,0 0 306 0 0,-1 0 0 0 0,-1 0 0 0 0,-2 0 0 0 0,0 0 0 0 0,-4 0 0 0 0,1 0 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4:07:22.303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176 270 12026 216037 56661,'0'-35'-148'0'0,"0"0"397"1364"0,0 0 0-1364 0,0 6 155 0 0,0 0 0 0 0,0 0 197 0 0,0-6-152 0 0,0 16 160 0 0,0-5 968 0 0,0 30-856 0 0,0 12 0 0 0,0 11-109 0 0,0 11 1 0 0,0-8-423 0 0,0-3 0 0 0,0 2 0 0 0,0 7-111 0-2,0 3 0 0 0,0 8 0 0 0,0-3 0 0 0,0 7-86 0 0,0 5 0 0 0,0 12 1 0-1,0 11-1 0 1,0 5-37 0 2,0 1 0 0 0,0 0 1 0 0,0 1-1 0 0,2-1 37 0 0,3 0 1 0 0,-3 1 0 0 0,4-1 0 0 0,-4-2 131 0 0,-2-3 1 0 0,-6 1-1 0 0,-2-5 1 0 0,1-2 14 0 0,-1-5 1 0 0,2 3-1 0 0,6-12 1 0 0,0 2 3-211 0,0 0 0 211 0,0 6 0 0 0,0 8 0 0 0,0 1-38-1604 0,0 5 0 1604 0,2 3 1 0 0,4 10-1 0 0,-1-44 1 0 0,0 1-96-2014 0,-1 2 1 2014 0,1 2 0 0 0,2 4-1 0 0,0 0 1 0 0,-4-4 0 0 0,0-1 0 0 0,-1 0-1 0 0,0 0-20-2292 0,-1-1 0 2292 0,-1-1 0 0 0,1 1 0 0 0,-2-1 0 0 0,1-3 0 0 0,-1 0 1 0 0,-3 45 47-2154 0,-2-5 0 2154 0,-8-11 1 0 0,3 1-1 0 0,-3-3-18-1969 0,2-5 1 1969 0,-3 4 0 0 0,3-11 0 0 0,-1 9-16-1898 0,1 4 1 1898 0,-2 5-1 0 0,9 6 1 0 0,1-1-26-1785 0,2 1 0 1785 0,2-39 1 0 0,0 3-1 0 0,0 0 1 0 0,0 2-1 0 0,0 4 1 0 0,2 2-13-1745 0,1 4 0 1745 0,0 0 0 0 0,-2 2 1 0 0,1 0-1 0 0,3 1 0 0 0,0 0 1 0 0,0-1-1 0 0,0 1-76-1917 0,0 0 0 1917 0,0 0 0 0 0,-3-2 0 0 0,-1 0 0 0 0,2-4 0 0 0,0-2 1 0 0,-1-5-1 0 0,-2-1 134-2015 5,1-4 0 2015 0,-2-2 0 0 1,-7 40 0 0-1,-3 1 0 0 0,-3-6 143-1938 72,3-1 1 1938 1,-3-3 0 0-1,6-11 0 0 1,-2 2-14-1931 6,-3 4 0 1931 0,5 3 1 0-1,0 8-1 0 1,3 3-98-2133-36,-1 3 1 2133-1,0 6-1 0 0,5-44 1 0 0,2 0-1 0 0,0 3 1 0 0,0 1-49-2354-13,1 1 1 2354-1,2 0-1 0 1,0 2 1 0-1,1 0-1 0 1,4 2 1 0-1,2 0-1 0 0,0 3 1 0 1,1 0-72-2693 6,2 2 0 2693 0,1 0 0 0-1,1 2 0 0 1,-1 0 0 0 0,0-4 0 0 0,-1 0 0 0-1,-2-7 0 0 1,-2-2-2-3473 36,-3-5 0 3473 0,-1-1 0 0 0,2 35 0 0-1,-6-9 1 0 1,2-5 139-3965 15,2-3 0 3965 0,-1 2 0 0 0,-5-14 0 0 0,-1 1 68-3777-25,-5 1 1 3777 0,4-6-1 0 1,-4 6 1 0-1,4 0-121-3442-34,2 4 0 3442 1,0 4 1 0-1,0 4-1 0 1,2 2-68-3229-29,4 1 1 3229 0,3 7 0 0 0,9-4 0 0 1,1 1-24-3293-5,5 5 0 3293 0,-5-3 1 0 0,6-5-1 0 0,-3-12-122-2486 0,-5-8 1 2486 0,2-11 0 0 0,-11-6-936-124 0,2-8-183 124 0,-6-14 619 0 0,-4-9 1 0 0,-10-4 0 0 0,-5 7 128-2928 0,3 13 0 2928 0,4 1 0 0 0,8 6-230-4906 0,0 6 0 4906 0,0-8 787-214 0,0 6 0 214 0,-8-20 0 0 0,-1 1 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4:07:22.304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210 60 12041 215312 56062,'10'-25'1751'0'0,"-2"13"-1231"0"0,-8-11 1 0 0,0 31-92 0 0,0 3 0 0 0,-6 7 196 0 0,0 11 1 0 0,0-6-107 0 0,6 6 1 0 0,0-5-328 0 0,0 5 0 0 0,-2-2 0 0 0,-2 4-223 0 0,-1-2 1 0 0,-1 6 0 0 0,6 8 0 0 0,0 1-205 0 0,0 5 0 0 0,0 3 0 0 0,0 8 0 0 0,0 8-13 0 0,0 6 1 0 0,0 4 0 0 0,0-6 0 0 0,2-1 203 0 0,4-3 1 0 0,-5-4 0 0 0,5-2 0 0 0,-4-7 221 0 0,-2-7 0 0 0,2-3 1 0 0,2 5-1 0 0,2-1-18 0 0,-2-1 1 0 0,-2 7-1 0 0,-2-7 1 0 0,0 7-105-94 0,0 3 1 94 0,0 12-1 0 0,0-2 1 0 0,0 1-14-1051 0,0 5 1 1051 0,0 13-1 0 0,0 3 1 0 0,-2 3 51-1405 0,-4 2 1 1405 0,2-4 0 0 0,-8-7 0 0 0,-1-3 151-1666 0,-3 3 1 1666 0,5-1-1 0 0,-1-2 1 0 0,0-5 22-1701 0,3-4 1 1701 0,-5-2 0 0 0,6 2 0 0 0,1-1-66-1732 0,-1-1 0 1732 0,2 10 1 0 0,6-8-1 0 0,0 5-148-1714 0,0 7 1 1714 0,2 7 0 0 0,2 4 0 0 0,4 2-81-1669 0,-3-47 0 1669 0,-1 1 0 0 0,-2 1 1 0 0,0 1-1 0 0,1 2 0 0 0,0 0 1 0 0,-2 2-1 0 0,0-1-39-1952 0,-1-2 0 1952 0,0 0 0 0 0,-1 2 0 0 0,0-1 0 0 0,-5 42 0 0 0,-4 2 84-2165 31,1 0 0 2165 0,-11-2 0 0 0,7 0 0 0 0,-1-8 50-1980 78,-1-5 0 1980 0,5-9 0 0 0,0 7 0 0 0,2 1-32-1633 5,5 3 0 1633 1,1 1 0 0-1,2 2 1 0 0,0 4-50-1578-54,0 6 0 1578 1,3-41 1 0 0,1 1-1 0-1,2 3 0 0 1,2 0 1 0-1,2 3-1 0 1,1 0-74-1644-14,4 3 0 1644 1,-1 0 0 0-1,0 3 0 0 0,0 2 0 0 1,-1 0 0 0-1,1 1 0 0 1,-1-2 0 0-1,-1 0-122-2047 13,-1-4 0 2047 1,-1-1 0 0-1,-3-6 1 0 0,-2-3-1 0 1,1 31 0 0-1,-6-9 337-2485 25,-6-11 1 2485 1,2 1 0 0 0,-8 0 0 0-1,-1-6 24-2744-9,-3-2 0 2744 1,-1-5 1 0-1,-1 9-1 0 0,3 5-68-2611-12,3 9 1 2611 0,-1-1-1 0 0,5 5 1 0 0,0 5-75-2680-33,0 8 0 2680 1,5-44 0 0-1,1 1 0 0 0,1 0 0 0 0,2 1 0 0 1,-1-2 0 0-1,0 0-11-3036-11,-1 1 1 3036 1,2 1 0 0-1,2 2-1 0 1,1 0 1 0-1,2 1 0 0 0,0-1-1 0 1,1 0 1 0-1,2 0-55-3498-9,-1 0 0 3498 0,1-1 0 0 0,0 2 0 0 0,-1-2 1 0 0,10 42-1 0-1,-1-1 46-4063-9,1-4 1 4063-1,-3-6 0 0 1,-3-7-1 0 0,-6-9 69-4373-1,-4-5 1 4373 0,-2-9 0 0 0,0 3-1 0 0,0-2-25-3917 0,0 0 1 3917 0,0 0 0 0 0,0-5-1 0 0,0 1-12-3293 0,0 4 0 3293 0,6 2 0 0 0,-1 6 0 0 0,1-1-8-2822 0,2 0 0 2822 0,2 9 1 0 0,5 4-1 0 0,-1-1-45-2412 0,-3 1 0 2412 0,1-2 0 0 0,6-8 0 0 0,-1-2-65-2379 0,0-2 0 2379 0,-1-4 0 0 0,-4-2-143-2017 0,-7-11-6 520 0,-3-9-1343 596 0,-9-10-1092 593 0,-3-19 1642 288 0,0-3 1 20 0,4-6-976 0 0,12 12 2007 0 0,-4 3 0 0 0,14 3 0 0 0,-7-1 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4:07:22.305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 84 12020 217911 56887,'11'-33'370'0'0,"1"4"165"0"0,-8 12 1 0 0,4 13 268 0 0,-8 15 439 0 0,0-7-289 0 0,0 27-511 0 0,0-19 1 0 0,0 15-254 0 0,0-4 0 0 0,0-7 1 0 0,0 7-145 0 0,0 4 1 0 0,0-1 0 0 0,0 3-1 0 0,0 4-100 0 0,0 5 1 0 0,0 11-1 0 0,0 13 1 0 0,0 10-40 0 0,0 5 0 0 0,0 5 0 0 0,0 5 0 0 0,0 1 139 0 0,0-1 0 0 0,0-2 1 0 0,0-3-1 0 0,-2-7 82 0 0,-4-3 1 0 0,4 0 0 0 0,-4 0-1 0 0,4 0-10 0 0,2-4 0 0 0,0 3 0 0 0,2 7 0 0 0,2 4 16 0 0,2 7 1 0 0,7 6 0 0 0,-8-42 0 0 0,0 1 0 0 0,1 1 0 0 0,0 2-56-585 0,0 4 0 585 0,-1 0 0 0 0,1 6 1 0 0,0 0-1 0 0,2 6 0 0 0,0 2 1 0 0,-2 1-1 0 0,-1 1-61-3477 0,-2 0 0 3477 0,0-1 1 0 0,1-3-1 0 0,0-2 1 0 0,-1-2-1 0 0,0 0 1 0 0,-2-6-1 0 0,0-2 39-2982 0,-3-4 1 2982 0,0-2 0 0 0,-2 42 0 0 0,-6-9 0 0 0,0-11 86-2827 0,1-5 1 2827 0,3 6 0 0 0,-6-1 0 0 0,1 1-50-2532 0,1-2 0 2532 0,-4-6 0 0 0,7 13 0 0 0,-1 8-84-1904 0,4-40 0 1904 0,0 1 1 0 0,1 1-1 0 0,0 1 1 0 0,3 4-1 0 0,0 2 1 0 0,0 2-1 0 0,0 0-66-1845 0,0 4 1 1845 0,0 0-1 0 0,3 5 1 0 0,2 2 0 0 0,0 3-1 0 0,2 1 1 0 0,1 4 0 0 0,1 1-59-2071 12,2 0 0 2071 0,1-1 1 0 0,0 4-1 0 0,2-1 1 0 0,1 0-1 0 0,1-1 1 0 0,-2 0-1 0 0,-1 1 2-2344 54,0-2 0 2344-1,-1-1 1 0 0,-3-13-1 0 0,-2-2 1 0 0,-4-6-1 0 0,-1-2 1 0 0,0-6-1 0 0,-2-1 222-2742 92,0 44 0 2742 0,-2-6 1 0-1,-2-5-1 0 1,-3 1 89-2583-9,-3-1 1 2583 0,0-1 0 0 0,-3 4 0 0 0,3 4-138-2620-67,2 8 1 2620 0,2-5 0 0-1,6-42 0 0 1,0 0 0 0-1,0 0 0 0 1,0-1-88-2878-34,0 0 0 2878 0,0 1 0 0 0,1 5 0 0 0,0 1 0 0 0,2 0 0 0 1,0 2 0 0-1,2 1 0 0 0,2 0-33-3098-3,0-1 1 3098 1,1 0-1 0-1,1 2 1 0 1,0 1-1 0-1,-1 1 1 0 1,1 2-1 0-1,1-1 1 0 1,0 2-15-3500 5,1 1 1 3500 0,1-1 0 0 0,-3-5 0 0 1,-1-1 0 0-1,2-3 0 0 0,0 0 0 0 0,-4-4 0 0 1,-1-1 15-4328 47,3 46 1 4328 0,-2-10-1 0 0,-6-11 1 0 0,0-5 209-4618-33,0-5 1 4618 1,0-7 0 0 0,0 3 0 0-1,0 0-58-4450-48,0-2 1 4450 0,0 0 0 0 0,0-6 0 0 0,0 2-87-3986-17,0-1 0 3986 0,0 5 0 0 0,0 2 0 0 0,0 4-20-3523 0,0 1 0 3523 0,6 1 0 0 0,2 0 0 0 0,-1 0-39-3107 0,1 0 0 3107 0,0 0 0 0 0,-4-2 0 0 0,2-4-17-2809 0,-2-6 1 2809 0,3-10 0 0 0,-1-3-207-2297 0,-2-2 0 2297 0,0-4-985-1590 0,2-10-1683 603 0,-4-4 1810 769 0,5-23 0 218 0,-7 8 0 0 0,2-7 540-9 0,4 13 0 9 0,-2 7 0 0 0,6 0 258 0 0,-3 7 330 0 0,-1-13 0 0 0,-6 6 0 0 0,-7-28 0 0 0,-3 3 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4:07:22.306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18 35 11874 147305 63845,'-10'-9'2971'0'0,"3"-7"-1855"0"0,7 14-1 0 0,0-5 1 0 0,0 22-1033 0 0,0 8 0 0 0,0 8 0 0 0,0 6 0 0 0,0 2-79 0 0,0 2 0 0 0,5 13 0 0 0,1 2 0 0 0,-2 8-45 0 0,-2 8 1 0 0,4 16 0 0 0,0 1-1 0 0,0 4 178 0-899,1 2 1 0 1,-5 4 0 0-1,4-6 0 0 1,-4 0-19 68768 898,-2 2 0-68768 0,6-11 1 0 0,0 3-1 0 0,-2-3 88 0 0,-3-5 1 0 0,5 14-1 0 0,2-1 1 0 0,0 6-140 0 0,-4-45 0 0 0,0-1 0 0 0,0-1 0 0 0,-1 1 1 0 0,-1 6-1 0 0,0 1 0 0 0,2 0 0 0 0,0 2-37 0 0,1 2 1 0 0,0 0-1 0 0,-3-4 1 0 0,0-2-1 0 0,1 1 1 0 0,-1-1-1 0 0,0-5 1 0 0,-2-1 65-171 0,0 42 0 171 0,0 4 1 0 0,0-2-1 0 0,0-2 2-2317 0,0-6 0 2317 0,0-3 0 0 0,0 5 0 0 0,-2 4-27-2831 0,-3 6 0 2831 0,1-2 1 0 0,-6 2-1 0 0,5-48 1 0 0,0 1-54-2764 0,0 2 1 2764 0,1 1-1 0 0,-1 2 1 0 0,0 2 0 0 0,-2 4-1 0 0,0 0 1 0 0,2 3 0 0 0,1 0-10-2869 0,0 3 0 2869 0,0 0 1 0 0,-2 2-1 0 0,0 2 0 0 0,3 6 1 0 0,0 1-1 0 0,1 1 0 0 0,0 1-51-2876 0,1 2 1 2876 0,1 1 0 0 0,-1-3 0 0 0,2 1-1 0 0,-1-3 1 0 0,1 1 0 0 0,1-5 0 0 0,0-1 27-3210 0,1-5 0 3210 0,0 0 0 0 0,1-3 1 0 0,0 0-1 0 0,-1-6 0 0 0,0 0 1 0 0,1-1-1 0 0,1 0 77-3253 0,0-2 1 3253 0,0-1 0 0 0,3-4 0 0 0,0 0-1 0 0,-3 5 1 0 0,-1 1 0 0 0,2 1 0 0 0,0 0-40-3275 26,0 3 1 3275 0,0 0 0 0 1,-2-1 0 0-1,1 0-1 0 0,2 3 1 0 1,0 0 0 0-1,-1-1 0 0 0,0 0-37-3107 12,0 0 0 3107-1,1 1 0 0 0,1 3 1 0 1,0 1-1 0-1,1-1 0 0 0,1 0 1 0 1,1 2-1 0-1,-1 0-22-3132-12,2-1 0 3132 0,0 0 0 0 0,2-4 0 0-1,1 0 0 0 1,-2 1 0 0 0,-1 0 0 0 0,1 0 0 0 0,-1 0-46-3778-5,1 0 1 3778-1,0-1 0 0 1,-1-4-1 0 0,1-1 1 0 0,-2 0 0 0-1,-1 0 0 0 1,1-2-1 0 0,-1 1 27-4293-1,-1-2 1 4293 0,-2 0 0 0 0,1 1 0 0 0,0 0 0 0 0,-5 2 0 0-1,-1-1 0 0 1,1-2 0 0 0,-2-2 60-4607 0,0-2 0 4607-1,0-1 0 0 1,-1 43 1 0-1,0 2-1 0 1,-2-2 185-4501-16,-4-3 1 4501 0,3-11 0 0 0,-7-7 0 0 0,2-8 32-4427-3,4-8 0 4427 0,0-6 1 0 0,0-5-1 0 0,-1-4-128-3742 0,1-1 0 3742 0,2-3 0 0 0,2 8 1 0 0,0 1-154-2777 0,0 3 1 2777 0,0 1 0 0 0,2 2 0 0 0,2 3-33-2434 0,1 1 0 2434 0,7 8 1 0 0,-4-4-1 0 0,0 2 5-2143 0,-1 0 0 2143 0,5-2 0 0 0,-4 2 0 0 0,1-4 58-1906 0,5 0 1 1906 0,-6-13 0 0 0,0 0-1 0 0,-3-9-49-1824 0,1-3 1 1824 0,2 0-413-1506 0,-2 0-637 720 0,-4-15 0 786 0,5-9 23-579 0,-7-22 0 579 0,0-15 0 0 0,0-14 0 0 0,0 1 1098-81 0,0 2 0 81 0,0-6 0 0 0,0-1 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4:07:22.307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297 0 11902 221420 62279,'-17'18'160'0'0,"7"-5"0"0"0,2 3 251 0 0,1 3 0 0 0,5-1 849 0 0,-4-1 260 0 0,4-11-169 0 0,2 17 84 0 0,0-13-996 0 0,0 0 1 0 0,0 1-394 0 0,0 1 1 0 0,-2 13 0 0 0,-2 16-1 0 0,-2 0 51 0 0,2 1 0 0 0,1 3 1 0 0,-1 7-1 0 0,-2 1-57 0 0,2-1 0 0 0,-4 6 0 0 0,2 2 0 0 0,1 1 79 0 0,-3-1 1 0 0,6 12 0 0 0,-4-3 0 0 0,4 3 8 0 0,2 0 0 0 0,0 6 1 0 0,-2 7-1 0 0,-2 8-37 0 0,-2 6 0 0 0,3-45 1 0 0,1 1-1 0 0,1-3 1 0 0,2 1-1 0 0,-1 3 0 0 0,0 2-53-205 0,0 2 0 205 0,0 0 1 0 0,0 5-1 0 0,0 0 1 0 0,0 1-1 0 0,0 0 1 0 0,0 0-1 0 0,0 0-72-2024 0,0-2 1 2024 0,0 0-1 0 0,0 0 1 0 0,0 0-1 0 0,0-1 1 0 0,0-1-1 0 0,-1-4 1 0 0,0 0 2-3436 0,-2-3 0 3436 0,0-1 1 0 0,-5 45-1 0 0,-6-16 1 0 0,3-1 110-3933 0,-3 1 0 3933 0,1 8 1 0 0,-1 2-1 0 0,4 0-77-4054 0,3 3 1 4054 0,-5-3-1 0 0,8-41 1 0 0,0 1-1 0 0,0 2 1 0 0,0 0-10-3965 0,0 1 0 3965 0,1 1 0 0 0,-1 5 0 0 0,2 2 1 0 0,1-1-1 0 0,2 0 0 0 0,-1 3 0 0 0,2 2-69-4116 0,0 2 0 4116 0,2 1 0 0 0,0 10 0 0 0,1 1 0 0 0,4 0 0 0 0,0-1 1 0 0,0 1-1 0 0,-1-1-48-4284 0,1 1 1 4284 0,0-2 0 0 0,0-6-1 0 0,-1-1 1 0 0,0-2 0 0 0,0 0-1 0 0,-2-5 1 0 0,-1 0 97-4274 4,-2-4 0 4274-1,0 0 0 0 1,1-2 0 0 0,0-2 0 0 0,-1-6 0 0-1,0-1 0 0 1,-1 0 1 0 0,0-1 87-4148 109,0 49 1 4148-1,-2-2 0 0 1,0 2 0 0 0,0-6 19-3789 8,0-4 1 3789 1,0-1 0 0-1,0 1 0 0 0,0 2-133-3399-57,0 2 1 3399-1,0-42 0 0 1,0-1 0 0-1,0 47-1 0 1,0-47 1 0 0,0 1-17-3292-23,0 1 1 3292 0,0 1 0 0 1,0-3-1 0-1,0 1 1 0 1,0 4 0 0-1,0 0-1 0 0,0-1 1 0 1,0-1 15-2779 0,0 0 1 2779 0,0-1-1 0 0,0 0 1 0 0,0 1 0 0 0,0 0-1 0 0,0 0 1 0 0,0 1 0 0 0,0-1 31-2363 18,0 0 1 2363 1,0-1 0 0-1,-2 43 0 0 0,-2-14 0 0 1,-4 1 156-2421-3,-2-2 0 2421 1,6 1 1 0 0,-1-11-1 0-1,3-8-37-2457-21,2-6 0 2457-1,0 2 1 0 1,0 1-1 0-1,0-3-138-2247-21,0-2 0 2247-1,-2 1 1 0 1,-2 3-1 0 0,-2 6-57-2209-14,2 4 1 2209 1,0 7 0 0-1,0 1 0 0 1,-3-2-18-2024-2,-3-2 0 2024 0,-2 5 1 0 0,-3 5-1 0 0,1 1 95-1926 0,3-1 0 1926 0,5-10 0 0 0,-4-8 0 0 0,2 0 61-2163 0,4-2 0 2163 0,2-4 0 0 0,2-10 117-2017 0,0-1 1 2017 0,0 3 0 0 0,0 5 0 0 0,0-7-162-1864 0,0-3 0 1864 0,0-2 0 0 0,0-3 1 0 0,0 5 21-1856 0,0 0 1 1856 0,0 5-1 0 0,0-5 1 0 0,0 1-98-1934 0,0 1 0 1934 0,6-8 1 0 0,0 1-152-1621 0,-2-3-59 179 0,6-2 31 252 0,-8-8 1 1190 0,19 1 70-793 0,-4-5 0 793 0,-1 2 0 0 0,-6 6 1 0 0,-1-4-90-585 0,1-2 0 585 0,-4 8 66-744 0,5 2 1 744 0,-7 0-975-718 0,2 6 260 192 0,-4-20 1 526 0,-2-26 916-104 0,0-25 0 104 0,0-6 0 0 0,0 1 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308"/>
    </inkml:context>
    <inkml:brush xml:id="br0">
      <inkml:brushProperty name="width" value="0.11429" units="cm"/>
      <inkml:brushProperty name="height" value="0.11429" units="cm"/>
      <inkml:brushProperty name="color" value="#849398"/>
    </inkml:brush>
    <inkml:brush xml:id="br1">
      <inkml:brushProperty name="width" value="0.08571" units="cm"/>
      <inkml:brushProperty name="height" value="0.08571" units="cm"/>
      <inkml:brushProperty name="color" value="#849398"/>
    </inkml:brush>
  </inkml:definitions>
  <inkml:trace contextRef="#ctx0" brushRef="#br0">-6067 3693 11182,'-11'-2'-740,"-1"-2"318,-2-1 0,5-7 0,-1 4 651,2-2 0,3 5 98,5-7 0,1 6-108,5-5 0,4 5 0,7-4 39,1 2 1,-1-3 0,1 3-1,1 0-44,5 0 0,3-5 0,8 1 0,1-5-225,5-7 0,0 5 0,9-6 0,5 1 50,-1 1 1,6-8 0,0 4 0,1 0-98,-1 4 0,-2 3 1,-4 3-1,1-1 56,-3 1 0,2 1 0,-13 5 0,-2 3 39,-2 0 1,4 6-1,-1-4 1,1 2 17,2-1 1,-6 3 0,5-6 0,-1 2-49,0 0 1,1-2 0,-3 5-1,2-3 5,-2 2 1,4 2-1,-3 2 1,-1 0 5,-2 0 0,0 0 0,4 0 0,3 0-60,1 0 1,3 6 0,-5 0 0,0-1 24,-1 3 0,11 0 0,-5 4 0,1-5-44,1 1 1,1-4 0,3 6 0,2-3 77,3-3 1,1 4-1,-4 0 1,2 0 78,-2-1 0,5 1 0,-3-4 0,-2 4-27,-2 1 0,1 1 0,3 4 0,4-5-43,0-1 0,0 4 1,-4-6-1,7-1-33,2 3 0,3-6 0,-2 4 0,-2-4-27,-2-2 0,-6 0 0,6 0 0,2 0 25,2 0 0,2 0 1,0 0-1,0 0 6,0 0 1,4 0 0,-3-2 0,-3-2 5,0-2 1,-6-1 0,2 3-1,2-4 8,2-2 1,0 4 0,-2-3 0,-2-1-11,2 0 1,2-1 0,0-7 0,-4 1-9,-6-1 0,-2 1 1,1-3-1,3-1-4,2-2 0,-6-2 0,2 3 1,-3-1 7,-3 2 1,1-5-1,-3 1 1,-1 0-8,-3 0 1,-1-4 0,3 3 0,-1-1-37,1-4 0,-3 4 0,0-2 1,-1 0 11,1 2 0,-4-6 1,3 5-1,-1 1-27,-4 4 1,-8-2 0,-2-1 0,2-1-31,2-4 1,-4 4 0,-2-2 0,0-2 46,1-2 0,-5 0 0,4 2 1,0 4 43,0 2 1,-5-7 0,3 5 0,-2-2 14,0 0 1,7 8 0,-7-3-1,-2 3-61,-1-2 0,-3 3 0,-1-3 0,-3 4 15,-1 1 0,-8 7 0,3-1 132,1-2-11,-6-1-528,6 5 389,-8 2 0,0 10 0,0 4 111,0 6 0,0-2 1,0 1 126,0 3 0,0-5 1,0 3 9,0 2 0,0 1-89,0 3 0,0-1 0,0 1-69,0-1 0,0-5 0,0-1-15,0 3 0,0 1 19,0 3 0,0-1 1,0 1-1,0-1 33,0 1 1,0-7-1,0 1 1,0 2-22,0 1 0,6 3 0,0-1 0,-3 1-33,-1-1 0,-2 1 0,2-1 0,2 0 2,2 1 1,6 5 0,-5 0-1,1 1 38,0 1 0,6-6 0,-3 7 0,5-3-17,1 0 0,1 6 0,1-5 0,4-1 58,6 2 1,-1-6 0,1 7-1,2-3-21,2 0 1,2 1-1,0-5 1,-2 2-95,-4 3 1,8-1-1,-6-6 1,0 1-36,2-1 1,-6-1-1,2-3 1,2-1 4,2 2 1,2-1-1,0 1 1,0-3 22,0 3 0,5 0 1,1-1-1,0-1 25,2 1 0,-5 1 0,9 0 1,0-3-2,-3 3 1,5-5 0,-7 3 0,1 0-3,0-3 1,5 5 0,-3-8-1,1 0-40,1 1 0,0-5 0,5 4 0,0-4-32,1-2 1,-3 0-1,-1 0 1,-3 0 50,3 0 1,1 0 0,3 0 0,-1 0-5,0 0 1,1-6 0,-1 1 0,1 1 45,-1 2 0,-5 2 0,-1 0 1,3 0-5,1 0 0,3 0 1,-3 0-1,-3 0-12,-7 0 0,5 0 1,2 0-1,1 0-15,-1 0 0,3 0 0,-3 0 0,3-2-7,2-4 1,7 2 0,-1-6 0,-2 1 18,-1-1 1,-3 4-1,0-4 1,1 1 76,-1-1 0,-5 6 1,-1-2-1,3 4-68,1 2 1,8-2 0,1-1 0,-3-3-21,-2 2 0,4 2 0,3 2 1,-1 0-113,0 0 1,4-6 0,-4 0-1,2 2 91,4 2 0,2-3 0,0-3 0,-2 0 39,-2 0 0,0 1 0,8 3 0,0-2 98,-2 2 1,3 0 0,-9 0-1,4-2 73,2 3 0,6 1 0,-1 2 0,-1 0-285,-2 0 1,4 5 0,1 1 0,1-2 3,-1-2 0,-1 4 0,-6 0 0,0-2-26,0-2 1,5-2 0,1 0 0,-2 0 97,-2 0 1,-8 0-1,2 0 1,2 0 170,-1 0 0,7 0 0,-10 0 0,6 0-56,6 0 0,-4 0 1,1 0-1,-5 0-99,-4 0 0,-2 0 1,6 1-1,-2 3-169,0 2 1,0 0 0,-10-6 0,3 2 172,-3 4 1,4-4 0,-4 5 0,-3-1 54,-5 0 1,-7 6 0,6-4 0,-1-1-47,-1 1 0,-1 4 0,-5-7 0,2 1-4,-2 2 0,-4 0 1,-4 5-1,-4-1 4,-2 2 1,-2-5 0,-5 3-1,-3 2 49,-3 1 0,-4 8 0,-6 1 0,2-3-20,2-2 1,-1 5 0,-5-1 0,0 0-21,0 3 0,0-7 1,0 4-1,0-3 62,0-3 0,0 6 1,0 1-1,0-3-10,0-2 0,-2-1 0,-1-1-65,-3 1 1,0-7-1073,6 1-211,0-8 0,2-4 1282,4-12 0,-12-11 0,4-4 0</inkml:trace>
  <inkml:trace contextRef="#ctx0" brushRef="#br1" timeOffset="1">-583 868 8358,'9'-8'-254,"-3"-3"1,-2-3 0,0 1 1472,2 1 0,0 6-640,-6-5 1,0 5 0,0-6-298,0-1 0,-2 5 0,-2 0 0,-4 2-121,-2 0 0,-1-5 0,-7 3 0,-1-2-127,-5-3 1,3 5 0,-6 2 0,0 2-158,0-2 1,-4 4 0,-8-3 0,-2 5 11,2 5 1,4 5-1,4 8 1,2 1-142,-2 4 0,6-1 1,3 7-1,9 0 162,7-2 1,4 4-1,2-6 1,2 1 85,4-1 1,9 6 0,13-4 0,3 2 153,6 0 1,1 0 0,-3 6-1,0 0-39,0 0 0,-6 2 1,-2 2-1,-1 2-175,-5-3 1,-7-7-1,-5-2 1,-1 1-11,-4-3 1,-4-2 0,-6-8 0,-8 1 49,-7-1 1,-6-7-1,-8-4 1,-2-4 4,-4-2 0,3-2 0,-9-4 0,0-6-142,3-3 0,1-8 1,10-3-1,4-1-395,6-4 0,5 4 1,7 0-1,5 2 556,4 3 0,10 3 0,1 1 0</inkml:trace>
  <inkml:trace contextRef="#ctx0" brushRef="#br1" timeOffset="2">-304 1235 8322,'0'-17'1319,"0"-1"1,0 6-165,0 1 0,0 5-322,0-6-740,0 8 418,0-3-179,0 7-284,0 0-603,0 7-113,0-5 941,0 6 707,0-8-1323,0 0 131,0 8 291,0-6 1105,0 6 114,0-8-938,0 0-457,-8 0 0,-1 0 0,-9 0-26,1 0 1,3 0 0,-3 0-120,-9 0 0,7 5 0,0 3 0,1 2-20,5 3 1,1 3-1,-2 1 1,5 1 163,1-1 1,2 1-1,6-1 1,2 1 42,4-1 1,3-1 0,9-3 0,-1-3 141,1-2 0,-1-2 0,3-6 1,1 0 119,2 0 1,1-2-1,-7-4 1,3-6-229,3-3 1,-10-9 0,5 1 0,-3 2-17,1 1 0,-6 3 0,-3-1 0,-1 1-256,0 0 77,0 7 0,-6 4 0,-2 12 0,-2 5 239,-2 5 0,0 9 0,6 2 0,0 3 11,0-1 0,2-6 0,4 4 0,6-2-87,3-3 1,11-3-1,1-1 1,2-3-363,0-3 0,-2-5 0,4-7 0,-2-2-418,2-3 0,-6-5 0,-1-7 0,-7-1 833,-5 1 0,3-9 0,-5-1 0</inkml:trace>
  <inkml:trace contextRef="#ctx0" brushRef="#br1" timeOffset="3">220 1183 8167,'0'-12'2209,"0"0"-1910,0 1 1,0 3 0,0 8 0,0 10 2,0 5 1,0 5 0,0 3 0,0 4 89,0 0 1,0 6-1,0-6 1,0 2-131,0 1 0,0-9 0,2 2 1,2-3-148,2-3 0,1-1 0,-1-5 1,6-5 13,3-4 0,5-4 0,1-4-408,2-5 1,1-13 0,-7-3 0,-1-2-81,-5 0 1,5 2 0,-6-4 0,1 4 186,1 1 1,-8 3 0,3 6-160,1-1 148,-6 1 0,6 9 0,-8 8 157,0 10 1,0 7-1,0 4 1,0 5 268,0 1 0,0 0 0,2 4 0,2-4 49,2-2 0,1-1 0,-1-7 0,6 1-110,3-1 0,3-7 1,-1-4-1,3-4-125,3-2 0,4-8 1,6-4-1,-2-5-159,-2-7 0,-2-3 0,3-8 0,-7 0-165,-4 0 0,-3 6 0,-3 2 0,-3 2-108,-2 4 0,-2 1 156,-6 3 0,-2 7 0,-4 6 114,-6 8 0,4 6 0,3 7 1,3 3 409,2 3 0,0 4 0,0 8 0,2-2-46,3-4 0,5 2 0,8-8 0,-1 1-27,1 1 1,1-8-1,4 3 1,4-9-370,1-3 1,5-2 0,-6-8 0,2-4-866,0-5 0,-8-5 0,1-1 0,-9-1 1002,-7 1 0,-4-1 0,-2 1 0</inkml:trace>
  <inkml:trace contextRef="#ctx0" brushRef="#br1" timeOffset="4">1512 1200 8127,'-6'-12'0,"-1"3"1132,-3 1 0,4 2 141,-5 6 1,-1 4 0,-4 6-962,5 7 1,3 12-1,8 2 1,0 8-83,0 8 1,0 5 0,0 6 0,0 8 12,0 8 1,6 6 0,2 5 0,1-2-70,5-1 1,-4-10-1,-1-2 1,1-12-243,0-10 110,-6-13 1,9-21-1,-7-20 1,-2-17-216,-2-14 0,-4-2 0,-4-9 0,-6-5-396,-3-3 0,-3-2 0,1 3 0,1-1 103,5-2 0,-3-6 0,6 6 0,1 3 96,-1 7 0,4-3 0,10 5 0,5-1 220,5 6 1,3 3 0,5 14-1,5 5 211,4 5 0,2 1 0,0 7 0,0 2 166,-1 2 1,1 10-1,2 5 1,0 7-18,-2 3 0,-4 8 0,-15-4 0,-5 2-43,-5 1 0,-4-3 0,-2 4 0,-2-4-71,-4-2 0,-5 4 0,-13-5 0,-3-3-103,0-2 0,-6-9 1,4-4-1,-4-4-316,-2-2 1,0 0 0,2-2 0,2-4-157,2-6 0,13-3 0,1-3 0,5 1-940,6-1 1,2 1 1418,2 0 0,8-1 0,2 1 0</inkml:trace>
  <inkml:trace contextRef="#ctx0" brushRef="#br1" timeOffset="5">2141 763 8035,'0'-23'-55,"0"0"1,0 0 0,0 5 1328,0 1 0,0 5-404,0 0 1,0 10-682,0 2 0,-6 8 1,0 12-1,1 3 158,-3 6 0,6 6 0,-6 6 1,2 5-33,0 5 0,-5 7 1,5 2-1,2 2-172,2 4 1,2 0 0,0-2-1,0-6-167,0-3 0,2-5 1,2-5-1,4-10-629,1-10 0,9-8 0,5-5 0,-1-6-540,-3-4 0,4-10 0,1-6 0,-3-5 1193,-2-4 0,-1-16 0,-1 2 0</inkml:trace>
  <inkml:trace contextRef="#ctx0" brushRef="#br1" timeOffset="6">2298 1270 8140,'12'12'1318,"-1"-1"1,-5-7 0,6 2 0,3-4-1200,7-2 0,-3 0 1,6 0-1,-1-2-223,-1-4 1,6 2 0,-6-5-1,-1-1 11,-3 0 1,-1 0 0,-3-3 0,-1 1-319,-3-1 0,-7-3 389,2-1 1,-6 1 0,-6 4-1,-5 7 0,-5 3 0,-7 2 0,0 2 0,-1 3 5,-1 7 1,6 4-1,-5 1 1,7 2 171,5 5 0,-1-3 1,7 6-1,2 0 128,2 1 0,2-5 0,2 4 0,4-2-180,5-3 1,13 1-1,5-4 1,4-3-451,2-1 1,0-7 0,0-2 0,-1-4-559,1-2 0,0-8 1,0-5-1,0-7 905,0-3 0,0-8 0,0 4 0</inkml:trace>
  <inkml:trace contextRef="#ctx0" brushRef="#br1" timeOffset="7">3224 1183 8140,'0'-12'418,"0"0"1144,0-1 0,0-3-562,0-1 0,-8 5-833,-4 0 1,-3 9 0,-3-3-269,1 4 1,-1 2 0,1 0-1,0 0 23,-1 0 0,1 6 0,-1 1 0,3 3-98,3 4 1,-2 1 0,9 3 0,1-1 340,2 1 1,2 5-1,0 0 1,2-1 142,4-3 0,3-2 0,9 1 0,1-1-55,4 1 0,-1-1 0,5 1 0,-2-1-211,-4 1 0,5-1 0,-5 1 0,-3-3 5,-5-3 1,-9 3 0,2-3 0,-4 3 22,-2 3 0,-10-6 0,-7-1 0,-11 1-267,-5-2 0,-2 3 1,1-7-1,-1 0-705,0 2 1,8-7-1,3 5 902,5-4 0,1-17 0,1-5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31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70 1031 8403,'-9'-2'-734,"1"-2"-39,0-2 0,4-2 773,-7 2 0,5 5-90,-6-5 1254,8 4 1053,-4 2-1008,8 0 1,16 0 0,5 0-1194,5 0 1,5 0 0,-6 0-1,2 0 96,4 0 0,2-6 0,4 0 0,4 2 96,5 2 1,3-4 0,-1 1 0,-3 1-8,-2 2 1,5 0 0,-3-2 0,-1-2-164,-3 2 1,-2 2 0,0 2 0,3-2-116,3-3 1,-6 3 0,2-4 0,-5 4 57,-1 2 0,6-6 0,0 0 1,-2 2 140,-2 2 1,-8 2 0,0 0 0,2 0 56,2 0 1,2 0 0,0 0 0,2 0-89,3 0 0,5 0 1,7-2-1,3-1-94,3-3 1,4-6-1,12 4 1,3-1-194,5-5 0,1 4 0,-9 1 0,2 1 143,-3 4 0,5-4 0,-2 2 0,-5 3 51,-5 1 0,2 4 1,-4 1-1,2 3 15,-2-2 0,-1 4 1,-5-2-1,6 0-4,4 1 1,9-5 0,5 4 0,3-4-11,2-2 0,7 0 0,3 0 1,-47 0-1,1 0 0,2 0 1,0 0 0,0 0-1,-1 0 1,-1 0 0,1 0 0,1 0-1,1 0 1,-1 0 0,0 0 0,1 0 0,-1 0 0,-1 0 0,-1 0 0,0 0 0,-1 0 0,49 0 0,-2 0 0,-46 0 0,1 0 0,-1 0 0,1 0-35,1 0 0,0 0 0,-1 0 0,-1 0 0,48 2 0,-48 0 0,1 0-20,2 1 1,1 0-1,1 0 1,0-1-1,3-1 1,0-2 0,0 1-1,-1 0 41,1 0 1,0 0-1,2 0 1,1 0 0,2 0-1,2 0 1,2 0-1,1 0 16,3 1 1,0-2 0,1 1-1,-1-1 1,-2-1 0,0 0-1,1-2 1,0 0-73,1-1 1,1 0 0,3 3-1,0 0 1,1-1 0,-1 1-1,-4 0 1,0 2 86,-3-1 0,1 2 1,2-1-1,0 0 1,2 0-1,-1 0 0,0 0 1,0 0-28,-2 0 1,0 0 0,1 0 0,-1 0 0,-4-1 0,0 2 0,2-1 0,0 2-11,1 0 1,0 1-1,1-2 1,1 0 0,-1 3-1,0 0 1,-2-1-1,0 0-3,-1 0 0,1 0 0,3 0 1,0-1-1,2 0 0,-1-2 1,1 2-1,0 0 34,-1 1 0,1 0 0,3 0 1,0 0-1,-2-3 0,1 0 1,2 0-1,1 0 7,2 0 0,1 0 0,0 0 0,1 0 0,2 0 1,-1 0-1,-1 0 0,-1 0-103,1 0 1,-1 0 0,-2 0 0,1 0 0,4 0-1,1 0 1,0 0 0,0 0 61,1 0 0,-1 0 1,3 0-1,-1 0 0,-6 0 1,1 0-1,0 0 1,0 0-17,3 0 0,-1 0 1,0 0-1,-1 0 0,-1 0 1,-1 0-1,-3 0 0,-1 0-14,0 0 1,-1 0-1,0 0 1,0 0 0,0 0-1,-1 0 1,-2 0 0,-1 0-47,-2 0 1,0 0 0,0 0 0,0 0 0,-7 0 0,0 0 0,-1 0 0,0 0 82,0 0 0,-2 0 1,-4 0-1,-1 0 1,-2 0-1,-2 0 1,47 0 10,-3 0 0,-5 0 1,-8 0-1,-5 2-277,-6 4 1,-14-4 0,-19 5-1,-6-1-321,-4 0 1,-8 0-1330,2-6 1932,-11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3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16 9072,'0'-9'1579,"-2"3"1,-2 12-1,-4 5-1363,-2 5 1,7 3-1,-5 2 1,2 5-219,0 1 0,0 2 1,6 4-1,0-2 16,0-2 1,0-6 0,0 5 0,0-3 55,0-4 0,0-7 0,2-3-24,4 3 0,-2-8 1,6-6-405,-3-10 1,7-5 0,-4-3 0,1 1-269,1-1 1,0-5 0,5 0-1,1-1 18,-1-1 0,6 6 0,1-5 1,-3 5 406,-2 2 1,-1 1 0,-1 2 0,1 5 361,-1 1 1,1 2 187,-1 6 1,-5 2 0,-2 4 0,-3 6 153,-3 3 1,-4 4-1,-4 3 1,-3 3-3,-3 2 1,6-5 0,-2 3 0,4-2-491,2 0 0,0 1 1,0-7-1125,0 1 0,8-3 0,6-3 1113,7-6 0,-2-5 0,7-1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31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88 8253,'2'-12'2271,"4"0"1,-4 7-2011,4-7 0,-4 6 1,-1-4-1201,5 3 1,-4-1 938,4 2 0,4 4 0,-1-6 0</inkml:trace>
  <inkml:trace contextRef="#ctx0" brushRef="#br0" timeOffset="1">367 53 6614,'0'9'3862,"0"-1"-3862,8-8 0,9 0 0,10 0 0</inkml:trace>
  <inkml:trace contextRef="#ctx0" brushRef="#br0" timeOffset="2">646 35 8268,'12'-6'4106,"0"1"-3359,-9-9 1,7 12-1870,-4-4 0,-2 4 1122,7 2 0,1 0 0,6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3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87 7860,'0'-11'-667,"0"-1"1,2 8-1,2-4 1199,2 1 0,0 3 142,-6-8-171,0 8 373,0-11 619,0 13-382,0-6 0,0 22-1208,0 3 1,0-1-1,0-5-23,0 3 1,0 1-1,0 3 1,0-1 112,0 1 1,0-1-1,0 1 1,0-1 83,0 1 1,0 5 0,0 0 0,0 1 15,0 1 1,0 0 0,0 6 0,0-2-29,0 2 1,0-4 0,0 2 0,1 3-42,5 0 1,-4 3-1,4-2 1,-4-2-83,-2-1 0,6-1 1,2 6-1,-1 0-4,1-1 0,-2-4 1,-4-1-1,2 2 129,2 2 1,-1 2 0,-5 2 0,0 1 88,0 3 1,0 6 0,0-5-1,-2 3 62,-3 3 1,3 1 0,-6 1-1,2 1-60,0 3 1,-5-3-1,5-5 1,2 3-85,2 1 1,0 1 0,-2-3 0,-2-1-57,2 1 0,3 1 0,1 1 0,0 1 49,0 3 1,0 0 0,0-3-1,0-1 13,0 5 0,5 7 0,1-2 1,-2 0-92,-2 0 0,6 6 0,1-2 0,3 4-55,0 2 1,-3-2 0,3-2-1,-4-2 77,0 2 1,-6 0 0,3 0 0,-3-2 45,-2 2 1,-7-4 0,-5 4 0,-4 2-35,-1 0 1,5 7-1,1-7 1,-1 6-55,2 0 1,3-2 0,7-3 0,0 1-32,0 0 0,1 0 0,5 2 0,6 2-13,3 1 1,5 7 0,1-7 0,3 1 16,-3 2 0,-2-7 0,-3 5 0,-3-4 113,-1-2 1,-8-6 0,2 0 0,-4 2-39,-2 2 1,-6-4 0,-2-2 0,0 0-2,1 0 0,-5 0 0,4 4 0,0-2-16,1 2 1,-7 10 0,4 7 0,1 8-38,3 8 1,4-47 0,2 1 0,0 3 0,2 1 0,0 3 0,0 0-59,0 3 1,2 0 0,-1 6 0,-1 0 0,-1-5 0,-2-2 0,1-5 0,0-1 137,0 43 0,-5-12 1,-3-6-1,0-7 175,0-8 1,-3-6 0,5-7-1,0-1-35,-2 1 0,6 1 1,-4 2-1,4 2-146,2-1 1,0 5-1,0 4 1,0 5-3,0 5 0,2 0 0,2-4 0,4 3-193,2 7 0,-1 3 1,3 1-1,-6-5 31,-4-5 1,-2-6 0,0-4 0,0-4 186,0-2 1,-2-8-1,-2-7 1,-4-1-19,-1 1 0,5 2 0,-4 3 0,2-1 7,0-3 0,0 1 0,6 5 1,0 1-31,0-1 1,0-2-1,0-1 1,2-4-110,4-3 1,-2 5 0,6-6 0,0-3-9,-1-1 0,-3-10 0,4-1 0,-1-5-7,1-4 0,-6 5 0,2-11 0,-4 5 72,-2 1 0,0 1 0,0-1 0,0 1 80,0-1 1,0 9 0,0 3-1,0 4-9,0 2 1,0 1-1,0 3 1,0 2 7,0-2 1,0-2 0,0-2 0,2 0-103,4-1 0,1-6 0,7-3-463,-2 0 218,-1-6 225,7-1 0,-9-3 0,-3-3 106,-4 4 1,4 3-1,0 2 1,-2 3 78,-2-3 1,-2 4 0,0-1-1,0-3-76,0-2 0,0-7-1518,0 0-1395,0-9 2878,0-18 0,-8-6 0,-2-22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32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333 88 7959,'0'-10'3594,"0"1"-3143,0 3 0,2 4 0,2-6 951,1 0-779,1 6 1,-6-7-660,0 3 1,-2 4 0,-2-6-68,-1 0 0,-15 7 0,3-5 0,-3 4-139,1 2 1,-1 0 0,-1 2 0,-2 2-45,1 1 0,-3 9 0,2-2 103,2 3 1,3 3 0,6-1-1,7 1 269,3-1 1,2 0 0,0 1-1,2-1 56,3 1 0,5-1 1,8 1-1,-1-1-96,1 1 1,5 1 0,0 2-1,-1 5-162,-3 1 0,-2-4 0,1 6 0,-1 0-152,1-1 0,-7 3 0,-1-8 0,-2-2 122,-4-1 1,-2 3 0,-2 0 131,0-1 1,-8-5-1,-4-3 1,-5-5 80,-6-1 1,1 4 0,-5-7 0,0-1-201,0-2 1,3-2-1,-3 0 1,2-2-755,4-3 0,1-13 0,3-11 887,-1-4 0,9-10 0,1-1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32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402 122 8126,'8'-17'243,"-6"5"0,4 1 682,-4-3 0,-2 4 1131,0-1-1756,0-1 1,-2-3 0,-4 3 0,-6 6-138,-3 4 0,-4 2 1,-3 0-1,-3 0-36,-2 0 0,-2 6 1,-4 2-1,2 1-323,2 5 0,7 2 0,-3 1 0,4 0-106,3 1 0,-1-1 1,11-1-1,0-2 231,0-3 1,3 1-1,7 5 1,1 1 133,3-1 1,14 1 0,-3-1 0,4 1-36,5-1 0,-5 6 0,6 1 0,0-3-81,1-2 1,-7 5 0,2-1 0,-3-2-49,-3-1 0,-1 3 1,-5 0-1,-5-1-6,-4-3 1,-2-7 0,-2-3 0,-4 1 112,-5 0 0,-13-6 1,-5 1-1,-2-3-186,2-2 1,-4 0-1,4-2 1,-2-1-118,2-3 1,4-8 0,7 3 0,3-5-788,3-1 0,-2-1 1084,9 1 0,-1-9 0,6-1 0</inkml:trace>
  <inkml:trace contextRef="#ctx0" brushRef="#br0" timeOffset="1">612 489 8306,'-10'-2'4107,"4"-4"-3699,4 4 1,2-3-277,0 10 1,0 5-1,0 8-39,0-1 0,2-5 1,2-1-1,4 3-41,2 1 1,1 3 0,7-3 0,-3-1-121,-3-2 0,7-6 1,-5 3-1,0-1-595,1-4 1,1-2-1,1-2-222,1 0 1,-1-2 0,1-4 884,-1-6 0,0-3 0,1-3 0</inkml:trace>
  <inkml:trace contextRef="#ctx0" brushRef="#br0" timeOffset="2">839 524 12873,'0'18'1027,"0"1"1,0 2-1008,0 3 1,0 7 0,0-2-1,0 4-832,0 2 1,0-2 0,0-4 0,0-6 811,0-4 0,0 7 0,0 1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32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385 122 8097,'0'-11'0,"2"1"0,2 0 654,2 1 1,-1 3 991,-5-6-158,8 1-1126,-6-7 0,4 8 0,-10 3-20,-2-1 0,-7 6 0,-1-4-183,-7 4 1,1 4 0,-3 2 0,2 4-273,-3 1 1,5-3 0,-6 6 0,2 2-202,-1 1 1,7 1-1,5-3 1,1-1-85,1 1 0,2 3 0,8 1 350,0 1 1,2-7 0,6 1 0,7 2 177,7 1 1,3-1-1,-2 1 1,4 5 58,0-1 1,5 2-1,-9 1 1,-2 3-133,-1 2 1,-3-4 0,-1 5-1,-3-1-209,-1 0 1,-8-6 0,1 3 0,-3-3-147,-2 2 0,-5-9 0,-3 3 0,-2-3 158,-3-4 1,-9 3 0,-3-7 0,0-2-7,0-2 0,-7-2 0,3 0 0,-2 0-219,2 0 0,-4-8 0,6-4 0,0-3-848,4-3 0,3-1 1213,3-4 0,-1-4 0,1-8 0</inkml:trace>
  <inkml:trace contextRef="#ctx0" brushRef="#br0" timeOffset="1">647 489 7275,'0'-10'1688,"0"1"0,2 5-1200,4-2 1,-2-2-154,7 2 0,1 5-267,5-5 0,1 4 1,-1 2-69,1 0 0,-9 2 1,-1 4-88,0 5 1,-6 5 0,4 1 0,-4 1 36,-2-1 1,-2-5 0,-2-1 0,-4 3 5,-2 1 0,5 1 0,-5-2 31,2-3 1,-4 1-46,7 5 1,-1 1 95,6-1 1,8-5-58,3 0 0,5-7 1,1 5-1,-1 0-27,-5-1 1,3-3 0,-6 4 0,0 0 3,-1-1 0,-1-3 0,-6 6-65,0 1 1,-2 3 0,-6 0-172,-9-5 1,-1-3 0,-7-8-1,2 0-558,0 0 1,-6 0 835,5 0 0,-7 0 0,4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32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455 105 9651,'0'-17'1812,"0"-1"0,-2 7-1724,-4-1 1,2 6-212,-7-5 0,-1 5 1,-7-4 90,-5 2 1,5 3 0,-6 5 0,1 2-87,1 3 0,-8 5 0,4 8 0,0-1-18,3 0 1,1 1 0,4-1 0,3 1-29,1-1 0,7 1 1,2-1 163,4 1 1,10-3 0,5-1 0,7-3 39,3 3 0,2-4 0,-3 1 0,3 3 59,2 2 0,-6 3 0,3 2 0,-5 5-64,-1 1 1,-7-4-1,-1 6 1,-2 0-50,-4-2 1,-2 6 0,-2-4 0,0 2-39,0-1 1,-8 1 0,-4-8 38,-3-2 1,-3-9 0,-1-6 0,-3-4-95,-1-2 1,-2-10 0,4-6 0,-5-5-429,-1 0 0,6-4 0,-2 1 0,3 3-370,3 1 0,-1 3 905,1 0 0,-1-1 0,1 1 0</inkml:trace>
  <inkml:trace contextRef="#ctx0" brushRef="#br0" timeOffset="1">560 594 9132,'0'-11'595,"0"-1"1,2 2-1,3-3-341,7 1 1,-2 8 0,-1-3 0,1 1 35,0 0 0,1 0 0,7 6-234,-1 0 0,1 0 0,-3 2-14,-3 4 0,2 4 1,-9 9-1,-1 2-61,-2 3 0,-4 1 0,-2-4 0,-3 4 2,-3 3 1,0-7-1,-3 4 1,1-2-24,-2 1 1,5-1 0,-1-6 49,2 1 1,2-6 0,8-3-39,4-1 1,4-2 0,9-6 0,3 0-92,1 0 0,8 0 1,-2 0-1,4 0-412,2 0 0,-6 0 0,-2 0 0,-1 0 531,-5 0 0,-2 0 0,-1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3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367 123 8517,'2'-10'3321,"4"4"-2818,-4-3 0,5 5-339,-7-8 1,-1 2 0,-5-3-20,-6 1 0,2 6 0,-3-3 0,-5 1-274,-3 4 1,-4-4 0,3 2-1,-1 3-108,2 1 0,-4 2 0,-1 2 0,1 3-14,0 7 0,2 4 0,5 1 0,1 0 78,-1 1 0,7-1 0,1 3 0,2 1 146,4 2 1,2 1-1,2-7 1,4 1 45,8-1 0,1 1 0,16-1 0,3-1-49,1-5 1,3 3 0,3-6-1,2 1 13,-2 5 1,-2-4 0,-2 1 0,-2 3 83,-4 1 1,-4-1 0,-10 1 0,-3 5 63,-6-1 0,-6 6 1,-6 1-1,-8 1-27,-7 4 1,0-4 0,-8 0 0,-4 0-111,-6 1 0,2-7 1,-6 0-1,4-7-128,5-8 0,-5-6 0,12-6 1,-1-8-469,5-7 0,11 0 0,7-9 1,3 1-576,2 2 1,6-4 1176,-1 8 0,9 0 0,-4 5 0</inkml:trace>
  <inkml:trace contextRef="#ctx0" brushRef="#br0" timeOffset="1">664 629 6290,'10'-2'4234,"-5"-3"-3769,5 3 1,-8-8 0,6 6-223,0-2 0,-5 0 0,9 6-62,2 0 0,-5-7 0,3-3-169,2 0 1,-5 1 0,1 3-1,0-4-132,-1 0 0,-3-3 0,6 5-328,1-2 1,-3 4 55,2-5 0,-6 7 351,5-2 1,-7 6-1,4 4 173,0 2 1,-6 7 0,3-1 0,-3 4 147,-2 1 1,0 6 0,0 1 0,0-1-89,0 2 0,0-5 1,0 3-1,0-2-308,0 2 0,0-3 0,0 3-1740,0-3 1,0-3 1855,0 0 0,0-7 0,0-2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33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88 192 8062,'0'-11'1614,"0"-1"889,0 1-1963,0 1 1,0 23-1,0 15-397,0 1 0,0 8 0,0-4 1,0 7-58,0 5 0,0-6 1,0 2-1,0-5-263,0-1 1,5 0-1,1 0 1,-2-2-464,-2-4 1,4-4 0,0-7-544,-2-1 1,0-7 1182,1-4 0,5-12 0,8-4 0</inkml:trace>
  <inkml:trace contextRef="#ctx0" brushRef="#br0" timeOffset="1">0 140 13126,'24'-6'189,"-1"0"1,8-1-1,-2 1 1,4-4-59,2 0 1,8-5 0,1 3 0,1-1-404,-4 1 0,1-2 0,-3 7 0,-4-1-925,-4 0 0,-10 2 1,3 6 1196,-5 0 0,-9 8 0,-2 2 0</inkml:trace>
  <inkml:trace contextRef="#ctx0" brushRef="#br0" timeOffset="2">105 437 10070,'-8'-2'1334,"8"-2"-930,10-2 0,0 1 0,3 3 0,5-2-475,3-2 0,4 0 1,-1 6-1,3-2-1123,0-4 1,4 2 0,-6-5 1193,2 1 0,3-6 0,4 5 0</inkml:trace>
  <inkml:trace contextRef="#ctx0" brushRef="#br0" timeOffset="3">577 559 8511,'-2'-9'2153,"-4"3"0,4 2-1826,-4-2 1,6 4-1,4-6-253,2 1 0,7 5 0,-1-4 1,4 2-109,1-2 1,2 4 0,3-4 0,1 4-12,-2 2 0,-1 0 0,-3 0 52,1 0 0,-1 2 0,-1 4 51,-5 6 1,-3-3 0,-8 3-1,0 4-39,0 5 0,-6-2 0,-1 5 0,-3-5 13,-4-1 1,1 5 0,-1 0-1,2-2-48,-1-1 1,5-3 0,2 1 8,4-1 0,2-5 0,2-2 1,4-3-79,6-3 1,9-2 0,4-4 0,3-2-533,3-1 1,0-9 0,0 4 0,-2-1 616,2-1 0,2 0 0,2-5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3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155 88 8214,'-2'-16'1031,"-3"4"1,3 3 572,-4 3-1439,4 4 1,2 8-1,0 11-84,0 3 0,0 7 0,0 2 0,0 6-11,0 6 0,0-3 1,0 9-1,0 2-274,0 1 0,0 2 1,2 1-1,2-3-70,2-3 1,1 1 0,-3-7 0,2-4-2162,-2-6 2435,6-6 0,-1-7 0,9-1 0</inkml:trace>
  <inkml:trace contextRef="#ctx0" brushRef="#br0" timeOffset="1">16 175 8474,'0'-10'1117,"7"2"1,5 8 0,4-1-860,1-5 0,8 2 0,6-6 1,6 0-431,4 1 0,8-1 1,-3-4-1,5 3-247,1-3 1,-5 1 0,-1-1-1,-1 4-1540,-6 3 1959,1-7 0,-20 12 0,5-6 0</inkml:trace>
  <inkml:trace contextRef="#ctx0" brushRef="#br0" timeOffset="2">51 542 8380,'-16'-2'1130,"3"-2"846,1-2-1509,8 0 1,-2 6 0,12 0 0,6 0-326,3 0 1,10 0-1,5-2 1,4-2-458,7-1 0,-4-7 0,4 4 1,-2-2 314,1-3 0,-3-3 0,6-1 0</inkml:trace>
  <inkml:trace contextRef="#ctx0" brushRef="#br0" timeOffset="3">470 786 9179,'0'-10'3663,"0"1"-3292,0 3 0,2 4 0,4-6-198,5 0 0,5 5 1,1-9-169,1-2 0,-1 5 1,1-3-255,-1-2 0,-1 5 0,-3-1-266,-1 2 0,-1-3 63,7 5 0,-8 2 0,-5 10 372,-3 5 0,-2 11 0,0 3 0,0 0 87,0 0 1,0 6-1,0-1 1,2 3-86,4 1 1,-4-6 0,4-3 0,-4-2-1309,-2 0 1386,8 1 0,1-7 0,9 1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3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51 7903,'-6'-11'1102,"0"-1"0,-2 8 2130,3-2-2253,3-3-1146,-6 7 1,10-4-824,4 12 1,-2-4-1,5 5 990,-1 1 0,6 2 0,-5 7 0</inkml:trace>
  <inkml:trace contextRef="#ctx0" brushRef="#br0" timeOffset="1">333 156 7964,'7'-17'508,"-5"5"1,4 0 1114,-4-1 1,-2 3-399,0-2 0,2 9 570,4-3-1722,-4 4 1,11 4-864,-7 4 0,6 3 0,-4 7-4577,1-5 5367,-5 5 0,12-6 0,-6 7 0</inkml:trace>
  <inkml:trace contextRef="#ctx0" brushRef="#br0" timeOffset="2">717 121 8838,'0'-17'1137,"0"-1"1,2 3 188,4 3 1,-4 2 0,5 6-762,1-1 0,-4 1-2354,8 10 1789,-1 3 0,7 9 0,-1-1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3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175 298 12496,'-10'2'588,"4"3"1,4 5-1,2 8 1,0-1-429,0 1 0,0 5 0,0 2 1,0 2-232,0 4 0,0 4 1,0 4-1,2 2-262,4-2 1,-2-4 0,6-4 0,-1-6-960,1-6 1,-4 1-1450,5-15 2741,1-6 0,-2-9 0,-2-8 0</inkml:trace>
  <inkml:trace contextRef="#ctx0" brushRef="#br0" timeOffset="1">0 245 12544,'8'-9'492,"3"3"1,5 2-276,1-2 1,9 2-1,3-7 1,4-3-120,2-2 1,2-1-1,1 0 1,5-3-569,2-3 0,-6 3 1,1-1-1,-3 6-1291,-2 3 0,-8 8 1761,-3-2 0,3-3 0,0-1 0</inkml:trace>
  <inkml:trace contextRef="#ctx0" brushRef="#br0" timeOffset="2">122 472 8579,'-17'0'1865,"5"6"-544,1 0-848,7 0 1,-4-4-1,10 2-277,4 1 0,3 1 1,11-6-1,1-2-91,2-3 0,8 3 0,-3-6 0,1 2-781,0 0 0,-2-5 0,4 3 676,-2-2 0,-7-2 0,3-5 0</inkml:trace>
  <inkml:trace contextRef="#ctx0" brushRef="#br0" timeOffset="3">507 664 11876,'17'0'-392,"-5"0"0,-1 0 692,3 0 0,1 2-132,3 4 0,-8 4 0,-5 7-95,-3 1 1,-2-1 0,0 1-1,-2-1-70,-3 1 1,1 3-1,-6-2 1,0-3-88,1 0 0,3-3 0,-4 1 0,2-3-200,4 3 175,-5-6 1,9-1-39,0-7 0,7 0-249,11 0 0,-1 0-152,1 0 439,-1 0 0,-1 8 201,-5 4 0,-3 3 0,-10 1 1,-2-3 52,-1-1 0,-9-6 0,2 4-675,-3-3 1,-3-1 0,1-6-1084,-1 0 1613,1 0 0,0 0 0,-1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34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122 157 8352,'0'-17'3496,"0"7"-3234,-7 3 1,5 16 0,-6 7 0,2 7-159,0 4 0,0 4 0,6 8 1,0 4-346,0 1 1,0-3 0,2 6-1,2-1-260,2-1 1,2 3 0,-4-7 0,3-2-1506,3-2 2006,-6-2 0,12-8 0,-7-2 0</inkml:trace>
  <inkml:trace contextRef="#ctx0" brushRef="#br0" timeOffset="1">0 140 12087,'18'-10'0,"1"4"140,4 5 0,4-5 1,8-2-1,2 0-372,4 0 1,2-5 0,5 3-1,-3-1-710,-3-1 1,-1 2 941,-6-1 0,0-5 0,0 6 0</inkml:trace>
  <inkml:trace contextRef="#ctx0" brushRef="#br0" timeOffset="2">35 559 8278,'-10'-8'3986,"3"5"-3654,7-9 0,1 8 0,5-2-92,6 4 1,5 2 0,7 0-1,3 0-585,0 0 1,6-6 0,-2 1 0,6 1-1774,4 2 2118,-1-6 0,3-2 0,2-7 0</inkml:trace>
  <inkml:trace contextRef="#ctx0" brushRef="#br0" timeOffset="3">646 664 13684,'6'12'0,"0"-1"167,-2 3 1,-2-4 0,-2 3-1,0 5-52,0 3 1,6 2 0,-1-5-1,1-1-136,2 1 1,-6-1 0,6-1 28,-1-5 0,-3-3 0,8-8 0,2 0-130,1 0 0,1-8 0,-3-5 0,-1-7-162,1-3 0,9 0 0,1 5 0,-4 1 18,-5-1 1,2 7 0,-5 1 0,5 2 139,1 4 1,-5 2 0,-1 2 118,3 0 0,-6 8 0,0 4 0,-3 5-253,1 6 0,0-3 0,-6 3 0,0-3-1254,0-3 1514,8 1 0,1 7 0,9 2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351"/>
    </inkml:context>
    <inkml:brush xml:id="br0">
      <inkml:brushProperty name="width" value="0.08571" units="cm"/>
      <inkml:brushProperty name="height" value="0.08571" units="cm"/>
      <inkml:brushProperty name="color" value="#849398"/>
    </inkml:brush>
  </inkml:definitions>
  <inkml:trace contextRef="#ctx0" brushRef="#br0">1118 10985 7064,'12'8'0,"-1"4"0,-7-3 0,4 1-846,0-2 718,-6-2 35,6-6 1,-10 0-1,-4 0 67,-6 0 7,4 0 1,-5 2 22,7 3 0,0-1 8,6 8-12,8-8 0,-6 11 0,6-5 0</inkml:trace>
  <inkml:trace contextRef="#ctx0" brushRef="#br0" timeOffset="1">1188 11108 6680,'10'11'1480,"-3"-1"-836,1-2 0,-4 3 1059,8-5 431,-8 8-1217,3-12 1,-7 7 846,0-3-54,0-4-1262,-7 6 0,-3-14-427,-8 0 1,1-7-1,0 1-28,-1-3 1,6 3 0,1 0 0,-3-1-132,-1-3 0,-3-1 1,1-1-1,-1 1 188,1-1 1,-1 1-1,3-1 1,1-1-35,3-4 0,-1 7 0,-4-5 0,3-1-26,1 3 0,6 0 0,-3 1 1,-1 1-78,0-1 1,6 1-1,-3-1 1,1 1 16,0-1 0,0 1 0,6-3 0,-2-1 158,-4-2 0,4-2 1,-5 3-1,1-3-51,0-2 0,-2 0 1,4-4-1,-3 2-45,-3-2 0,6-1 0,-4 1 0,2 2-38,1-2 0,-1 4 0,6-2 0,-2 0 27,-4 2 1,4-4 0,-4 5 0,4 1-2,2 0 0,0-6 1,0 4-1,0-2 41,0 0 0,0-1 0,0-4 1,0-1 22,0 0 1,0 0 0,0 0 0,0-2 5,0-4 0,0 10 1,0-4-1,0 4 52,0 4 1,2-6 0,2 6 0,2-2-40,-2 0 1,-2 5-1,-2-5 1,0-2-32,0-2 1,0-2-1,0 0 1,0 0-83,0 1 1,0-7 0,0-2 0,0 0 36,0 1 1,0-5-1,0 6 1,0 1 43,0-3 1,0 6-1,0-4 1,2 4 26,4 3 1,-4-1-1,5 0 1,-1 0-52,0 0 0,6 0 0,-7 0 0,1 0 2,2 0 1,-6-6-1,6-1 1,-2-1-9,-1 0 0,1 1 0,-6 1 0,2-4-9,4 1 0,-4-5 1,4 6-1,-4 1 165,-2-1 0,0-9 0,0 3 0,0 1-54,0-3 1,0 6 0,0-1 0,0-1-188,0 3 1,0-1-1,0 6 1,0-3 15,0-3 0,0-2 1,2-3-1,1 1 2,3 3 0,6-1 0,-4-5 0,-1-1 107,1 1 1,4 0 0,-6-3 0,-1-1 120,3-2 1,-6-6-1,4 6 1,-4-1 0,-2-1 0,0 0 1,0-8-1,0 2-77,0 0 1,-6-4 0,0 10 0,0 0-39,-1 0 1,3-4-1,-6 6 1,2 1-44,4 3 1,3 2 0,1-3 0,0-1-3,0-2 0,0 0 0,0 5 1,0 1-28,0-1 0,-6 1 0,0 0 0,0 1-56,-2 5 0,4-5 0,-7 5 0,-3-3 31,-1 3 0,3-3 1,0 8-1,-1 1 84,-3-3 0,-1 6 1,-1-4-1,-1 6 127,-4 6 1,3-4 0,-3 4 0,2-2-137,-3 2 1,5-4 0,-6 4 0,1-4-176,1-2 0,-6 0 1,4 0-1,0 2-142,-1 4 0,-5-4 0,2 6 0,-4 0 52,-2 3 1,6 5 0,2 1 0,2 3 321,3 3 1,-3-1 0,2 7 67,2 2 1,1 2 0,3 0-198,-1-4 0,1 4-187,-1-3 1,7 3-409,-1 2 600,8 0-294,-4 0-56,8 0 1,2 0 568,4 0 0,4 0-136,7 0 1,1 0 0,-1 0 147,1 0 1,-7 0 0,1 0 0,2 0 7,1 0 0,3 0 0,-1 0 1,1 0-79,-1 0 1,0 0 0,1 0-1,1 0-118,5 0 0,-5 0 0,6 0 0,-1 0 38,-1 0 1,0-2 0,-4-2 0,3-4 27,1-2 1,0 5 0,-5-5-1,-1 0 17,1 0 0,-3 5 0,-1-7 1,-2 0 5,1 3 0,3-7 0,1 4-21,1-3 1,-3-3 0,-1 1 0,-3-2-70,3-5 1,-4 3 0,-1-8 0,1 0-84,0 2 0,-6-6 1,3 3-1,-1-1 100,0 2 1,2-4 0,-4 6 0,1-2 30,-1 0 0,4 6 0,0-4 0,0-1-37,-1 1 0,5 4 0,-6-6 0,0-2-24,1-2 1,-5-2 0,6-2 0,-2-2-125,0-2 1,0-1 0,-6 1 0,0-4 156,0 1 1,0-5-1,0 8 1,0 3 90,0 1 0,0-4 0,0 0 0,0 2 110,0 3 1,0 1 0,0 0 0,0 0-156,0 0 0,0 2 0,0 2 0,0 2-248,0-2 1,0-8 0,0-2 0,0 2 47,0 2 1,0 2 0,0-1 0,0-3 25,0-2 0,0 0 0,-2 6 1,-2 0 203,-2 1 1,-2-7-1,4 0 1,-3 2 207,-3 2 0,6 2 1,-2 0-1,2 1-145,-2-1 0,5 2 0,-5 2 0,4 3-145,2 3 1,0-6-1,0 4 1,0-2-228,0 0 1,0 2 0,0-4 0,0 1 23,0-1 0,0-2 1,0-2-1,0 1 144,0-1 1,0 2-1,0 2 1,0 3 180,0 3 0,0-4 1,0 4-1,0-2 55,0-4 0,0 3 1,0 1-1,2 0-278,4 0 0,-3-2 0,7-6 0,0 0-140,0 0 0,-5 0 0,5 0 0,0 0 155,-1 0 1,-3 2-1,4 2 1,-2 4 67,-4 2 1,-2 2 0,-2 5 419,0 1-279,0 7 0,1 2 0,5 8-92,6 0 0,3-2 1,3-2-1,-1-3 43,1-3 0,-1-2 0,3-7 0,1-2-57,2-3 1,1 1 0,-7 4 0,1-3 86,-1-1 0,1 2 0,-3 7-241,-3 2 0,-5 7-2520,-7-7 893,0 8 0,8-4 0,4 8 45,3 0 1,5 0-1,3 0 1704,6 0 0,4 0 0,2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7:22.353"/>
    </inkml:context>
    <inkml:brush xml:id="br0">
      <inkml:brushProperty name="width" value="0.08571" units="cm"/>
      <inkml:brushProperty name="height" value="0.08571" units="cm"/>
      <inkml:brushProperty name="color" value="#849398"/>
    </inkml:brush>
  </inkml:definitions>
  <inkml:trace contextRef="#ctx0" brushRef="#br0">141 4644 9004,'-12'-9'6256,"0"3"-5960,9 4 0,-3 2-149,12 0 0,5 0 1,12 0-1,7 0-60,3 0 1,7 0 0,3 0 0,0 0-189,-1 0 0,5 0 0,-4-2 0,-1-2-519,1-2 1,-4-5 0,-10 3 0,-6 0-1202,-3 0 1,-5-5-644,-3 1 2464,-12 4 0,-18-7 0,-9 5 0</inkml:trace>
  <inkml:trace contextRef="#ctx0" brushRef="#br0" timeOffset="1">351 4714 8318,'0'10'2314,"0"-2"1,0-30-1,0-9-2341,0-9 0,-2-3 0,-2-8 0,-2-3-555,2 0 0,-4-1 0,1 3 1,-1 0-2833,0-1 3414,-6 1 0,5 7 0,-9 2 0</inkml:trace>
  <inkml:trace contextRef="#ctx0" brushRef="#br0" timeOffset="2">543 3911 8318,'-18'0'1464,"7"0"-853,-1 0 0,8-2 1,-4-2-1,3-4-416,-1-1 0,0-3 1,4-6-1,-2-1-79,-2-4 1,0 1 0,4-5-1,-1 2 37,-3 4 0,-2-5 0,4 3 0,-2 2 91,2 1 0,-5 3 1,-1-1-47,0 1 1,-5 7-384,3 4 1,-1 6 0,-1 6-190,2 6 0,8 3 1,-1 3-1,3-1 111,2 1 1,0 5-1,2 0 1,3-1 277,7-3 1,-2-3 0,1-3 0,3-3 397,2-2 1,7 3 0,0-5 0,-2-2 1,-1-2 1,-1-4 0,3-6 0,1-7-622,-2-7 1,-7-11-1,-3 0 1,1-5-857,-2-1 0,-2-4 0,-8 0 1,0 1 1061,0-1 0,-8-5 0,-2 3 0</inkml:trace>
  <inkml:trace contextRef="#ctx0" brushRef="#br0" timeOffset="3">490 2968 8318,'-17'0'657,"5"0"521,1 0 1,-1 0-271,-6 0 1,7 0-636,-1 0 1,6 0 0,-3 2-28,1 3 0,2 5 1,6 8-215,0-1 1,0 1-1,0 1 1,0 2-131,0 3 1,8-1 0,3-6 0,5 1 64,1-1 1,1-1-1,-1-3 1,1-3 2,-1-2 0,1-2 0,-1-6 0,1 0 30,-1 0 0,-5-2 0,-2-4 0,-1-8 1,1-7 1,-6 0-1,2-7 1,-4 1-2,-2 0 1,-8 4-1,-4-4 1,-1 1 102,1 5 0,-4 2 0,5 1 0,-5 3 25,-1 3 1,5-2-1,2 7-975,3-3 173,-7 6 0,14-4 508,0 8 0,2 0 1,10 0 128,1 0 1,3 0 0,-1-2 82,-3-3 0,2-7 1,-9-9-1,-1-5-664,-2-1 0,-2-2 0,0-8 1,0-2-628,0-1 1245,0-1 0,0-2 0,0-1 0</inkml:trace>
  <inkml:trace contextRef="#ctx0" brushRef="#br0" timeOffset="4">141 2426 8318,'-8'-10'325,"4"3"0,-7 5 843,-3-4 0,4 4 601,-1-4-1711,7 4 0,-2 2 0,12 0 10,6 0 0,11 6 1,8 2-1,8 0 39,7-1 0,5 1 0,1-4 1,1 2 178,-1-2 0,-2-2 0,-1-2 1,-4 0-125,-3 0 1,-1-2 0,-8-2-1,-6-4-742,-9-2 0,-3 5 0,-9-7-362,-2-2 0,-4 5 0,-8-1 0,-9 2 942,-11 4 0,-5 2 0,-1 2 0</inkml:trace>
  <inkml:trace contextRef="#ctx0" brushRef="#br0" timeOffset="5">333 2601 14421,'0'-18'-119,"-2"1"1,-2-1 0,-1-1-755,1-4 0,0-6 1,0-10-1,-2-4-2511,2-1 3384,-6 5 0,1-12 0,-9 7 0</inkml:trace>
  <inkml:trace contextRef="#ctx0" brushRef="#br0" timeOffset="6">386 2042 8885,'0'-10'1383,"0"-5"0,1 13-1110,5-4 0,4 4 0,7 2 0,1 0 94,-1 0 0,1 0 1,-1 0-1,3 0-39,3 0 0,-4 0 0,5-2 0,-3-4-83,2-5 1,-9-7 0,1-3 0,-3-4-276,-2-3 0,-6 1 1,0-4-1,-8 2-112,-8-2 1,-5 0 0,-5 2 0,-3 6-146,-2 3 0,-4 3 0,-8 1 0,-2 5 49,2 5 1,8 4-1,4 4 1,2 2-12,4 1 0,3 3 1,7-2-336,5 6 1,6-3 0,7 1 0,9-2-238,5-4 0,10-2 0,-3-4 1,1-6 445,0-10 1,-6-7-1,4-12 1,-2-1 374,-3-3 0,-3-8 0,-1 5 0,-1-9 0</inkml:trace>
  <inkml:trace contextRef="#ctx0" brushRef="#br0" timeOffset="7">368 1238 8318,'10'2'3727,"-4"4"-2419,3-4 1,-5 6-1001,8-8 0,-1 0 0,7 0 1,-1 0-200,1 0 1,-1 0-1,1-2 1,1-2 81,4-2 1,-3-1-1,3 3 1,-3-2-194,-3 2 0,1 2 0,-1 2 0,-2-2 198,-3-4-153,4 4 1,-22-5 0,0 7 0,-10 0-270,-7 0 1,-2 0-1,-6 0 1,2 0 106,-2 0 0,6 0 0,1 0 0,3 0-141,-2 0 0,7 0 1,-5 0-189,-1 0 1,7-8 0,5-4 0,2-3 25,5-3 0,1-1 0,2-5 1,0-5-227,0-4 1,2-2 0,1 0 0,3 1-1362,-2-1 2009,-2 0 0,-2 0 0,0 0 0</inkml:trace>
  <inkml:trace contextRef="#ctx0" brushRef="#br0" timeOffset="8">543 767 8353,'-18'0'831,"3"-2"-185,3-4 0,4 2 1,6-5-1,-1-1-191,-3 0 1,-6 4 0,6-5 0,0-3-296,-1-1 0,3-1 1,-6 2-1,0 3-225,1-3 1,3 1-1,-6-1-68,-1 2 0,3 9 0,-2-3-39,-1 4 1,5 10-1,2 3 1,4 5 118,2 1 1,8 6-1,4 1 1,5-1 119,6 2 1,3-5 0,5 1 0,-2-5-61,2-5 0,-4-5 0,2 4 0,0-3 245,-2-3 0,4-4 1,-7-5-1,-3-9 98,-2-7 1,-9-1 0,-4-9 0,-4-4-1713,-2-4 0,-2-1 1,-2 3-1,-6-2 1362,-5-2 0,-7-7 0,-12 3 0</inkml:trace>
  <inkml:trace contextRef="#ctx0" brushRef="#br0" timeOffset="9">386 138 9324,'0'18'2626,"-6"-7"291,0 1-1246,-8-8-2201,5 11 1,-1-11 406,4 8 1,4-6-316,2 5 1,2 1 425,4 5 0,4-1 0,7-4 301,1-7 0,-1 3 1,0-2-14,1-2 0,-1-4 1,1-6-1,-1-6-221,1-3 1,-1-10-1,1-5 1,-1-3-300,1-1 1,-1 1 0,1 3-1,-1 5 101,1 0 0,-3 11 0,-1-1 0,-3 5 240,3 6 1,-1 6 0,1 10 0,-4 11-26,-3 8 1,5 4-1,-6 0 1,-2 0-601,-2 0 1,-2-6 0,0-2 527,0-2 0,-16-1 0,-3-7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4:08:16.988"/>
    </inkml:context>
    <inkml:brush xml:id="br0">
      <inkml:brushProperty name="width" value="0.08571" units="cm"/>
      <inkml:brushProperty name="height" value="0.08571" units="cm"/>
      <inkml:brushProperty name="color" value="#849398"/>
    </inkml:brush>
  </inkml:definitions>
  <inkml:trace contextRef="#ctx0" brushRef="#br0">53 36 7889,'-9'-12'1392,"1"2"505,0 2-1614,6 3 1,-6 12-1,6 5 1,-1 4-71,-3 1 0,0 0 1,6 3-1,0 3-50,0 6 0,0-2 0,0 3 0,0 1-176,0 2 0,2 2 1,2-1-1,2 1-246,-3 0 1,1-2 0,0-2-1,4-4-480,2-1 0,-4-5 1,3-7 738,-1-3 0,6-7 0,-5 4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0:32.214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0 6178,'8'10'850,"-6"-2"0,8-8-63,-5 0 177,-3 0 319,6 0-223,-8 0 250,0 0-1103,8 0 1,-4 0-99,7 0 1,-5 0 8,6 0 1,0 0-107,5 0 0,-5 0 0,-1 0 71,3 0 1,-4 0 127,1 0 0,1 0-57,5 0 1,-5 2 0,0 2-47,1 2 1,3-1-1,1-5-98,1 0 1,-1 0-1,1 0 1,-1 0-63,1 0 0,-1 0 0,0 0-46,1 0 1,-1 0 0,1 0 37,-1 0 0,1 2 0,-1 2 88,1 2 1,-1 0 0,1-4 0,-1 2 38,1 1 1,5 1 0,0-6-1,-2 0-7,-1 0 1,-3 0-1,1 0 1,-1 0-27,1 0 0,-1 0 0,1 0 0,-1 0-46,1 0 0,-1 0 1,1 0-1,-1 0-34,0 0 0,1 0 0,-1 0 0,1 0 21,-1 0 1,1 0-1,-1 0 1,1 0-1,-1 0 0,1 0 0,-1 0 1,1 0 40,-1 0 0,0 6 0,1 0 0,-1-2 45,1-2 0,-1 0 0,1 2 4,-1 1 0,1 1 1,-1-6-1,1 2 12,-1 4 1,1-4-1,-1 4 1,1-4-13,-1-2 1,6 0-1,2 0 1,1 0-9,-1 0 1,0 0-1,-3 0 1,1 0-57,-2 0 1,6 6 7,2-1 1,-3 3 0,-3-4 0,-4 2-2,-1-2 0,-1-2 0,-1 0 0,-3 1-70,-1 3 0,0 0 0,5-6-571,1 0-1225,-1 0 706,-7 0 0,-4 2 1,-12 2 1151,-6 2 0,-3 7 0,-3-3 0</inkml:trace>
  <inkml:trace contextRef="#ctx0" brushRef="#br0" timeOffset="2284">1869 507 8101,'-8'-10'-107,"4"-3"1,-5 5-98,1-2 1,2-1-107,6-7 0,0 6-29,0 1 0,0-1 264,0-5 1,0-1 0,0 1 93,0-1 0,0 7 1,0-1 278,0-2 1,-6-1 210,0-3 0,1 1 33,5-1 0,0 7 1331,0-1-461,0 8-714,0-3-571,0 7 0,0 1 163,0 5 1,0-2-1,0 8-35,0 1 0,0 3 1,0 1-1,0 3-16,0 3 0,0-2 1,0 9-1,0 1-38,0 2 1,0 2-1,0 1 1,0 3-25,0 2 0,0 6 0,0-5 0,0 1-18,0 0 0,0-3 0,0-3 0,0 2-12,0 2 0,0 0 0,0-7 0,0 1-79,0 0 1,-2 0 0,-2 0-1,-2 0-47,2 0 1,2 0-1,2 0 1,0 2 59,0 3 0,0-1 0,0 6 0,0 0 87,0-1 1,-2-3 0,-2 4 0,-2-3 36,3-3 0,1-8 0,0-2 0,-2 0-46,-2-1 1,0 3 0,6-8 0,0-2-52,0-1 0,0 3 0,0 2 0,-2 2-72,-4 4 0,4 2 0,-3 2 0,3 2 22,2 4 0,-2 3 1,-2 9-1,-4-1-47,-2 1 1,5-1-1,-5-2 1,0-3 104,0-6 1,7-6 0,-3-6 0,4-4-24,2 0 0,-6-5 0,0 3 0,2-4-151,2-1 1,2 1-1,0 3 1,0 3 105,0 2 0,0-4 0,0 6 1,0 4 51,0 6 1,0 6-1,0 7 1,0 1-67,0-1 0,0 0 0,-2-1 0,-1-5 40,-3-5 1,0-6 0,6-4 0,0-2-49,0 2 0,0-5 0,0-3 1,0-2-87,0 2 0,0-3 0,0 5 0,0-2-52,0 1 1,2 7 0,2-2 0,2 6 70,-3 5 1,-1-1-1,-2 8 1,0-1 74,0-1 0,0 6 0,0-5 0,0 3 46,0-3 1,0-3-1,0-8 1,0 0 72,0 0 1,0-8-1,0-2 1,0-2-146,0 1 0,0 7 0,0-2 0,0 4-78,0 2 0,6 0 0,0 0 0,-2 1 67,-2 5 0,4 4 0,-1 7 0,-1 1-10,-2-1 1,-2 0 0,0 1 0,0-3 72,0-3 0,0-5 0,0-7 0,0 0 22,0 0 1,0-6-1,0-1 1,0-3-103,0-4 0,0 4 0,0-1 0,0-1-6,0 2 0,0-4 0,0 9 1,0 1-38,0 2 1,0 7 0,0 5 0,0 4 49,0 5 1,6 4 0,0 0 0,-2 4 45,-2 0 1,-2-1-1,0-9 1,0 0 47,0 1 0,0-7 0,0-1 0,0-2-69,0-5 1,-6-1 0,0-2-1,2 0-129,2 0 1,2-2 0,0-2 0,0 0-48,0 6 0,0 0 0,0 8 0,0 1 22,0 5 1,2 7 0,2 16 0,4 1-35,2-1 1,-7-8 0,5-4 0,-2-4 133,0-7 1,0-7-1,-6-9 1,0-2 84,0-4 0,0 4 0,0-5 0,0 1-8,0 0 0,0-8 0,0 4 0,0 1-77,0 3 0,0-2 0,-2 2 0,-2 2-88,-2 2 1,0 4-1,6 2 1,0 3-126,0 3 0,0 2 1,-2 5-1,-2 0 49,-1 1 0,-1 3 0,6-2 1,0-3-67,0-1 0,0-7 1,2-2-1,2-6 238,1-6 0,1 2 0,-6-6 0,0 0 105,0 0 1,0 5-1,0-7 1,0-2-24,0-1 0,0 5 1,0 2-1,0 2-127,0 0 1,0-6 0,0 7 0,-2 1-16,-4 2 0,4 2 1,-3-1-1,3 1-55,2 0 0,-6 0 1,0 0-1,2-2-10,2-4 1,2 4-1,0-4 1,0 4 36,0 2 1,0-6 0,0-1 0,0-3 121,0-4 1,0 4-1,0-1 1,-2-3 43,-4-2 1,5-1 0,-5-1 0,4 3-7,2 3 1,0-4 0,0 5 0,-2-5-68,-4-1 0,4 1 0,-4 2 1,4 5-11,2 1 0,0 0 0,0 4 0,0-2 11,0 2 1,0 0-1,0 0 1,0-4-31,0-1 0,0 5 1,0-2-1,0 2 55,0-2 0,0 2 1,0-8-1,2 0 4,4 3 1,-4-7-1,4 4 1,-4-3 83,-2-3 1,0 1 0,0-1-23,0 1 0,0-7 1,0 1-42,0 2 0,-2 1 0,-2 3-18,-2-1 1,0-3 0,6 3-11,0 8 0,0-1 1,0-1-1,-2-4 6,-3-1 0,3 1 0,-4 2 0,4 3 9,2-3 0,-6-2 0,0-1 1,2-1-5,2 1 1,2-6 0,-2-1 0,-1 3 2,-3 1 1,0 3 0,6-1 0,0 1-218,0-1 0,0-3 0,0 1 165,0 5 1,2 1-1,2-4 1,2 1 81,-3-1 1,-1 7 0,-2-1-12,0-2 0,0-1 0,0-3 0,2 1-13,4-1 0,-4 1-32,4-1 56,-4 0 1,-2-5-15,0 0 1,0-6-93,0 5 1,0-5 0,0 6-17,0 1 0,0-3 160,0 2 0,0-1-79,0 7 1,0-7 0,-2-1-25,-4-2 1,4 5-1,-4-1-128,4 4 0,2 1 1,0 1 46,0-1 0,0-5 0,0-1-185,0 3 0,0-4-568,0 1 1,2-7-189,4 2 1,-2-4-1,6-4 1049,-2-4 0,5-11 0,-3-11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0:35.883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18 70 10398,'-10'-2'2151,"5"-3"-1822,3 3 1,9-6 0,5 8-162,4 0 0,1 0 0,2 0 0,3 0-119,1 0 0,6 0 0,-6 0 0,1 0 7,1 0 0,2 0 0,6-2 1,-2-2-8,-2-2 0,0 0 0,6 6 0,-2 0 152,-4 0 0,2 0 1,-5 0-1,-1-2 84,0-3 0,4 3 0,-5-4 0,-1 4-72,2 2 0,-6-2 1,7-2-1,-3-2-177,0 2 0,1 2 1,-7 2-1,0 0-31,1 0 1,-6 0 0,-1 0 30,3 0 1,-5 0 0,3 0 106,2 0 1,-5 6-45,3 0 1,-2 2-1,3-4 1,-1 2-65,2-3 0,-5-1 1,3-2-1,1 2 61,3 4 0,1-4 0,1 4 0,-1-4 14,1-2 0,-1 0 1,1 0-1,-1 0-51,1 0 0,-1 0 0,1 0 0,-1 0-86,1 0 0,-1 0 0,1 0 0,-1 0-2,0 0 1,1 0 0,-1 0-1,1 0-272,-1 0 0,-5 0 1,0 0 35,1 0 1,-3 0-334,2 0 0,-7 0-3685,7 0 176,-8 0 4107,4 0 0,-1-8 0,3-2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9:00:42.483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121 36 12634 237930 40871,'-17'-10'-277'0'0,"-3"-4"1872"0"0,-3 8-404 0 0,11 1-337 0 0,-19 5-244 0 0,27 0 1 0 0,-9 2 0 0 0,22 1-298 0 0,15 3 0 0 0,-3 6 0 0 0,16-6 0 0 0,0-2 9 0 0,2-2 1 0 0,11 3-1 0 0,2 1 1 0 0,11-2-75 0 0,5-2 0 0 0,9-2 1 0 0,7 0-1 0 0,7 0-351 0 0,8 0 1 0 0,-45 0 0 0 0,0 0 0 0 0,3 0 0 0 0,-1 0 0 0 0,-1 0 0 0 0,1 0-557 0 0,-3 0 0 0 0,0 0 0 0 0,46 0 0 0 0,-21-2 1 0 0,-12-2-1561 0 0,-12-2 1 0 0,-21 3 2218 0 0,-4 8 0 0 0,-31 5 0 0 0,-9 8 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9:00:43.096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1 123 12634 237930 40871,'25'-10'1882'0'0,"4"-3"1"0"0,12 5 0 0 0,5 0-1253 0 0,5 0 1 0 0,17-5 0 0 0,8 1-1 0 0,9-2-418 0 0,8 3 1 0 0,4-3-1 0 0,-46 11 1 0 0,1 0 0 0 0,-2 1-1 0 0,1 1-702 0 0,48-1 1 0 0,-8 2 0 0 0,0 0 0 0 0,-9 0-1944 0 0,-12 0 0 0 0,-8 7 2433 0 0,-10 5 0 0 0,-7 4 0 0 0,-3 1 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9:00:43.730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18 12634 237930 40871,'35'0'2737'0'0,"8"0"0"0"0,8 1 0 0 0,11 3-2293 0 0,13 2 0 0 0,24 0 0 0 0,-43-5 0 0 0,1-2 0 0 0,6 0 0 0 0,2 0-338 0 0,7-2 1 0 0,1 0 0 0 0,-1 2 0 0 0,0-2 0 0 0,5-1 0 0 0,-1-1 0 0 0,-3 0 0 0 0,-2 2-819 0 0,-5 1 1 0 0,0 0 0 0 0,-4 1 0 0 0,0 0 0 0 0,-4 2 0 0 0,-1 0 711 0 0,-5 1 0 0 0,0 2 0 0 0,45 6 0 0 0,-9 7 0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9:00:44.613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18 12634 237930 40871,'28'-8'847'0'0,"-1"6"1"0"0,-4-4 0 0 0,6 4 111 0 0,4 2 0 0 0,18 0 1 0 0,7 0-1 0 0,12 2-680 0 0,11 4 0 0 0,8-4 0 0 0,-36 1 0 0 0,1 0 1 0 0,0-2-1 0 0,1 0-358 0 0,0-1 0 0 0,0 0 1 0 0,4 0-1 0 0,-1 0 0 0 0,-2 0 1 0 0,0 0-1 0 0,1 0 0 0 0,-1 0-1046 0 0,1 0 1 0 0,-2 0 0 0 0,39 0 1124 0 0,-19 0 0 0 0,-11 8 0 0 0,-11 1 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0:49.49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87 18 6663,'-9'-8'-123,"1"6"863,0-6 477,6 8-743,-13 0 1,11 0-7,-8 0 1,6 0 135,-5 0 781,7 0-994,-4 0 1,10 0 0,4 0 0,7 0-57,9 0 1,-1 0 0,8 0-1,2 0-110,2 0 0,2 0 1,0 0-1,2 0-167,4 0 1,-2 6 0,7 2 0,1 0-95,-3-1 1,5 1 0,-8-4-1,-1 2 42,3-2 0,-6 4 0,4-3 0,-3-1 113,3-2 0,-4-2 0,4 0 1,-4 0 107,-2 0 1,0 0-1,0 0 1,-1 0-76,1 0 0,-7-2 0,-3-2 0,-2-1-79,0 1 1,1 2 0,-7 2 0,1 0-154,-1 0 0,-5 0 0,-1 0 1,3 0-57,1 0 1,3 0-9,-1 0 98,1 0 549,-9 0 313,-1 0-642,-8 0-265,8 0 1,4 0 0,9 0-1,2 0-75,-1 0 1,3-2-1,0-2 1,2-2 51,4 2 1,-4 2 0,1 2 0,-1 0-178,0 0 1,-6 0-572,3 0-614,-5 0 1,-11 0-990,-8 0 2465,-8 0 0,-2 0 0,3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9:01:37.910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0 12039 223174 56141,'0'0'-2134'0'25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1:49.7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86 140 7915,'-10'-11'1073,"3"1"-191,-1 2 48,6 3-671,-6 5 0,8 1 1,0 5-1,0 6 8,0 3 0,0 5 0,0 1 1,0 4-79,0 3 1,0 3 0,0 9-1,0 7-169,0 3 1,0 5 0,0 3 0,0 4-281,0 0 1,0-2 0,0-11-1,0-8-377,0-12 0,0-18 191,0-11 0,0-13 0,0-13 1,0-1-1905,0-4 2350,0-2 0,8-2 0,2 0 0</inkml:trace>
  <inkml:trace contextRef="#ctx0" brushRef="#br0" timeOffset="647">34 140 7915,'-8'-9'1380,"6"-7"0,-8 8 251,5-3-1265,3 3 0,-4 10 0,10 4-77,1 5 0,7-1 1,-4 2-1,0 1-62,-1 3 0,5 1 0,-4 1 0,2-1 2,3 1 0,1 1 1,-1 3-1,1 3-124,5 2 0,-1 2 0,7 8 0,-2 2-32,1 1 0,7 1 0,-2-6 0,2 0-131,-2 0 1,4-8 0,-6-4-1,0-3 38,-4-3 1,-9-7 430,-2-4 540,-8-4-653,3-10-909,-7-2-26,0 1 437,0 1 219,0 8 0,2 0 223,4 0 151,-4 0-370,6 0 0,-2-8 0,-1-4-16,-1-3 0,-2-3 0,-2-1 1,2-2-15,4-3 1,-4-7 0,4 2 0,-4-4-126,-2-2 1,2-7 0,2-5 0,1-1-102,-1 1 0,-2-2 0,0 9 0,2 3-281,2 6 0,0 6 0,-6 7 0,0 1-1574,0-1 0,2 8-882,3 5 2970,-3 3 0,14 9 0,-6 3 0</inkml:trace>
  <inkml:trace contextRef="#ctx0" brushRef="#br0" timeOffset="1049">907 88 7915,'0'-17'1005,"0"-1"619,0 1-568,0 7-756,0 2 1,0 10 0,0 4 0,-2 6-55,-4 3 1,2 10-1,-5 4 1,-1 4-57,0 2 1,-1 8-1,-7 4 1,1 3-71,-1 2 1,1 1 0,-1-1 0,1 1-246,-1-1 0,3-7 0,3-7 0,6-6-1408,4-9 467,2-4 1,8-19 0,4-9 643,3-11 0,-3-3 0,-2 5 0,-3 1-674,-3-1 1096,6-7 0,0 6 0,7-6 0</inkml:trace>
  <inkml:trace contextRef="#ctx0" brushRef="#br0" timeOffset="1316">837 175 7915,'0'-17'703,"0"-1"0,0 1-309,0 0 1,0 5 7,0 0 1,2 8-1,4 0-167,6 8 1,3 6 0,1 8-1,-3 1 7,-1 4 1,-1 4-1,7 8 1,-1 0 49,1 0 0,-7 6 1,1 0-1,2-1-127,1 3 1,3-6 0,-1 6-1,1-3-320,-1 1 0,1-6 1,-1-8-1,0-2-1135,1-3 1,-1-3-2792,1-1 4081,-8-9 0,-10-9 0,-10-9 0</inkml:trace>
  <inkml:trace contextRef="#ctx0" brushRef="#br0" timeOffset="1498">767 629 7930,'-6'-17'1143,"1"0"1,1 1-1,8 2 1,5 5-536,7 1 0,-1-4 1,14 5-1,3-1-759,1 0 0,1 2 1,1 6-1,2 0-3684,4 0 3835,-4 0 0,21 0 0,-4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2:05.441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243 105 7516,'-9'-8'2477,"1"4"-1386,8-7-407,-8 7-224,6-4 0,-6 16 0,10 5-91,4 9 1,-4-3-1,4 6 1,-4 1-143,-2 3 0,6 6 0,-1 3 0,-1 3-194,-2-2 1,0 4 0,2-3 0,2-3-638,-2-6 1,-2 0 0,-2-7 0,0-3-3576,0-2 4179,7-1 0,3-16 0,8-4 0</inkml:trace>
  <inkml:trace contextRef="#ctx0" brushRef="#br0" timeOffset="384">16 53 10349,'2'-12'892,"4"2"0,6 2-571,3 5 0,12-1 0,6 0 0,8-2-209,4 2 0,9 2 1,10 2-1,2 0-227,-2 0 0,2 10 1,-10 5-1,-5 9-82,-9 3 0,-12 4 0,-9 10 0,-8 5 31,-7 5 0,-13 1 0,-11 0 1,-11 1-41,-10-1 0,-6-1 0,-7-5 0,0-7 144,-1-8 0,7-6 0,-1-5 0,-1-1-96,-3-1 0,1-5 0,3-13 0,6 0-231,5 0 1,8-6 0,7-1 0,7-3-662,9-4 1,7-3 1049,9-6 0,9 3 0,15-5 0</inkml:trace>
  <inkml:trace contextRef="#ctx0" brushRef="#br0" timeOffset="767">1169 210 8126,'0'-18'1746,"0"1"1,-2 1-1252,-4 5 0,2 5 1,-6 12-1,1 7-327,-1 9 1,-2-1-1,-5 10 1,-1 4-47,1 4 1,0 1-1,-1-3 1,1 2-169,-1 2 0,1 0 0,1-6 0,3-3-471,1-2 1,6-5 0,-4-8-2502,3 1 477,1-9 2541,14-24 0,1-6 0,9-22 0</inkml:trace>
  <inkml:trace contextRef="#ctx0" brushRef="#br0" timeOffset="999">1081 192 8169,'0'-17'718,"0"-1"357,0 1 0,2 7-790,4 4 1,4 12 0,7 8 0,-1 7-347,-4 8 1,3 4 0,-3 2 0,3 0-102,3 0 1,-7 0 0,1 0 0,0 0-119,-3 0 0,7 0 0,-6-2 0,-1-2-194,-3-2 0,4-8 0,1 0-1415,5-7 1889,-6-6 0,5-16 0,-5-2 0</inkml:trace>
  <inkml:trace contextRef="#ctx0" brushRef="#br0" timeOffset="1215">959 507 8298,'0'-12'1449,"0"0"0,14 8 0,5-1 0,6 3-1462,7 2 1,2-6 0,5 0 0,4 2-499,2 2 1,-5 2-1,5-2 1,-2-2 510,-5-1 0,-1-9 0,-2 4 0</inkml:trace>
  <inkml:trace contextRef="#ctx0" brushRef="#br0" timeOffset="1501">1640 245 8132,'0'-10'932,"0"-6"1,0 16 0,0 0 0,0 10-636,0 6 1,0 7-1,0 4 1,0 4 66,0 6 0,0 4 0,0-2 0,0 3-132,0 3 0,0-4 0,0 1 0,0-3-270,0-6 1,0-8 0,2 1-1726,4-7 671,-4-5 1,6-24 1091,-8-8 0,0-7 0,0-10 0</inkml:trace>
  <inkml:trace contextRef="#ctx0" brushRef="#br0" timeOffset="2019">1570 280 8132,'0'-18'445,"0"1"0,0-1 428,0 1 1,2-1 0,4 1-605,6-1 0,3 7 0,5 1 0,1 2-211,2 4 0,9-3 0,-3 1 0,4 2-22,2 2 0,-2 2 0,-2 0 0,-4 2-282,-2 4 0,-4-2 0,-7 7 1,-4 3 74,-3 1 0,-1 3 0,-8 1 0,-4 3 342,-5 1 1,-5 2 0,-3-4 0,-4 3-62,-7-3 1,3-2 0,-2-1 0,0-1-92,2 1 1,-4-1 0,8 1 0,1-3-187,3-3 0,7-4 0,1-6-11,-3 3 1,8-3 243,6 4 0,6-6 1,8-4 133,-3-2 0,1 1 0,5 5 45,1 0 0,-1 0-262,1 0 0,-1 0-142,1 0 0,-7 5 1,-1 3-41,-2 2 1,5-6-1,-3 4 87,0-1 1,-1-3-1,-5 8 99,2 1 0,6-3 0,-4 2 0,1 1 20,5 3 1,-5-1 0,3-1 0,0-2-23,-3 1 0,7 3 1,-4-1-1,3-1-145,3-2 1,1-3 0,2 5 0,3-5-514,-3-1 0,-2 0 1,-1-4-1,-1 2 673,1-2 0,-1-2 0,1-2 0</inkml:trace>
  <inkml:trace contextRef="#ctx0" brushRef="#br0" timeOffset="2665">2356 297 8331,'0'-10'2144,"-2"3"1,-1 8-1802,-3 5 1,0 4 0,6 7-1,0 3-86,0 3 1,0-1-1,0 7 1,0 2-83,0 2 1,0-2-1,2 0 1,2 2-175,2-2 0,5-2 0,-3 2 0,2-4-272,3-2 0,1-1 0,-1-7 1,1 1-3,5-1 0,-1-7 1,5-4-1,-3-5 147,-3-1 0,6-1 0,1-5 0,-3-6 99,-2-3 0,-1-5 1,-3-3-1,-1-6 93,-2-4 0,-9-2 1,5 2-1,-2 2-106,0 2 0,0 2 0,-6-3 0,0 7-36,0 4 0,-8 3-47,-4 5 0,-1 5 1,1 12 303,6 5 1,4 12 0,2 5 0,0 1 80,0 0 1,8-2 0,4 4 0,5-4 100,6-2 1,-1 1-1,7-5 1,4 0-77,6-5 0,-2-1 1,5-7-1,-1 0-194,0 0 0,-1-2 1,-7-8-1,-3-4-559,-7-6 0,-4-3 1,-1-5-1,-3-1 137,-3-2 1,-4-8 0,-8 1 0,0-3 92,0-1 0,-2-1 0,-4 0 0,-6 0 207,-3 0 1,-1 0 0,3 0 0,1 2-275,-2 4 1,1 4 0,-1 9-874,3 4 0,-1 5 398,-6 7 0,9 13 0,3 5 778,4 1 0,-6 8 0,-1 0 0</inkml:trace>
  <inkml:trace contextRef="#ctx0" brushRef="#br0" timeOffset="2967">3526 367 8847,'8'-10'1498,"-6"-5"1,6 15 0,-8 0-1207,0 9 0,0 9 1,0 3-1,0 4-120,0 3 0,0 1 0,0 6 0,0 0-126,0-1 1,0 1 0,0-2 0,0-2-749,0-1 0,0-3 0,2 2 0,2-6-1157,2-4 0,1-3 1859,-1-4 0,4-5 0,7-7 0</inkml:trace>
  <inkml:trace contextRef="#ctx0" brushRef="#br0" timeOffset="3700">4173 419 8201,'-2'-15'1185,"-4"3"0,2 4 0,-6 10-1006,3 4 0,-1 4 0,4 7 1,-2 3-17,2 3 0,-4-2 0,3 8 0,1 2 44,2 2 0,2-3 1,0-1-1,0 0-76,0-2 1,0 0 0,0-6 0,0 3-30,0-3 1,2-9 0,2-5-129,1 1 1,3-6-1,-4 2 1,2-8-314,-2-7 0,4-5 0,-3-3 1,-1-3-88,-2-1 1,-2-8 0,0 2 0,0-2 200,0 2 0,-6-2 0,1 5 1,-1 1 29,-2 0 0,6 2 0,-4 5 0,4 1 317,2-1 711,0 1-556,0-1 0,6 16 1,2 8-1,0 8-64,-1 3 1,7 7 0,-4 1 0,1 0-78,1 0 0,0 6 0,5-2 0,2 2-149,5-1 0,-5 1 0,6-8 1,1 0-34,3 2 1,4-5-1,0 1 1,-2-5 35,-2-5 1,-8-7 0,2 2 0,-3-4 8,-3-2 1,-1-8-1,-3-5 1,-3-7 22,-2-3 1,4-8 0,-7 2 0,-1-4 48,-2-2 1,-2 0 0,0 0-1,0 0-32,0 0 1,0 0-1,-2 0 1,-2 0-85,-1 0 1,-1 2 0,6 4-855,0 6-182,0 4 1,0 11 86,0 8 0,0 8 0,0 9 994,0 1 0,0-1 0,0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2:11.442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0 1 8122,'6'11'481,"0"1"1,2-8-264,-3 2 0,-1-4 0,8-2 0,2 0 27,1 0 0,3 0 0,-1 0 0,2 0 87,5 0 0,5 0 0,10 0 0,3 0-75,3 0 1,2 0 0,9 2 0,4 2-24,4 1 1,14 1-1,-7-6 1,7 0 56,5 0 0,11 0 0,3 0 0,0 0-17,-4 0 1,2 0 0,0 0 0,0 0-139,0 0 0,-9 0 1,-13 2-1,-5 4-219,-4 6 0,-2 3 0,4 1 1,-2-3-27,2-1 1,2-1 0,4 7 0,2-1 2,1 1 0,7-8 0,-6-3 0,-3-1 127,-1 0 0,4 0 0,-1-6 0,-1 0 264,-2 0 1,0 0-1,2 0 1,1 0-159,-1 0 0,-2-6 0,-2 0 0,-1 2-194,1 2 1,0 2 0,0 0 0,0 0-75,0 0 1,-6-5 0,2-1-1,2 2 179,0 2 0,3 2 1,-12 0-1,-1 0 175,2 0 0,-2 0 1,2 0-1,-7 0-158,-3 0 1,-7 0 0,0 0-1,-3 0 1,1 0 0,-6 0 0,-6 0 0,0-2-123,-2-4 1,-1 4-1,-9-4 1,1 4-158,-1 2 0,-5 2 0,-1 2-612,3 2 0,-4 6 0,-1-5-3498,-1 3 4334,6-6 0,-12 4 0,5-8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2:16.005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262 176 8096,'0'-12'2380,"0"0"-1408,0 1 0,0-1-742,0 0 0,0 10 0,0 2 0,0 12 69,0 9 1,0 7 0,0 6 0,0 3-34,0 4 0,0 4 0,0 9 1,0 2-197,0 3 1,0 5 0,0-6-1,0-2-287,0-2 0,0-9 1,0-6-1,0-6-520,0-4 1,0-14-1,2 1-81,4-6 1,-2-12-1,5-12 1,1-5-626,0-5 1,-6-7 1442,2 2 0,-4-4 0,-2-2 0</inkml:trace>
  <inkml:trace contextRef="#ctx0" brushRef="#br0" timeOffset="283">18 141 8136,'9'-2'206,"-1"-2"311,0-2 1,-4-2-1,7 4 1,3-2 9,1 3 0,3 1 0,1 2 0,7 0-152,9 0 1,1-2 0,13-2-1,5-2-285,8 2 1,6-4 0,2 1 0,2-3-749,4-4 0,-5 5 0,3-1 0,-10 0-3207,-11 1 3865,-9 5 0,-9-4 0,0 8 0</inkml:trace>
  <inkml:trace contextRef="#ctx0" brushRef="#br0" timeOffset="566">0 560 13294,'23'0'743,"5"0"0,5-2-811,9-4 1,7-2 0,5-5-1,2 3-981,3 2 1,1-3 0,-4 5 0,2 0 1048,-1-2 0,-3-2 0,-2-7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2:18.574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1 367 8428,'9'0'-12,"-1"0"1,-6 0 1387,4 0 1,-2 0-898,7 0 1,1 0 0,5 0 0,1 0-286,-1 0 1,9 0-1,3 0 1,6 0-178,5 0 1,3-6 0,6-1-1,-3-1-556,3 0 0,-7 0 0,-1 5 0,-6-3-686,-6 2 0,2 2 1,-8 0 1224,-1-4 0,-3-4 0,-1-7 0</inkml:trace>
  <inkml:trace contextRef="#ctx0" brushRef="#br0" timeOffset="383">175 524 8428,'-17'0'1124,"-1"0"624,1 0-1248,7 0-108,2 0 1,22 0 0,5 0-143,7 0 0,3 0 0,6 0 0,1 0-385,5 0 0,-2-2 1,6-1-1,-1-3-572,1 2 1,-6 2 0,3 2 0,-1 0-2105,0 0 2811,0 0 0,-6 8 0,-1 1 0</inkml:trace>
  <inkml:trace contextRef="#ctx0" brushRef="#br0" timeOffset="917">629 140 8460,'0'-9'3965,"0"1"-3517,0 8 0,6 2 1,2 4-317,2 5 0,7-1 1,8 0-1,2-1-46,4 1 0,4 2 0,6 5 0,6-1-109,3-5 1,3 5 0,-1-5 0,0 5-162,1 1 0,-9 1 0,-5-1 0,-8-1-159,-8-5 0,-9 3 0,-4-6 231,-2 2 0,-10-5 1,-12 5-1,-5 0 160,-5-1 0,-7-3 0,2 6 1,-2 2 185,2 1 1,-6 3 0,2 1 0,-8 2-190,-3 3 1,3 7 0,-6-2-1,-1 4-112,-3 2 1,1-2-1,3-4 1,9-6-380,7-4 0,7-7 1,11-2-317,1-2 0,10-10 0,2-10 762,10-4 0,13-9 0,4-2 0</inkml:trace>
  <inkml:trace contextRef="#ctx0" brushRef="#br0" timeOffset="1400">2061 53 8983,'-17'-10'2232,"7"2"0,2 10-1916,8 4 0,0 4 1,0 9-1,2 3-17,4 1 1,-2 8-1,8-2 1,-1 4-101,-1 2 1,4 6 0,-7 1 0,1 3-199,0 4 1,0-1 0,-4-1 0,1-7-407,-1-3 0,-2-2 0,0-2 1,2-4-301,2-5 1,0-5-1,-6-2-3030,0 1 2459,0-8 0,0-5 1276,0-10 0,0-5 0,0-8 0</inkml:trace>
  <inkml:trace contextRef="#ctx0" brushRef="#br0" timeOffset="1648">1660 158 8304,'0'-18'529,"-6"7"442,0-1 0,-2 2-602,2-1 1,6 3 0,0 8 0,10 0-90,6 0 0,9 0 1,4 0-1,6 0-67,6 0 1,5-6 0,10 0 0,5 2-367,1 2 1,2 0-1,4-1 1,0-3-744,1 2 1,-3-4-1,10 2 1,-6 2 895,-6 2 0,4-13 0,-6-4 0</inkml:trace>
  <inkml:trace contextRef="#ctx0" brushRef="#br0" timeOffset="2150">2900 507 8401,'5'-12'1419,"1"1"1,0 5-869,-6-6 0,0 6 1,0-5-198,0-3 1,0 4-405,0-1 1,-2 1 0,-4-3-11,-5 1 0,-11 8 1,-1-2-1,0 4-59,-2 2 1,3 2-1,-7 4 1,-2 6 14,-2 3 1,0 8 0,2 3 0,4 1 184,2 4 0,7-4 0,8 0 0,3 0 93,3 1 1,4-9 0,8 0 0,7-7-31,6-4 1,10-2-1,-1-6 1,3 0-16,1 0 1,-6-2 0,-3-4-134,0-6 0,-5-1 0,1-1 0,-6 4-355,-3 3 0,-8-7 253,2 2 0,-4 3-683,-2-3 1,0 10 535,0 2 1,2 6-1,1 7 292,3-1 1,10-2 0,-1 3-1,9-3-97,3-2 1,4 4 0,8-5 0,3 1-404,3 0 0,-6 0 0,2-5 0,-5 3-1602,-1-2 2063,0-2 0,0-2 0,0 0 0</inkml:trace>
  <inkml:trace contextRef="#ctx0" brushRef="#br0" timeOffset="2583">3703 437 8432,'0'-17'196,"0"-1"1,0 1 0,-2 1 0,-2 3-113,-2 1 1,-1 2-1,3-3 1,-4 3 195,-2 2 1,4-3-1,-5 3-312,-3-2 0,-1 6 0,-3-2 0,1 4 41,-1 2 1,1 2-1,-1 2 1,-1 4 77,-4 2 1,3 1 0,-3 7 0,4-1 173,1 1 1,6-1 0,3 1-43,1-1 1,4-5 0,10-1-1,6 1-54,3-2 0,8 5 0,3-5 0,1 2-339,4-1 1,-4-5 0,2 6 0,0 1 81,-2 3 0,-1 1 1,-9 1-1,0-3 36,1-3 1,-8 4-1,-5-5 1,-3 5 84,-2 1 0,-7-1 0,-5-3 1,-5-3-72,-7-2 0,-3-2 0,-8-6 0,0 0-234,0 0 1,-3 0-1,1 0 1,6 0-180,3 0 1,5 0 0,6 0-557,-1 0 0,10-6 1011,8 0 0,8 0 0,10 6 0,-1 0 0</inkml:trace>
  <inkml:trace contextRef="#ctx0" brushRef="#br0" timeOffset="3033">4122 420 8314,'0'-18'417,"0"1"1,0-1 1070,0 1-332,0-1-779,0 9 0,0 3 1,0 12 49,0 5 1,0 7-1,0 3 1,-2 4-50,-4 2 0,4 3 0,-3 5 1,3-3-177,2-2 1,0 3 0,0-4 0,0 2-188,0-2 0,0-4 1,0-7-1,0-1-242,0 0 1,0-5 0,2-2 11,3-2 0,-1-5 0,6-8 50,-2-7 0,-1 2 0,-3-1 178,2-3 0,0-1 0,-6-3-162,0 1 0,6 5 0,2 2 0,1 1-101,5-1 1,1-2 0,3-5 0,1-1 35,5 1 1,-3-1 0,8-1 0,2-2 2,2-3 0,2-5 0,0 4 0,0 0-329,0 0 1,-8 1 0,-4 7 0,-3 1-1635,-3 5 2174,-7-5 0,-18 14 0,-11-6 0</inkml:trace>
  <inkml:trace contextRef="#ctx0" brushRef="#br0" timeOffset="3281">4244 682 8128,'-9'7'2501,"1"-3"-2155,8 8 1,2-6 0,4 3-1,5-1-194,5-4 0,7 4 0,0 0 1,1-1-342,1 1 0,-4 0 0,6-4 0,1 2-853,-1-3 0,0-1 0,4-2 0,-4 0 1042,-2 0 0,6 0 0,-3 0 0</inkml:trace>
  <inkml:trace contextRef="#ctx0" brushRef="#br0" timeOffset="3717">5118 490 8304,'0'-18'-92,"0"1"901,0-1 0,1 1 0,3-1-217,2 1 1,0 5-1,-6 0 198,0-1-919,0 5 0,-8 0 1,-3 8 53,-5 0 0,4 2 0,1 2 0,-3 4-11,-1 2 0,-3-5 1,1 7-1,-1 2 164,1 1 0,5-3 0,2-1 0,1 1 213,-1-2 0,6 5 0,-2-3-127,4 4 0,2 1 0,0 0 1,2 1-72,4-1 0,-2 1 0,8-1 0,1 1-92,3-1 0,-1 1 0,-1-1 1,-2 1 3,1-1 1,3 1-1,1-3 1,1-1-80,-1-3 1,1 1 0,-3 5-224,-3 1 1,-5-1 239,-7 1 1,-3-7 0,-7-1 0,-10-2-146,-5-4 1,0 0 0,-6 0 0,-2 1-400,2-1 1,0-2-1,-2 0 1,2 2-1093,2 2 1693,15 0 0,-9-6 0,13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2:24.857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455 88 8304,'9'0'2325,"-1"-8"-1619,0-1 1,-6-9-588,4 1 0,-12 7 1,-6 2-103,-3 0 1,-5 7-1,-1-5 1,-2 4-95,1 2 1,-5 0 0,0 0 0,-2 2-56,0 4 0,0-3 1,-6 9-1,2 2 64,4 1 0,3 5 1,9 1-1,1 2 90,5-1 1,-3-3 0,8 0 0,3 3 22,1 1 0,11 0 0,9-5 0,9-1 53,6 1 0,2-1 0,2 3 0,1 1 11,3 2 0,0 2 0,-6-3 0,-2 1 40,-4-2 0,2 1 0,-8-1 0,-1 4-74,-3 2 0,-9-3 1,-4 3-1,-6-2-29,-6-4 0,-6 5 1,-11-3-1,-4-2-130,0-1 0,-8-5 1,2-1-1,-6-4-25,0-3 0,2-1 1,2-8-1,0-4-205,0-5 0,-3-11 0,3-3 0,7-2-999,7-4 1,11-2 0,5-2 1312,3 0 0,2 0 0,0 0 0</inkml:trace>
  <inkml:trace contextRef="#ctx0" brushRef="#br0" timeOffset="933">1031 507 9018,'8'-17'761,"-4"7"0,7 4 0,5 2-315,5-1 1,6 3-1,10-4 1,4 4-228,6 2 0,9-6 1,4 0-1,0 2-553,0 2 0,4 2 0,-4-2 0,1-1-589,-1-3 0,-8 0 0,-7 6 0,-4 0 923,-8 0 0,1 0 0,-6 0 0</inkml:trace>
  <inkml:trace contextRef="#ctx0" brushRef="#br0" timeOffset="1199">1293 682 8377,'10'0'4243,"-3"-2"-3624,-7-4 1,8 4 0,4-4-1,5 4-566,7 2 1,3-2 0,8-1 0,2-3-1024,3 2 1,5 2-1,7 2 1,1 0-1339,-1 0 2308,-7 0 0,5 0 0,-5 0 0</inkml:trace>
  <inkml:trace contextRef="#ctx0" brushRef="#br0" timeOffset="1600">1869 193 9405,'-9'0'1396,"1"0"1,10 0 0,4 0 0,7 0-1289,9 0 0,-1 0 0,8 0 1,2 2-182,2 4 1,2-2 0,0 7-1,0 3-164,0 1 1,-2 5 0,-4 3-1,-6 4 86,-3 0 1,-5 12 0,-3-4 0,-10 4 100,-12 4 1,-4-5 0,-15 9-1,-2 1-13,-2 3 0,-4-7 0,0-1 0,1-2-195,3 0 0,4-3 0,1-8 1,11-7-1153,9-4 0,6-7 1410,2 0 0,16-16 0,3 2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2:54.771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472 280 8102,'0'-11'2447,"0"-1"-1744,0 0 0,0 4-354,0 8 0,0 14 0,0 13 0,0 4-31,0 6 0,0 4 0,0 0 0,0 3-186,0 1 0,0 5 1,0-5-1,0 2-296,0-1 0,0-7 1,0 2-1,0-6-985,0-6 1,0-4 0,2-8-830,4 1 1,-4-10 1977,4-8 0,-4-8 0,-2-10 0</inkml:trace>
  <inkml:trace contextRef="#ctx0" brushRef="#br0" timeOffset="331">1 315 8510,'0'-17'205,"0"-1"1,0 1 557,0-1 1,0 7 0,2-1 0,3-2-387,7-1 1,11-1 0,8 3-1,6 1-124,4-1 1,15 3 0,3-2 0,7 1-321,3 1 0,-1 2 1,-2 8-1,-4 0-63,-1 0 1,-11 8 0,-11 5 0,-8 7-273,-8 3 1,-5 8 0,-7-2 0,-5 4 155,-4 2 1,-6 0 0,-6-2-1,-9 0 13,-6 2 0,-6-12 1,-8 8-1,-4-5 12,-1-3 0,-3-2 0,-5-7 0,1-5 6,5-1 1,-5-2 0,7-6 0,-1 0-90,4 0 0,12 0 0,8-2 6,7-4 1,8-1 0,12-5 297,6 6 0,19-4 0,6 1 0</inkml:trace>
  <inkml:trace contextRef="#ctx0" brushRef="#br0" timeOffset="816">996 717 8402,'12'-2'567,"-1"-4"0,-1 2 1,4-6 250,-3 3 1,-5-5-1,4 4-526,-2-1 1,-3-3 0,-5-6-1,0 1-149,0 0 0,-7 5 0,-5 0 1,-5-1-65,-7-3 0,-3 6 0,-8 3 1,0 1-261,0 0 0,4 0 0,0 8 1,-2 4-41,2 6 0,8 5 0,0 4 0,3 5 248,3 1 0,7 2 0,4 4 0,6-2 36,6-2 1,4-6 0,9 5-1,5-3 91,5-4 0,6-9 1,3-6-1,3-4-65,-2-2 1,-2 0-1,-4 0 1,-2-2-39,-2-4 1,-8-4 0,3-7 0,-7-1 126,-5 1 0,-5-1 1,-7 1 1022,0-1-1279,0 9 1,-2-5 0,-1 10-297,-3 6 0,0 6 1,6 9-1,0 1 176,0-1 0,8 1 1,5-1-1,7 1-261,3-1 1,8 1 0,-4-1 0,2-2-143,0-3 0,1-4 0,3-8 0,-2 0-1311,-2 0 1912,-8 0 0,4-16 0,-7-3 0</inkml:trace>
  <inkml:trace contextRef="#ctx0" brushRef="#br0" timeOffset="1199">1433 647 8768,'0'-18'1282,"0"1"1,2 7 0,2 6-1015,1 8 0,1 6 1,-6 7-1,2 1-61,4-1 0,-4 7 0,4-1 0,-4 0-45,-2 2 1,2-5 0,2 3 0,1-3 67,-1-3 1,-2-5 0,-2-1 507,0 3-637,0-6 0,0-8 0,0-12 0,0-5-239,0-7 0,6 5 0,0-6 0,-2 1-35,-2 1 0,-2-2 0,0 4 0,0-3 7,0 3 1,5 1-1,3 3 1,2 1-145,4 5 0,-5-3 0,5 6 0,3 1-273,5-1 0,7 2 0,-4 6 0,2 0-290,4 0 0,2 2 1,2 2-1,0 2 873,0-2 0,8-2 0,1-2 0</inkml:trace>
  <inkml:trace contextRef="#ctx0" brushRef="#br0" timeOffset="1499">2166 88 8402,'6'-17'227,"0"-1"1,0 7 628,-6-1 1,-2 10 0,-2 4 0,-4 11-397,-2 9 1,5 15 0,-5 0-1,2 5-108,4 7 0,-3 9 0,1 4 0,2 2-85,2 0 0,2 0 0,0 4 0,2-4-366,4-6 0,3-5 0,9-9 0,-1-7-516,1-6 0,-1-11 0,1-3-908,-1-9 1,-7-8-1,-4-6 1523,-4-6 0,-10-11 0,-2-4 0</inkml:trace>
  <inkml:trace contextRef="#ctx0" brushRef="#br0" timeOffset="1681">1887 629 8402,'0'-17'1973,"2"5"0,6 1-1158,9-3 0,2 4 0,11-1 0,1-1-563,2 2 0,3-5 0,3 5 0,4-1-867,2-1 1,-7 8 0,3-2 0,-4 4-292,-2 2 1,-6 0 905,0 0 0,0 0 0,6 0 0</inkml:trace>
  <inkml:trace contextRef="#ctx0" brushRef="#br0" timeOffset="1932">2428 560 8402,'8'-10'2246,"-6"4"0,6 12-1843,-1 6 0,-5 9 1,4 4-1,-4 0-315,-2 1 0,6 3 1,0-4-1,-2 0-440,-2 0 0,-2-1 0,0-7 0,2-1-3970,3-5 4322,-3 5 0,6-14 0,-8 6 0</inkml:trace>
  <inkml:trace contextRef="#ctx0" brushRef="#br0" timeOffset="2097">2481 315 8402,'-12'-6'2037,"0"0"0,8-1-990,-1 1 1,3 2-4777,2-8 3729,0 8 0,7 4 0,3 10 0</inkml:trace>
  <inkml:trace contextRef="#ctx0" brushRef="#br0" timeOffset="2417">2970 699 8402,'0'-17'92,"0"5"1,2 1 0,1-3 393,3-2 0,0 5 0,-6-1 0,0-1 164,0-3 1,0-1 0,0-1-500,0 1 0,-2 1 1,-4 3-1,-5 3-158,-5 2 0,-1 2 1,-1 6-1,1 2-196,-1 4 1,-5 4-1,0 7 1,1 3 299,3 3 0,7 6 0,1 10 0,-1 2 132,2-3 0,3-1 0,7-2 0,2 0-56,3 0 0,5-2 0,8-6 1,1-7-294,4-7 1,4-9 0,10 2 0,2-4-565,2-2 0,-2-6 0,-8-4 0,-4-3-1071,-2-7 0,-2-7 1755,-5 4 0,-1-8 0,1 4 0</inkml:trace>
  <inkml:trace contextRef="#ctx0" brushRef="#br0" timeOffset="2665">3284 560 8402,'0'-18'184,"0"7"0,0-1 2571,0-2-2455,0 7 1,-2 7 0,-2 11 0,-2 7 85,2 5 1,-3 4-1,1 8 1,2 0-418,2 0 1,2 6 0,0-3 0,0-3-399,0-4 1,0-9 0,2 1 0,4-4-507,5-1 1,5-8-1,1-5-1543,1-3 2478,-8-2 0,13-15 0,-4-5 0</inkml:trace>
  <inkml:trace contextRef="#ctx0" brushRef="#br0" timeOffset="2831">3319 245 8402,'-10'-8'1358,"-3"5"0,7-9-943,2-2 1,-4 5 461,2-3-2796,1 0 0,5 10 1919,0 8 0,7 16 0,3 5 0</inkml:trace>
  <inkml:trace contextRef="#ctx0" brushRef="#br0" timeOffset="3352">3668 629 8402,'0'-17'2183,"0"0"-1431,0 7 0,0 10 0,0 13 0,0 9-293,0 7 1,-6 6 0,1 6 0,1 5-216,2 5 1,2 9-1,0 4 1,0 2-81,0-2 1,0 2 0,0-8 0,0-4-124,0-5 0,0-14 0,0-12-433,0-4 1,0-11 301,0-8 0,0-8 1,0-11-1,0-4-484,0-6 0,0 1 1,0-1-1,0-4 77,0-5 0,0-5 1,0-6-1,0 3 282,0-3 0,0 5 0,0-3 0,0-1 212,0-3 1,7 6 0,5 5 0,4 3 63,1 2 0,3 8 1,1 3-1,4 5 154,2 2 0,2 7 1,6 2-1,0 2-39,0 1 0,-2 1 0,-4 9 0,-5 7-302,-5 4 0,-4 7 0,-3 2 0,-6 0-35,-4 1 1,-4 3 0,-4-4 0,-7 0 98,-9 0 1,1-1 0,-8-7 0,0 1-160,1-1 0,-5-1 1,4-5-1,-2-5-140,2-4 0,-2-2 0,8 0 1,2 0-167,1 0 1,5-2 0,3-4 526,6-5 0,-4-13 0,1-3 0</inkml:trace>
  <inkml:trace contextRef="#ctx0" brushRef="#br0" timeOffset="3871">4472 682 8402,'1'-12'416,"3"1"1,2-3-59,-2-2 1,-2 5 0,-2-1-58,0-1 1,6-3 0,0-1 303,-2-1 0,-3 7 0,-1-1-360,0-2 1,-7 7-1,-5 1-202,-3 4 1,-3 2-1,1 0 1,-3 2 25,-3 4 1,4 3-1,-5 9 1,5 1-5,1 4 1,1-1 0,-1 7 0,1 0 12,0-2 0,7 4 0,2-6 1,2 1-75,0-1 0,1-2 1,5-5-1,2-1-31,3 1 1,5-9 0,8-3 0,1-4-121,4-2 0,-3-2 0,3-4 0,-2-5-95,3-5 0,-5-1 0,4-1 0,-5-1 194,-7-5 1,3 5-1,-6-4 1,-1 3 113,1 3 0,-2-1 481,-6 1-675,0 7 1,0 4-1,-2 12 1,-2 6 94,-2 3 0,1 9 1,5-1-1,0-2-80,0-1 1,0-9 0,1 1 0,3 2-228,2 1 0,14-3 0,-3-3 0,4-1-461,5-4 0,-5-2 0,6-2 0,0-2-860,0-4 1661,-5-3 0,11-9 0,-6 1 0</inkml:trace>
  <inkml:trace contextRef="#ctx0" brushRef="#br0" timeOffset="4283">4838 577 8402,'0'-17'1513,"-6"-1"1441,1 1-2754,-1 7 1,6 4 1,0 12 0,0 4 0,0 9 0,0 2-91,0 3 1,0 5-1,0-4 1,0 2-47,0 4 0,0-4 0,0 1 0,0-3-135,0-4 0,2-1 0,4-3 0,5 1 35,5-1 1,-5-7 0,3-5 0,3-3-101,5-2 0,1-2 1,-5-3-1,-1-9-264,0-7 1,-1-1 0,-2-5 0,-3 0 104,3 0 0,-6 4 0,-1-5 0,-1 3 101,0 4 0,0 1 1,-6 3 137,0 0 148,0 7 1,0 10 0,0 11 0,0 5 155,0 1 0,0 7 1,0-1-1,2-2-151,4-1 1,3-3 0,9 1 0,1-1-291,4 1 1,5-3 0,7-1-1,-1-5-672,1-1 0,0-2 1,0-6-1,-2-2-84,-4-4 0,2-5 948,-7-13 0,7-3 0,-4-8 0</inkml:trace>
  <inkml:trace contextRef="#ctx0" brushRef="#br0" timeOffset="4565">5624 71 8402,'0'-18'117,"-6"1"1,-1 1 560,-3 5 0,4 3-192,-6 8 1,7 8 0,-5 5 0,0 8-254,1 9 0,5 4 1,-4 9-1,2 8-78,0 5 1,-5 4 0,5-4 0,0 3-22,-2-3 1,6-2 0,-4-3 0,4-3-31,2-1 0,0-9 1,0 1-1,0-8-575,0-7 0,8-7 1,2-3-1,2-5-1269,-1-1 1,1-2-1084,5-6 2823,-7 0 0,6-16 0,-7-3 0</inkml:trace>
  <inkml:trace contextRef="#ctx0" brushRef="#br0" timeOffset="4747">5240 437 10067,'12'-2'878,"-1"-1"1,3-3-863,1 2 0,11 2 0,3 0 0,4-2-599,2-2 1,1-2 0,3 5-1,4-3 583,2 2 0,9-6 0,8 1 0</inkml:trace>
  <inkml:trace contextRef="#ctx0" brushRef="#br0" timeOffset="5116">6026 490 8111,'12'-6'0,"-3"-2"0,1 0 483,0 1 0,-6-7 1,3 4 874,1 1 0,-6-7-41,4 4-1189,-4 5 0,-10-7 0,-4 8-223,-3 2 0,-3 3 1,1 2-103,-1 5 1,1 2-1,1 6 1,3-5 157,1-1 0,6 6 0,-3-3 0,1 5 186,4 1 1,2 3 0,2 1-52,0 2 1,8 1-1,3-7 1,5 2-32,1 5 0,7-5 1,1 6-1,0-1-50,0-1 0,-1 6 0,-9-6 0,-3-1-36,-6-3 0,-4 1 0,-4-1 0,-4 0 42,-6-3 0,-11-5 0,-6 1 1,-6-4-272,-6 0 0,6-6 0,-2 3 0,8-3-2021,4-2 2271,2-7 0,-2-3 0,-3-8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3:20.85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122 84 7953,'-2'12'946,"-3"-1"388,3-7-969,-6 4 0,8-16 1,0-4 25,0-3 1,0-3 270,0 1 0,0 5-115,0 1 0,0 5-324,0-6 0,-2 8 1,-2 0 102,-2 8 1,0 12 0,4 9-1,-1 4-96,-3 8 1,0 6-1,4 11 1,-2 4-151,-2 6 0,0-3 0,6-3 0,0-4-61,0-2 0,0-9 0,0-8 0,0-10-179,0-5 218,0-11 0,0-3 1,0-12-313,0-5 1,0-5-955,0-1 859,0 7 0,0 4 0,-2 12 214,-3 6 0,1 3 0,-6 3 138,2-1 1,1-1 0,3-3 309,-2-1 1,0-6 771,6 5-665,0-7 0,0 2-268,0-12 1,6 2-551,0-7-510,0 7 454,1-4 609,-5 8 0,8 0 119,-4 0 1,-2 0-185,7 0 0,1-6 0,5 0-177,1 3 1,-1 1 0,3 2-1,1 0-248,2 0 0,14-6 0,0-2 0,6 0-326,5 1 1,5-7 0,3 4 0,4-1-1085,2-1 0,-11 8 1745,1-2 0,-11 4 0,1 2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3:43.566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751 36 7945,'12'10'-1802,"-1"-5"1906,3-3 1,-6 0 0,0 2 834,-1 2 1,-3 0 970,8-6-133,-1 0-328,-1 0-952,-2 0-407,-8 0 1,-2 0 0,-4 0-76,-6 0 1,-5 0 0,-6 0-1,-6-2-147,-4-4 1,-10 4-1,-4-4 1,-3 4-24,-2 2 0,-3-5 1,-1-1-1,-2 2 109,1 2 0,11 2 0,5 0 1,4 0-48,2 0 0,2 0 0,4 0-134,6 0 0,9 0 198,3 0 0,5 0 283,-6 0 1,6-2-124,-5-4 0,7 2 209,-2-7-255,4 7 104,2-4 37,0 8 3528,0 0-4008,0 8 1,0-4-1,0 7 205,0 3 0,2 3 0,2 5 0,2 3 43,-2 2 1,-2 2-1,-2 6 1,0 0-15,0 0 0,0 0 0,0 2 0,0 0-262,0-3 0,5 5 1,3-12-1,0 3-443,0-1 1,3-8 0,-3 2 0,0-3-542,0-3 0,-3-5 0,-5-1 1266,0 3 0,-7-6 0,-3 0 0</inkml:trace>
  <inkml:trace contextRef="#ctx0" brushRef="#br0" timeOffset="599">227 1014 6259,'8'10'1534,"-6"-1"0,6-5-11,-1 2 1,-3 0-841,8-6 0,-6 0-540,5 0 1,-5 0-1,6-2-76,1-4 1,-3 2 0,0-7-141,-2-3 1,-3-2-1,-5-1 1,0-1-131,0 1 1,0-6 0,-2-3 0,-3 1-66,-7 0 0,-5 0 1,-5 3-1,-3-1 200,-2 2 1,0 3 0,-4 5-1,3 3 147,3 2 1,0 3 0,4 5 0,-3 1 45,3 5 1,9 4 0,7 7 0,3 3 78,2 3 1,0-3-1,0 3 1,2-2 37,3 2 1,5-3 0,8 3-166,-1-3 0,0-3 0,1-1 0,-1-5 9,1-5 0,-1 2-155,1-2 0,-7-1-503,1-5 1,-10 0 450,-2 0 0,-8 0 0,-9 0 0,-1 0 71,1 0 0,-1 8 0,3 4 0,1 3-67,3 3 1,1 1 0,-2 3 0,6 3-271,5 2 0,1 2 1,0 4-1,1-2-446,5-2 0,6 0 1,9 6-1,3 0 833,-3 0 0,6-8 0,-8-2 0,7-7 0</inkml:trace>
  <inkml:trace contextRef="#ctx0" brushRef="#br0" timeOffset="1121">751 1538 8765,'16'-2'612,"-5"-4"1,-1 4-443,-4-4 1,-4 2 0,2 1 59,-8-3 1,-6 0 0,-9 6 0,-5 0 28,-5 0 0,-4 0 0,-2 0 1,0 0 126,0 0 1,-7 0-1,-3 2 1,-1 2-16,-1 2 0,8 1 0,-3-3 1,1 2-215,0-2 1,6 4-1,8-3 1,2 1-321,3 2 0,5-4-70,5 8 0,4-7 1,10 5-1,4-2-49,6-4 0,3 3 0,3 1 0,-1 0-21,1 0 1,5 0 0,0-5 0,-1 5-14,-3 2 1,-1 2-1,-1 5 1,1-2 169,-1-3 1,-2 9 0,-1-3-1,-4 3 126,-2 5 1,3-1 0,-5 6 0,-2-2-82,-2 2 1,-2 0 0,-2 0 0,-4-4 108,-6-2 1,-5-3 0,-4-11 0,-5-5 124,-1-4 1,0-2-1,-4 0 1,4-2 207,2-4 1,-4-9 0,5-10 0,3-2-232,1-5 1,5 5-1,1-2 1,5-4-210,1-6 1,2 3 0,6-3 0,0 6-212,0 4 1,6 7 0,2-1-1,1 6-885,5 5 0,-4-2 1195,1 8 0,1 1 0,5 5 0</inkml:trace>
  <inkml:trace contextRef="#ctx0" brushRef="#br0" timeOffset="1535">192 2254 9431,'18'0'1613,"-9"0"0,-1 2-1550,-8 4 0,2 1 0,2 7 0,2-2-66,-2 1 1,-2 3 0,-2 1 0,2 1 13,3-1 1,-1 1 0,6-1 0,0 0-17,-1 1 1,1-1 0,4 1 0,-5-1-32,-1 1 0,4-7 1,-4-1-213,1-2 1,-3-2-74,6-6 0,-8-8 0,1-6 0,-5-7 155,-5-8 1,-7 2 0,-9-2 0,-3 0 240,3 1 1,0 1 0,-1 6 0,-1 0-139,2 5 1,1 0 0,3 11 0,-1 1 179,1 2 0,-1 4 1,3 4-1,1 7 660,3 9 1,7 11 0,-2 9 0,4 3-892,2 3 1,2 1-1,2-1 1,4-3-1012,1-2 1,1-3 0,4-3 1124,-3 4 0,9-4 0,7 6 0</inkml:trace>
  <inkml:trace contextRef="#ctx0" brushRef="#br0" timeOffset="1884">769 3092 8013,'9'-8'1205,"7"6"1,-12-11-710,7 7 0,-7-2-311,2 2 0,-6 4 127,-6-3 1,-9 3 0,-9 2 0,1 0-107,-2 0 1,-8 0 0,-10 0 0,-1 0 380,-5 0 1,-7 2 0,-4 2 0,-2 3-351,-4 3 0,5-4 0,5 5 0,8 3-407,7 2 1,10-5 0,4 1-837,1 1 1,11 3 138,9 1 1,12-7 0,6-4-1,3-4-367,3-2 0,-7 0 1,1 0 1233,1 0 0,3 0 0,1 0 0</inkml:trace>
  <inkml:trace contextRef="#ctx0" brushRef="#br0" timeOffset="2335">384 3721 7989,'18'0'54,"-1"0"0,-5 0 1360,0 0 1,-1 0-670,7 0 0,-7-2-450,1-4 1,-2-4 0,1-7-180,-5-1 1,-4-5-1,-2 0 1,-2 2-232,-4 1 1,-3 3 0,-9 1 0,1 3 43,-1 1 0,7 6 0,-1-4 0,-2 3 184,-1 3 1,-3 2 0,1 2 0,-1 0 28,1 0 1,0 8 0,-1 3 0,1 5 107,-1 1 0,-1 1 0,-3-1 0,-1 1-45,2-1 1,1 1-1,3-1 1,-1 0-219,1 1 1,-1-1 0,1 1-187,0-1-2,-1 1 1,3-10 0,3-8 0,6-10-101,4-6 1,2-9-1,2-4 1,2-4-245,2-2 0,2-2 0,-5-2 0,5 1-588,2 5 0,-6 0 1133,2 9 0,3-7 0,1 4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4:11.93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33 7886,'0'-17'1601,"0"7"0,0 4-1156,0 12 1,0 4-1,0 9 1,0 4-224,0 7 1,0 2 0,0 5 0,0 4-91,0 6 1,0 1 0,0 1 0,0-3-324,0 3 1,0-5 0,0 1 0,0-2-649,0-4 0,0-10 0,0-6 0,2-4-435,3-1 0,-1-8 0,6-7 1274,-2-6 0,5-15 0,-3-9 0</inkml:trace>
  <inkml:trace contextRef="#ctx0" brushRef="#br0" timeOffset="281">332 68 8125,'0'-17'1491,"-2"7"-985,-3 4 0,3 6 1,-4 6-1,4 8-334,2 7 1,0 8 0,0 10-1,0 3-104,0 3 1,0 2-1,0 5 1,0 0-170,0 1 0,0-3 0,0-3 0,0-6-1189,0-5 0,0-3 329,0-3 1,8-13 0,1-13 960,1-8 0,-2-13 0,-8-11 0</inkml:trace>
  <inkml:trace contextRef="#ctx0" brushRef="#br0" timeOffset="448">36 522 8000,'9'-17'2270,"-3"-1"-1455,-4 1 0,-2 5 1,2 0-1,4-1-312,5-3 1,5 5 0,5-1-1,6 0-1214,8 3 1,12-5 0,0 8 710,3 2 0,10-5 0,2-1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4:10.89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71 175 7861,'0'-17'1015,"0"7"1,0 4 0,0 12 0,0 6-532,0 3 1,0 10 0,0 5-1,0 4-404,0 7 0,0-2 1,0 8-1,0-1-14,0-1 0,0 5 0,0-5 0,0-1-658,0-3 1,0-6-1,0-4-1079,0-2 0,2-15 723,3-2 0,-3-22 0,4-10 948,-4-5 0,-2-4 0,0-6 0</inkml:trace>
  <inkml:trace contextRef="#ctx0" brushRef="#br0" timeOffset="286">1 193 7861,'0'-12'1011,"0"0"1,0 1 0,0-7-561,0 1 0,8 1 1,3 3-1,7 1-310,5-2 0,-2-1 0,8-1 1,4 3-130,6 1 1,-2 8 0,4-2 0,-6 5-128,-6 1 1,2 0 0,-8 1 0,-1 5-26,-3 6 1,-4 3-1,-3 5 1,-6 1 154,-4 2 0,-10 9 0,-5-3 0,-7 6-65,-3 5 1,-8-3-1,4 4 1,-2-4-252,-1-2 1,1-2 0,-6-4 0,0-6-596,1-3 0,6-11 0,5-3 896,4-4 0,1-18 0,1-3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4:09.83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51 7856,'0'-9'2253,"0"3"-1807,0 12 1,0 5-1,0 11 1,0 3-272,0 2 1,0 2 0,0 6 0,0 0-182,0 0 0,0 0 1,0 2-1,0 0-295,0-2 0,6 3 1,-1-10-1,-1-1-2690,-2-4 2991,6-4 0,2-9 0,7-2 0</inkml:trace>
  <inkml:trace contextRef="#ctx0" brushRef="#br0" timeOffset="300">402 34 7861,'-2'-16'865,"-3"5"1,3 5 0,-4 12-580,4 5 0,2 7 0,0 5 0,0 6-226,0 4 0,0 4 0,0 2 1,0 4 8,0 1 0,2-5 0,2 2 1,4-4-504,1-2 1,-5 0 0,4-2 0,-2-4-1110,0-6 1,-1-9 1542,-5-3 0,0-15 0,0 2 0</inkml:trace>
  <inkml:trace contextRef="#ctx0" brushRef="#br0" timeOffset="482">1 418 8032,'11'-15'0,"1"1"353,2 2 0,1 7 1,5-5-1,1 2 286,2 4 0,8-4 1,-2 3-1,6 1-687,6 2 0,-2 4 0,5 2 1,-1 1-1547,-4-1 1594,6 6 0,-1-8 0,9 6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4:08.66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1 162 7909,'0'-18'2953,"0"1"-2558,0 7 0,0 4 1,0 12-1,0 8-153,0 7 1,2 0-1,2 10 1,1 4-109,-1 4 0,-2 10 1,-2-5-1,0 1-259,0-4 1,0 1-1,0-1 1,0-2-742,0-2 0,0-10 1,0-4-1558,0-3 2423,0-11 0,8-1 0,2-8 0</inkml:trace>
  <inkml:trace contextRef="#ctx0" brushRef="#br0" timeOffset="267">298 57 7909,'0'-18'164,"0"7"502,0-1 1,6 4-395,-1 2 1,1 5 0,-6 16 0,0 6-300,0 5 0,0 3 1,0 8-1,0 1-25,0 3 1,0 8-1,0-5 1,0 3 9,0-1 0,0-1 1,0 2-1,0-7-136,0-3 1,2-4 0,2-2 0,2-4-1293,-2-1 1470,5-3 0,1-13 0,8-3 0</inkml:trace>
  <inkml:trace contextRef="#ctx0" brushRef="#br0" timeOffset="466">18 406 7909,'0'-12'974,"0"1"0,0-1-305,0-5 0,4 7 1,6 2-1,9 2-484,7 1 1,3-3 0,7 4-1,5-2-979,6 2 0,3-3 794,3 1 0,-1-8 0,0 4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4:07.63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140 123 8669,'-10'-10'1302,"-3"4"0,7 14-1131,2 9 1,2 9 0,2 11 0,0 3-64,0 7 1,0 5-1,0 5 1,0 1-203,0-2 1,0-4-1,0-5 1,0-6-406,0-4 0,0-4-24,0-4 1,2-12 0,2-13 0,2-10-395,-2-11 1,-2-3 916,-2-9 0,0 0 0,0-6 0</inkml:trace>
  <inkml:trace contextRef="#ctx0" brushRef="#br0" timeOffset="349">70 105 7909,'16'-8'341,"-5"-3"1,5 1 0,-4-1 0,3-1 87,3 2 1,1 0 0,4 7 0,6-3-229,4 2 0,2-4 0,0 2 0,0 2-193,0 2 1,0 4 0,-2 2 0,-4 4 50,-6 2 1,-3 1 0,-5 7 0,-3-1-178,-6 1 1,-4 5-1,-6 0 1,-6 1-47,-7 1 1,-12-4-1,-1 6 1,-2-1-6,-3-5 0,-6-2 1,-2-1-1,-1-3-24,-5-3 0,6 2 1,3-7-1,3 1-852,2 0 1,6-2 1044,0-6 0,15 7 0,-2 3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4:21.413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105 120 8103,'0'-11'1543,"0"-1"181,0 8-1263,0-11 1,0 11 459,0-8-364,0 8-177,0-3 1,0 8-1,0 5-156,0 6 1,0 0-1,0 5 1,-2 6 50,-3 3 1,1 12 0,-6-1-1,0 8-55,1 9 0,-1 1 0,-4 7 0,5 0-121,1 0 0,0-6 1,4 2-1,-2-5-186,3-7 1,1-9-1,2-10-307,0-1 224,0-11 0,0-9 463,0-12-351,0-4 1,0-1-857,0-1 720,0 8 111,0-4 590,0 8-242,7 8 0,-3-6-225,8 4 1,0-4 0,5-2-1,0 0 2,1 0 1,7-6-1,4 0 1,4 2 39,2 2 1,0 0 0,0-1-1,0-5-173,0-2 0,0 6 0,0-4 0,-2 3-876,-4-1 0,-2-6 1,-6 6-1331,3 2 1,-1 3 2296,-6 1 0,-7-8 0,-2-2 0</inkml:trace>
  <inkml:trace contextRef="#ctx0" brushRef="#br0" timeOffset="783">1206 365 8123,'-10'-2'2147,"4"-4"-983,-4 4-731,9-6 1,-5 8 0,12 0 0,5 0-82,5 0 1,1 6 0,3 0-1,3-2-351,6-2 1,4-2 0,2 0 0,0 0-271,0 0 0,0 0 0,0 0 1,-1 0-673,1 0 1,0 0 0,-2 0 0,-2 0 940,-2 0 0,-7-8 0,3-2 0</inkml:trace>
  <inkml:trace contextRef="#ctx0" brushRef="#br0" timeOffset="1083">1188 662 13775,'20'0'0,"1"0"15,2 0 0,8 0 1,-2-2-1,6-2-510,6-2 0,-4 0 1,6 6-1,-3 0-1982,1 0 2477,0 0 0,2-7 0,1-3 0</inkml:trace>
  <inkml:trace contextRef="#ctx0" brushRef="#br0" timeOffset="1639">1537 103 7742,'0'-10'-1560,"0"2"1560,0 8 0,-7 0-110,5 0 115,-6 0 1,0 0 0,-1 0 0</inkml:trace>
  <inkml:trace contextRef="#ctx0" brushRef="#br0" timeOffset="2332">1433 51 8157,'0'-12'718,"-2"2"633,-4 2 1,4 1 17,-4 1-980,4 4 0,2-4 620,0 12-762,0 4 1,6 1 0,2-1 0,2-2-109,3-4 1,-3 3-1,3-1 1,5 0-91,3 2 1,2-6 0,-3 5 0,1-1-151,3 0 1,5 6-1,-6-5 1,0 1-63,2 0 0,-5 6 0,3-5 0,-2 3 57,3 0 0,-11-3 0,5 5 0,-5-2 158,-3 1 0,4-3 0,-7 1 35,3 3 0,-6 2-38,2 1 1,-4-5-1,-2-1-37,0 3 1,0-4-124,0 1 1,0-5 140,0 6 0,-2-1 1,-4 7-1,-6-1 34,-3 1 0,-3-1 0,1 3 0,-1 3-23,1 6 0,0 4 1,1 2-1,2 0-37,3 0 1,-1 0 0,-5 0 0,1 0-292,5-1 1,-3-4 0,6-3 0,0-2-356,1-4 1,-1-3-1,4-5 642,-2-1 0,-7-8 0,3 4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4:25.397"/>
    </inkml:context>
    <inkml:brush xml:id="br0">
      <inkml:brushProperty name="width" value="0.22857" units="cm"/>
      <inkml:brushProperty name="height" value="0.22857" units="cm"/>
      <inkml:brushProperty name="color" value="#00A0D7"/>
    </inkml:brush>
    <inkml:brush xml:id="br1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70 253 11009,'8'-18'-477,"-6"7"0,4-1 636,-4-2 0,0 1 1,2-1 781,1 3 0,1-1 989,-6-6-1536,0 9 1,0 3 0,0 14 12,0 9 1,0 8-1,0 12 1,0 4-342,0 6 0,-6 3 0,1 2 0,-1 1-191,-2-1 1,4 6 0,-5-1 0,1-5-688,4-3 1,2-16 0,2 2-607,0-2 0,2-16 1,4-5 1459,5-8 0,-3-20 0,0-3 0</inkml:trace>
  <inkml:trace contextRef="#ctx0" brushRef="#br1" timeOffset="314">1 165 8576,'9'-17'160,"-1"-1"1,0 1-68,3 0 1,5 5-1,1 2 1,3 1 585,3-1 0,6 4 1,12-4-1,4 3-625,-1 3 1,5 2-1,-9 2 1,-1 0-368,-2 0 1,-2 2-1,-2 3 1,-4 7 90,-6 4 1,-11 1 0,-6 2-1,-4 5 251,-2 5 1,-8-2 0,-4 2-1,-5 2 76,-6 2 0,1 2 0,-7-2 0,0-2-134,2-2 1,-6-5 0,2 3 0,-6-2-113,-4-4 0,6-1 0,6-5 0,0-3-614,2-6 0,2 1 0,9-3 755,5-6 0,3-5 0,8-11 0</inkml:trace>
  <inkml:trace contextRef="#ctx0" brushRef="#br1" timeOffset="816">944 602 8524,'-2'-12'274,"-2"1"1,-4-3 358,-2-1 1,4-3 0,-3 1-311,1-1 0,-6 1 0,5-1-218,-1 1 0,-5 7 0,3 4 0,-4 4-99,-1 2 1,5 0 0,-1 0 0,-5 4 48,-3 8 0,-2 1 0,5 17 1,-1 1 101,-5 2 1,7 2 0,-2-1 0,5 1-35,0 0 1,7-8 0,1-3 0,4-5-148,2-1 1,8-3-1,5-3 1,9-6-37,7-4 0,4-4 0,2-4 0,-1-6-145,1-3 0,0-3 1,-2-1-1,-4-3 70,-5-1 1,1 0-1,-4 3 1,-3-1 169,-5-2 0,-9 5 0,2 7 50,-4-3 1,-4 6-1,-4 3-141,-5 3 0,-5 15 1,1 5-1,1 3-4,2 4 1,8 0 0,-1 5 0,3-5-168,2 0 0,0-6 1,2 3-1,5-7-188,11-3 1,1-2 0,10 1 0,0-5-402,-1-4 1,5-4 0,-4-4 815,4-5 0,-6-13 0,-2-3 0</inkml:trace>
  <inkml:trace contextRef="#ctx0" brushRef="#br1" timeOffset="1116">1537 43 8524,'10'-17'415,"-2"5"-24,-8 0 1,0 10 0,0 2 0,0 12-50,0 9 1,-2 7-1,-2 8 1,-4 5 7,-1 6 0,3 3 0,-6 3 1,0-1-38,3 0 1,-7 5 0,7-3 0,-1-3-199,4-1 1,-2-7-1,2-5 1,3-7-623,1-7 1,4-7-1,3-5-436,7-6 1,-2-4 0,-1-4-1,-1-4 943,-4-6 0,6-3 0,-1-3 0</inkml:trace>
  <inkml:trace contextRef="#ctx0" brushRef="#br1" timeOffset="1264">1328 480 8524,'0'-18'926,"2"7"0,4 1-99,5 2 1,11-3-1,3 5 1,2 0-720,4-2 0,4 6 0,4-4 1,1 2-743,-1-1 1,4 3 0,0-4 633,1 4 0,3-6 0,5-1 0</inkml:trace>
  <inkml:trace contextRef="#ctx0" brushRef="#br1" timeOffset="1516">2096 410 8524,'-8'10'508,"1"-1"1,-7-3-1,4 6 133,3 3 1,-5 5 0,6 1 0,0 6-441,-1 6 0,5-2 1,-4 10-1,4-4-534,2-2 0,0-2 0,2-4 0,2-6-812,2-3 0,7-11 0,-1-3 1145,3-4 0,3-17 0,-1-5 0</inkml:trace>
  <inkml:trace contextRef="#ctx0" brushRef="#br1" timeOffset="1697">2166 130 8524,'-6'-11'0,"0"-1"0,1 6 2896,5-5-2016,0 7 0,7-2 0,5 12 0,4 4-880,1-1 0,8 15 0,2-5 0</inkml:trace>
  <inkml:trace contextRef="#ctx0" brushRef="#br1" timeOffset="2050">2550 619 8723,'10'-7'1886,"0"3"-1013,-4-8 0,-3 8 0,9-2-340,2 5 1,1-5-1,1-2-299,-5-2 1,5 4 0,-5-5-524,5-3 1,-4 5-1,-3-3-586,-1-2 1,-2-1 290,-6-3 1,-2 9 0,-4 3-1,-5 4 368,-5 2 1,-7 8 0,-2 3 0,-1 7 303,1 5 1,-4 2 0,6 6 0,1-2 226,3 2 1,3 0 0,5-1-1,5-5 30,4 0 0,4-6 1,4 5-1,7-7-262,9-5 1,13-4 0,9-8 0,3 0-530,-1 0 0,1-2 0,3-4 1,-3-8-1098,-6-7 1,-2 0 1542,1-9 0,-11 1 0,4-6 0</inkml:trace>
  <inkml:trace contextRef="#ctx0" brushRef="#br1" timeOffset="2433">3127 480 12043,'0'17'553,"0"-5"0,0 0 1,0 1-188,0 3 1,0 7 0,0 2 0,0 2-177,0 4 0,0-3 0,0-1 0,0-2-253,0-4 1,0-1 0,2-5 0,3-3-258,7-6 0,4-4 0,1-4 1,2-4-40,5-6 0,-3-9 1,6-4-1,0-3-174,1-3 0,-7 0 0,4 0 0,-2 4 116,1 2 0,-1 2 0,-7 5 0,-3 3-153,-1 3 0,-8 6 666,1 12 1,-3 10 0,-4 9-1,-1 2 318,-3 4 0,-6 0 1,6 0-1,2-4-134,2-2 0,2 1 1,2-5-1,4 0-692,6-5 0,5-1 0,7-9 0,5-2 412,4-2 0,9-2 0,3 0 0</inkml:trace>
  <inkml:trace contextRef="#ctx0" brushRef="#br1" timeOffset="2698">4227 43 8230,'6'-17'-166,"0"-1"0,-1 10 731,-5 8 1,-5 8 0,-3 12 0,-2 5-129,-4 10 0,-7 4 0,-2 11 0,1 6-119,3 4 0,2 1 1,-1 7-1,1 3-131,-1 1 0,3-8 0,3-6 0,6-3-457,4-3 1,4-9 0,4-8-1,6-10-239,3-6 0,5-9 0,1-4 509,2-4 0,1-10 0,-7-2 0</inkml:trace>
  <inkml:trace contextRef="#ctx0" brushRef="#br1" timeOffset="2914">3808 480 8187,'2'-18'0,"2"1"0,3-1 139,3 1 1,-4 5 0,5 3-1,3 1 738,2 4 1,1 2 0,2 2 0,5 0-860,5 0 1,6 2-1,6 2 1,5 2-611,5-3 592,1 7 0,8 0 0,2 7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4:29.747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139 106 8243,'9'7'562,"-1"-3"0,-8 8 0,0 1 111,0 3 1,-6 9 0,-1 6 0,-1 8-357,0 8 0,0 11 1,4 8-1,-1 6-261,1 3 1,2-7 0,2-10 0,0-5-515,0-7 1,2-11-1313,4-11 1,-5-15 306,5-9 0,-4-7 1463,-2-11 0,-15-7 0,-5-2 0</inkml:trace>
  <inkml:trace contextRef="#ctx0" brushRef="#br0" timeOffset="282">471 71 8151,'0'-18'960,"0"1"1,0 9-586,0 8 0,0 10 0,0 15 0,0 8 48,0 6 0,0 9 0,-2 1 0,-2 5-177,-2 4 1,0 8 0,6-2-1,0 2-197,0-2 0,0-4 1,0-7-1,0-5-403,0-7 1,0-2 0,0-16-889,0-2 0,6-11 332,0-10 1,0-8-1,-8-9 1,-2-2 909,-2-5 0,-15-3 0,1-8 0</inkml:trace>
  <inkml:trace contextRef="#ctx0" brushRef="#br0" timeOffset="431">16 612 8151,'-9'-12'1302,"3"1"1,12-1 0,7-3 0,11 1-895,11 2 1,9 1 0,14-7 0,8 3-642,8 3 1,6-2 0,7 7 232,0-3 0,1 6 0,-1-4 0</inkml:trace>
  <inkml:trace contextRef="#ctx0" brushRef="#br0" timeOffset="3150">890 664 11677,'17'0'345,"3"0"1,1 0-1,6 0-173,6 0 1,-2-2 0,12-3 0,-2-7-164,-1-4 1,1-1 0,-6 0 0,-2-1-309,-4 1 0,-4-1 1,-9 1-1,-5-1-147,-5 1 0,-4-1 0,-4 1 1,-6-1 193,-9 1 0,-4 7 0,-12 4 0,-4 4 258,0 2 1,-6 10-1,3 6 1,1 9 265,2 8 1,4-2 0,4 10-1,5-3 173,5 3 1,9-4-1,6 4 1,10-4-104,12-2 0,9-2 0,16-4 0,7-6-268,6-4 0,8-9 0,-3-4 0,-1-4-532,0-2 1,-2-8-1,-7-2 1,-7-1-1569,-9-1 1,-2-1 2025,-10-11 0,1-3 0,-7-8 0</inkml:trace>
  <inkml:trace contextRef="#ctx0" brushRef="#br0" timeOffset="3633">2182 629 8127,'-10'-7'227,"1"3"0,3-8 156,-6-1 1,2 3 0,-1 0 0,-3 0-142,-1 1 1,-3 5 0,1-4 0,-1 2-44,1 1 0,-1-1 0,1 6-273,-1 0 0,1 7 1,1 5-1,3 4 101,1 1 1,3 2 0,-5 3 0,4 3 79,2 2 1,3-5-1,5 3 1,0-2-33,0 0 0,2 1 1,3-9-101,7-3 1,4-4-1,3-8 1,2 0-111,3 0 1,1-2 0,-4-4 0,2-8-92,-1-7 0,-5 1 0,-5-3 1,-4 2 130,-1-2 0,-5 3 1,4-3 516,-4 3-223,-2 3 1,-2 9-1,-2 8 1,-1 10-89,1 5 0,2 9 0,2 1 0,0 0-109,0 0 1,7 1 0,5-5-1,6 2-380,5-1 1,-2-5 0,8-3-1,0-5-396,-1-1 0,5-2 0,-4-6 774,4 0 0,-6-16 0,-2-3 0</inkml:trace>
  <inkml:trace contextRef="#ctx0" brushRef="#br0" timeOffset="3999">2741 1 8492,'-10'2'933,"4"4"0,4-3 0,0 9-514,-3 2 0,3 3 1,-4 6-1,4 6 94,2 4 1,0 12 0,0 7-1,2 13-101,4 8 0,-2 5 1,5 3-1,1-5-366,0-4 1,1-8 0,5-4-1,-3-6-213,-1-9 1,-2-14 0,3-10-1628,-1-7 0,-8-8 683,2-12 1,-4-4 0,-4-9 0,-4-2 1110,-6-3 0,-3-15 0,-3 3 0</inkml:trace>
  <inkml:trace contextRef="#ctx0" brushRef="#br0" timeOffset="4413">3212 175 8050,'10'-7'251,"4"3"1756,-8-8-1625,-1 8 0,-5-2 0,0 12 1,0 6 1,0 5-1,0 7 1,0 5-1,0 4 0,-5 9 1,-1 5-1,2 5-131,2 7 1,2-3 0,0 6 0,0-2-135,0-4 1,2-7 0,2-6 0,3-5-780,3-5 1,-4-9-2944,6-1 2679,-8-11 0,3-12 1,-7-12-1,0-6 925,0-5 0,-7 4 0,-11-14 0,-9 6 0</inkml:trace>
  <inkml:trace contextRef="#ctx0" brushRef="#br0" timeOffset="4580">3020 577 10673,'26'0'864,"3"-2"0,4-2-1130,2-2 1,1-5 0,3 3 0,4-2-893,2-3 1,1 3 1157,7-2 0,-1 1 0,0-7 0</inkml:trace>
  <inkml:trace contextRef="#ctx0" brushRef="#br0" timeOffset="5047">3666 210 8127,'-9'2'434,"1"2"304,0 2 1,4 8 0,-5-1 0,1 8-293,4 9 0,-4 5 1,2 5-1,3 5-328,1 0 1,4 7-1,1-4 1,5 5-39,2-3 0,2-9 0,5-2 0,0-8-154,1-8 0,-6-3 1,-1-5-132,3-3 0,-4-4 0,-1-12 7,-1-8 0,4 0 1,-7-13-1,1 2-186,2 0 0,0-7 1,5 5-1,-1 0-159,2 0 1,-5 1 0,3 5 0,2 0 160,1 1 0,-3-3 1,-1 9 383,3-3 1,-4 5 193,1 4 1,-7 14 0,0 7-1,-6 7 346,-4-1 1,-5 4 0,5 1 0,0-1-337,-2 0 1,6 4-1,-4-6 1,5-1-340,1-3 0,1-1 0,5-1 1,6-1-475,3-5 1,3-3 0,-1-8 606,1 0 0,7 0 0,2 0 0</inkml:trace>
  <inkml:trace contextRef="#ctx0" brushRef="#br0" timeOffset="5517">4295 560 8127,'-10'-10'1647,"1"-4"-1504,3 9 1,2-1 0,-6 8-1,3 3 141,3 7 0,-4 4 0,2 3-15,2 4 1,2-3 0,2 3 0,0-4-81,0-1 0,2 5 0,4 0 1,6-1-165,3-3 0,9-7 1,1-2-1,0-3-36,0-3 0,4-2 0,-3-2 1,-1-2-262,0-4 1,-2 1-1,-5-11 1,-1-3-142,1-1 0,-7-1 0,-1 0 0,-2-3 49,-4 3 0,-2 1 248,-2 3 75,0 0 1,0 9 0,0 8 0,0 9 412,0 7 1,0 3 0,0 5 0,2 5 308,3 4 1,11 4 0,9 3 0,2 7 43,4 3 0,2 11 1,0 5-1,-4 5-448,-5 5 1,-7 11-1,-9-7 1,-14-6-384,-15-6 1,-20-12 0,-11 0 0,-10-7-647,-6-9 1,-4-12-1,-4-11 1,-7-9-1048,-8-6 1,-5-6 1392,-3-8 1,4-7 0,8-16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4:30.897"/>
    </inkml:context>
    <inkml:brush xml:id="br0">
      <inkml:brushProperty name="width" value="0.17143" units="cm"/>
      <inkml:brushProperty name="height" value="0.17143" units="cm"/>
      <inkml:brushProperty name="color" value="#00A0D7"/>
    </inkml:brush>
  </inkml:definitions>
  <inkml:trace contextRef="#ctx0" brushRef="#br0">123 141 8181,'0'-18'0,"2"1"148,3-1 0,-1 1 170,8-1 1,-2 1 0,3 1 916,-1 5 146,-8 3-355,3 8 0,-7 2-784,0 4 1,0-2 0,-1 7 0,-5 5 109,-6 5 0,-3 6 0,-3 8 0,-1 2-283,-5 4 1,5 3 0,-4 9 0,5 1-94,7 4 0,-3-3 0,8 3 0,2-6-57,2-5 1,4-4-1,4-8 1,6-3-372,3-2 0,5-5 0,1-8 0,2-1-788,-1-5 1,-3 3 1239,-1-8 0,-1 7 0,0-3 0</inkml:trace>
  <inkml:trace contextRef="#ctx0" brushRef="#br0" timeOffset="349">489 263 8225,'0'-10'1602,"0"4"0,0 12-1427,0 6 0,0 9 0,0 4 0,0 3-38,0 3 0,0 0 1,-2 0-1,-1 0-95,-3 6 1,0-2-1,6 5 1,0-1-296,0 2 0,-6-6 0,0 2 1,2-8-1004,2-4 1,2 4 1255,0-6 0,8-7 0,2-8 0</inkml:trace>
  <inkml:trace contextRef="#ctx0" brushRef="#br0" timeOffset="649">402 263 8225,'18'-8'538,"-7"4"0,1-5-23,1 1 0,-3-4 0,2 4 0,1 1-118,3-1 0,1 0 0,3 4 0,1-2-87,2 3 1,8 1-1,-2 2 1,4 0-371,2 0 1,0 0-1,0 2 1,0 3-394,0 7 0,-8 9 0,-3 3 0,-5-3 33,-2-2 1,-7 1 0,-4 1 0,-6 2 162,-6-1 0,-5-1 0,-15 0 0,-7 3 65,-6-3 0,-7-2 0,3-1 0,-1-1-124,-5 1 0,1-6 0,1-3 0,6 1-616,4 0 932,2-7 0,8 5 0,2-8 0</inkml:trace>
  <inkml:trace contextRef="#ctx0" brushRef="#br0" timeOffset="1067">1101 88 7543,'0'-17'484,"0"5"605,0 1 1,0 5-317,0-6 0,2 8-345,3-2 1,-1 6-1,8 4-103,1 2 0,-3 8 0,2-1 0,1 7-65,3 3 1,1 8 0,1 0 0,-3 6-248,-3 4 1,2 7 0,-9-1 0,-1 3-553,-2 3 0,-4-1 1,-3 2-1,-9 1-133,-7-3 1,-7 4 0,-7-11 671,1 0 0,-9 5 0,-2-5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4:57.511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 18 6849,'0'-10'1289,"0"2"-420,0 8-755,8 0 0,-6 8 1,3 4-1,-3 3-35,-2 3 1,2 1-1,2 3 1,4 3-43,2 2 0,-5 2 1,5 6-1,0 2-55,0 4 1,-1-5 0,5 7 0,-2-2-88,1 0 0,3-1 1,1-5-1,1-2 139,-1-4 0,0 8 1,3-6-1,1 0 113,3 2 0,5-6 1,-4 3-1,0-1-75,0-2 0,4 0 0,-3-6 0,-1 3-73,0-3 0,6 4 0,-4-1 0,2-3-79,1-2 0,-7-1 1,6 1-1,0 2 38,-2 3 0,4-1 0,-6-5 1,3-1 12,3 0 1,2 1-1,2-1 1,0 1 33,-1-1 1,1 1 0,0-1 0,0 1 39,0-1 1,0-1-1,2-3 1,2-1 15,2 2 1,1 1 0,-3 1 0,2-3-32,-2-1 1,-1-3 0,1 5-1,2-2-25,-2 1 0,3-3 0,-1 0 1,0-1-5,2 1 1,-1 0-1,7 3 1,-5-1-9,-1 2 1,6 1 0,-3 3 0,3-3-2,-3-3 1,5 3 0,-7-3-1,3 2 19,0-3 0,-1 5 0,5-7 1,-3 3-21,-1 0 0,5-8 0,8 3 0,0-1-18,1 0 1,3 2-1,-4-4 1,0 1 20,0-1 0,6 4 1,-4 0-1,0 0 17,-4-1 0,-1 7 1,1-2-1,4 3-14,0 3 0,0-3 1,-6-1-1,3-3-31,-3 3 0,4-1 0,-2 1 0,1-4-13,1-2 1,-6 3 0,6-3 0,-2 0 17,1-1 0,-1 5 1,-6-6-1,3 0 44,3 2 1,2-7-1,4 7 1,-6-2 11,-4 0 1,5 2 0,1-5 0,2 3-41,4-2 1,2-2 0,2-2 0,0 0-46,-1 0 0,7 0 0,0 0 0,-3 0 8,-1 0 0,-2 0 0,2-2 0,2-2 83,1-2 0,1-1 0,-6 3 0,2-2 10,3 2 0,-3 0 0,4 0 1,-2-1-64,1 1 1,-3-4-1,6 2 1,-3 2-73,1 2 0,0-4 0,-6 1 1,-1-1 109,1-2 1,6 6 0,0-4 0,-3 4 65,-1 2 1,-2-5 0,2-1 0,2 2-43,1 2 0,1 2 0,-6 0 1,0 0-106,0 0 0,-1 0 0,1 0 0,2-2-40,4-4 0,-5 4 0,7-6 0,-2 1 80,-1-5 1,-1 2 0,-8 1 0,-2-1 45,2 0 0,0 4 0,-2-3 0,-4 1 6,1 4 0,-13 0 0,4 0 0,-5-2-55,-8 3 0,2 1 0,-14 2 0,0 0-71,-4 0 0,-3 0 0,-5-2 0,-1-2-53,-3-2 0,-5 0-98,6 6 1,-8-2-1212,1-4 1459,-3 4 0,-9-5 0,-3 7 0</inkml:trace>
  <inkml:trace contextRef="#ctx0" brushRef="#br0" timeOffset="681">9798 1677 8647,'12'0'355,"0"0"-258,1 0 0,3 0 1,1 2-1,1 2-115,-1 2 0,1-1 0,-1-5 0,1 0-82,-1 0 1,0 6-1,-1 2 10,-4 2 1,-3-6 0,-5 3 0,2 1 70,-2 4 0,-4-3 1,-6 3-1,-6 2 66,-3 1 0,-3 3 0,-1-1 0,-2 1 65,-3-1 1,-7 6 0,4 1 0,-2-3-52,0-2 1,2-3 0,-4-3 0,4-3-23,1-2 0,1 4 0,4-7-81,-2-1 0,-1-2 1,9-4-1,3-4 97,6-5 0,-1 1 0,1-2 1,2-1 181,2-3 1,2-1 0,0-1-177,0 1 0,6-1 0,0 1-137,-3 0 1,-1-1 0,0 1-446,4-1 1,-4 1 0,4-1-1050,-4 1 1570,-2-1 0,8-7 0,1-2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5:00.144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0 918 8515,'8'10'3320,"-6"-2"-2557,6-8 1,-8-8-614,0-4 1,6-3 0,-1-3-99,-1 1 0,4-1 0,0-1 0,0-4-137,-1-6 0,7-4 1,-4-4-1,1-4-98,1-6 1,0-5 0,5-4-1,-1-6-263,-5-6 1,3 10 0,-6-8 0,-1 7 176,1 7 1,-2 3-1,-6 16 1,0 4 99,0 6-27,0 11 0,-2 14 0,-2 14 0,-2 7 211,2 4 0,0 4 1,1 8-1,-3 4 146,2 1 0,2-5 0,2 4 0,0-2 18,0-1 0,0 1 0,0-8 0,2-2-75,4-2 1,3-7 0,9-1 0,1-7-78,5-9 1,-3-6 0,8-11 0,0-9-76,-2-5 0,0-9 0,-5 2 0,-1-5 21,-5-1 1,1 2 0,-5 4 0,1 2-45,-1 2 0,-2 5 0,-6-3 1,1 2-177,-1 4 1,0 7 0,0 3-60,2-3 1,0 8 254,-6 6 0,0 10 0,0 11 0,-2 4 108,-4 3 1,4 6 0,-6 7 0,2-2 70,1-2 1,-7 4 0,6 1 0,0 1-91,-1 0 0,5-3 1,-4-7-1,4-1-233,2-3 1,0-6-1,2 2 1,2-4-220,1-5 0,9-8 1,-2 1 413,3-1 0,3-2 0,-1-6 0</inkml:trace>
  <inkml:trace contextRef="#ctx0" brushRef="#br0" timeOffset="299">751 517 8435,'0'-18'310,"0"1"1,0 5 174,0 0 1,0 10-216,0 2 1,-2 8 0,-2 10 0,-3 1-46,-3 4 0,6 3 0,-4 5 0,2-4-187,1-2 1,-1 4-1,6-4 1,0 1-301,0-1 1,0-8 0,0-5 0,0 1-530,0 3 0,2-6 0,2-6 791,1-8 0,9-6 0,-4-7 0</inkml:trace>
  <inkml:trace contextRef="#ctx0" brushRef="#br0" timeOffset="448">839 202 11850,'-10'0'-361,"2"0"0,8 0 0,0 0 0</inkml:trace>
  <inkml:trace contextRef="#ctx0" brushRef="#br0" timeOffset="867">1275 447 9207,'-2'-18'2361,"-4"1"0,4 5-2097,-3 0 0,-5 1-553,-2-7 0,-3 9 0,-3 3-114,1 4 0,-1 2 0,1 0 0,-1 2 186,1 4 1,0 3-1,-1 9 1,3 1 202,3 5 0,-2-5 0,8 4 1,3-3 169,1-3 0,2 6 0,0 1 0,2-3 11,3-2 1,5-1 0,10-1 0,1 1-124,2-1 1,6 1 0,-5-1 0,-1 1-37,2-1 1,-11 1 0,3-1 0,-3 1-154,-5-1 0,5 0 176,-8 1 0,-8-8 0,-12-5 1,-7-3-193,-8-2 1,-4 0-1,-2-2 1,2-3-103,4-7 1,-4-4-1,6 1 1,0 1-952,3 3 1,7 5 160,5-6 1,6 8 1052,12-1 0,12 3 0,9 2 0</inkml:trace>
  <inkml:trace contextRef="#ctx0" brushRef="#br0" timeOffset="1283">1747 551 8600,'0'-17'1203,"0"0"1,0 5 0,0 0-762,0-1 1,-2-1-1,-2 1-321,-2 1 1,-6 0 0,5-3 0,-3 1-31,-4 2 0,-1 9 0,-3-3 0,1 4-281,-1 2 1,1 0-1,0 2 1,-1 4-127,1 5 0,1 5 1,2 1-1,5 1 152,1-1 0,2 1 0,8-1 247,4 1 1,-2-1 0,7 0 0,3 3 24,2 3 0,3-3 1,0 5-1,1-2-18,-5 0 0,-3 6 0,0-3 0,-5 1-105,1 4 1,-6-4 0,4 0 0,-6-2-183,-6-3 0,-4-5 1,-7-5-1,-2-6-91,-5-4 0,5-4 0,-4-2 0,3-6-402,3-5 1,5 1-1,2-9 1,3 3-1154,3 3 1843,2-1 0,10-7 0,1-2 0</inkml:trace>
  <inkml:trace contextRef="#ctx0" brushRef="#br0" timeOffset="1565">1956 586 8388,'0'-9'1273,"-2"1"0,-2 10-845,-1 4 1,-1-2-1,4 7 1,-2 5-187,-2 5 0,0 0 1,6 7-1,0-1-217,0 0 0,0-6 1,0 3-1,0-5-1521,0-2 1,0 1-232,0-1 0,2-7 1727,4-4 0,4-12 0,7-4 0</inkml:trace>
  <inkml:trace contextRef="#ctx0" brushRef="#br0" timeOffset="1748">2044 272 10476,'0'-17'4960,"0"-1"-8127,0 8 3167,0 3 0,0 7 0</inkml:trace>
  <inkml:trace contextRef="#ctx0" brushRef="#br0" timeOffset="2183">2271 656 8291,'0'-23'306,"0"0"959,0 1 0,0 3 756,0 1-1812,0 9 1,0 9-1,0 11 1,0 5-10,0 1 1,0 7 0,0 1 0,0 2-291,0 4 0,0-6 0,0-1 1,0-5-143,0-1 1,0-1 0,0 0 10,0 1 1,0-6 0,2-3 57,3-1 0,-1-4 0,8-10 8,2-6 0,-1-3 1,1-4-1,-3-3 51,3-1 0,1-2 1,3 3-1,-1-1 50,1 2 0,-1 1 1,1 3-1,-3-1 77,-3 1 1,3 5 0,-3 3-50,4 1 0,-7 4 1,-3 10 79,-4 5 1,-2 5 0,0 3 0,0 3-114,0 1 0,0 6 0,-2-6 0,-2-1-487,-2-3 0,1 6-841,5 4 1,2-5-21,3-7 1407,-3-7 0,22-10 0,-5 0 0</inkml:trace>
  <inkml:trace contextRef="#ctx0" brushRef="#br0" timeOffset="2698">2952 744 8148,'0'-18'914,"0"1"-186,0-1 1,2 1 0,2-1-408,1 1 1,1 5 0,-6 1-375,0-3 1,0-2-152,0-1 1,-2 1 0,-4 5 54,-5 5 0,-5 4 1,-1 4-1,-1 4-48,1 5 1,-1 11-1,3 3 1,1 2 189,3 4 0,1-4 1,-2 2-1,5 1 106,-1-3 0,6-2 0,-4-8 0,4 1-87,2-1 0,2-5 0,4-2-44,6-3 1,3-3 0,2-8 0,1-3-76,-1-3 0,1-2 1,-1-5-1,1-1 36,-1 1 1,-5 5-1,0 1 88,1-3 1,-3 6-1,1 3 163,3 3 1,-4 4 0,-1 3-1,1 7 168,0 4 1,-4 9 0,3 6-1,-1 6-13,-4 3 0,-2 11 0,-2 1 0,0 10 11,0 6 1,-8-4 0,-3 0 0,-7 0-164,-5-2 0,-4 10 0,-8-8 0,0-5-287,0-9 0,-8-9 0,-5-12 0,-7-6-382,-3-3 1,0-13 0,7-7 0,3-11-196,1-11 1,11-5 0,1-8 0,11 0-1999,11 0 2679,5-7 0,16-3 0,1-7 0</inkml:trace>
  <inkml:trace contextRef="#ctx0" brushRef="#br0" timeOffset="3614">262 1547 8362,'0'12'692,"0"-1"0,0-5 0,0 6 0,0 3-405,0 7 0,6 5 0,2 8 1,0 2-48,-1 3 0,7-1 1,-2 8-1,3-1-115,3-1 0,-7-2 0,1-9 0,1-1-59,3-3 1,-4-11 0,-1-9-106,3-3 1,1-5 0,1-11 0,-4-9 18,-7-1 1,3-6 0,-2-1 0,-2-1-166,-2-4 1,0 4-1,2-2 1,1-2-66,-1-2 1,4 4 0,0 2 0,0-1-117,-1 1 0,7 4 0,-4-4 1,1 4-282,1 7 1,-2-1-1,3 7-1343,-1 0 1990,-8 2 0,3 16 0,-7 2 0</inkml:trace>
  <inkml:trace contextRef="#ctx0" brushRef="#br0" timeOffset="4116">1031 1914 7222,'9'-8'1158,"1"0"0,-6-5-683,2 1 0,0 6 0,-6-6-332,0-1 1,0 3 0,-2-1-62,-4-3 1,2 0 0,-8 3 0,-1 3-80,-3 0 0,-1 6 0,-1-4 1,1 5-151,-1 1 1,-5 7 0,0 5 0,1 5 94,3 7 0,2-3 0,-1 6 0,1 0 84,-1 1 1,8-1 0,5 2 0,3-6 23,2-4 0,2-1 1,3-3-1,7-3-1,4-6 0,7-4 0,2-2 0,2-2-81,4-4 1,-5-4 0,-1-7 0,-2-1 9,0 1 1,-5-2 0,-7-3-1,1-1 130,-2 2 0,-2 1 0,-8 3 621,0-1-907,0 9 0,-6 3 1,-2 12-1,0 7-1,0 9 0,3-3 1,5 4-1,0-1-18,0 1 1,5-4 0,3 5 0,4-7-64,7-5 0,1 3 0,9-5 0,2 0-321,2-5 0,-4-3 0,-2-2 0,0 0 575,0 0 0,-5-7 0,3-3 0</inkml:trace>
  <inkml:trace contextRef="#ctx0" brushRef="#br0" timeOffset="4417">1432 1442 8046,'10'-10'2342,"-2"5"-2176,-8 10 1,0 7 0,0 9-1,0 5 32,0 1 1,0 2 0,0 6 0,0 0-2,0 0 0,0 5 0,0 3 0,2 2-144,4 3 0,-4-5 0,5-2 1,-1-4-419,0-2 0,6-6 1,-5-2-240,3-2 1,2-4-1,5-9-2437,1-6 3041,-9-4 0,7-2 0,-6 0 0</inkml:trace>
  <inkml:trace contextRef="#ctx0" brushRef="#br0" timeOffset="4783">1764 1861 8046,'-8'-9'-1638,"6"-1"2902,-3 4 1,1-2-655,-2-3 1,4 1-589,-4 4 1,4 6-1,2 0 1,-2 10 115,-4 5 0,5 3 0,-5-1 0,4 1 76,2-1 0,0 3 0,0 1 0,0 4-43,0 2 1,8-5 0,3 3 0,5-2-58,1 1 1,6-1 0,3-8 0,-1-3-103,0-6 0,6 2 0,-4-3 0,2-1-196,1-2 0,-7-10 1,4-5-1,-2-8-100,-3-9 0,-9-1 0,-3 0 0,-2 2 226,-4-2 1,-4-2 0,-6 0 0,-4 2 140,0 2 1,-5 10-1,3 1 1,-3 8-234,-3 3 0,1 7 1,1 0-724,5 9 1,3 13-1,8 1 873,0-2 0,8-1 0,1-3 0</inkml:trace>
  <inkml:trace contextRef="#ctx0" brushRef="#br0" timeOffset="5231">2533 1984 8046,'-10'-8'1297,"0"6"-677,4-4 1,4 2-265,-3-2 1,5 4 0,5-3-77,7 3 0,4 2 0,1 0 0,1 0-95,-1 0 1,0 0 0,1 0-1,1 0-84,5 0 1,-5 0 0,4-2 0,-3-4-238,-3-6 0,-5 3 1,-2-3-1,-3-2-33,-3-1 1,-2 3-1,-2 0 1,-4 1-7,-7 1 1,-3-3-1,-15 7 1,-2 2 107,-2 2 1,-8 10-1,2 3 1,4 7 137,4 5 1,10-2-1,-2 9 1,5-1 98,7-2 1,5 6-1,14-6 1,11 2-42,14 0 0,19-7 0,18-1 0,10-8-264,5-7 0,12-4 1,-46-2-1,1 0 135,2 1 0,1-2 0,0-2 0,0-2 0,-2 1 0,-1-1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7:10.76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0 1 7335,'10'0'1197,"-2"0"1,-6 0-982,4 0 188,-4 0-22,5 0-210,1 0 1,-6 2 64,4 3-74,-4-3 0,0 6 1,2-6 170,2 4 1,1-2-35,-1 7 1,-2-5-158,8 6 0,-7-2 0,5 3 1,0-1-86,0 1 0,-7-3 0,5 2-28,0 1 1,2 3-1,5 1 1,-1 1 25,-3-1 1,1 1-1,6-1 1,1 1-21,4-1 0,-3 1 0,5-1 0,0 0 8,4 1 0,-2-1 1,0 1-1,1-3-45,-1-3 0,-4 4 0,4-7 0,0 3-10,1 0 1,-7-7-1,2 5 1,-1 0-24,1-1 0,-4-5 0,7 4 1,-3-2 16,0 0 0,2 5 1,-3-3-1,1 0 7,-2 0 0,1 3 0,-1-5 0,4 0 6,2 2 0,-3-4 0,5 5 0,0-1 36,-2-4 0,6 4 1,-4-2-1,4-3-37,2-1 1,-2 4 0,-2 0-1,-2-2-42,2-2 1,0 0-1,0 2 1,-2 1 12,2-1 1,-3 0 0,1 0 0,2 2 13,2-2 0,2 4 0,0-1 0,0 1 9,0 0 0,5 3 0,1-5 1,-2 0 23,-2 2 0,-2-4 1,0 5-1,-1-1 13,1-4 0,0-2 0,0 0 1,2 2-29,4 2 0,-4 0 1,3-5-1,-3 3-41,-2 2 0,2 2 0,2-4 0,2 2 10,-2-3 1,-3-1-1,-1-2 1,2 0 36,4 0 1,-4 0-1,4 0 1,-5 0 43,-1 0 0,-4 0 1,0 0-1,1 0 46,-7 0 0,2-5 1,-2-1-1,0 2-13,1 2 1,5 2 0,-4 0 0,2 2-40,0 4 1,2 1 0,8 7 0,4-4-108,1-2 1,-3 5 0,6-3 0,1 1-70,2 1 0,1-6 0,-3 4 0,-1-3 77,2-3 1,-5-2 0,1-2 0,-3 0 54,-3 0 0,-8 0 0,-4 2 0,1 2 27,-1 2 1,-4 0 0,4-4 0,0 2-8,1 1 0,-5 1 0,6-4 0,2 2-12,2 2 0,2 5 1,2-5-1,2 0-23,1 2 0,7-6 1,-6 4-1,-2-4 67,-3-2 0,-1 0 0,0 0 0,0 0 38,0 0 1,-6 0 0,-2 0 0,1 0-67,-1 0 1,0 0 0,4 0 0,-2 0-80,2 0 0,-4-2 1,2-2-1,0-2 36,-1 2 1,5 2-1,-6 2 1,2 0 57,0 0 1,-8 0 0,3 0-1,-3 0 220,2 0 0,-3 6 0,5 0 1,-2 0 17,0 1 0,7-5 0,-5 4 0,2-4-294,4-2 1,2 0-1,2 0 1,0 0-64,0 0 1,0-6 0,0-2 0,0 1-4,0-1 0,-8-4 0,-4 4 0,-2 1 162,3-1 0,-11 2 0,5 6 0,-3 0 39,1 0 0,1 0 0,1 0 1,-1 0-54,1 0 1,1 0 0,2 0-1,5 2-138,1 4 0,0-4 0,4 4 0,-2-4-98,2-2 1,-4 0 0,0 0-550,-1 0 0,-5-2 0,-7-2-1436,-3-2 1,-7-2-353,2 2 2510,-12 4 0,-4-5 0,-7 7 0</inkml:trace>
  <inkml:trace contextRef="#ctx0" brushRef="#br0" timeOffset="548">6218 752 12113,'17'5'115,"1"1"1,-1 0-1,3-4 1,1 2-71,2 2 0,6 1 1,-3-3-1,1 2-178,4-2 1,-6 0 0,-2 0-1,-3 2 39,-3-3 0,-1 1 1,-3 0 254,-1 2 1,-8 8 0,0-3 90,-8 5 1,-6 1 0,-7 1 0,-3-1-131,-3 1 0,2 5 1,-9 0-1,-1-1-80,-2-3 1,-2-2 0,1 1 0,-1-3 16,0-3 0,0 2 1,2-7-1,4 1 48,5 0 0,5-2 1,3-8-1,3-2-3,1-2 1,8-7 0,-1 1 0,3-4-44,2-1 0,5-1 0,1 1 25,-2 0 1,0 5-1,0 0-551,2-1 0,-1 3-754,-5-2 0,0 1 0,0-7-1590,0 1 2809,0-1 0,0-7 0,0-2 0</inkml:trace>
  <inkml:trace contextRef="#ctx0" brushRef="#br0" timeOffset="1534">7196 752 7648,'0'-18'131,"0"1"1,-6 5 0,0 0 1339,2-1-561,2-3-657,2-1 1,6 9 0,0 8 55,-2 10 0,0 13 0,0 6 0,1 4-90,-1 2 0,-2 0 0,0 2 1,2 2-102,2 1 0,2 1 0,-5-8 0,5-2-32,2-2 1,-4-7-1,5 1 1,3-6-23,2-5 1,1-4 0,0-12 0,3-8-192,3-11 0,-3-8 0,3-6 0,-2-4-112,2-5 0,-3-5 0,3 1 0,-3 1-103,-3 3 1,4 7-1,1-2 1,-5 4-1007,-1 2 0,-3 14 93,-7 4 0,-4 13 1255,4 4 0,-12 7 0,-4 11 0</inkml:trace>
  <inkml:trace contextRef="#ctx0" brushRef="#br0" timeOffset="2082">8121 752 7648,'-5'-18'136,"-1"1"1,-2 5-1,4 0 247,-2-1 0,-7-1 0,3 1 0,-2 3-279,1 2 0,-1 2 1,-5 6-163,-1 0 1,1 2 0,-1 2 0,-1 4-38,-5 2 0,5 7 1,-4 8-1,3 1 20,3-1 1,-1 6 0,1-4 0,0 2 115,-1 0 0,8-6 0,3 5 0,1-3 135,0-4 1,0-1-1,8-5-82,4-3 1,4-4 0,9-8 0,2-2-33,3-4 0,5-6 0,-4-9 1,0-4-113,0-3 0,5 7 0,-7-2 0,-2 3 33,-1 3 0,-3-6 0,0-1 224,1 3 1,-8 2-75,-5 1 1,-5 8 0,-3 7-83,-3 6 0,-8 13 0,4 9 1,1 2-53,3 4 0,4 8 0,2 2 0,0-2-15,0-2 0,8-4 0,5-2 0,7-4-208,3-2 0,8-9 0,-2-11 1,2-3-166,-2-2 0,4-7 1,-5-7-1,-1-9-221,-4-12 0,0-2 0,-3-8 610,-5 3 0,-9-7 0,2 4 0</inkml:trace>
  <inkml:trace contextRef="#ctx0" brushRef="#br0" timeOffset="2399">8593 175 7648,'0'-17'0,"0"-1"0,0 1 749,0-1 0,0 7-25,0-1 0,-2 8 1,-2 0-610,-2 8 1,-5 12 0,5 9-1,0 2-74,-2 4 0,4 2 1,-7 4-1,-1 4 87,2 5 0,-3-1 0,5 2 1,0 1-19,0 3 1,3 1 0,5 0 0,0 1-66,0-1 0,0-5 1,0-3-1,2-1-226,3-4 1,5-4 0,8-6 0,-1-8-442,0-7 1,1-1 0,-1-9-548,1-6 1,-6-7 0,-3-13 1168,-1-1 0,-2-16 0,-6 2 0</inkml:trace>
  <inkml:trace contextRef="#ctx0" brushRef="#br0" timeOffset="2816">8855 664 7648,'10'0'2965,"-1"0"-2009,-3 0-661,-4 0 0,6 2 1,-8 4-96,0 6 0,0 3 0,0 3 0,0 1-243,0 4 1,0 3-1,0 5 1,0-2-136,0 2 1,2-4 0,4 0 0,3-2 3,1-3 1,7-5 0,-1-5-1,5-6 44,1-4 1,5-16 0,0-5 0,2-7 49,0-5 0,-7-2 1,1-2-1,-4 0-191,-1 1 1,-9 1-1,-3 1 1,-4 5 3,-2 2 0,0 2 1,-2 7-1,-4 5-271,-5 5 0,-5 4 1,-1 4-78,-1 4 1,7 3 614,-1 9 0,0-1 0,-5 1 0</inkml:trace>
  <inkml:trace contextRef="#ctx0" brushRef="#br0" timeOffset="3233">9571 804 11480,'8'-17'268,"3"-1"1,5 1 0,1-1-1,1 1-334,-1-1 0,1 1 1,-1-1-1,1 1-122,-1-1 1,-1 1 0,-5-1-1,-3 1-127,0-1 1,-6 7 0,2 1 0,-8 2 220,-8 4 0,-5 4 0,-5 4 1,-3 6 127,-2 6 0,4-1 0,-5 14 0,1 2 101,0 2 0,6 2 0,-1 0 1,7 0 144,3 0 0,8-6 0,-1-2 0,5-2-186,5-3 1,13-9 0,11-3-1,4-2-360,2-4 1,0-4 0,2-6-1,1-6-73,3-3 0,0 1 0,-6-1 0,0-5-949,0 1 0,-6-1 1288,0 3 0,0-8 0,6-2 0</inkml:trace>
  <inkml:trace contextRef="#ctx0" brushRef="#br0" timeOffset="3600">10252 647 7648,'0'-18'267,"0"1"430,0-1 0,0 7 0,0-1-185,0-1 0,0 3 1,0-2-514,0-1 1,-2 5-41,-4 2 1,-3 4 0,-9 2 9,1 0 0,-1 8 0,1 3 0,-1 5-66,1 1 0,5-5 0,2 0 0,3 1 202,3 3 0,2 1 1,2 1-1,0-1 117,0 1 0,8-5 1,3 3-1,5 3-126,1 1 0,1-1 0,-1-1 0,1-1-215,-1 0 0,1 1 0,-3-1 0,-3 1-77,-6-1 1,-5 1 0,-1-1 0,-1 1 136,-5-1 0,-6-5 1,-11-3-1,-8 1 13,-8 0 1,2-6 0,-4 2 0,4-6-227,2-6 0,6 2 0,2-8 0,2-1-1207,4-3 1479,9-1 0,-4-9 0,7-1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9:07:16.167"/>
    </inkml:context>
    <inkml:brush xml:id="br0">
      <inkml:brushProperty name="width" value="0.17143" units="cm"/>
      <inkml:brushProperty name="height" value="0.17143" units="cm"/>
      <inkml:brushProperty name="color" value="#004F8B"/>
    </inkml:brush>
  </inkml:definitions>
  <inkml:trace contextRef="#ctx0" brushRef="#br0">176 0 7648,'-10'0'922,"-6"0"1,13 0-1016,-9 0 1,6 6 72,-6 0 0,9 2 1,-5-4 19,0 1 1,6 9 0,-6-2 0,2 3 121,1 3 0,-7 7 1,4 4-1,-1 6-59,-5 6 0,4 11 0,1 12 1,1 2-100,4-2 1,2 2 0,2-8 0,0 0-123,0 3 1,6-15 0,4-1 0,1-12-253,3-10 1,9-2-1,-9-1 1,-1-3-1085,3-7 1494,-9-6 0,9 4 0,-6 1 0</inkml:trace>
  <inkml:trace contextRef="#ctx0" brushRef="#br0" timeOffset="849">438 402 7648,'-6'-18'844,"0"1"0,0 5 0,4 3-121,-4 1 0,4 4-620,-3 10 0,3 0 0,2 9 1,0 5 53,0-1 1,0 8 0,-2 2 0,-2 4-25,-2 2 0,0-6 0,6 0 1,0 1-289,0-3 1,0 4 0,0-6-1,0 0 24,0 0 0,0-7 0,0-6 0,2-1-141,4-1 0,-2-2 242,7-8 1,-1-8 0,4-6 0,-3-5-16,3-4 0,-4-8 0,1-1 0,3-4 57,1-5 1,1 2-1,-2 8 1,-3 2-40,3-2 0,1 0 0,3 2 0,-1 5-181,1 5 0,-1 3 0,1 5 50,-1 5 0,1 6 0,-3 6 0,-1 7 138,-3 9 0,-1 5 0,2 8 0,-7 0 198,-3 0 1,-2 2 0,0 1 0,0 3 59,0-2 1,0-2 0,-2-2 0,-1-2 96,-3-4 0,-2 0 0,4-10-132,-2-3-88,0-10 1,14-8 0,4-14 0,3-7-157,3-4 0,5-2 0,0-6 1,1 0-186,1 0 0,-6 2 0,7 2 1,-3 2 1,0-2 0,0 5 1,-5 1-1,-1 2-35,1 0 0,-1 1 0,1 11 143,-1 5 1,1 4 0,-3 6 298,-3 7 0,-4 3 1,-8 15-1,-2 2 92,-4 2 1,2 0 0,-8-2 0,1-2-11,1 2 0,-4-3 1,7 1-1,-1 0-241,0-2 0,2-2 0,6-7-622,0-1 0,2-1 142,4-5 1,4-3 0,7-10 0,1-2 5,-1-2 0,1-9 450,-1-3 0,1 1 0,-1-8 0</inkml:trace>
  <inkml:trace contextRef="#ctx0" brushRef="#br0" timeOffset="1249">1451 594 8000,'17'-6'527,"0"0"0,-5 1 0,0 5-155,1 0 0,-3 5 0,2 1-17,1-2 1,-3-2 0,2-2-300,1 0 1,3-2-1,-1-4 1,-1-5-336,-3-5 1,-5-7-1,4 0 1,-2-1-55,-4-1 0,-2 4 1,-2-6-1,-2 1 208,-4 5 0,-6 9 0,-9 6 1,-2 5 222,1 1 1,-5 7 0,0 7 0,-2 9 238,0 12 0,7 2 0,-1 10 1,4 1 59,1 3 1,8 1-1,5 0 1,5-1-384,5-5 0,13 3 0,11-10 1,6-6-330,6-8 0,3-6 1,9-3-1,-1-5-253,0-5 1,5-6 0,-1-6 0,-4-5-1499,-1-5 2066,-12-9 0,-6-2 0,-6-8 0</inkml:trace>
  <inkml:trace contextRef="#ctx0" brushRef="#br0" timeOffset="1748">2271 629 7648,'10'-8'140,"4"-1"0,-7-7 93,3 4 1,-4-1-1,4 5 67,-3-2 1,-1 4-1,-6-5 35,0-3 0,0 5 1,-2-3-114,-4-2 0,-3 7 0,-7-1 0,1 2-62,-3 0 0,5 0 0,-11 6 1,3 0-59,-2 0 1,3 6-1,-3 4 1,4 3-72,1 7 1,1 9 0,-1-2 0,1 4-33,-1 4 0,9-4 0,3 10 0,4-4-122,2-2 0,0-6 0,2-2 0,4-2 15,5-3 1,5-5-1,1-5 1,1-7 2,-1-3 0,6-9 0,3-7 1,-1-7 21,0-8 0,-2-1 0,-5-2 0,-1-5 82,1 0 1,-3 0 0,-3 4 0,-4 2 101,-1 2 0,-5 7 1,4-1-6,-4 4 1,-4 11 0,-4 10-129,-5 13 0,1 11 0,-2 9 0,1 0-67,1-1 0,2 1 0,8 0 0,0 0-65,0 0 1,8-8 0,4-1 0,5-5-208,6-4 0,5 3 0,9-14 0,3-3-100,7-1 1,-3-4 0,3-5 0,0-9 470,-3-5 0,7-18 0,-7 2 0</inkml:trace>
  <inkml:trace contextRef="#ctx0" brushRef="#br0" timeOffset="2149">2935 489 7770,'0'-17'190,"0"-1"345,0 1 0,0 5 1,0 1-31,0-3 1,6 4-506,0-1 1,-1 5-1,-6-4 10,-5 2 1,-4 3 0,-9 5 68,-5 0 1,5 1 0,-4 5 0,3 6 88,3 3 0,-1 3 1,1-1-1,1 1 211,5-1 1,3 3-241,8 3 1,0-4 0,2 5 0,4-5-138,5-1 0,11-1 0,3 1 0,0-1-103,0 0 1,4 1-1,-5-1 1,-3 1 60,-2-1 0,-1 1 1,-3-1-1,-3 3-40,-6 3 0,-4-4 0,-4 5 1,-4-5 19,-6-2 1,-11 1 0,-4-3-1,-2-1-164,0-2 0,2-8 0,-3-1 0,5-4-41,0-5 0,8-10 0,-3 1 0,9-7-294,3 1 1,2-4 0,6-1 0,2 1-232,4 0 1,1 2 789,5 5 0,11 1 0,-3-1 0</inkml:trace>
  <inkml:trace contextRef="#ctx0" brushRef="#br0" timeOffset="2567">3441 489 7770,'-5'-11'223,"-1"-1"702,2-2 0,2 5 628,2-3-1072,-8 8 1,4-4 0,-7 10-221,-3 4 0,4 4 1,1 7-1,1 3-134,4 3 0,-4-4 1,2 7-1,3-3-152,1 0 1,2 6 0,2-5 0,3-3-218,7-2 0,6-3 0,5-3 0,6-3 216,4-2 0,2-2 1,0-8-1,0-4-26,0-6 1,0-3 0,-2-3 0,-4-1-154,-6-4 0,-4 3 1,-3-5-1,-4 2-81,-7-1 0,-3-5 0,-2 6 0,-2 2-348,-3 1 1,-5 9-1,-8 1 30,1 2 1,-1 2-1,3 8 383,3 4 0,4-2 0,8 8 0,0 1 60,0 3 0,2 7 1,4 0 160,6-1 0,11-3 0,4-1 0</inkml:trace>
  <inkml:trace contextRef="#ctx0" brushRef="#br0" timeOffset="2949">4123 454 8379,'0'-11'2424,"0"-1"-2122,0 8 0,0-2 0,0 12 1,0 6-79,0 3 1,0 5 0,0 3 0,0 6 64,0 4 0,0-4 0,0 0 0,0 2-192,0 2 0,0 0 0,0-4 0,0-5-56,0-5 1,5-1 0,3-3-1,2-3-294,3-6 1,3-12 0,1-8 0,1-7-51,-1-8 1,1-6 0,-1-4 0,-1-4 112,-5-1 0,-1 3 1,-6-4-1,2 3 136,-2 3 0,-2 4 0,0 6 0,1 5-176,3 5 1,8 4-1,-2 3-107,3 6 1,3 4 0,1 4-1,2 2-16,3 2 0,7 5 0,0-3 0,7 0-189,9 0 1,-2-1 541,1-1 0,1-4 0,5 6 0</inkml:trace>
  <inkml:trace contextRef="#ctx0" brushRef="#br0" timeOffset="3333">4716 629 7886,'0'-12'501,"2"3"-50,4 1 0,-2 2 0,6 4 1,-1-2-159,1-2 0,8-1 0,5 3 0,0-4-292,2-2 1,1 1 0,5-5 0,-4 2-30,-2-1 1,-2-3-1,-5-1 1,-3-1-67,-3 1 0,-2 1 0,-6 3 162,1 1 0,-7 2 1,-9-1-1,-5 5-18,-1 4 0,-8 10 0,-3 3 1,-1 7-43,0 5 0,0-1 0,-4 7 0,4 4 160,6 5 1,-1-1-1,5 2 1,5-6 12,5-4 1,5-2-1,10 4 1,7-3-88,9-3 1,12-4-1,13-9 1,4-6-459,1-4 1,2-4 0,1-4-1,-1-6-769,-4-3 1,-9-11 1132,0-3 0,-4-4 0,-2-2 0</inkml:trace>
  <inkml:trace contextRef="#ctx0" brushRef="#br0" timeOffset="3631">5240 53 7876,'2'-16'0,"2"3"23,2 1 1,2 8 0,-3-2 945,7 4 1,4 2 0,1 2-1,1 4-455,-1 6 1,8 3-1,2 5 1,3 3-249,-1 6 1,0 6 0,6 4 0,-2 1-144,-4-1 1,-4 6-1,-9 3 1,-5 7-80,-5 3 0,-8 6 0,-10-4 0,-13 2-462,-12 4 0,-7 2 0,-9 0 1,1-2-1065,0-2 1,1-13 0,4-3 1481,7-9 0,-5 7 0,0-9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1:53.1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88 122 7190,'0'12'648,"0"0"0,0-7 655,0 7 121,0-8-31,0 4 115,0-8-1375,0-16 1,2 5 0,4-13-166,6 5 0,-3 1 0,3 3 0,1 1-75,3 3 0,1 1 1,1-4-1,1 5-62,5 1 0,-3 2 0,6 6 0,-2 0-89,-3 0 1,3 8 0,-2 3-1,-3 7 265,-7 5 1,-5 4 0,-8 8 0,0 0 132,0 0 1,-10 6 0,-5 2 0,-9 1 19,-3 5 0,-2-1 0,-6 1 1,0-5 1,0-1 0,2-2 1,2-6-1,4 0-129,2 0 0,2-6 0,5-2 0,3-2-181,3-4 1,-2-7 0,9-2-79,1 1 1,2 3 0,4 1 35,4 1 1,-3-3-1,9-3 1,2-4 27,1-1 1,3-3 0,1 6 0,2-2 205,3-4 1,7-2 0,0-2 0,6 0-69,3 0 1,9 0 0,-4 0 0,-1 0-288,-3 0 1,2-6-1,-3 0 1,-3 0-1764,-6-2 2074,2 6 0,-13-21 0,5 4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1:53.48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0 7853,'9'12'1019,"-3"0"1,-4-7 1891,-2 7-2419,0-8-1335,0 4 0,0-10 843,0-4 0,8-4 0,2-7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1:54.1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70 190 7853,'-17'10'-818,"5"4"1,1-8 3047,-3-3-1631,6-1 0,0-4 0,10-3-235,4-7 1,-2-4-1,8-1 1,1 0-160,3-1 1,7 1 0,0-1 0,-1 1-65,-3-1 0,4 7 0,3-1 0,-1 0-231,0 3 0,0-1 0,-3 6 0,1-2 0,-2 2 1,-1 4 0,-3 6-1,-1 8 70,-5 7 0,-3 0 0,-8 9 1,0 1 82,0 2 0,-10 1 0,-5 1 1,-8 0 67,-5 0 0,5 0 1,-4-2-1,0-2-46,0-2 0,5-7 0,1 1 0,5-6 6,5-5-140,7-4 0,-2-8 0,14 0 16,9 0 0,1 0 0,7 0 0,0 0-29,4 0 0,-1 2 0,1 2 0,2 3-7,2 3 0,-6 2 1,-2 5-1,-2 1 107,1-1 0,-9 8 0,-9 3 0,-4 1 84,-2 0 0,-2 0 1,-6 6-1,-7 0 116,-7 0 0,-9-2 0,2-4 1,-6-6-9,-5-4 0,3-3 0,-4-2 1,4-5-188,2-1 1,6-8 0,0-10-1,2-3-588,5-7 1,1-7 0,15 2 0,2 0-2325,2-1 2869,10-5 0,2 4 0,7-8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1:58.08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542 228 8488,'18'0'49,"-9"-2"1,-1-2 431,0-2 0,-6-1 1,5 3 491,1-2 0,-6-8-399,4 3 1,-4-5-1,-2-1-308,0-1 0,0 1 0,-2 1 0,-4 3-246,-6 1 1,-5 2 0,-4-3 0,-5 3-163,-1 2 0,4-3 0,-6 5 0,-2 2-111,-2 2 1,4 2 0,2 0-1,1 2 40,5 4 0,2 1 0,1 7 1,1-2 61,-1 1 1,9 11-1,3 5 1,4 4 153,2 2 1,8 7 0,3 5 0,7 3 200,5 3 1,2 7-1,6 4 1,-4 6-35,-1 5 0,-3-5 0,-6 2 0,1-10-37,-1-8 1,-7 1-1,-4-16 1,-4-6 70,-2-8 0,-2-14 0,-4-5 0,-6-4-117,-3-2 1,-5 0-1,-3 0 1,-6-2-323,-4-4 1,-4-3 0,-2-11 0,-1-1-390,1-2 0,2-1 0,4 7 1,2-2-186,2-5 0,15 5 1,3-4-1,7 3 809,4 3 0,7-1 0,3 1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1:58.45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193 1 8447,'-18'0'125,"7"0"1,-1 0 324,-2 0 0,5 0 0,-3 2-115,-1 3 0,-1 7 1,0 9-1,5 6-110,1 6 0,-4 0 0,6 16 0,3 5-178,1 8 1,2 6-1,0 2 1,0 0-195,0 0 1,-2-10 0,-2-8 0,-2-7-446,2-2 0,2-14-1014,2 0 0,0-17 1606,0-12 0,-8-16 0,-1-11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1:58.6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8 245 10763,'-8'-12'2848,"8"2"-2622,10 3 0,7-7 0,7 4 1,5-3-577,4-5 1,10 5 0,3-11 0,5 5-932,1 2 0,0-1 1281,1 1 0,7-9 0,2-1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1:59.1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315 193 8447,'18'0'323,"-1"0"0,-5-2 445,-1-4 0,-7-3-362,2-9 0,-4 6 0,-2 1 0,0-3-152,0-1 1,-2 3 0,-2 0-1,-4-1-124,-1-3 0,-1 5 0,-3 1 0,1 0-165,-2 1 1,-1 5 0,-3-2 0,-1 4-207,-4 2 0,3 2 0,-5 4 0,2 5 121,-1 5 1,-1 9 0,4 4 0,-2 4 169,1 2 0,3 0 1,3 0-1,5 0 90,5 0 0,4-6 0,2-2 1,0-2-19,0-3 1,10-5 0,5-5 0,8-6-47,5-5 1,-1-2 0,4-5 0,-2-8-93,2-7 1,2-6 0,0-8 0,-4 2-244,-6 4 1,-3-4 0,-3 5 0,1-1 130,-1 0 0,-7 14 0,-4-3 56,-4 3 1,-4 9 0,-4 6 174,-6 10 0,-3 13 1,-1 6-1,3 4-51,1 2 0,8 0 0,-2 0 0,4 0-30,2 0 0,0 0 1,2-2-1,6-4-171,9-6 0,3-6 0,11-5 0,4-6-109,4-4 1,1-4-1,-3-6 1,2-9-679,2-11 0,-6-5 1,-8-1 935,-2-1 0,6 0 0,-4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1:59.55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43 8488,'0'-11'1747,"0"-1"0,0 6-1704,0-6 1,0 10 0,0 2-75,0 10 1,0 6-1,0 3 1,0 4 170,0 7 0,0-3 1,0 2-1,0 2 19,0 2 1,0-4 0,0-2-1,0-2-17,0-3 1,5-3-1,3-1 1,2-3-51,3-3 0,3-5 0,1-7 0,3-1-341,3-5 0,-2-10 0,9-9 1,1 0-113,2 0 0,-4-5 0,-2 5 1,-2 0-574,-4 0 1,-7 1 626,-2 7 1,-8 9 0,1 8 558,-3 10 0,-7 5 1,-3 5-1,0 1 129,0 2 1,2 7 0,6-7 0,0-2-285,0-1 0,2-3 0,4 1 0,8-3-354,7-3 0,0-5 0,9-7 0,1 0-174,2 0 0,2-9 0,-1-7 0,1-7 431,0-4 0,0 5 0,0-3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0.07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227 660 8119,'18'-7'31,"-1"-5"0,0 2 0,1 0 0,-1 1 760,1-1 1,-7-2-1,1-5-479,2 0 0,-7-1 1,-1 1-234,-4-1 1,-10 3 0,-3 1 0,-7 4 15,-5 3 0,2 1 0,-8 6 0,0 0-91,1 0 1,1 2 0,6 3 0,-2 7 14,1 4 0,-3 3 0,2 2 0,3 5 81,7 1 0,-1 2 0,6 6 1,1-2-47,-1-4 1,2 4 0,6-6 0,2 0-76,4-3 0,3-5 1,9-4-1,1-3-40,5-6 1,-3-4 0,6-6 0,0-6-117,0-7 1,1-12 0,3 0 0,-2-6-125,2-6 0,-4-4 0,2-7 0,0-2-72,-2-5 1,6 3 0,-3-6 0,1 2 226,-2 4 1,-4 3 0,-8 7 0,1 5 159,-1 4 1,-1 4 112,-5 4 0,-5 11 0,-12 15 149,-5 6 0,-5 7 0,-1 10 1,-1 3 31,1 6 0,-1 4 0,1 4 0,-1 4-13,1 5 1,0 5 0,-1 3 0,3 2-64,3 2 0,4 8 0,8-4 0,0 2-441,0 1 0,8-11 0,6-2 1,7-9-325,8-6 0,0-16 0,2-5 0,2-7-205,-2-5 1,-6-10 0,3-7 0,-3-9 737,-4-7 0,-1-11 0,-3-5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0.5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350 158 8447,'0'-18'186,"0"1"629,0-1 1,0 1-538,0-1 0,-8 1 0,-3 1-258,-5 5 1,5-3 0,-1 8 0,-2 2-61,-1 2 0,-3 2 1,1 0-1,-1 2 51,1 4 1,0 0-1,-3 9 1,-1 5 194,-2-1 1,-1 8-1,7 3 1,-1 3 5,1 1 1,5-4 0,3-1-1,1 0-113,4-2 1,2-2-1,4-9 1,4-3-15,5-1 1,7-8 0,3 2 0,4-6-282,3-6 1,1-4-1,6-9 1,-2-3-180,-4-1 0,2-6 1,-6 4-1,0-1 110,0 1 0,-1-4 0,-9 6 1,-1 3 261,-3 7 0,-7-3 384,2 5 0,-6 5 0,-6 8-46,-5 13 0,1 5 1,-2 9-1,1 0-135,1-2 0,2 6 1,8-4-1,0 2-159,0-2 0,2 2 1,4-7-1,6-3-503,3-2 1,3-9-1,1-4 1,2-4-292,3-2 1,5-8 0,-4-5 0,0-7-1698,0-3 2450,-1-8 0,1 4 0,2-8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0.8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53 158 9093,'-9'0'1142,"-5"2"0,8 3 0,2 7-876,2 4 0,0 3 0,-1 4 1,-3 5-21,2-1 0,2 6 1,2-2-1,0 4-112,0 0 0,0 1 0,0-12 0,0-3 120,0-2 1,2-3-171,4-4 0,-4-7 1,5-12-1,-1-9-337,0-5 0,0-16 0,-6 2 0,0-4-339,0-3 1,6 5-1,0-4 1,-1 4 11,3 2 0,-4 0 0,8 2 0,1 2 240,3 2 0,1 14 0,3-3 0,3 4 17,6 5 1,10 1 0,4 6 322,1-4 0,10 4 0,9-5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2.0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210 620 6244,'0'10'4822,"2"-3"-4351,4-7 0,-2-5 1,7-3-1,1-2-217,-2-3 1,-1-1-1,-5 0 1,2 3-55,-2-3 0,0-1 1,0-3-1,1 1-323,-1-1 1,-4 7 0,-5-1-216,-7-2 0,-6 7 0,-3 1 0,-2 4 30,1 2 1,-3 2 0,2 4 0,0 7 47,-3 9 0,7 5 1,-4 6-1,3-2 124,3-2 0,7 0 0,4 4 0,4-2 198,2-2 1,0-8 0,2 1 0,4-9-76,6-7 0,5-4 1,7-2-1,5 0 159,4 0 0,2-13 0,0-7 0,-1-5-4,1-6 0,0-4 1,-2-4-1,-2-4-250,-2-1 0,-5 3 0,3-7 0,-2-3-32,-4 1 0,-1-7 0,-3 13 1,-1-1 48,-4 4 1,1 1-1,-7 5 1,-2 8-177,-2 5 23,-2 5 0,0 9 104,0 8 0,-8 15 0,-4 15 0,-1 3 142,1 2 1,-3 1 0,5 5 0,0 4 28,4-1 1,4 7-1,2-7 1,0 3 116,0 0 1,0-3-1,4 3 1,6-8-28,7-8 1,13-6 0,-1-8 0,6-1 86,5-4 1,-1-7 0,6-12 0,-1-11-165,1-9 0,-6-6 0,2-2 1,-6 0-117,-6 0 0,-4 0 0,-6 0 0,1 0-235,-3 0 0,-1 2 0,-12 4 0,1 6-70,-1 4 1,-2 1 379,-2 1 1,-6 9-1,-1 8 22,-3 10 0,4 7 0,-6 6 0,1 7 128,1 3 1,2 1 0,8 1 0,0 0 99,0 0 1,0 0 0,0-2-1,0-2-267,0-2 0,8-7 1,4-1-1,3-5-179,3-5 0,5-7 0,0 2 0,-1-6-1769,-3-6 1962,-1-11 0,-1-11 0,0-6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2.2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88 8715,'0'-12'2008,"2"2"-1862,4 3 1,-4-1-2758,4 2 2611,4-4 0,-1-7 0,9-1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2.62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384 106 10116,'8'-10'1802,"-6"0"-1474,4 4 0,-4 3 0,-4-9-414,-4-2 0,2 5 0,-8-1 0,-1 2-201,-3 4 0,-1 0 0,-1 1 1,1-3 178,0 2 0,-1 2 0,1 2 0,-1 2 35,1 4 0,1-2 1,5 7-1,5 3 204,4 1 0,2-1 0,0 1 0,0 5 110,0-1 1,8 3 0,3-1 0,5 4-144,1 2 1,1 0 0,-1 5 0,-1-3-75,-5 2 0,3 0 0,-8 0 0,-2-2 51,-3 2 0,-2-6 0,-3-2 0,-4-3-76,-2-3 0,-7-1 0,-9-3 0,1-3-192,0-2 0,-4-4 0,4-10 0,-1-6-97,1-3 0,2-9 0,5-1 1,1 0-740,0 0 1,7-6-1,4 4 1029,4-1 0,2-12 0,0 3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3.1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332 175 8377,'6'-12'1082,"-1"1"1,7-1-755,-6-6 0,0 7 0,-4 1 0,2 0-126,1 1 0,1 3 0,-6-6 0,-2 1-89,-4 1 0,3-4 0,-9 8 0,-2 3-147,-1 1 0,-5-4 0,-1 0 0,-2 2-188,1 2 0,-3 10 0,0 4 0,-2 5 138,-4 6 0,6-1 1,-1 7-1,3 2 254,0 2 1,5 8 0,9-1 0,1-1-45,4-2 0,2-8 1,4-2-1,4-2-28,5-3 0,7-11 0,5-5 1,6-4-74,4-2 1,-4-8-1,0-3 1,3-7-227,1-5 0,-4 2 0,-2-8 1,0-4-80,0-6 1,-6 8 0,1-4 0,-7 4 91,-3 4 1,-8-1 0,4 9 135,-1 2 0,-7-3 77,0 14 1,-2 8 0,-7 12 0,-1 7 229,0 8 1,6 4 0,-1 2 0,3 0 64,2 0 0,0-2 1,2-2-1,3-2-288,7 2 0,4-5 0,3-5 0,4-6-302,6-3 1,6-8 0,4 0 0,2-8-520,-2-8 0,-2-5 0,-2-6 0,-2-7-385,-4-3 1,2-3 1173,-8-5 0,0-4 0,-5-7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3.4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122 61 8447,'0'-18'1023,"0"1"-524,0-1 0,0 11-414,0 7 0,0 7 0,-1 13 0,-3 1 109,-2 2 0,-6 16 0,4 2 0,1 9 82,-1 9 0,-4-3 1,4 10-1,1 4-91,-1 3 1,-4 5 0,6-6-1,3-2-163,1-8 0,2-8 1,0-9-1,0-8-955,0-6 348,0-18 1,0 1 0,0-20 0,0-8-808,0-7 1,0 0 1391,0-8 0,-8 0 0,-2-6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3.6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1 193 12829,'17'0'305,"3"0"1,3-2 0,8-4-786,8-6 0,5-3 0,9-3 0,1 1-105,4-1 1,-3 1 0,5-1-1,-2 1 585,0 0 0,-7-1 0,-9 1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3.8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87 0 11753,'-5'14'0,"-3"3"558,-2 9 0,4 5 0,-5 4 0,-1 2-248,2 3 0,-3 5 1,7 7-1,2-1-417,2-5 1,2-5 0,0-12-1,0-6-549,0-3 0,2-10 1,4-5-343,5-3 0,-1-15 0,0-7 0,-2-7 998,-4-10 0,-3-5 0,-1-11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4.0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8673,'9'0'0,"-1"0"0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4.5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297 88 7602,'10'0'3760,"-2"0"-3612,-8 0 1,-8-6 0,-4 0 0,-5 2 42,-7 2 1,5 2 0,-6 0-1,2 2-231,-1 4 1,-5 6 0,4 9-1,0 6 228,-1 6 0,3-2 0,8 10 0,3-2-37,6 1 1,6-3 0,6 4 0,6-6-109,3-6 1,10-6 0,5-11 0,3-6-63,1-4 1,1-4 0,2-4 0,0-8-249,-2-7 0,4-8 0,-10-10 0,2-2 6,-2 3 0,-9-5 0,-11 0 0,-1 1-128,-4-1 0,-6 2 1,-8 8-1,-9 4 300,-6 6 0,-10 11 0,-6 6 0,0 4 73,-2 2 0,5 10 0,-5 7 1,2 9-60,2 1 0,14 12 0,-4-4 0,10 1-18,7 1 1,4 0 0,8 0-1,2 0-314,4-4 1,6-10 0,11-1-1,6-9 61,4-7 0,2-4 1,0-2-1,0-4 346,0-8 0,0 1 0,0-14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4.8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 12790,'-8'17'455,"4"-5"0,-6 1 1,1 5-212,-1 3 0,6 10 1,-2-4-1,4 3-153,2-1 1,0 0 0,0 4 0,0-4-188,0-6 0,8-3 1,4-5-1,3-3-73,3-7 0,1-3 0,2-2 1,5-2-24,1-3 1,-6-11-1,4-7 1,-1 0 24,-1-3 0,6 1 0,-6-4 1,-1 4-17,-3 0 0,-1 5 0,-3-3 106,-3 3 1,-5 13 188,-7 7 0,0 9 0,-1 13 1,-3 3 43,-2 2 1,0 2 0,6 6 0,0 0-360,0 0 1,8 0 0,5-2 0,9-2-613,7-2 1,8-8-1,9 1 815,12-9 0,8 3 0,4-6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16.10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18 532 8561,'0'18'47,"0"-7"0,-2-1 1044,-4-2 44,4-2 331,-6 1-1059,8-5 1,0 4 0,2-10-1,2-3-171,2-3 0,7-4 0,-1-7 0,5-4-187,7-2 0,-3-3 0,8-5 0,2-1-355,2-5 1,2 2 0,0-8 0,0 1-115,0 1 0,-2-1 1,-2 9-1,-6 6-854,-5 4 974,1 3 1,-19 17-1,4 7 1,-4 9 70,-2 7 0,-2 9 0,-2 4 0,-4 6 301,-2 6 1,6-2-1,-3 7 1,1 1 293,0-3 0,0 5 0,6-6 0,0 1-288,0 5 1,0-9-1,0-3 1,0-8-307,0-3 0,0-3-455,0-6 0,2-7 0,2-6 11,2-8 1,2-6-1,-5-7 672,3 0 0,8-1 0,-4 1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16.4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8322,'0'11'237,"0"1"528,0 2 0,0-5 856,0 3 0,0 0-578,0 5-3174,0-7 2131,0-2 0,0-8 0,0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17.2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454 175 8290,'2'-11'192,"2"-1"475,2-2 1,2 5 486,-2-3 1,-4 0-394,3-5 0,-3 5-625,-2 1 0,-7-1 0,-7-3 0,-5 3-255,-5 6 1,-1-2 0,2 3 0,-4 1-216,-1 2 0,-3 2 0,6 0 0,0 0-154,0 0 1,1 2 0,7 3 0,-1 7 176,1 4 0,1 1 0,3 2 0,3 5 237,2 5 0,3-2 0,7 2 1,3 2 206,7 2 1,5 8-1,5 2 1,1-1 112,-2 1 0,5 6 1,-3-1-1,-4 4-129,-5 1 0,-4 1 0,-6-13 1,1-2-64,-1-2 0,-4-4 0,-6-6 1,-5-10 37,-5-9 1,-1-6-1,-3-2 1,-1-2-23,-2-4 0,-6-4 0,3-9 0,1-2-552,0-3 1,2-5-1,7 4 1,3-2-571,1-4 1,8 6 1051,-2 1 0,4-11 0,2-1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17.55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193 0 10939,'0'18'357,"-8"-1"0,-4 3 0,-3 5-268,-3 10 1,1 8 0,-3 13 0,-1 6-208,-2 8 1,5-2 0,7-6 0,-1-2-180,2-4 0,2-5 0,8-10 0,0-12-690,0-8 1,2-13 986,4-8 0,-4-16 0,6-11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17.7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1 210 10625,'17'0'562,"6"0"0,3-2 0,1-4-740,4-6 0,4-3 1,6-3-1,5-1-2011,5-4 1,1 1 2188,0-7 0,9 0 0,1-6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18.2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297 158 8243,'15'-8'680,"-3"-3"1,2 1 71,-8-2 0,-1 1-426,-5-7 0,0 1 0,-2 1-238,-3 5 0,-5-3 0,-10 6-275,-3-2 1,4 7-1,-4-3 1,3 4-51,3 2 1,-7 8 0,1 3 0,0 5 87,-2 1 0,5 3 0,-3 3 1,3 6 121,3 4 1,5-4 0,3 0-1,1 0 120,4-2 1,2 5-1,2-9 1,2-2-22,4-1 0,4-5 1,9-3-1,4-6 6,6-4 0,-1-4 1,1-4-1,0-6-70,-2-3 0,6-9 0,-6-1 0,0-2-152,-4-4 1,-3 4 0,-3 0 0,-1 1 32,-4 5 1,1 2 81,-7 1 0,-2 4 15,-10 9 1,-2 9 0,-5 17-1,3 4 35,2 2 1,-3 0 0,5 5 0,2-3-19,2 2 1,2 2-1,2 0 1,4-2-100,5-2 0,5-8 0,1 0 1,3-5-144,3-4 1,-4-8 0,7-1-1,-3-6-239,0-9 0,2-9 1,-3-5-1,-1-1 478,-5-4 0,1-2 0,-7-2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18.6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44 9861,'0'-10'1102,"0"4"-1059,0 12 1,0 6 0,0 11 0,-2 4 34,-4 0 0,4 6 0,-4-4 0,4 2-64,2-2 1,0-3-1,0-9 1,0 1 122,0-1 0,2-1 1,4-5-72,5-5 0,7-6 1,3-6-1,4-7-127,3-9 1,-5-5-1,6-8 1,2 0-220,2 0 0,0 0 0,-4 2 1,-6 2-191,-3 2 0,-3 14 0,-1-3 281,-5 3 0,-3 9 0,-8 6 0,-2 12 299,-4 9 0,3 6 0,-9 8 1,0 0 111,3 0 0,1 0 0,8 0 0,0-2-140,0-4 1,0 2 0,0-8 0,2-2-327,4-1 0,3-10 0,11-5 0,1-5-307,2-5 1,8-5 0,-3-10 0,1-3 550,0-6 0,0-4 0,6-2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19.11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245 654 8243,'9'-7'579,"-1"3"1,-8-8 118,0-2 0,2 5 1,2-3-551,2-1 1,0-3 0,-6-1-249,0-1 0,0 6 0,-2 3 1,-4 1 34,-6 4 0,-3 2 1,-5 2-1,-1 0-126,-2 0 1,-6 8 0,5 5 0,1 7 152,-2 3 0,5 6 1,-3-3-1,6 1 151,5 4 1,4-4-1,8 0 1,0-2-69,0-3 0,0-3 0,2-1 0,6-3-114,9-3 0,3-5 0,7-7 0,0-2-229,0-3 1,0-7 0,4-9 0,-3-5 19,-3-1 1,4-4 0,-4-8 0,0-3 131,1-3 1,-1 4 0,-4-5 0,2-3 22,-1-1 1,-3-3 0,1 1-1,1 0 207,2-1 1,1 9 0,-7 3-1,-1 6 273,-5 6 0,3 4-277,-8 7 0,-1 10 1,-7 10-1,-3 12-17,-7 7 0,-4 16 1,-1 0-1,0 6 85,-1 5 0,1 3 0,-1 1 0,1 0-69,-1 1 0,7-1 0,1 1 0,2-1-216,4 0 1,2-7-1,4-4 1,6-6-127,9-6 1,3-10-1,7-9 263,-2-2 0,6-10 0,-4-8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19.60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314 140 8234,'16'-12'28,"-4"1"1,1 5-1,-5-6 362,2-1 0,-7 3 0,3-2-195,-4-1 0,-2 3 0,-2-2-248,-4-1 1,-3 5 0,-9 2 0,-1 4 97,-4 2 0,1 0 0,-5 0 0,0 0 10,0 0 1,3 8 0,-3 6 0,2 5 17,4 4 1,-4 3 0,3-3 0,5 6 56,3 4 0,4-4 0,-1 0 0,5 0-17,4-2 0,2-1 0,2-9 1,4 1-145,5-1 1,7-7 0,3-4-1,3-4-217,-3-2 0,4-8 1,0-4-1,1-5-29,-1-7 1,0 3 0,-4-6 0,3 2 104,-3 3 1,-4-3-1,-3 2 1,-2 1-7,1 3 1,-3 2 584,2-1 1,-10 10-144,-2 8 0,-2 8 0,-8 12 0,0 1-18,0 2 1,7 6 0,-3-3-1,4-1-158,2 0 0,0-2 1,0-5-1,0-1-361,0 1 0,8-3 1,3-3-1,7-6-468,5-4 0,-4-2 1,7-2 740,-1-4 0,2-12 0,8-9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19.95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71 10977,'0'17'195,"0"1"0,0-1 1,0 1-1,0 1 17,0 4 1,0-1 0,0 5 0,2 0-158,3 0 1,-3-5-1,4 1 1,-4-4-36,-2-1 0,0-7 50,0 1 0,2-10 0,2-2-322,2-10 1,0-5-1,-6-5 1,0-1-158,0-2 0,0-6 1,0 5-1,1 1 39,5-2 0,2 5 0,6-3 0,-3 4 189,3 1 0,3 1 1,5-1-1,3 1 118,2-1 0,2 7 1,4 1-1,-2 2-583,-2 4 0,0 2 646,6 2 0,-7-7 0,-3-3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20.45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210 621 8110,'18'6'319,"-1"0"0,-5 0 0,0-6-5,1 0 1,-3 0 0,0-2 0,-1-2 146,1-2 1,-6-8-140,2 3 1,-4-5 0,-2-1-204,0-1 0,-8 7 1,-4 1-1,-3 2-160,-3 4 0,-5-4 0,-2 3 1,-1 1-11,1 2 1,-4 8 0,6 3 0,1 5 40,3 5 1,2 5-1,-1-1 1,3 6 156,3 4 0,-2 2 0,9 0 0,1 0-25,2 0 1,10-8 0,3-4 0,5-5-51,1-7 0,8-3 0,3-8 0,1-4-194,0-7 1,0-3 0,4-17 0,-2-6-331,-2-8 0,0 1 0,4-3 0,-2-3 70,-2-7 0,-5 1 0,3-6 1,-2 2 60,-4 4 0,-1 1 1,-3 5-1,1 1 141,-1 3 0,-5 13 0,-3 0 615,-1 6-271,-2 11 0,-14 16 0,-3 14 0,-5 7 38,-1 8 1,1 4 0,2 2 0,3 2 62,-3 4 1,5 5 0,-1 11 0,0 3-238,0 2 0,7-4 1,-3 4-1,6 0-2636,6 0 2608,11-13 0,10 9 0,8-13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24.4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367 211 7512,'17'-8'895,"-5"6"153,0-4 1,-8-4-646,1-1 0,-1 3 1,0 0-1,2 0-26,-2-3 1,-2 1-1,-2-2-278,0-1 0,-6-3 0,-2 1 1,-1 1-249,-5 3 0,-3-1 0,-5-4 0,-1 5-220,2 5 0,-5 4 1,1 2-1,0 0 61,0 0 0,-4 0 0,5 2 1,3 4 104,2 5 0,1 5 1,3 3-1,3 5 122,6 5 1,4 4 0,4 2-1,4 1 181,6 5 0,11 4 0,4 7 0,2 3 6,0 3 1,-2-2 0,2 6-1,-5-2-81,-5-3 0,-7-9 0,-2-5 0,-3-6 72,-3-10 0,-2-6 1,-4-5-1,-4-5-24,-5-5 0,-5-4 0,-3-2 1,-3-2-127,-1-4 1,-6-3 0,4-11 0,0-1-323,-1-2 0,1-6 1,4 3-1,-3-1-97,3-4 0,8 6 0,3 0 472,2-1 0,2 7 0,6-6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24.82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315 157 7996,'9'-17'679,"-1"5"49,-8 1 1,0-1-513,0-6 0,0 1 0,-2 0-138,-4-1 0,2 6 0,-7 3-108,-3 1 0,-1 2 0,-3 6 1,-1 0-4,-5 0 1,5 8 0,-6 4 0,2 5-49,-1 6 0,-5 2 0,6 7 0,2-3 97,1 2 0,5 2 0,3 2 1,6-2 19,4-4 0,2-2 0,4-6 0,6 3-21,7-3 0,12-8 0,0-3 0,4-2-285,2-4 0,-6-2 1,1-2-1,1-2-478,2-4 0,-6 2 0,-4-8 748,-4-1 0,7-10 0,1-5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25.3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260 70 10525,'0'-17'319,"0"5"1,-2 2-220,-4 3 1,3-1 0,-9 4-157,-2-2 1,-1 0 0,-3 6 0,1 2-28,-1 4 1,1 4 0,-2 7 0,-3 3-5,-1 3 0,0-2 0,7 6 0,3 1 55,1-1 1,8-6 0,-2 2 0,6-1 41,6 1 1,4-11 0,7 1 0,3-5 40,3-2 1,4-2 0,6-10 0,-2-6-73,-2-3 0,-2-5 0,2-1 1,-3-4-89,-1-2 1,-6-1-1,3-3 1,-7 4 67,-3 2 0,-6 2 0,3 5 91,-1 1 0,-4 7-33,-10 4 0,2 6 0,-7 8 0,-1 8 53,2 5 0,1 8 0,5-4 0,-2 0 34,2 1 0,2 3 0,4-6 0,2 0-178,2 3 0,7-9 0,1 2 0,5-7-244,5-4 1,7-2 0,-4-6 0,2 0-280,0 0 1,-6-8 0,4-6 0,-1-5 596,-5-4 0,6-16 0,0 2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25.6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16 8095,'0'-9'1292,"0"3"-1168,0 12 0,0 5 0,-2 13 0,-2 5-6,-2 4 0,-5 11 0,3 7 0,0 7-48,0 4 0,-3 2 1,3 4-1,0-2-203,0-2 1,3-13 0,5-1 0,0-7-188,0-10 1,2-8-193,3-13 1,3-7 0,6-10-1,-5-7 512,-1-4 0,13-9 0,-1-2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25.9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0 263 7996,'2'9'621,"4"-3"-119,-4-4 0,13-2 0,-3 0 0,4 0-115,1 0 0,2 0 0,5-2 0,5-4-279,4-5 1,2-5 0,0-1 0,0-1-166,0 1 0,-2-3 1,-4-1-1,-6-2-179,-4 2 1,-1-5 0,-3 3-204,-3 2 0,-14 3 0,-13 7 390,-7 5 1,-3 4-1,2 2 1,-5 2 96,1 4 0,-4 3 0,6 9 0,0-1 152,0 1 0,1 7 0,9 2 0,1 2 77,3 0 1,7-2 0,-2 4 0,4-1-40,2 1 0,10 0 0,7 0 0,8-4-169,2-2 1,12-7-1,-4-9 1,2-1-335,0-4 1,4-2 0,-1-4 0,-1-4-341,-2-6 0,-2-11 1,-2-4-1,-4-2 605,-6 0 0,-11-8 0,-4-8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26.28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36 141 8409,'-10'2'1503,"4"3"-1248,4 7 0,0 6 1,-2 3-1,-2 4 1,3 2 1,1-3 0,2 3 0,0 0-55,0 0 0,0-6 0,0 3 0,0-5 110,0-1-309,0-9 1,2-1 0,1-10 0,3-4-160,-2-5 0,-2-5 0,0-3 0,2-3-28,2-1 0,5-6 1,-3 4-1,0-1-108,0 1 0,5-4 0,-1 6 0,3 2 78,3 1 0,1 3 0,5-1 0,5 1 66,4-1 0,7 7 0,3 1 0,2 2-222,3 4 0,3-3 0,1-1 370,0-2 0,9-2 0,1-5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00:52:28.904"/>
    </inkml:context>
    <inkml:brush xml:id="br0">
      <inkml:brushProperty name="width" value="0.2" units="cm"/>
      <inkml:brushProperty name="height" value="1.2" units="cm"/>
      <inkml:brushProperty name="color" value="#00A0D7"/>
      <inkml:brushProperty name="inkEffects" value="pencil"/>
    </inkml:brush>
  </inkml:definitions>
  <inkml:trace contextRef="#ctx0" brushRef="#br0">0 664 12200 258125 50711,'28'0'734'0'0,"10"0"0"0"0,-3 0 0 0 0,4 0-577 0 0,4 0 1 0 0,3-5 0 0 0,15-3-1 0 0,8 0-63 0 0,11 0 0 0 0,15-5 0 0 0,-43 8 0 0 0,1 0 0 0 0,5-1 0 0 0,2 0 0 0 0,6 1 0 0 0,0-1 0 0 0,1 0 1 0 0,2 0-1 0 0,6-2 0 0 0,1 1 0 0 0,2 0 1 0 0,0 0 55 648 0,2 1 1-648 0,1 0 0 0 0,3 1-1 0 0,0-1 1 0 0,5-3 0 0 0,1 0 0 0 0,0 1-1 0 0,0 1-36 1264 0,0 1 1-1264 0,-1 0-1 0 0,-1-4 1 0 0,1-1-1 0 0,-1 2 1 0 0,0 0 0 0 0,3 0-1 0 0,1-1-38 1456 0,4 0 0-1456 0,0 0 1 0 0,-4-1-1 0 0,0-1 0 0 0,2 0 1 0 0,0 1-1 0 0,-2 0 0 0 0,1 1-115 1772 0,-1 0 0-1772 0,2 0 0 0 0,2 0 0 0 0,2 1 0 0 0,-32 2 0 0 0,1 1 0 0 0,0-1 0 0 0,1 1 0 0 0,0-1 0 0 0,0 1 20 1944 1,-2 0 0-1944 1,1 1 1 0 0,-1 0-1 0-1,33-1 1 0 1,0-1-1 0 0,0-1 1 0 0,0 0-1 0-1,-31 4 1 0 1,1-1-1 0 0,0 1 4 2009 22,2-1 0-2009 1,0 1 1 0-1,0 1-1 0 0,0 1 1 0 1,-1 2-1 0-1,1-2 1 0 0,1 0-1 0 1,-1-1 0 0-1,1 0 1 0 0,-1 1-1 0 1,1 1 1 0-1,-1-1 3 2152 4,0 0 0-2152 1,1 0 1 0-1,0 0-1 0 0,2 0 1 0 1,-1 0-1 0-1,1 0 0 0 0,2 2 1 0 1,0 0-1 0-1,-1 0 1 0 0,1 0-1 0 1,-1-1 1 0-1,-1 0-15 2204-3,0-1 1-2204-1,-1 0 0 0 1,0 0 0 0-1,-1 0 0 0 0,0 0-1 0 1,1-2 1 0-1,2 0 0 0 1,1-1 0 0-1,0 1 0 0 1,0 0 0 0-1,1 0-1 0 1,-1 0 1 2226-6,2 0 1-2226 0,0-1 0 0 0,-1 1 0 0 1,-3-1 0 0-1,0 0 0 0 0,-1-1-1 0 0,1 0 1 0 1,0 1 0 0-1,-1-1 0 0 0,-1 0 0 0 0,0 0 0 0 1,0 0 79 2312-9,0 0 1-2312 0,-1 0-1 0-1,1 1 1 0 1,0 0 0 0 0,0 2-1 0 0,0-1 1 0 0,1 1 0 0 0,1-1-1 0 0,0 1 1 0 0,-1 1-1 0 0,0-1 1 0 0,0 1 17 2215-8,-2 0 1-2215 0,-1 1 0 0 0,1 0 0 0 0,-2 0 0 0 0,0 0 0 0 0,0 1 0 0 0,1 0-1 0 0,0 0 1 0 0,0 0 0 0 0,0 0 0 0 0,1 0 0 0-1,-1 0-21 2067-2,2 0 0-2067 1,0 0 0 0-1,0 0 0 0 0,27 0 0 0 0,0 0 0 0 0,0 1 0 0 0,-1 0 0 0 0,-2 0 0 0 0,-1 2-154 2109 0,-3-1 0-2109 0,0 1 0 0 0,0 1 0 0 0,-2-2 0 0 0,-4-1 0 0 0,-1-2 1 0 0,-2 1-1 0 0,-1 0-23 1928 0,-3 0 1-1928 0,-1 0 0 0 0,-5 0 0 0 0,0 0 0 0 0,-1 0 0 0 0,-1 0 0 0 0,-1 0 0 0 0,-2 0 58 1645 0,0 0 0-1645 0,-2 0 1 0 0,-10 0-1 0 0,-1 0 1 0 0,-2 0-1 0 0,-2 0 1 0 0,41 0-455 1357 0,-11 0 0-1357 0,-11-2 1 0 0,-14-2-2256 731 0,-7-1 2773-596 0,-22-1 0-135 0,-11 6 0 0 0,-16 0 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41.6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438 1 8317,'7'10'1277,"-5"5"1,6-11-431,-8 8 1,2-9-475,4 3 0,-4-6 0,2-4-334,-8-1 1,0-1-1,-8 6 1,-1 0-132,-3 0 0,-3 0 0,-3 0 1,-3 2-43,-2 4 1,-2 3-1,-6 9 1,2 1-51,4 4 0,-2 5 0,7 6 0,5 3 136,5 4 1,7-4-1,9 4 1,3-6 73,7-6 1,11 4-1,8-6 1,6 2 8,4 0 1,0-6 0,-6 7-1,0 1-129,0 2 1,-4-4-1,-6 0 1,-10 4-67,-5 6 0,-6-1 1,-12 7-1,-9 0 54,-10-1 0,-6-5 0,-4 2 1,-4-4 85,-6-2 1,3-4 0,-1-6 0,2-10-92,5-5 1,1-6 0,6-12 0,7-9-317,13-10 1,7-6 0,6-4 0,6-2-1659,9-2 2085,8-7 0,10 3 0,0-7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43.8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309 123 8217,'0'-12'646,"0"0"1,6 6-165,0-5 1,0 5-1,-6-6-191,0-1 0,0 3-226,0-2 1,-8 7 0,-4-5 0,-3 2-116,-3 4 1,1 2-1,-1 2 1,-1 2-64,-4 4 1,3 4 0,-5 7 0,2 3 55,0 3 1,-1 4 0,7 8 0,-1 0-4,1 0 1,7 2-1,2 2 1,3 1 14,-1-1 0,6-4 0,9-6 0,5-6-102,5-3 0,9-5 1,-3-3-1,2-6-92,4-4 0,-4-4 0,2-4 0,0-6-782,-1-3 0,3-5 1021,-8-3 0,0-4 0,-5-8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44.3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297 70 8226,'0'-17'1351,"-2"2"-974,-3 3 1,3 2-1,-6 6-254,0-2 1,-2 1 0,-7 5 0,0 2-66,-1 3 0,1-1 1,-1 8-1,1 2-121,-1 1 0,1 2 1,-1 3-1,1 3 20,-1 6 0,1-2 0,-1 1 0,3-3 24,3-4 0,5 4 0,7-1 0,0-3-9,0-2 1,3-1-1,7-3 1,8-3 38,1-6 1,8-6 0,2-6 0,4-6-39,2-3 0,0-4 0,-2-5 0,-2-3-8,-2 0 0,-2-6 0,4 4 1,-3-2 18,-3 2 0,-8-2 0,-7 7 0,-2 3 289,-4 2-106,-2 1 0,-10 10 0,-4 8 0,-1 10-64,1 6 0,-4 3 0,7 4 1,-1 4 7,4 1 0,4 5 1,2-6-1,0 2-68,0 0 1,8-8 0,4 3 0,5-5-201,6-2 1,5-7 0,7-4 0,-1-4-185,1-2 1,0-8 0,0-3 0,0-7-869,0-5 1,-8-4 1208,-3-8 0,3 0 0,0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44.65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123 33 8226,'8'-10'1645,"-6"-5"-1388,13 13 1,-13-4 0,2 12 0,-6 6-31,-4 3 1,-7 12-1,1 8 1,-3 10-2,-3 5 1,6 11 0,1 3-1,-3 5-147,-1 7 0,3-4 1,2 4-1,3-7-155,3-5 0,2-11 0,2-14 1,0-8-572,0-8 0,7-11 0,5-8 169,4-8 1,-1-12 0,-1-9 0,-5 0-1544,-1-1 2021,6-5 0,-12-4 0,6-9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44.9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1 297 8226,'12'10'880,"-1"-4"0,1-4 1,5-2-1,1 0-420,-1 0 0,10-2 0,6-2 0,6-6-296,0-5 0,4-1 1,-2-11-1,-1 0-251,3 0 0,-12 0 1,0-4-1,-8 4-463,-7 1 0,-10 3 0,-1 6 163,-3-1 0,-11 8 1,-7 5-1,-7 3-5,-4 2 0,0 2 0,-4 3 0,1 7 331,-1 4 0,4 3 0,0 2 0,2 5 262,3 1 0,5 2 1,5 6-1,5 0 139,-1 0 0,6-1 1,-2 1-1,10 0-16,11 0 0,3-6 0,9-3 0,2-5-155,2-6 0,2-9 0,0 0 0,0-4-745,0-2 1,0-8 0,-3-3-1,0-7-1948,-3-5 2524,-8-4 0,12-16 0,-6-2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45.3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228 105 8226,'11'-6'235,"1"0"704,1 2 0,-3-5-459,2-3 0,-8 2 0,3 1-119,1 1 0,-8-4-336,0 6 0,-8-5 0,-9 5 1,-2 2-179,-5 2 1,3 4-1,-6 2 1,2 4 21,3 1 1,3-3 0,1 6 0,1 1 56,-1 3 0,7 1 0,1 1 0,2-1 358,4 1 0,2-1 0,4 1 0,4-1-42,6 1 1,5 1 0,5 2 0,3 3-193,2-3 0,0 4 1,4-1-1,-4-1 23,-1 2 0,-3-4 0,-8 7 0,-3-3-106,-6-4 0,-4 4 0,-2-1 0,-2-3-86,-4-2 0,-6-7 0,-9-2 0,-4-2-547,-2-5 0,-2-1 0,-4-2 0,2-2-563,2-3 0,5-5 1229,-5-8 0,8 1 0,-4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46.06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1027 8182,'-11'9'-1002,"1"-1"1662,2 0 1,-3-4 944,5 7-118,0-7 353,6 4-1162,0-8 1,0-14-1,0-5 1,0-4-482,0-3 1,6-3 0,1 2 0,3-4-172,4-6 0,1-9 1,3-1-1,1-5-92,4-6 1,7-5 0,8-6 0,5-1-423,2 0 1,1 2-1,7 4 1,-1 4-194,0 0 0,-7 15 0,-6 4 0,-6 14-350,-4 8 0,-8 9 0,1 6 476,-9 8 1,1 11 0,-8 11 0,-3 1 554,-1 4 0,-9 2 0,-3 2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46.3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1 228 8408,'7'-10'571,"-3"0"1,8 6-15,1-1 0,5-7 0,5 4 0,6 0-237,4 1 0,4-7 1,2 2-1,4-1-486,1 1 0,-3-3 0,4 3 1,-3-4-546,-3-1 1,-2 5 0,-4 3 0,-2-1 710,-2 0 0,-7 6 0,3-3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46.70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1 312 8690,'17'0'2459,"0"-1"-2084,1-5 0,-1 4 1,1-6-1,1 2-190,5 0 1,-5-7 0,6 1 0,-2-3-107,1-3 0,-1 1 0,-5-1 0,-1-1-395,0-4 0,-7 3 0,-4-5 49,-4 0 1,-2 5 0,-2-1 0,-2 5 35,-2 5 1,-13 7-1,1-2 1,-3 6 87,-4 6 0,3 0 1,-5 9-1,0 5 152,0-1 0,6 8 0,-3 2 0,5 2 110,1-2 1,7 4 0,1-5 0,2 1 22,5 0 1,3-6 0,7 4 0,9-1-101,5-5 1,12-8-1,0-3 1,8-2-230,3-4 0,-5-4 1,4-4-1,-2-4-547,-1-2 1,3-7-1,-6-6 1,0-1 733,-4-1 0,-10-2 0,2-8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47.1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280 170 8270,'0'-18'-20,"6"7"1,2-1 511,1-2 1,-5 5-1,2-3 569,-4-2 0,4-1-685,-1-3 1,-1 7 0,-9 1-346,-7 2 1,-4 3-1,-1 5 1,-1 0-22,1 0 1,0 0 0,-3 1 0,-1 5-192,-3 6 1,-1 3 0,4 5 0,-2 1 81,1 2 0,3 9 0,3-5 0,5 2 167,5 0 0,-2-2 0,2 4 0,2-4-4,2-1 1,10-5 0,4-8-1,5-3 10,7-2 1,3-2 0,8-8-1,0-4-77,0-6 0,1-9 0,3-4 1,2-2 49,-2-4 1,-2-2 0,-2-4 0,-2 0-48,-4 2 0,-4-2-1,-10 14 1,-3 1-279,-6 3 1,2 7 0,-4 3 304,-6 1 0,-6 10 0,-10 11 1,3 7-37,3 3 0,-1 8 1,5-4-1,0 2 84,0 1 0,3-1 0,5 4 0,2-2-102,3-2 1,5-8-1,9 2 1,5-3-126,5-3 1,4-7-1,2-4 1,0-4-411,0-2 0,0-8 1,-2-6-1,-2-5-1724,-2-4 2287,-8-8 0,12 3 0,-6-6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47.46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123 68 8245,'0'-17'1081,"0"0"1,0 5 52,0 0-1031,0 8 0,0-1 0,0 12 0,-2 9-1,-4 5 1,2 16-1,-8 0 1,-1 6-54,-3 5 1,4 10-1,1 6 1,-1 4-77,3 2 1,-1-6 0,6-2 0,-2-2-7,2-3 0,2-5 0,2-7 0,0-10-972,0-10 1,2-13 282,4-7 0,-4-5 0,4-5 0,-4-9 722,-2-7 0,0 1 0,-8-13 0,-2 6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47.63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1 262 10901,'11'0'661,"1"-1"0,4-3-890,5-2 0,6-8 1,8 3-1,0-5-371,0-1 1,6-1 0,1-1 0,3-3-269,3-1 0,-3-2 868,2 2 0,-1-5 0,7-7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4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71 8174,'10'-12'1578,"-4"0"1,-2 9-1531,2-3 101,-4 4 0,0 15 0,-10 5-148,-2 1 0,4 6 1,-3 1-1,1-1-9,4 0 0,2 6 0,2-4 0,0 2 67,0 1 0,0-9 0,2 2 0,4-3 86,5-3 0,11-7 0,3-4 1,2-5-48,4-1 1,2-9 0,2-9-1,2-9-192,4-6 0,-6-2 0,0 0 0,-10 0-369,-6 0 1,-3 1-1,-3 1 1,-3 3-289,-2 7 0,-2 4 1,-8 3 123,-4 5 1,-4 3 0,-7 10 374,-1 4 1,8-3-1,5 11 252,3 5 0,2-1 0,0 15 0,0-6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48.35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18 193 8333,'-10'0'3098,"3"2"-2857,7 3 1,0-1 0,0 8 0,0 2-89,0 1 0,0 3 0,0 1 1,0 2-49,0 3 0,0-1 0,0-6 0,0 1-248,0-1 0,0 1 0,2-3-4,3-3-76,-3-4 0,6-10 0,-6-4 0,2-8-16,2-7 0,0 0 0,-5-7 0,3 1-31,2 0 0,6 6 0,-4-4 0,1 1 183,5 1 0,1-6 1,5 6-1,3 1 87,6 3 1,4-3-1,2 3 1,2 4-215,4-1 0,-2 6 0,5 1 0,-1 1 214,-4 4 0,-2-6 0,-3 1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48.7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1 228 8081,'8'10'-352,"-5"-3"1,9-7 1084,2 0 1,-5 0 0,3 0-157,2 0 1,1 0 0,3 0 0,-1-2-381,1-3 1,5 1-1,0-8 1,-2-1-175,-1-3 1,3-1 0,-1-1-1,-5-1-72,-3-5 1,-5 5 0,3-4 0,-6 3-177,-4 3 0,-2 5 1,-4 2-1,-6 3-61,-7 3 0,-12 2 0,-1 2 0,-3 2 257,-2 4 0,3 3 1,0 11-1,5 1 200,2 2 0,2 6 1,7-3-1,5 1 109,5 4 0,6-4 0,6 2 0,7 0-220,9-2 0,7-1 0,11-11 0,9-3-281,7-6 1,0-4 0,8-6 0,2-8 220,2-11 0,10-8 0,2-4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51.8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70 8289,'17'0'-702,"-5"0"889,-1 0 1,-1-1 0,4-3 580,-3-2 0,-5 0 448,6 6-761,-8-8 0,9-1-281,-7-9 1,-8 8-1,-9 5-344,-5 3 0,-1 2 0,-3 0 1,-1 0 15,-2 0 0,-3 0 0,5 0 1,-2 2 2,1 3 0,3 3 1,1 6-1,3-3 101,3 3 1,-1-4-1,7 1 1,2 3 30,2 1 1,2 3 0,2-1 0,6 3 105,9 3 0,1-4 1,5 7-1,-2-3-39,3 0 1,-11 6 0,5-5-1,-5-1-12,-3 2 1,4-5 0,-9 3-1,-1-4 9,-2-1 0,-4-7 0,-6-1-135,-9-2 0,0-2 0,-9-6 0,1-2-197,-4-4 0,4-2 0,0-5 1,1 1-198,1-2 1,0 5 0,5-1 0,1 2 483,-1 4 0,1 2 0,-1 2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52.3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78 8183,'8'-17'56,"-4"1"1,5 3 712,-1 1 0,-2 6-141,-6-5 0,0 9 0,-2 4-322,-4 13 1,-1 4-1,-7 11 1,2 1 128,-1 2 0,-3 9 1,-1 7-1,-1 7-164,1 8 0,-6 6 1,-1 6-1,3 5-221,1 5 1,3-1-1,0-4 1,1-9-232,4-12 1,5-11-1310,7-20 1,0-13 521,0-16 1,5-10 0,1-12 0,-2-1-1024,-2 2 1991,-2-6 0,0 0 0,0-8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52.50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0 262 8183,'12'0'1363,"-1"0"-862,3 0 0,4-5 1,5-3-1,6 0-194,4 0 1,12-5 0,5 1 0,8-3-540,4-3 1,-3 1 0,3-1 0,0 1-501,0-1 1,-6 1 0,0-1 731,-7 1 0,1-8 0,-5-2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52.88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261 136 8102,'17'0'130,"-5"0"543,-1 0 1,1-6-1,4-2-71,-5-1 0,3 3-271,-8-6 1,5 6 0,-5-5-191,-2-3 1,-12 6 0,-7 3-165,-7 3 0,-7 2 0,4 0 0,-2 2-129,-4 3 1,-2 5 0,0 10 0,2 1 77,2 2 1,7 8 0,-1-2-1,4 4 261,1 2 0,8 0 0,5 0 0,5 0-52,5 0 1,7-8 0,11-4-1,6-5-90,4-7 1,4-5-1,2-12 1,2-5-33,-2-5 1,-4-11-1,-4-6 1,-4-8-249,-2-3 1,-7-1 0,-9-3-1,-1 3-235,-4 2 0,-10 5 1,-8 8-1,-5 7-25,-4 4 0,-14 9 0,2 6 1,-2 10-249,0 11 1,2 3 0,2 9 742,4 2 0,-4 10 0,6 3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53.7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158 51 8311,'8'-18'366,"-6"7"901,4-1-964,-5 8 1,-1-2 0,0 12 0,-1 8-30,-5 7 1,2 8 0,-6 10 0,0 4-9,1 1 0,-1 5 1,-4 9-1,3 6-123,-3 4 0,-1 0 0,-1-2 1,3-4-162,1-2 1,2 2 0,-1-10 0,5-9-315,4-10 1,2-13 165,0-9 1,8-15 0,3-1 0,5-11 24,1-7 1,7-4 0,1-8 0,2 0-48,4 0 0,2-6 0,2 0 0,-2 2-40,-4 3 1,2 1-1,-6 2 1,0 2-122,1 1 0,-3 11 0,-7 0 293,-5 5 1,-3 12-1,-8 4 149,0 14 1,-2 3 0,-2 12 0,-4 4 52,-1 4 1,5 4 0,-4-5 0,2 3-89,0-2 1,1-2-1,5-2 1,0-2-166,0-4 1,7-6 0,5-9-1,3-5-247,3-1 1,5-4 0,2-8 0,1-6-207,-1-5 1,-2 1 0,-5-11 559,-1 0 0,8-2 0,2-8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54.18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210 175 8311,'18'0'667,"-1"0"0,1-2-335,-1-4 0,-1-3 0,-3-9 0,-3 1-98,-2-1 1,-2 7 0,-6-1 0,0-2-70,0-1 0,0 3 0,-2 2 0,-4 1-216,-6-1 1,-3 6 0,-3-2 0,-1 4-182,-4 2 0,1 8 0,-5 4 0,2 3 76,4 3 0,-5 5 1,3 2-1,2 1 161,1-1 0,3 6 1,1-4-1,5 2 92,5 0 1,4-7 0,4 1 0,4-4-36,5-1 1,7-9 0,3-3-1,4-4 5,2-2 1,3-2 0,5-4-1,-2-5-32,-4-5 1,4-3 0,-6-3 0,0-3-74,-4-2 1,2 4 0,-3-4 0,-5 1-134,-3 5 1,-10 2 0,3 3 27,1 4 0,-8 5 0,2 9 115,-6 3 0,-9 5 1,3 10-1,-2 3 32,1 6 0,5 4 0,-4 2 0,2-2-43,5-4 1,1 4 0,4-6-1,3 0-251,7-3 0,4-5 0,1-3 0,2-5-161,5-5 0,-3-4 0,6-4 0,-2-4-244,-3-5 1,1-7 694,-5-5 0,11-4 0,-10-8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54.5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86 11352,'0'17'401,"0"3"0,0 1 0,0 4-188,0 2 1,0 8 0,0 6 0,2-2-10,4-2 1,-3-4-1,7-4 1,0-6-196,0-3 0,1-5 0,9-3 0,1-6-9,2-5 1,2-4-1,-3-7 1,3-10-180,2-5 1,-4-4-1,5-6 1,-1-2-84,0-3 0,0 1 0,4-6 0,-4 4-42,-1 8 1,-3-2-1,-6 8 1,-1 0-690,-5 4 0,1 11 290,-12 6 1,-4 20-1,-13 9 394,-1 8 0,3-2 1,1 1-1,4-1 309,3-2 0,1 6 0,-2-6 0,-2 8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54.86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0 263 9305,'0'10'1860,"8"-3"0,6-9-1668,7-3 1,1-5-1,7-8 1,2 1-217,2 0 0,-4-1 0,0-1 1,0-3-175,-2-1 0,-2 0 1,-9 5-1,-4 1-61,-7-1 1,-5 1 0,-5 1 0,-7 5 40,-4 5 1,-7 4 0,-2 2 0,-2 2 249,-4 4 1,5 9 0,1 11-1,2 1 158,0 4 0,5 2 1,8 2-1,3 0 146,3-1 0,2 1 0,2 0 0,4 0-310,7 0 0,3-10 1,17-5-1,6-9-674,8-3 0,7-4 1,4-10-1,4-7 648,2-9 0,10-13 0,8-9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55.75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53 8630,'10'0'3384,"-1"-2"-2963,-3-4 0,-4 2-318,4-8 0,-6 7 1,-6-5-247,-5 2 0,-5 2 0,-1 6 0,-1 0-22,1 0 1,-1 2 0,-1 4 0,-3 6 14,-1 3 0,-6 3 1,6 1-1,1 4 103,3 6 1,2-3 0,1-1-1,4-2 36,7 0 1,3 1 0,4-9-1,3-3 76,7-6 1,4-4 0,3-2 0,4 0-12,6 0 1,-2-2 0,1-4 0,-1-6-83,0-3 1,-4-3 0,4 1 0,-1-1-57,-5 1 0,-2-6 0,-3-1 1,-2 3 69,-3 2 0,-5 3 0,4 2 68,-3 3 0,-1 5-15,-6-6 1,0 10-1,-2 2 1,-2 12 95,-1 9 1,-3 1 0,4 5 0,-2 0-169,2 0 1,2 0 0,2 4-1,2-3-357,4-3 0,-2-2 1,8-7-1,3-3-94,6-1 0,-1-8 0,5 2 0,-2-4-1593,1-2 2077,-1-8 0,2-10 0,2-9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56.75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53 252 8189,'-6'12'-902,"0"0"1077,2 1 1,-4-3 0,1 2 813,-3 1 1,6-3 339,-2 2 57,4-1-1015,2-1 0,2-4 1,4-10-1,4-4-185,-1-2 0,13-7 0,-5-6 0,5-1-149,3-1 0,2 0 0,6-6 1,-2 4-210,-2 1 0,0-3 1,4 6-1,-2 2-382,-2 1 1,-7 3 0,1 1 299,-4 5 1,-9 5 0,-4 12 0,-6 7 527,-6 9 0,-6 5 1,-9 10-1,-2 1-26,1 3 1,3 2 0,2-4-1,-1 1-32,1-1 1,7-8 0,2-4 0,2-1-174,1-5 1,1-3-85,10-7 0,9-5 0,8-12 0,1-7-35,1-9 1,-4 1 0,8-6 0,0 0-137,-1-1 1,3-1 0,-6-4 0,2 2-141,4 2 0,-6 2 0,-1-2 0,-5 6-66,-2 3 0,1 3 0,-3-1 302,-3 1 165,4 7 0,-14 4 0,3 12 0,-3 6 259,-2 3 0,0 9 0,0 1 1,-2 0-70,-3 0 0,3 4 0,-4-3 1,4-1-197,2 0 0,0-2 1,0-5-1,0-1-138,0 1-1,2-7 1,4-1 42,5-2 1,11-4 0,1-10 0,0-6-22,2-3 0,3-9 1,6-1-1,1-2-175,0-4 0,0-2 1,0-2-1,0 2-88,0 4 1,-6-2 0,-2 6 0,-1-1 275,-5 1 0,-9 8 194,-7 5 1,-3 10 0,-6 2 0,-5 12 104,-9 9 1,-3 4-1,3 6 1,1-1-121,0 1 1,5 2-1,2 0 1,2-2-196,5-2 0,1-6 0,2 4-317,0-2 1,7-3 0,5-11-1,5-5-236,7-4 1,-3-4 0,6-4 0,0-5-659,1-5 1288,-7-1 0,12-16 0,-6-4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57.10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0 262 8159,'0'12'764,"0"-1"1,8-7 0,4 2-515,3-4 1,9-2 0,1 0 0,2-2-183,4-4 1,2-3 0,4-11-1,0-1-101,-2-2 0,3-1 0,-10 7 0,-1-3-65,-4-3 1,-9 4 0,-5-5 0,-1 5-105,-4 2 1,-10 1 0,-5 2 0,-7 5 173,-5 1 0,1 2 0,-7 6 0,-2 2 39,-2 4 1,4 6 0,2 9 0,0 4 77,0 2 0,5 2 0,1 4 1,5 0 267,5 2 0,7-4 0,-2 10 1,6-4-217,6-2 1,6-6 0,9-2 0,4-2-395,2-3 1,2-11 0,6-5 0,2-4-311,4-2 0,-4-8 0,4-5 0,-5-9-366,-1-7 0,0 0 0,-2-4 929,-4-4 0,4-1 0,-5 3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57.5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223 140 10064,'12'-10'823,"-2"2"1,0 2-713,-1 1 0,3-7 0,3 4 1,-1 1-138,-2-1 0,-7-4 0,5 4-3,-2-1 1,-4-1 0,-10-4 47,-6 3 1,-3 7-1,-5-2 1,-1 4 99,-2 2 1,-6 2 0,5 2 0,1 4-5,-2 1 0,5 5 0,-3 7 0,4 3 29,1-3 0,1 6 0,1 2 1,3 2-81,1-2 0,8 2 1,0-7-1,6-1-114,4 2 1,8-11 0,-1 1-1,7-5-68,3-6 1,2-2-1,-2-4 1,5-4-86,-1-6 1,4-9 0,-8-2-1,0-1 11,3-1 0,-5 0 0,6-4 0,-4 4 107,-7-1 1,1 13 0,-7-5 110,0 3 10,-2-1 1,-14 14 0,-2 8-1,-2 10 254,-3 7 1,3-2 0,0 9 0,3-1-47,3-2 0,2 4 1,2-6-1,0 0-312,0 1 1,7-3 0,5-6 0,6-1-331,5-5 1,4-3 0,8-8 0,0-2-339,0-4 1,0-3 0,0-11 0,0-1-53,0-2 0,-2-6 0,-4 5 788,-6 3 0,-4-6 0,-1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57.9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43 8096,'0'-12'-18,"2"3"390,4 1 1,-4 0 409,3 2 0,-5 6 1,-5 0-443,-7 10 1,-4 11-1,-1 3 1,1-1-11,5 2 0,-3 0 1,6 6-1,1-1-104,-1 1 1,2-6 0,6 0 0,0-2-196,0 1 0,2-1 1,4-8-193,6-3 1,5-4 0,4-8 0,3-2-113,-3-4 0,4-4 0,0-7 0,3-3 31,3-3 0,-4 2 0,2-8 1,0 0 4,-2 1 0,4-3 1,-8 8-1,-1 2-603,-3 1 0,-7 3 850,0-1 1,-11 9-1,1 5 1,-7 8 261,-5 7 0,0 11 0,-3 3 0,1 2 94,-2 4 0,7-4 1,1 2-1,4 1-208,2-3 0,2 0 1,4-6-1,7 1-965,9-7 0,7 1 0,11-11 807,7-1 0,11-2 0,4-2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58.86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262 71 7975,'12'0'1904,"0"0"-1316,-9 0 1,7-2-378,-4-4 1,-4 2 106,4-7 1,-4-1-411,-2-6 1,-8 9 0,-4 3 0,-3 4 72,-3 2 1,1 0-1,-1 2 1,-1 2-74,-4 2 1,1 13 0,-5-1 0,2 3 69,4 4 1,-5 2-1,3 8 1,4 2 101,5 4 0,6-6 1,8 2-1,2-6-15,4 0 0,12-8 0,11-4 0,4-7-27,2-4 0,1-4 0,3-10 0,2-6-55,-2-3 0,-2-9 0,-2-3 0,-2-4-173,-4-6 0,-4-2 0,-10 5 0,-3 1-73,-6 3 0,-4-3 0,-4 6 0,-6 0 92,-9 4 1,-3 9 0,-9 5 0,-2 1 3,-2 4 0,0 10 0,2 7 0,4 7-23,2 3 0,1 8 0,9-2 0,3 2-145,6-2 1,5 4 0,1-4 0,0 2 334,0-1 0,13-5 0,5-8 0,11-7 0,-2-2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59.45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33 295 7975,'-17'0'704,"7"0"1,4 6 0,12 2 0,6 0-450,3-1 1,11 5 0,3-4 0,4 0-48,2-1 1,-1-1 0,3-6 0,2 0-97,2 0 0,0 0 0,-6-2 0,0-4-220,-1-5 0,-6-5 0,-5-3 0,-6-2-113,-5-3 0,-4-5 0,-8 4 0,0-2-34,0-4 0,-2 0 1,-4 2-1,-6 5-77,-3 5 1,-3 1 0,1 3 158,-1 3 0,1 6 1,0 14-1,-1 10 158,1 9 1,-1 6 0,1 6 0,-1 5 290,1 9 0,1 11 1,3 2-1,1 9 123,-2 13 0,5 11 0,3-41 0,0 2 0,-1 5 0,0 2-239,0 3 0,-1 2 0,-1-1 0,0-1 0,1-5 0,-1-2 0,0-5 0,1-1-169,-1-5 0,0-1 0,-6 26 0,1-22-85,2-22 0,8-18 0,-1-21-124,3-5 1,2-5 0,0-3 0,2-5-210,3-5 1,-3-4 0,4-2 0,-4 0 194,-2 1 1,0-3 0,0-2-1,0-4-7,0-1 1,0 3 0,0-4 0,0 1 18,0-1 0,2 0 1,2-1-1,4 5 292,1 4 1,3 4 0,6 4-1,-1 6 38,0 3 0,7 5 1,1 3-1,0 6-190,0 4 1,5 2-1,-5 0 1,0 2-580,0 4 1,4-4 658,-5 4 0,14 4 0,-1-1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00.0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313 82 7993,'0'-17'1623,"0"5"-1212,0 0 1,0 7 447,0-7-294,0 8 1,0-6-39,0 5-369,0 3 0,-8 0 1,-4 10-1,-3 3-56,-3 9 1,-5-1 0,-2 12 0,-2 6 86,-5 8 0,1 7 0,0 6 0,4 6-42,2 4 1,8 2 0,7-2 0,2-4-48,4-6 0,10-11 1,8-9-1,7-6-77,8-9 0,4-12 1,2-5-1,0-6-167,0-6 1,0-5 0,0-12 0,0-7-95,0-3 0,-2-2 0,-2-1 0,-4-3-93,-2-2 1,-2-6 0,-7 5 0,-3-3-64,-1-3 1,-10 3 0,-2-2 0,-10 1 69,-5 1 0,-9 5 1,-1 10-1,-2 7 285,-4 4 1,-2 9 0,-2 6 0,2 8-72,4 8 1,-2 11 0,8 6-1,1 6-260,3 6 0,9-2 1,4 7-1,4 1-1135,2-3 1505,8-1 0,10-8 0,9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07.3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51 140 7975,'-12'0'791,"1"0"0,5 0-32,-6 0 0,8-2-637,-1-3 0,10 3 0,7-4 28,4 4 1,1 2-1,2 0 1,3 0 79,1 0 0,10 0 0,0 0 0,8 0 66,3 0 0,5 0 1,9-2-1,8-2 48,8-2 1,5 0 0,13 6 0,7 0-205,-45 0 0,2 0 1,1 0-1,1 0 1,2 0-1,2 0 1,3 0-1,2 0-125,3 0 0,1 0 0,5 0 0,0 0 0,4 0 0,1 0 0,0 0 0,1 0 14,-2 0 1,1 0-1,2 0 1,1 0-1,0 0 1,1 0 0,2 0-1,0 0-16,3 0 0,1 0 0,-3 0 1,0 0-1,3 1 0,-1 0 1,-2 1-1,0 0-96,0 1 1,-1 0-1,4 0 1,0 0-1,1-3 1,-1 0-1,-1 0 1,0 0 86,-2 0 1,-1 0 0,-1 0 0,1 0 0,2 0 0,0 0 0,2 0 0,1 0-123,0 0 1,0 0-1,-8-1 1,-1 0 0,0-1-1,-1 0 1,-2-1 0,-1-2-56,-2 0 0,-1 1 0,-2 1 0,0 0 0,0-3 0,-1 0 1,-2 0-1,0-1 14,-5-1 1,0 0-1,-4 2 1,0 0 0,-3 1-1,0 1 1,-1-1-1,1 0 176,0 0 1,0 0 0,-5 3-1,-1 0 1,-1-1 0,-1 1-1,46 0 72,-6 2 1,-4 0 0,-5 0 0,-9 0-305,-7 0 1,-5 0 0,-11 2-1,-1 1-118,-3 3 0,-13 0 0,-2-4 0,-8 2-928,-7 2 108,-10 0 0,-33-6 1153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08.71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472 245 7271,'0'-17'421,"0"5"1,2 3-1,1-1-116,3 0 0,0 4 0,-6-5 0,0-3-113,0-1 1,0-3 0,-2 1-108,-4-1 0,2 1 1,-7-1-1,-3 3-80,-1 3 1,-5-1-1,-1 7 1,-4 2-34,-2 2 0,-1 2 1,-3 2-1,2 4 9,-2 5 0,-2 7 1,0 5-1,2 6 3,2 4 0,8 2 0,-3 0 0,5 2 136,2 4 0,7-5 1,4 5-1,4-6-104,2-6 1,2 2 0,6-9-1,7-5 33,7-3 1,9-10 0,-2-1 0,4-6-19,2-9 0,0-6 1,0-3-1,0-4-81,-1-2 0,1-2 1,-2-6-1,-4 0-149,-5 0 0,-3 2 0,0 2 0,1 2-149,-7-2 1,-3 5 0,-8 3 215,2 4 1,-2 9-1,-10 6 96,-6 8 0,2 8 0,-1 9 0,-1 4 164,2 2 1,3 3-1,7 4 1,0 1 91,0 0 0,0 0 0,2-2 0,3-2 9,7-2 0,9-9 0,5-1 0,1-7-470,4-4 1,2-3-1,2-7 1,0-3-283,0-7 0,-6-9 0,-2-5 1,-2-1 522,-4-4 0,-1-2 0,-3-2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09.15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16 8476,'12'-9'1148,"-1"3"0,-7 6-752,2 6 1,-6 5 0,-4 10 0,-2 5-2,2 1 1,1 2-1,-1 6 1,-2-2-113,2-4 0,2 2 0,2-8 0,2-1-154,4-3 1,-2-1 0,7-3 0,5-3-46,5-6 1,1-8 0,7-8-1,4-9-344,5-7 0,-1 3 1,2-6-1,-6-2-92,-4-2 0,-2-2 0,2 2 0,-7 4-308,-9 6 1,1 3 461,-8 3 1,-2 7 0,-10 8-1,-6 10 224,-3 9 0,-3 10 0,3-1 1,1 1 198,2 4 0,9 0 0,-3 0 0,6-4-39,6-2 0,-1-1 0,11-7 0,5-1-270,5-5 1,1-3 0,6-8 0,0-2-400,4-4 0,1-5 0,-1-11 1,0-3-453,-2-2 1,2 6 0,-14-5 0,-2 3 934,-1 0 0,-3-8 0,1 4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09.6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193 555 8243,'12'0'879,"-1"0"1,1 0 0,5-2-433,1-3 1,-7 1 0,-1-8 0,0 0-164,0 3 1,-7-7 0,3 5-149,-4-5 0,-2 4 0,-2 3 1,-4 1-199,-5 4 1,-11 2-1,-3 2 1,0 0-7,0 0 1,-6 6 0,4 2 0,-1 1 95,5 5 0,4 7 1,1 5-1,1-1 114,-1 0 1,9 4 0,3-4 0,4 1-129,2-1 1,4-2 0,5-5 0,11-3-72,5-3 1,4-5 0,6-8-1,0-5-66,0-6 1,0-5-1,0-7 1,-2-5-63,-4-4 0,4-8 0,-6-1 1,2-1-46,0 0 1,-5-5 0,3-1 0,-2-5-89,-4-4 0,-3 5 0,-7 9 0,-3 3-15,0 8 0,-6 0 413,4 10 1,-6 7 0,-4 12-1,-4 8 48,-2 8 0,-1 11 1,-5 8-1,3 6 152,1 4 0,0 5 0,-3-3 1,3 2 128,6 3 0,-1-3 0,1 1 0,2 3-254,2 1 1,4-5 0,4-4-1,7-6-939,9-6 0,-1 0 0,8-12 0,4-7 784,6-6 0,-2-19 0,5-5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10.40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315 158 8114,'12'0'-136,"-1"0"376,3 0 0,-5 0 596,3 0 1,-6-2-243,6-4 1,-9 2 0,3-8-197,-4-1 0,-2 3 1,0-2-336,0-1 0,0-3 0,-2 1 0,-4 1-121,-5 3 1,1 1 0,-4-2 0,-3 6-118,-4 4 1,-8 2 0,3 2 0,-1 4-28,-4 6 1,4 5 0,-2 5 0,0 3 191,2 2 0,1 2 0,9 6 0,-1 0 83,1 0 0,7 0 1,4 0-1,5-2-36,1-4 1,1-4-1,5-9 1,6-5 43,3-5 0,5-4 0,3-4 0,6-4-80,4-5 0,-4-5 0,0-3 0,1-3-217,-3-1 0,-2-8 1,-8 4-1,1-2 21,-1 0 0,-1 7 0,-3-1 0,-3 4-136,-2 1 1,-2 7 204,-6-1 0,-6 16 0,-2 2 0,0 9 249,1 8 0,-5-1 0,6 7 0,2 2 64,2 2 1,2 2 0,0-2 0,4-4-175,8-6 0,-1 1 1,15-5-1,-1-4-331,4 1 0,4-8 0,2-4 0,2-8-588,4-8 1,-5-5 905,5-7 0,-4-3 0,-2-8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11.1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280 228 7221,'18'-8'81,"-7"6"1,-1-6 607,-2 1 0,4 3 1,-7-8 192,-1-2 0,4 5-476,-2-3 0,0 0 0,-6-5-288,0 0 0,-2 1 0,-4 2 1,-6 3-104,-3-3 1,-3 5 0,-1-1 0,-2 2-234,-3 4 0,-1-4 1,4 3-1,-3 1-69,3 2 0,2 4 1,1 4-1,1 5 66,-1 5 0,3 1 1,1 1-1,4 1 226,3 4 0,1 3 0,8 5 0,2-2 259,2 2 0,9 2 1,1 2-1,5 0-72,0 0 1,-1-1 0,-3 1 0,1 0-81,-1 0 1,-7-6 0,-4-1 0,-4-3-19,-2-4 0,0-2 0,-2-1-193,-4-1 1,-4-7 0,-9-4-1,-3-4-219,-1-2 0,0-8 0,5-4 1,1-5-239,-1-6 0,1 3 0,1-5 0,5 2-606,5 0 0,4-3 1162,2 3 0,0 4 0,0-7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11.46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0 7953,'-11'0'859,"-1"0"1,6 0 0,-3 2 0,-1 6-623,0 10 1,4 1 0,-5 12 0,-3 6 12,-1 8 1,-1 7 0,2 8-1,3 10-152,-3 10 1,-1 5-1,-3 0 1,3-3-118,3-6 0,-2-9 0,9-8 1,1-13-1489,2-7 804,2-20 0,0-11 0,2-19 0,2-7-410,1-5 1,1-4 1112,-6-8 0,0 0 0,0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11.6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16 158 8269,'-9'0'1272,"3"0"0,12 0 1,7 0-931,9 0 1,5 0-1,8 0 1,0-2-709,0-4 0,5-4 1,1-7-1,0-1-391,1 1 0,-3 5 0,6 1 0,-2-3 757,-5-1 0,7-3 0,0 1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12.1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367 193 8269,'18'-8'-93,"-7"4"735,1-7 1,-2-1 0,3-3 0,-1 1 21,1 2 1,-5 7-1,0-7-497,0-2 0,-6-1 0,1-3-113,-6 1 0,-7 1 0,-8 5 0,-1 5-45,-4 4 0,-4 2 0,-8 0 0,0 0-161,0 0 0,0 10 0,0 5 0,0 8-145,0 5 0,2 1 0,4 6 0,6 0 428,3 0 1,5-1 0,3 1 0,6-2-15,4-4 1,12 3-1,8-11 1,9-6-1,6-7 0,2-6 0,1-4 0,3-4-152,2-5 0,0-7 0,-6-3 1,0-4-115,0-3 0,-6 5 1,-4-6-1,-4 0-122,-5 2 1,-5-4 0,1 7 0,-6 3 46,-4 2 1,-4 3 166,-4 5 1,2 3 0,-6 10 0,1 4-9,-1 5 1,0 11 0,-1 3-1,3 2 145,0 4 0,6-4 0,-4 2 0,6 0-15,6-1 0,-2-1 0,8-8 0,3 1-245,7-5 1,3-9 0,6 0 0,-2-4-340,2-2 1,4-8-1,2-4 1,0-5 518,-4-7 0,-2-3 0,4-8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12.50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 10091,'-9'0'848,"-1"6"0,6 1 0,-2 3-573,2 4 0,2 7 1,0 4-1,-1 2-157,-3 5 0,0-5 0,6 2 0,0 0-185,0-2 1,0-2 0,0-7-1,0-1-65,0 1 0,2-9 0,4-5-98,5-8 0,5-5 0,3-9 1,3-1-114,1-4 0,2-3 1,-4-5-1,5 2-30,1-2 1,0 4-1,2 0 1,-6 2 183,-3 3 0,-9 3 0,1 3 87,2 5 0,-7 5 1,-3 12-1,-6 7 436,-3 9 0,-7-1 1,4 8-1,0 2-63,1 2 0,1 2 1,6 0-1,0-2-280,0-4 1,2-4 0,4-7-1,5-1-274,5 1 1,3-9 0,2-5 0,5-8-468,1-7 1,2-5 749,6-1 0,0-9 0,0-1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13.00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280 672 8226,'6'-17'0,"2"1"405,2 4 1,-4-3 0,3 3 699,-1-3 0,-2-3-836,-6 1 0,-2 1 0,-4 5 0,-6 5-96,-3 4 0,-8 0 0,-1-2 0,1-2-225,-2 2 1,3 8 0,-5 4-1,2 2-88,4 3 0,1 9 0,3 1 0,-1 0 210,1 2 1,5 3 0,3 5 0,1-2 34,4-2 1,2-8 0,2 2 0,2-3-3,4-3 1,5-7 0,11-4 0,3-4-132,2-2 1,8-10 0,6-7-1,0-11-196,1-5 1,-3-2-1,6-1 1,-1-5-43,1-6 1,-6-3-1,2-3 1,-5-1-120,-1-4 1,0 2 0,-2-5 0,-2 5 153,-2 6 0,-9 11 0,-1 2 0,-5 8 607,-1 4-102,-5 1 1,-2 17-1,-12 7-169,-6 9 0,-3 9 1,-3 5-1,-1 6-15,-4 4 1,3 8-1,-3 0 1,4-1 7,1 3 0,1-4 0,1 8 0,5-1-217,5-1 0,-2-1 1,2-5-1,4 0-271,6-6 1,6 0 0,9-12 0,3-5-1493,1-8 1882,0-6 0,2-2 0,3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13.48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297 210 8161,'18'-11'0,"-1"-1"0,1 2 0,-3-3 0,-1 3 708,-3 2 0,-5-5 1,4 1-176,-2-4 1,-3-1-1,-5 0-326,0-1 1,-1 3 0,-5 1 0,-6 4-94,-3 3 1,-9 1 0,-1 6 0,0 0-230,0 0 0,-5 0 1,5 2-1,0 3-62,0 7 0,-4 9 1,3 3-1,1-1 309,0 2 0,4-3 1,7 7-1,2 2 83,-1 2 0,5 0 0,2-4 0,4-4-19,2 0 1,10-7 0,6-1 0,7-9-148,4-6 0,2-2 0,6 0 1,0-2-165,0-4 0,0-9 0,0-9 0,0 1-135,0-2 1,-6-2 0,-2-6 0,-2 2-107,-4 2 0,-3 7 0,-4-1 1,-5 3-29,-1 3 1,-4 7 354,-10 5 1,-4 6 0,-7 9 0,-1 8 98,1 1 1,1 8-1,3 0 1,3 2 128,2 1 1,3-7 0,5 4 0,0 0-153,0 0 1,0-5 0,2 1 0,5-6-477,11-5 0,-1-4 0,8-8 0,1 0-262,3 0 0,-2-8 0,0-5 1,-2-7 690,-3-3 0,5-8 0,0 4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13.80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87 8072,'10'-7'1406,"-2"5"1,-8 2-1,0 13-1125,0 9 1,0-1 0,0 6 0,0 0-94,0 1 1,0-7 0,-2 2 0,-2-3-140,-2-3 0,0 1 1,6-1 197,0 0-446,0-7 1,6-10 0,2-13-1,0-7-174,-1-3 0,7-6 0,-2 4 0,3-3-74,3-3 0,-1 4 0,1 0 1,-1 2 102,0 3 1,3 3 0,1 2 0,3-1-7,-3 1 1,4 7 0,-2 4 0,1 4-29,1 2 0,-6 0 0,7 0 0,-3 0 378,0 0 0,0 8 0,3-6 0,1 6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23.68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106 602 8446,'9'2'-1438,"-3"3"446,-4 7 1434,6-4 1,-4 0 67,7-8 0,-7-2-88,2-4 1,-2 2-111,2-8 1,-2 3-73,7-3 1,-7 2-7,2 4 0,-2 5 709,2-5-144,-4 4 1,5 0-575,-7-4 1,0-4-203,0-7 0,0 5 1,-1 2-145,-5 3 0,-4-5 0,-7 6 0,-1 2-24,1 2 1,-1 2 0,1 2 0,-1 2 67,1 2 1,-1 13 0,1 1-1,1 5 57,5 6 0,3-4 0,8 4 0,0 2 26,0 0 0,0 4 1,2-12-1,4-1 29,5-5 0,5 1 0,1-15 0,3-1 43,3-2 0,-4-4 0,5-4 0,-5-7-193,-1-9 1,-1 1 0,0-8 0,1-4-57,-1-6 0,1 2 0,-1-5 0,1 1-124,-1 0 1,1-5 0,1 1 0,2-2-32,3-1 1,-1-6 0,-6 9-1,1 0 185,-1 5 1,1-1-1,-1 6 1,-1 8-1,-4 5 160,-5 5 0,-7 9 0,0 8 0,-2 8-17,-3 2 0,-3 11 1,-6-2-1,3 5 134,-3 1 1,0 6-1,1 0 1,1 8 137,-1 7 1,3 1 0,0 3 0,0 5-163,1-1 1,5 6-1,-2 0 1,4 0-127,2 1 1,8-11 0,5-7 0,9-6-498,7-8 0,6-8 1,4-23 510,1-4 0,17-19 0,-3-12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24.76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228 619 8415,'9'0'2012,"5"-2"0,-8-3-1822,-2-7 0,3 2 1,-1-1-1,-2-3-57,-2-2 0,0 1 0,2-1-160,2-1 1,0-2 0,-8-11-282,-4 7 1,-6 11 0,-9 7 63,-2 3 0,-1 4 0,5 3 0,-2 9 104,-3 7 0,-1 7 0,4 6 0,-3 1 100,3 0 1,4 6 0,3 0 0,4-4 49,3-6 0,1 0 0,8-8 0,3-3 141,7-7 0,6-5 0,3-8 0,4-2 67,2-4 0,2-9 1,6-13-1,0-3-123,0-6 1,-6-1 0,0 1 0,1-4-154,-3-6 1,4-3 0,-8-2 0,-2-1-221,-1 1 1,-3 5 0,1 1-1,-3-1 32,-3 3 1,1 1 0,-7 10 0,-2 4-251,-2 5 385,-2 5 1,0 11 0,-2 8-89,-4 10 0,2 13 0,-7 6 0,-3 6 113,-1 6 1,-3 4 0,3 7-1,1 0 133,2 1 0,7-1 1,-5 3-1,2 1-32,4 2 1,2 0 0,4-7 0,4-5-212,6-5 0,9-12 0,4-7 0,3-9-290,3-7 1,0-6 0,0-8 485,-2-9 0,-8-9 0,4-8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25.15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106 315 8536,'9'0'1310,"7"0"0,-6-2-794,-1-4 1,7 2 0,-7-7-598,1-3 1,6-2 0,-7-1 0,3-2 78,0-5 0,-7 3 0,5-6 1,-2 2-76,-4 3 1,-2-3 0,-2 2 0,0 1-34,0 3 1,-2 9 0,-4 4-1,-6 5-32,-3 1 1,-8 9 0,-3 7 0,1 7 175,0 4 1,0 8 0,3 8-1,-1 0 130,2-1 1,3 5 0,7-6 0,5-3-26,4-1 1,4-2 0,4-2-1,7-6-155,8-9 0,7-3 0,9-9 0,1-4-392,3-6 0,0-6 1,-6-9-1,-2-4-908,-4-6 1,2 1 1315,-8-1 0,0-7 0,-5-9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25.50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1 164 8446,'10'-10'2116,"5"2"-1657,-3 8 0,-2 2 0,-1 6 0,1 8-116,0 5 1,-5 10-1,5-2 1,0 4-60,0 2 1,-5 0 0,5 0 0,0-2-15,-1-4 1,-5 2 0,2-8 93,-4-1 0,6-7-292,4-9 1,-3-8 0,3-17 0,0-5-370,-3-5 0,7-4 0,-5-2 1,5-2-3,1-3 0,7 3 0,-1-6 0,-2 2-305,-1 1 1,-3-1-1,1 8 1,-1 4-129,1 6 0,-7 5 0,-1 4-78,-2 3 0,-3 11 0,-5 4 1,-1 13 809,-5 8 0,4 5 0,-6 4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25.76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0 11793,'0'18'344,"0"1"0,0 5 0,-2 5-261,-4 4 1,4 4-1,-5 1 1,1 3-157,0-2 0,0-2 0,6-2 1,0-2-546,0-4 0,0-10-257,0-7 0,8-12 0,2-4 0,-1-13 875,-3-9 0,4-3 0,0-6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25.91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 11186,'-9'0'-789,"1"0"0,8 0 0,0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26.40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297 210 8446,'8'-12'463,"3"1"1,-1 1 0,0-3 0,-1 1-302,1-2 0,-6 5 1,2-3-1,-4-2-81,-2-1 0,-2-3 1,-4 1 1,-6-1 0,-3 7 1,-3 1-1,-1 2-100,-4 4 1,1 3 0,-5 1-1,0 1 50,0 5 0,4 4 0,-5 9 1,3 5-65,4 5 0,1 4 0,3 2 0,1 0 233,5 0 1,3-2-1,8-2 1,0-4-130,0-2 0,8-2 1,3-7-1,7-3-12,5-1 0,-1-8 0,5 0 0,0-8-202,0-8 1,-6-3 0,3-5 0,-3-1-156,2-2 0,-3-8 1,1 3-1,-5-1 52,-5 0 1,-1 6-1,2-4 1,-5 2 191,1 3 1,-6 3 92,4 1 1,-6 11 0,-4 9 110,-2 13 0,-7 4 0,3 11 0,-2 3-10,1 5 1,7-1 0,-2 2 0,4-6-264,2-4 0,2-2 1,4 4-1,5-5-67,5-7 1,7 0 0,2-13 0,3-2-413,3-2 1,-4-4-1,2-6 1,0-9-1075,-2-10 1674,-2-6 0,1-2 0,1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26.68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192 51 8446,'-11'-16'0,"1"2"1092,2 3 1,1 7-906,1-2 1,4 12 0,-4 6-1,4 5-108,2 6 0,-6 4 1,-2 10-1,1 4 232,-1 6 0,-4 11 0,5 6 0,-3 6-9,-4 5 0,5 7 0,-3 7 0,0-1-306,3-9 1,-5-9 0,8-12-1,2-11-174,2-8 1,4-14-1,4-8-459,6-9 0,-3-8 0,1-8 0,0-7-312,0-7 0,-7-9 0,3 2 0,-4-4 949,-2-2 0,0-7 0,0-3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26.83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0 141 10090,'2'11'2424,"4"-1"-2163,6-2 0,11-3 0,6-5 0,4-1-453,2-5 1,2-2 0,4-8 0,5 1-859,5-5 1,-5-1-1,-1 4 1050,-2-1 0,5-7 0,-3-2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27.08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68 1 11059,'0'17'666,"-2"3"1,-2 3-523,-1 6 0,-7 6 1,4 4-1,0 2-214,1-3 0,-1-1 0,4-4 0,-2-4-728,2-5 1,4-13-959,6-5 1,2-6 1755,4-6 0,3-11 0,-5-10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27.24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0 8991,'0'10'-922,"0"0"922,0-5 0,0-3 0,0 6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27.70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227 106 9408,'0'-12'719,"0"0"1,0 7-1,0-7-455,0-2 0,0 5-135,0-3 1,-8 2-1,-3-1-113,-5 5 0,-1 4 1,-1 4-1,1 4 148,-1 5 0,-1 7 0,0 5 0,-1 6 41,5 4 1,3 4 0,-2 2 0,5 2-75,1-3 0,2-3 0,8-4 0,4-3-141,6-3 1,5-4-1,4-9 1,5-6-192,1-4 1,2-4 0,6-4-1,-2-8 90,-4-7 1,4 0-1,-6-9 1,2-1-227,0-2 0,-13-2 0,-1 1 0,-3-1-123,-2 0 1,-8 2 0,-2 2 0,-10 5 444,-6 7 0,-9 0 0,-4 13 0,-6 2 62,-6 2 1,5 10-1,-5 3 1,6 7-98,6 5 1,-2 4-1,7 8 1,3 0-139,2 0 0,9 0 1,4-2-1,6-2-195,6-2 0,6-7 1,11 1-1,8-6-350,8-5 0,0-4 733,7-8 0,-7-8 0,4-2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28.08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43 8446,'10'0'745,"-1"0"2264,-3 0-2593,-4 0 1,4 8 0,-10 5-1,-4 7-104,-2 3 1,7 2-1,-5-2 1,2 7-100,0 2 0,0-2 1,6-1-1,0 0-142,0-2 1,0-2 0,0-7-1,2-3-261,4-3 0,-2-4 0,8-8 0,3 0-120,7 0 0,-1-14 0,6-5 0,0-7-77,0-5 1,2-2 0,6-2 0,0-1 40,0-5 0,-6 4 0,-1-2 0,-3 6 96,-4 4 1,-1 14 408,-3-3 1,-9 14 0,-8 6 0,-10 14 306,-5 11 0,-3 6 0,1 4 1,-1 1-219,1 3 0,7-6 0,4-6 1,4 0-741,2-1 1,8-3-1,4-10 1,5-1 491,6-3 0,12-7 0,10 4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28.86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297 88 8446,'12'-6'-849,"0"0"1829,1 3 0,-3-5-56,2 2 1,-7-6-482,7 7 0,-8-3-435,2 2 1,-10 2 0,-4-6-1,-2 3-21,-3 3 1,-9 2-1,-3 2 1,-2 2-47,-4 4 1,4 3 0,-2 11 0,0 1-26,1 2 0,-3 8 1,8-2-1,2 4 196,1 2 1,5 6 0,3 0-1,6-2 81,4-2 0,12-4 0,8-4 0,9-8-26,6-7 0,9-7 0,5-7 1,2-2-188,-3-3 0,5-11 0,-7-9 0,-1-2-356,-8-4 1,-2-2 0,-10-2 0,-4 0-321,-5 0 0,-6 0 0,-8 2 0,-2 2 106,-4 2 1,-6 7 0,-11 1 0,-6 6 377,-4 3 0,-2 8 1,2 0-1,2 8 212,2 8 0,2 3 0,-2 3 0,-4 7 0,6 2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29.43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140 262 8446,'0'18'2784,"0"-1"-2264,0 0 0,8 1 1,3-3-1,5-1-403,1-2 0,6-3 1,3 3-1,1-6-134,4-4 0,0-2 1,0-2-1,-4-4-15,-2-6 0,5-9 0,-7-4 1,-4-2-391,-5-4 0,-1 0 0,-7-2 0,-2 2-200,-2-1 1,-4-4 0,-4 8 0,-5 1 183,-5 4 0,-7 6 0,-2 5 0,-1 6 351,1 4 0,-4 18 0,4 7 0,0 10 289,-1 8 0,-3 5 0,6 12 0,2 6 344,1 4 1,5 16 0,1 7 0,9-41-1,0 1-147,1 4 1,1 2 0,-2 6 0,2 1 0,1 3 0,0 1 0,-1 3 0,0 0-292,1 2 0,0 0 1,-1-9-1,-1-2 1,0-8-1,2-3 1,-2 30-384,2-19 180,2-11 0,0-34 1,0-11-1,0-14-378,0-7 1,0-11 0,0-3 0,-2-4-9,-4-2 1,2 0 0,-7 0 0,-3 1 10,-2-1 0,5 0 1,-1-2-1,1-2 257,1-2 1,2 2 0,8 8 0,0 2 269,0-2 0,2 0 0,4 0 0,7 4 124,9 2 1,5 1-1,10 7 1,2 0 40,1-1 0,9 1 0,-4 1 0,1 3-476,1 1 1,-3 0 0,3-5 253,-6-1 0,-5-7 0,-1-2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30.04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53 427 8446,'-12'6'-208,"1"0"1289,-3-2 1,6 0 702,3 2-1236,3-4 1,4 5 0,3-7-209,7 0 1,4-6 0,1-3-1,1-5-104,-1-5 1,6-3-1,1 3 1,-1-2-158,2-3 0,-4-7 0,9 2 0,-1-4-463,-2-2 0,4 0 0,-8 0 0,-2 3-394,-1 2 0,-5-1 497,-3 8 1,-4 9 0,-10 16 343,-4 14 1,-4 11 0,-7 14-1,-1 5 82,1 5 0,1 3 0,3 4 0,3 6 779,2 4 0,3 0 0,5-2 0,0-4-848,0-1 0,0-5 0,0-12 0,2-9-797,3-9 0,-1-9 1,8-5-895,1-6 1615,-5-12 0,8-12 0,-7-9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3:31.80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35 385 8446,'-9'10'211,"-5"-1"595,8-3-399,0-4 0,8 6 1,4-8-8,6 0 1,9 0-1,2 0 1,1 0-96,1 0 0,2 0 0,8-2 0,2-2-71,4-2 1,-2-2 0,7 5 0,5-5-56,5-2 0,0 6 0,8-4 1,2 3-342,2-1 0,4 0 0,4 6 0,3 0 128,1 0 0,-1-2 1,-5-2-1,4-2 111,1 3 1,-5 1 0,3 2 0,-1 0 45,0 0 1,3-6-1,-1-2 1,3 0-15,-3 0 0,-2-5 0,-1 3 0,7-1-132,3-1 1,1 6 0,-3-4 0,-1 1-7,1-1 0,4 4 0,5-4 0,1 3-20,-2 3 0,0 0 0,0 0 0,4-4-52,2-1 0,-3 3 1,3-4-1,0 0 89,0 1 0,-2-1 1,-45 3-1,1 0 0,-1 2 1,1 1-13,44-4 1,2-4 0,-2 6-1,2 3 5,-47 2 1,1 0 0,42-5 0,-4 0-1,-5 2-78,-1 2 1,2 2 0,1 2-1,-3 2 23,-1 2 0,-7 0 0,7-6 0,1 2 44,3 3 1,-7-3-1,-3 4 1,-4-4 14,-2-2 0,-1 0 0,1 0 0,0 0 46,0 0 1,0 0 0,2 0 0,3 0-5,7 0 0,-3-2 1,3-2-1,3-2-55,6 3 0,7-5 0,-46 4 0,0 0 0,1 0 0,-1 0-5,0 0 1,1 0 0,-1 1 0,1 1-1,0 1 1,0 0 0,2-1 0,1 0 7,2-1 1,0 0-1,-1 0 1,-1 0-1,0 3 1,-1 0-1,-3 0 1,0 0 28,47 0 0,-47 0 0,-1 0 1,48 0-1,-48 0 0,-1 0 33,49 0 0,-48 0 1,-1 0-1,45 0 1,4 0-45,-46 0 0,1 0 0,-2 0 1,0 0-1,4 0 0,-1 0 1,-1 0-1,1 0-69,0 0 1,0 0 0,0 0-1,1 0 1,3 0 0,0 0 0,1 0-1,1 0 4,-2 0 1,0 0 0,-3 0 0,1 0 0,1 0 0,0 0 0,2 0 0,0 0 71,3 0 0,0 0 0,-3 0 0,-1 0 1,2 0-1,0 0 0,-1 0 0,0 0 30,0 0 1,1 0 0,0 0 0,0 0 0,-1 0 0,0 0 0,0 0 0,-1 0 71,-1 0 1,0 0 0,-3 0 0,1 0-1,1 0 1,0 0 0,1 0 0,1 0-39,1 0 0,0 0 1,-8 0-1,1 0 1,3 0-1,0 0 1,-1 0-1,1 0-15,1 0 0,0 0 0,3 0 1,1 0-1,-1 1 0,0 0 1,-1 1-1,0 0-77,0 1 0,-1 0 1,-3 0-1,0 0 1,4-3-1,1 0 0,1 0 1,2 0-49,3 0 1,0 0 0,-4 0 0,0 0-1,-1 0 1,0 0 0,0 0 0,0 0 73,2 0 1,1 0 0,-1 0 0,2 0-1,2 0 1,2 0 0,-1-1 0,1 0 73,-1-2 1,0 0 0,1 2-1,0 0 1,3-3 0,1 0 0,4 1-1,0 0-137,3 0 0,1 1 0,-4-2 0,-1 2 1,2 1-1,-1 2 0,-2-1 0,0 0 77,-3-1 1,-1 2 0,0 2-1,-2 2 1,-3-1 0,-2 1-1,-5 1 1,-1 0-80,-7 0 0,-2-1 1,35 1-1,-10 4 0,-8 0-86,-8-1 0,-12-3 0,-5 4 0,-6-2-669,-6-4 1,-4 3-1577,-7-1 2398,-8 0 0,-20-23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06.79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36 101 7939,'-12'2'550,"0"4"448,9-4-335,-5 6 0,10-8-379,4 0 0,3-6 0,9-2 0,-1-2-165,1-3 0,5 3 1,0-1-1,-1-1-166,-3 2 0,4-3 0,0 7 0,-1 0-241,-3-2 0,-1 6 0,-1-2 143,1 8 1,-3 12 0,-3 9-1,-6 2 127,-4 4 1,-4 2 0,-4 4 0,-8 4 149,-7 5 1,0-1 0,-7 0 0,1-1 10,0 1 0,0 0 0,-2 1 0,5-5-133,5-4 0,2-4 1,1-2-1,4-4-87,7-2 0,5-7 1,5-9-1,7-1-69,4-4 1,9-2 0,6-4 0,6-2-321,3-2 1,1-5 0,-4 3 0,2-2-239,2-3 1,-1 3 0,-7-2 703,-3-1 0,3-3 0,-6-1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07.07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0 175 7079,'18'-8'706,"1"0"1,3-5 0,3 1-300,2-1 1,8 3 0,8 0 0,3 1-489,9-1 1,-3 0 0,6-2 0,-4 5-598,-1-1 1,-3 6-1,-3-6 678,-6 1 0,-4-3 0,-3-8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07.4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36 8141,'0'10'1066,"0"5"0,8-13 1,3 4-683,5-4 1,9-2 0,4 0 0,4 0-344,2 0 0,2-6 0,2 0 0,2 0-250,-3-1 1,-1 5 0,-4-4-1,-4 4-1571,-5 2 0,-5-6 1780,-2 0 0,1-7 0,-1 3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07.66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0 8141,'-2'10'901,"-2"-2"-151,-2-1 1,1-3-521,5 8 1,2-8 0,3 2 0,9-5-558,7-1 1,6 0-1,10 0 1,2-1 326,2-5 0,15-4 0,-1-7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10.2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12840,'9'7'43,"7"3"1,-6 8 0,3 1 38,5 4 0,-3 6 1,12 12-1,0 4-154,1-1 1,1 7 0,4-7 0,-4 1-320,-6-4 0,-4-6 0,-3-6 0,-2-6-2827,-3-3 3218,-7-11 0,-4-9 0,-10-9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10.49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462 10 8141,'0'-10'901,"-7"16"0,-7 14-726,-7 5 1,-7 4-1,-6 8 1,-1 4-28,0 5 0,-8 3 0,-2-1 0,1-3-378,3-3 1,6-1 0,6-8 0,6-4-928,3-5 1,13-7 1156,7-5 0,7-12 0,11-10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10.91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18 158 8872,'-10'-8'976,"2"6"1,16-6 0,4 7 0,5-3-828,6-2 0,4 0 0,8 4 1,2-4-486,4-5 1,4 1 0,7-2 0,2 1-1902,5 1 2237,-13-6 0,20-1 0,-12-10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11.86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1 802 8142,'0'12'1408,"0"-1"233,0-7-677,0 4 1,8-8-526,3 0 0,-1-6 1,2-2-1,1-1-201,3-5 1,1-7 0,1-5 0,-1-1-191,1-4 1,5-2 0,0-4 0,0-1-165,3-3 1,-7-8 0,4 3 0,-1-5-226,1-1 1,-4-1 0,5 1-1,-5 2 26,-1 3 0,-1 6 0,-1 10 0,-3 6-257,-1 6 398,-8 5 1,3 16 0,-7 4-56,0 5 0,-5 7 1,-1 5-1,2 4 368,2 1 1,-4 5 0,0-4 0,2 4-34,3 2 1,1-1 0,0-1 0,0-3 115,0-7 0,0 2 1,1-2-1,5-1-107,6-3 1,5-9 0,5-4-1,3-4-122,2-2 0,6-14 0,6-5 0,-4-7-82,-2-5 0,4-2 0,-8-4 1,4-1-225,2-3 1,-6 0 0,-2 6 0,-2 0 37,-3 0 1,-5 8 0,-5 4 0,-6 4-125,-5 1 307,-1 8 0,0 5 0,-1 10 0,-3 9 127,-2 7 1,-8 1 0,5 7 0,-3 4 47,0 6 0,3-3 1,-5 7-1,4-2-156,2 0 0,3-6 1,5-6-1,0 0-312,0-2 1,0-2 0,2-7 384,3-1 0,5-7 0,8-2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12.93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34 280 8311,'-18'0'963,"9"0"1,3 0 0,12 0-700,5 0 1,5 0 0,1 0 0,3 0 43,3 0 1,4 0-1,10 0 1,4 0-102,5 0 1,15 0 0,8-2-1,15-2-55,13-2 1,-46 0 0,1 1 0,8 0 0,2 2 0,3-2 0,2 0 1,3-1 1,2-1-1,0-1 1,1 0-1,4-1 1,1 1-1,1-1 1,0 0-147,-3 0 0,1 1 0,2 1 1,-1 2-1,-3 0 0,-1 0 0,2 1 1,0 0-12,0 2 0,-1 1 0,-6-1 0,-2 2 1,1 0-1,0 0 0,-3 0 0,0 0-29,-1 0 1,0 0-1,-2-1 1,0 0-1,-3-1 1,-1 0-1,0-2 1,0 0-106,-1 0 0,-1-2 0,-4 1 0,0-1 1,4-2-1,1 0 0,-2 1 0,0 1-79,1 0 1,-1 0 0,40-4 0,-13-1 0,-11 5-249,-7 4 1,-13-4 0,-16 0 0,-10 2-288,-6 2 0,-9 4 1,-4 4-2026,-4 6 2776,-2 3 0,-8 11 0,-2 1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15.16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140 140 6436,'-8'10'544,"6"0"282,-4-5-613,4-3 0,2 4 0,2-10 50,4-2 1,-2-5-1,6 3-3,-3-2 1,-1 4 0,-4-3 77,4 1 1,-4 0-154,4 2 1,-4 3-163,-2-9 1,-2 8 0,-4-2-25,-6 4 0,-1 10 1,-1 4-1,2 5 102,-1 6 1,-8 5-1,-3 7 1,5 1-71,5 5 0,1-2 0,7 6 1,2-3 41,2-3 1,2-4 0,2-6-1,4-6-20,5-3 0,7-10 1,3-5-1,4-3-33,3-2 1,-1-9 0,4-7 0,-4-7-89,-2-4 0,4-3 0,-5-4 0,-3-1-100,-2 0 1,-9 0 0,-4 2-1,-4 2-40,-2 2 1,-2 1-1,-6-1 1,-7 6 270,-7 4 0,-9 1 0,4 3 0,-2 3-6,0 6 1,6 4 0,-5 2 0,3 0-60,4 0 0,7 0-201,3 0 198,7 0 0,10 0 0,11 0 61,2 0 1,7 0 0,-1-2 0,0-2-87,0-1 1,4-7-1,-5 4 1,-3 0-78,-2 1 1,-1-1-1,-1 4 1,1-2-246,-1 2 1,-5 2-1,0 2-230,1 0 0,-3 6-595,2 0 1177,-1 0 0,14-6 0,3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15.82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87 8141,'0'12'1176,"0"0"-707,0-8 1,8 1-1,6-8-195,7-3 0,0-8 0,9 4 0,1-1-264,2-1 0,2 6 0,-1-3 0,1 1-393,0 4 0,0-4 0,-2 2 1,-2 2 382,-2 3 0,-7-7 0,3-2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18.994"/>
    </inkml:context>
    <inkml:brush xml:id="br0">
      <inkml:brushProperty name="width" value="0.11429" units="cm"/>
      <inkml:brushProperty name="height" value="0.11429" units="cm"/>
      <inkml:brushProperty name="color" value="#008C3A"/>
    </inkml:brush>
  </inkml:definitions>
  <inkml:trace contextRef="#ctx0" brushRef="#br0">1 193 14982,'10'-2'765,"-5"-4"0,-1 4 1,0-6-1,4 3-403,2-1 1,11-2 0,14 2-1,13-5-95,15-5 0,10-1 0,22-1 0,-43 9 0,1 1-193,4-1 0,1 0 1,6 0-1,2 1 1,2 0-1,1 0 1,3 2-1,0 1-253,0 1 0,0 2 0,-2 0 0,1 2 0,0 0 0,0 0 0,1 0 0,1 2 55,3 1 1,0 0 0,-2-3 0,-1 1-1,0 2 1,0 0 0,-3-1 0,0 0-53,-3 1 1,-1 0 0,3-2 0,0 0-1,-3 2 1,0 0 0,-1-1 0,-2 0 28,-4 1 0,-1-1 0,-3-1 0,-2 0 0,35 7 0,-9-2-162,-5 0 1,-14 0-1,-8-6 1,-11 2-392,-10 3 0,0-3 1,-7 4 699,-3-4 0,-4-2 0,-5 0 0,-4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19.677"/>
    </inkml:context>
    <inkml:brush xml:id="br0">
      <inkml:brushProperty name="width" value="0.11429" units="cm"/>
      <inkml:brushProperty name="height" value="0.11429" units="cm"/>
      <inkml:brushProperty name="color" value="#008C3A"/>
    </inkml:brush>
  </inkml:definitions>
  <inkml:trace contextRef="#ctx0" brushRef="#br0">206 18 14982,'12'-2'159,"-1"-4"0,-5 4 704,6-3 103,-8 3-444,3 2 1,-5 0 305,4 0-794,-4 0 1,6 2-145,-8 3 0,-8-1 1,-4 8 146,-3 2 1,-4-5 0,-3 3-1,-1 2-102,2 1 1,-5 1 0,3-3-1,2-1 65,1 1 0,3-3 0,-1 0-30,1-2 0,7-1 1,6-3-44,8 2 1,6 0 0,9-6-1,5 0 275,5 0 1,4 0 0,2 0-1,0 0-141,-1 0 0,1 6 1,-2 1-1,-2 3-231,-1 4 0,-7-5 0,4 3 0,-2 0-228,-3-3 1,-3 5-1,-2-6 1,1-1-221,-1 1 0,-5 0 1,0-4-1196,1 2 1,3 0 1700,1-6 0,1 0 0,-1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20.194"/>
    </inkml:context>
    <inkml:brush xml:id="br0">
      <inkml:brushProperty name="width" value="0.11429" units="cm"/>
      <inkml:brushProperty name="height" value="0.11429" units="cm"/>
      <inkml:brushProperty name="color" value="#008C3A"/>
    </inkml:brush>
  </inkml:definitions>
  <inkml:trace contextRef="#ctx0" brushRef="#br0">1 18 14982,'0'-9'1039,"0"1"1,0 10-986,0 4 1,0 3 0,0 9 0,2-1-332,4 1 0,-3 1 0,7 2 0,0 3-880,0-3 1,-5-2 1046,7-1 0,0 7 1,5 2-1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47.461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1 375 8408,'0'9'2028,"0"-1"1,2-8-1517,4 0 0,5-2 1,11-4-322,1-5 0,2-11 0,-2-3 0,7-2-98,3-4 1,1 0-1,1 0 1,0 2-294,0-2 0,-6 6 1,-1 3-1,-5 7-183,-8 3 1,3 8 0,-8 0 300,-1 8 0,-1 14 0,-10 11 0,-4 4 141,-5 2 0,1 5 0,-2 1 0,1-2-32,1-2 1,-6-2-1,7-2 1,-1-4 9,4-6 0,2-5 0,0-5 200,-1-1 0,1-8 1,9-2-1,9-10-40,7-10 1,1-11 0,7 0 0,2-6-111,2-5 1,-4 3 0,0-4 0,2 4-217,2 2 0,-4 2 0,-2 2 1,-1 6-387,-5 5 0,-4-1 217,-5 9 0,-4 7 0,-8 5 0,0 9 156,0 7 1,-6 9 0,-2 4 0,1 4 355,-1 2 1,-4 6 0,4 0 0,1-3-104,-1-1 0,2-8 1,6 0-1,0 1-130,0-3 1,0-8 159,0-7 0,8-10 0,3-2 0,7-12 41,5-9 0,-1-6 0,7-10 0,2-2-186,2-2 0,2-5 1,0 3-1,-1 0-181,1 1 0,-2 1 1,-2 8-1,-5 4-302,-7 5 1,0 11 195,-13 1 0,0 10 0,-6 4 0,-2 14 148,-4 11 1,2 6 0,-7 2 0,-3 0 214,-1 0 1,3 0-1,0-1 1,1 1-139,1 0 1,2-6 0,8-1 0,0-3-367,0-4 1,0-1 0,2-5-136,4-3 0,4-4 0,7-8 0,1-2-1098,-1-4 1665,1-12 0,7-1 0,2-6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47.845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0 280 8532,'0'-12'791,"0"1"1,2 7 0,4-2-1,6 4-351,3 2 0,3-6 0,1-2 1,4 1-492,6-1 1,-1-6 0,1 3 0,0-5-40,-2-1 0,4-3 0,-8-1 1,-3-2-72,-7 1 1,-5 9 0,-8 1 126,0-2 1,-8 1 0,-3 1 0,-7 6-52,-5 4 1,2 12 0,-7 6 0,1 7 67,0 4 0,6-4 0,-3 7 0,5 1 179,2 2 0,1 1 0,4-1 0,7-1-25,3-3 0,4-2 0,3 2 1,9-8-81,7-7 0,7-1 0,6-7 0,3-2-417,4-2 0,-2-10 0,5-3 0,-1-7-361,-4-5 0,4-2 0,-5-6 1,-3 2-154,-4-3 0,-9 5 0,1-2 874,-3-2 0,-3 6 0,0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48.328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140 175 8327,'18'-2'-438,"-1"-2"495,1-2 1,-7-5 0,1 5-1,0 0 394,-3-2 0,5 5 1,-6-7-1,-1 0-102,1 0 1,4 5-1,-6-7 1,-1 0 264,3 3 1,-6-7-445,4 4 1,-10 3 0,-4-1 0,-1 2-163,-5 4 1,-7 2 0,-3 2 0,3 0-38,2 0 0,-5 8 1,1 2-1,2 2-71,1-1 1,3 1 0,-1 5 0,1 1 79,0-1 0,5 1 0,2-1 0,2 3 51,5 3 0,1-10 0,2 5 0,2-3-1,3 1 1,5-1 0,8-3 0,-1-6-2,0-4 0,7-2 0,1 0 0,0-2-57,0-4 1,5-9-1,-5-9 1,0 1-14,0-2 0,-2 0 0,-5-5 0,-1 7 92,1 4 1,-6 1 0,-3 1 216,-1-1-372,-2 1 0,-14 17 1,-2 10-1,-1 9 116,-1 2 0,6 7 0,-3-1 0,-1 2-21,0 0 0,6-2 0,-2 2 1,4-6-139,2-3 1,2-3 0,4 1 0,6-3-290,3-3 1,5-4 0,1-8 0,2 0-270,-1 0 1,3-8 0,0-4-1,0-5 199,1-6 1,-3 1-1,-6-7 506,1-2 0,7-2 0,2-2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48.728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 43 8327,'0'12'2068,"0"0"-329,0-8-1310,0 3 17,0-7 1,0 2-224,0 4 0,0 4 0,0 7 0,0 1-107,0-1 0,0 3 1,0 1-1,0 2 15,0-1 0,0-3 0,0-2 1,0 1-45,0-1 1,7-7-1,7-4 1,5-4-54,5-2 1,7-8 0,-2-4 0,4-5-157,2-6 1,5-4 0,1-8 0,-4 0-226,-6 0 0,0 2 1,-8 4-1,-3 5-215,-7 5 531,3 2 1,-22 9-1,0 10 1,-7 13 101,-5 12 1,1 1-1,-1 1 1,3 2 42,3 2 0,4-4 0,8-2 0,0-2-200,0-3 1,8-3 0,4-4 0,5-1-235,7-2 1,3-8-1,10-1 1,1-6-440,3-9 1,2-6 0,-4-3 0,1-4-2064,-1-2 2822,-2-2 0,-2-6 0,0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49.259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141 88 8221,'0'10'1932,"0"-3"0,7-14-1707,5-5 0,-4 2 0,-1 1 0,-1-1 204,0 0 1,0 4-220,-6-5 0,0 5-226,0-6 1,-2 8 0,-4-1 0,-5 3 47,-5 2 1,-1 7 0,-3 7 0,-1 5 153,-3 5 0,1 7 0,6 0 1,1 6-22,5 3 1,3 1-1,8-6 1,0-2-113,0-4 0,13-6 1,7-11-1,5-6-124,6-4 0,2-2 0,2-2 0,0-6-181,0-9 1,-2-9 0,-2-9 0,-6 1-188,-5-1 1,-1 2 0,-13 2 0,-2 1 81,-2-1 0,-4 6 0,-4 2 1,-6 5 79,-3 7 0,-11 3 0,-3 8 1,-4 0-169,-2 0 0,2 8 1,2 5-1,4 7 5,2 3 0,4 6 0,9-4 0,6 1 176,4-1 0,4-2 1,4-5-1,8-1 264,7 1 0,6-9 0,8-3 0,8-4 0,1-2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49.775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32 121 8572,'-18'0'2272,"8"2"1,7 3-2033,6 7 0,1 2 1,8-1-1,2-3-269,1-2 0,4 3 0,3-5 0,1-2 78,-2-2 0,5-2 0,-1 0 1,0 0-166,0 0 0,4-8 1,-3-3-1,-1-5-189,0-1 1,-2-1-1,-5-1 1,-3-3-52,-3-1 0,-2 0 0,-6 5 233,1 1 1,-1 7 0,-9 4-1,-9 6-58,-7 6 0,1 6 1,-3 11-1,3 6 344,3 4 1,-2 4-1,-1 4 1,1 5 270,3 5 0,3 17 0,-5 9 1,1 15-234,8-41 0,0 2 1,1 3-1,1 1 1,0 3-1,0 0 1,2-1-1,1 1-151,0-1 0,0-2 1,-8 34-1,6-9 1,2-22-220,2-17 40,2-10 0,0-33 1,0-10-1,0-12-196,0-5 0,0-2 1,0-6-1,0-2 91,0-3 0,-5 3 1,-1-4-1,0 4 115,-2 2 1,6 0 0,-4 0 0,5 0 173,1 1 1,0 1-1,0 3 1,1 7 25,5 4 0,4 1 0,7 1 0,1 1-112,-1 5 1,3 1 0,1 6 0,4-2-550,3 2 1,-1 2-1,4 0 1,-2-1 579,2-3 0,10-8 0,3 4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50.592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52 176 8107,'6'-18'-450,"0"1"236,-2-1 0,4 7 0,-1 1 480,3 2 1,-4-5-175,6 1 0,-8 2 0,3 1 185,1 1 1,-4-4-1,6 4 518,-3-1 0,1 5 1236,-2-2-1619,-4 4 0,6 4 0,-10 4-107,-4 5 1,2 13 0,-6 5 0,1 6-6,-1 5 0,-2 5 0,-5 9 1,-1 5-124,1 5 1,5-2 0,1 0 0,-1-2-105,2-4 0,-3-1 0,7-5 0,2-5-1497,2-10 659,2-8 0,0-19 1,0-8-103,0-10 1,6-8 0,0-3 0,-2-4 66,-3-2 0,5 3 0,0-3 800,-2 2 0,-2-14 0,-2 2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50.792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0 210 13121,'27'0'0,"-1"0"136,-1 0 1,2 0-1,8 0 1,0-2-97,0-4 0,0 2 0,0-7 0,0-3-1398,0-1 0,0-3 0,-2 1 1,-4-1 155,-6 1 1,-6-3 1201,-5-3 0,4 4 0,-7-6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51.342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88 28 8207,'0'-12'2467,"0"1"-2239,0 7 1,0 4-1,0 13 1,0 9 9,0 7 0,-6 6 1,-2 5-1,-1 7 65,-5 3 0,4 3 1,1-1-1,-1 1-76,0-1 1,6 0-1,-1-1 1,3-6-190,2-11 1,0-6 0,2-13 0,3-3 3,7-6 0,6-4 0,3-4 0,2-4-156,-2-6 1,5-5-1,-1-5 1,0-3-233,0-2 1,-1 4 0,-5-4 0,2-1-76,3 1 0,-1 6 1,-7-2-1,-3 5 162,-1 6 0,-8-3 160,1 3 1,-3 6 0,-4 6 111,-3 10 0,1 6 0,-6 1 1,0 3 340,1 3 0,5-2 1,-2 6-1,4 1-24,2-1 1,2-4 0,4 4 0,5-2-97,5-3 1,7-9-1,2-3 1,3-2-147,3-4 1,9-2 0,5-4 0,2-4-225,-1-6 1,-7-3 0,2-5 0,-4-1-197,-2-2 0,-8-7 0,-6 7 1,-5 2 37,-5 1 0,-7 3 0,0 0 1,-8 1 53,-8 4 0,-5-1 1,-4 7-1,-5 2 252,-1 2 0,4 4 1,-4 4-1,2 6 200,3 3 0,3 4 0,3 3 1,3 1 43,1-2 0,8 5 1,-2-3-1,6 0 131,6 2 0,12-5 1,13 3-1,8-5-342,7-7 0,14-3 1,10-8-1,10-2-1630,5-4 0,-3-5 1585,-1-13 0,-15-3 0,2-8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53.692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1 489 8107,'7'10'1542,"-5"-2"-963,14-8 0,-12 0 0,7 0 14,3 0 1,-4 0 0,1 0-169,3 0 0,1 0 0,3-2 0,1-2-103,5-2 1,-5-6 0,6 5 0,0-3-275,4-4 0,3-1 1,-1-3-1,-2 1-221,2-1 0,-4-5 1,2-2-1,0-2-53,-2-4 0,-1 0 1,-9 0-1,-1 1-307,-5-1 0,-1 0 0,-6 0 157,2 2 0,-6 8 0,-8-1 147,-2 9 1,-2 5 0,-7 10 0,-2 4 71,-3 6 1,-1 11 0,4 6 0,-2 6 280,1 6 1,-3 3-1,2 13 1,1 5 279,3 7 1,-4 15 0,-1 7 0,13-38-1,1 3-174,0 6 0,1 2 0,-3 6 0,0 2 0,1-1 1,-1-1-1,2-4 0,1-2-158,1-6 0,2-3 0,-2 34 0,8-21 0,0-16 159,0-15-297,0-17 1,6-20 0,2-14 0,0-7-123,-1-8 1,1-6 0,-4-6 0,2-4-111,-2 1 0,-2-5 0,-2 6 1,-2 1-104,-4-1 0,2-5 1,-6 3-1,1-2 260,-1 1 1,4 7 0,-6-2 0,1 4 270,1 2 0,0 8 0,7 4 177,-3 4 1,0 7-197,6 0 0,8 8 0,3-1 0,5 3-150,1 2 0,7 0 0,1 0 1,2-2-331,4-4 0,2 2 1,4-8-1,2-1-474,1-3 1,1-1-1,-6 1 1,-2 3-787,-4 1 1629,4 0 0,-13-13 0,5-2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54.042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0 315 11402,'12'-2'964,"0"-2"0,3-4-830,7-2 1,-1 5-1,8-7 1,2 0-338,2 3 1,0-13 0,-2 5 0,-2-3-100,2 1 1,-6-4-1,-1-1 1,-7 1-87,-5-2 0,-4 6 1,-10-5 429,-4 5 1,-4 9 0,-9 4 0,-3 4 119,-1 2 1,-8 10 0,4 8 0,-2 7 53,0 2 1,1 10 0,-1-6-1,6 0 19,4 2 1,7 0-1,2 2 1,3 0 11,3 0 0,4-6 0,7-2 0,11-2-328,9-3 1,6-11 0,4-5 0,2-4-482,2-2 1,5-2-1,-3-4 1,-1-7-193,1-9 1,-2 1 0,-6-8 753,0-2 0,7-2 0,3-2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54.527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245 140 8107,'11'-2'416,"-1"-4"180,-2-5 0,-1 3 0,-3 0 0,4 2-185,2 0 0,-6-7 0,2 1-554,-5-3 1,5 3 84,0 0 0,-8 7 0,-9-5 0,-5 2 100,-1 4 1,-1 2 0,1 2 0,-3 0-55,-3 0 1,3 2-1,-5 4 1,2 6 107,0 3 1,-1 3 0,7-1-1,-1 1 151,1-1 1,5 1 0,3-1 0,1 0-66,4 1 0,2-1 0,2 1 0,2-1-170,4 1 1,5-9 0,11-3 0,3-4-197,2-2 1,-3 0 0,5-2-1,0-4-83,-2-5 1,4-7-1,-8-3 1,-1-2 77,-3 1 1,-2 3 0,-1 2 0,-4-1 189,-7 1 1,-3 5 198,-2 0 0,-2 8 1,-3-1-1,-5 5-69,0 5 1,-3 5 0,5 8 0,0-1 17,0 1 0,3-1 1,5 2-1,0 3-28,0 1 0,1-2 1,5-7-1,8-2-359,7 1 0,1-5 0,7-2 0,2-4-457,2-2 1,2-2 0,0-4-1,-2-6-409,-4-3 0,4-5 1,-6-3 1103,0-6 0,14-4 0,-4-2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54.809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140 121 8317,'10'-8'0,"-4"-4"643,-4-3 1,-2-3-1,0 1 203,0-1 0,0 7 0,2 1-494,3 2 0,-3 4-429,4 10 1,-6 6 0,-4 11 0,-3 8 203,-3 8 1,-2 8 0,-5 9 0,-1 4 31,1 2 1,-1 2-1,3 4 1,1-2 2,3-2 1,5-8 0,-4 1 0,2-11-268,4-11 1,3-6 0,2-9-465,5-3 1,-2-3 0,6-16 0,0-4-384,-1-6 1,-5-3-1,2-3 1,-4-1 157,-2-4 1,0 1-1,-2-7 794,-4-2 0,-4-2 0,-7-2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54.975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18 105 8107,'-10'0'1513,"3"0"1,9 0-1,5 0-1451,11 0 1,1 0-1,12 0 1,4 0-627,4 0 0,4-6 0,-2-2 1,5 1-54,5-1 1,-5-6-1,-1 5 1,-3-3 616,-3 0 0,-2 1 0,-2-7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55.626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53 70 9676,'10'-2'2119,"-4"-3"1,-2 3-2500,1-4 1,-5 6 470,0 6 0,-5-2 0,-9 9 1,2 5 10,-1 3 1,3 4 0,0-3 0,3 1 42,3-2 0,2-1 1,2-3-1,0 1 64,0-1 1,7-1-1,5-3 1,6-3-409,5-2 0,4-3 0,8-7 0,2-3-183,4-7 1,-5-5-1,5-5 1,-4-3-51,-2-2 1,-8 3 0,-5-3 0,-7 2-279,-3 4 0,-8 1 0,-1 5 289,-6 3 1,-1 4 0,-8 10 0,-2 4-12,-1 6 1,-3 3-1,3 3 432,3-1 0,5 1 0,7-1 0,0 1 0,0-1 0,1-5 0,7-3 0,10-1 0,-1-2 0,6-6 0,-3 0 0,-3 0 0,3-2 0,1-4 0,2-5 0,-1-5 0,-3 1 0,-1 1 0,-1 2 32,1-1 1,-3-3 0,-3-1 0,-5 1 788,1 5 0,-6-5 1915,4 4-2378,-4 5 1,-8 7 0,0 11-1,0 7-59,-1 5 1,3-3 0,-6 5 0,2 0-121,4 4 0,3-4 0,-1-1 0,-2-3-154,-2 2 0,0-3-222,6 3 1,2-11 0,4-7 127,5-3 1,-1-4 0,0-5 0,0-9-88,-1-5 1,-3-4 0,4 3 0,-1-3 43,1-2 1,-4 3 0,4-3 0,-1 2-326,1 4 1,2 1-1,5 3 1,1-1 105,-1 1 1,8 5 0,3 3 0,1 1 33,0 4 0,2 2 0,8 0 0,1-2-179,-1-2 1,-2 1-1,-2 5 476,0 0 0,8 0 0,1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55.945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1 157 11053,'17'0'581,"1"0"1,-1 0 0,1-2-598,-1-4 0,3 3 1,1-9-1,2-2-127,-1-1 0,1 3 0,-4 1 1,-5-3-167,-4-2 0,-5 5 0,-7-1 207,-3-1 0,-11 5 0,-9 2 1,0 4 385,-1 2 1,-3 8 0,6 3 0,2 5 185,1 1 1,11 1 0,3-1 0,4 1-63,2-1 0,4 7 0,7-1 0,17-2-695,14-1 1,14-3 0,24 1-1,13-3-287,-39-9 1,1 0 573,4-2 0,0-1 0,2 1 0,0 0 0,1 1 0,-1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0.710"/>
    </inkml:context>
    <inkml:brush xml:id="br0">
      <inkml:brushProperty name="width" value="0.11429" units="cm"/>
      <inkml:brushProperty name="height" value="0.11429" units="cm"/>
      <inkml:brushProperty name="color" value="#00A0D7"/>
    </inkml:brush>
  </inkml:definitions>
  <inkml:trace contextRef="#ctx0" brushRef="#br0">53 0 9326,'-9'0'-450,"-7"0"1,12 0 502,-7 0 333,7 0 25,-4 0 230,8 0 3619,0 0-4027,8 0 0,0 8 0,5 2 0,-1 1-58,1 1 1,5 1-1,5 9 1,6 1 1,4-2 0,10 7 0,5 1 0,11 4 62,10 2 0,5 0 1,12-2-1,7-2-185,-43-16 0,1-1 0,44 9 1,-44-10-1,1-1 0,-3-1 1,0 0-186,49 4 1,0-3-1,-46-6 1,-1-1 0,0-1-1,-1-2-269,49 0 0,-6-2 0,4-2 0,0-2-133,0-1 0,-7-9 0,-3 4 0,-9-1-238,-7-1 0,-8 8 0,-7-2 1,-10 4-1505,-11 2 2270,-15 0 0,-13 8 1,-7 2-1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1.477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402 18 8302,'12'0'575,"0"0"1,-6-6 786,5 0 91,-7 0-1153,4 6 0,-10 0 1,-4 0-160,-6 0 0,-9 0 0,-4 0 0,0 0-246,-1 0 1,-5 0 0,2 0 0,-4 2-103,-2 4 0,0-4 0,2 6 1,2-2 18,2 0 1,8 5-1,-2-3 1,5 2-38,7 3 1,3-3 0,8 2 236,0 1 0,10 3 0,7 1 0,10 1 207,6-1 0,0 1 1,-2-1-1,-2 0-18,2 1 1,2-1 0,0 3 0,-4-1-115,-5-1 0,-5 3 1,-1-9-1,-1 3-32,0 3 0,1-9-106,-1-3 1,-7-6 0,-4-6 48,-4-5 0,0-7 1,2-3-1,2-2-189,-3 1 1,-1-3-1,-2 2 1,0-1-16,0-1 1,-5 6 0,-1-6 0,0 1-196,-2 1 0,4 2 0,-5 7 0,1 2-870,4-1 1,-4 3 1270,2-1 0,-7-1 0,3-6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2.627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262 122 8240,'0'-17'960,"0"-1"0,-1 7 1,-3-1-990,-2-2 0,-6 5 0,4-1 152,-1 2 0,-3-3 0,-5 5-149,-1 2 0,7 2 0,-1 2 0,0 2-72,3 4 0,-5-2 1,8 7-1,2 3 160,2 1 0,2 5 1,0 1-1,2 4 106,4 3 1,-2-1 0,8 6 0,-1 0-82,-1 4 0,5 1 0,-5-1 0,0 4-45,-4 6 1,-2 1-1,-1-1 1,3-7-53,-2-3 1,-4-4 0,-4-4 0,-4-5 13,-1-5 1,-3-9-1,-5-4 1,-1-6-94,1-6 0,-1-4 0,-1-9 0,-2-5-233,-3-5 1,7-6 0,7-3 0,2-5-318,4-2 0,3 6 0,1-1 0,0 5-359,0 6 1,7-4 997,5 4 0,11-4 0,4-2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2.943"/>
    </inkml:context>
    <inkml:brush xml:id="br0">
      <inkml:brushProperty name="width" value="0.11429" units="cm"/>
      <inkml:brushProperty name="height" value="0.11429" units="cm"/>
      <inkml:brushProperty name="color" value="#00A0D7"/>
    </inkml:brush>
  </inkml:definitions>
  <inkml:trace contextRef="#ctx0" brushRef="#br0">175 86 9695,'8'-18'230,"-6"1"0,4 0 1812,-4-1-1579,-2 8 1,0 5-1,0 10-206,0 7 1,-2 11 0,-4 6 0,-4 6 98,0 6 0,-5 4 0,3 9 0,-3 4-145,-3 6 0,1 6 0,-1 4 1,1 2-337,-1-3 0,7-9 0,1-5 0,2-7-883,4-5 0,3-13 8,1-10 0,1-15 0,3-11-1421,2-13 2401,8-3 1,-12-14 0,5 4-1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3.124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0 245 12991,'18'-2'525,"-1"-4"1,10 2 0,8-9 0,12-5-789,9-3 1,6-4-1,8 3 1,0-1-631,0 2 1,-8 1 0,-6 5 0,-7 1 892,-9 3 0,-3-1 0,-2-6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3.611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278 171 8425,'2'-11'990,"2"-1"-145,1-1 0,7 3 0,-6-2-457,-2-1 1,3 3 0,-1-2 32,-2-1 1,-2 3 0,-2-2-261,0-1 0,-2 5 1,-4 0-204,-5 0 0,-5 6 1,-3-1-1,-3 5-55,-1 3 0,-2 11 1,2-1-1,-5 9-54,1 3 0,0 2 1,6 6-1,-3-2 200,3-4 0,8 4 1,3-6-1,2 0 63,4-3 1,4-5 0,6-3 0,6-5 87,3-5 0,10-6 0,5-6 0,1-5-131,-2-5 1,4-7 0,-4-2-1,2-1-161,-2 1 1,2-4 0,-8 4-1,-1-1-244,-3 1 0,-3 2 0,-5 6 285,-5-1 0,0 3-158,-6 3 1,2 12 0,-14 12 0,-1 3 209,-3 3 0,4 7 0,3 2 0,-1 2 208,0 0 0,6-2 1,-1 2-1,3-5-123,2-5 0,2-1 1,3-1-1,9 0-168,7 1 0,1-8 0,7-5 1,2-3-562,2-2 1,6-7-1,-3-5 1,-3-4-298,0-1 1,-5 0 0,-1-1 0,-2-1 939,-4-5 0,-1 5 0,-3-6 0,1 7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3.993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35 33 8394,'-10'-2'960,"5"-4"1,-3 2 1827,2-7-2600,0 7 1,6-2-1,0 12 1,0 6-82,0 3 1,0 3-1,0 1 1,0 2-48,0 3 1,0 5 0,0-6-1,0-2-105,0-1 0,0-3 0,0 1 0,0-1 61,0 1 1,8-9 0,4-3 0,3-4 4,3-2 1,-1-2-1,2-4 1,3-5-78,1-5 0,2-1 1,-3-3-1,1-1-229,-2-2 0,-1-1 0,-5 7 0,-1-1-343,-3 1 0,-5 5 355,6 1 0,-8 9 0,0 4 335,-8 13 0,2 3 1,-4 7-1,4-2-30,2 0 0,0 7 0,0-7 1,2-2-255,4-1 0,4-9 1,7-1-1,2-2-157,5-4 0,3-3 1,6-1-1,-2-1-199,-2-5 0,0-6 1,6-9-1,0-3 578,0 3 0,-8-4 0,-4 2 0,5-8 0,-1 3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4.491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208 538 8322,'0'17'1203,"0"1"0,2-9 0,4-5-534,5-8 1,3 1 0,0-9-353,-3-2 0,-1-1 0,4-3-140,-3 1 0,-7-1 0,2 1-300,-4 0 1,-10 5 0,-4 2 0,-3 2-93,-3 5 1,1 1 0,-2 2 0,-3 2-96,-1 3 0,-6 5 0,6 8 0,-1 1 301,-1 4 0,6 2 0,-3 6 0,7-3 131,3-3 0,8 4 1,-2-6-1,6-1-30,6-3 1,6-9-1,9-4 1,4-5-34,3-1 0,1-1 1,6-7-1,0-8-63,0-5 0,-1-10 0,1 2 0,0-4-74,0-2 0,-6-6 0,0-2 1,1-1-192,-3-5 1,6 1-1,-6-1 1,0 5 3,-4 1 0,-3 2 0,-5 6 0,-1 2 182,-3 4 0,-7 10 181,2 7 0,-6 8 1,-4 0-1,-3 8-148,-3 8 0,-2 5 1,-5 7-1,-1 5 69,1 4 1,-3 2-1,-1 1 1,0 3 40,5 2 0,-1 6 1,7-5-1,0 1-78,4 0 1,5-3 0,1-3 0,0 2-182,0 2 0,3-8 0,7-10 0,8-5-359,1-7 0,6-3 1,0-8-1,1 0-944,-1 0 1502,-2-8 0,2-9 0,3-10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4.991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245 175 8245,'10'-18'379,"-5"1"1,3 5 0,-2 1 304,-2-3 0,4 4 1,-3-1 106,-1-3 0,-2-1-624,-2-3 1,-6 6 0,-1 3 0,-3 1-162,-4 4 1,-1 2 0,-3 2 0,1 0-95,-1 0 0,-5 0 0,0 2 0,2 4-44,1 6 0,3 3 0,-1 3 1,1 1 141,-1 4 1,7-3-1,1 5 1,2-2 105,4 0 0,2 1 0,2-7 0,0 1-104,0-1 1,2-1 0,4-5-1,6-5-57,3-4 0,5-2 1,1-2-1,4-4 34,2-5 0,-3-11 0,3-1 1,0 0-94,0-2 1,-5 3 0,1-5 0,-4 2 69,-1 3 1,-7 3 0,-1 2 237,-2-1-218,-2 1 1,-8 15 0,-2 8 0,-4 9 78,-2 8 1,1-1-1,-3 7 1,6 0-24,4-2 1,2 4 0,0-6 0,0 1-329,0-1 1,2-2-1,4-7 1,4-3-137,-1-1 1,13-8 0,-5 2 0,3-6-330,-1-6 0,0-4 1,3-7-1,1-3 751,-2-3 0,-1-4 0,-3-8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5.307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1 123 9572,'9'2'1105,"-3"3"0,-2-3 1,0 6-929,2 0 0,0 2 1,-6 7-1,0 1 41,0-1 1,0 0 0,-2 3-1,-2 1-103,-2 2 0,0 1 1,6-7-143,0 1-47,0-1 1,2-9 0,2-8-188,2-10 0,1-11 1,-3-4-1,4-3-68,2-3 0,-4 4 0,5 0 0,3 0 58,1 0 1,1 5 0,-2-1 0,-1 2-209,6-2 1,-1 9-1,7-2 1,0 5-72,5 1 1,-3 6 0,2-2 0,0 4 285,-2 2 0,4 0 0,-6 0 1,3 2 263,3 4 0,-6-4 0,0 6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5.807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227 654 8135,'8'18'608,"4"-1"0,-3-5 53,3-1 1,0-7 0,5 0-257,1-8 0,-3 0 1,-1-7-1,-3-1-205,3 2 0,-6-5 0,-1 3 1,-1-3-170,0-3 1,0 1 0,-8-1-61,-4 1 0,-4 7 1,-9 4-1,-2 4-135,-3 2 0,-7 0 1,4 0-1,-2 2-63,0 4 1,0 4-1,-4 9 1,2 3 322,2 1 1,7 8 0,-1-4 0,6 2 252,5 0 0,4-2 1,8 3-1,0-7-196,0-4 1,8-3 0,6-5 0,5-5-171,4-4 0,8-6 0,-2-5 0,4-11-37,2-5 1,0-4-1,0-6 1,0 0-166,0 0 1,0-2-1,-2-2 1,-2-3-11,-2-3 1,-6-2 0,7-5 0,1 0-15,2-1 1,-4 1-1,-2 1 1,-2 5 170,-4 5 0,-1 6 0,-3 6 1,1 6 46,-1 3 1,-7 9 60,-4-1 0,-6 10 0,-4 2 51,-2 10 1,-10 13 0,1 6 0,-6 4 81,-1 2 1,3 2 0,1 4 0,1 5 146,-1 5 0,3 1 0,1 1 0,5-1-366,1 0 0,2-5 1,6-2-1,2-3-640,4-3 0,5-4 0,13-8 0,7-7 690,8-7 0,5-17 0,9 2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6.641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278 620 7939,'-8'17'493,"8"-7"-119,0-4 0,2-4 1,8-4 155,-2-4 0,5-4 1,-3-7-209,0 0 0,3 5 1,-7 0-1,0-1-148,2-3 1,-6-1 0,4-1-1,-5 1-52,-1-1 0,-7 1 1,-5 1-268,-3 5 0,-9-3 0,-1 8 0,-2 2-63,-4 2 1,4 10 0,-2 4 0,-1 5 127,3 7 1,-4 3-1,8 8 1,2 0 108,1 0 0,10-1 1,5-1-1,5-3 154,5-7 0,7-6 0,11-5 0,7-6-14,2-4 0,11-6 0,2-6 0,-1-9-86,-3-7 1,-4-3 0,-2-6 0,0-1-106,0-5 1,-2-2-1,-2-5 1,-4 3-320,-2 2 1,-7-5 0,-9 1-1,1-1 50,0 1 0,-6 4 0,2 10 0,-5 2-72,-1 2 1,-1 8 694,-5-2 1,4 13-236,-4 10 1,-2 8 0,0 11 0,-1 4-73,-5 7 0,4 3 1,1 3-1,1 5 65,4 6 0,-4-1 0,3 3 0,1 1-102,2-1 0,2-1 1,0 3-1,0-3-220,0-1 1,7-8-1,5-1 1,4-8-274,1-13 1,6-1-1,1-11 1,-1-3-252,2-6 1,-11-7 0,3-11 755,-1-1 0,-1-16 0,3 2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6.991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1 298 8048,'11'0'1277,"1"0"1,-6 0 0,5 0 0,5-2-1102,5-4 1,4 2 0,6-8-1,-1-3-433,1-7 0,2 1 1,0-6-1,-4 2-50,-6 3 0,-4-3 0,-3 2 0,-4 1 66,-7 3 1,-7 2-1,-7 1 1,-9 4 208,-1 7 1,-8 3 0,-2 4 0,-2 3 183,1 7 1,-1 9 0,8 5 0,2 1 167,1 4 1,5 2 0,1 2 0,5 0-8,1 0 0,4-6 0,10 0 0,7 0-231,9-2 0,5-2 0,10-9 0,2-4-320,1-7 0,7-3 1,-4-2-1,-1-4-597,1-7 0,-2-1 0,-8-13 0,-4 2-515,-6-1 0,-4-7 1350,-1 2 0,-8-12 0,-3-3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7.307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 78 11913,'0'12'622,"0"-1"1,0-5-1,2 4 1,2 0-424,1-1 0,1 5 0,-4 7 0,2 3-44,2-3 1,2 4-1,-4 0 1,3 1-209,3-1 0,0-2 0,3-5 1,-1-3 149,2-3 0,1-5 1,3-7-1,-1 0-164,0 0 1,3-13 0,1-7-1,4-5-309,3-6 1,-5-2 0,4-2 0,0 0-248,0 0 1,-5 6 0,1 0 0,-4 0-543,-1 2 1,-3 2 501,-3 7 1,-4 10 0,-10 8 193,-4 10 0,-4 8 0,-5 5 469,3 6 0,-11 4 0,4 2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7.557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53 78 8048,'0'-12'-83,"0"0"599,0-1 1,0-3 700,0-1 0,-2 9-1045,-4 8 0,4 8 1,-4 11-1,3 4-99,-3 7 1,4 3-1,-6 0 1,2 0-186,0 1 1,1-8-1,5 7 1,0-6-690,0-6 1,0-1-1,2-5-184,3-3 0,5-4 1,7-10 984,1-4 0,-1-12 0,1-9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7.707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36 0 10919,'-10'8'-504,"0"-6"1,6 6 487,-2 0 16,1-6 0,5 13 0,0-5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8.174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192 141 8048,'12'0'716,"-1"0"0,-5 0 0,4-2-446,-2-4 1,0-4-1,-5-7-249,3-1 1,0 7-1,-6-1-18,0-2 1,-8 1 0,-3-1-88,-5 2 1,-7 9 0,0-3 0,1 4 107,3 2 1,1 8 0,1 3 0,-1 5 151,1 1 1,-1 7 0,3 1 0,1 0 33,3 0 0,7 6 0,-2-4 0,4 1-220,2-5 0,2 0 0,2-3 0,6-5 12,5 1 0,-1-9 1,9-1-1,-4-6-81,-1-6 0,5-3 1,0-11-1,-1-1-39,-3-2 0,-1-3 0,-1 3 0,1-4-70,-1 0 0,-1-4 0,-5 7 0,-3 3 141,0 2 1,-6 7-113,3 0 1,-5 10 257,-5 2 0,1 10 1,-6 12-1,2 3 53,4 2 0,-3-4 0,1 4 1,2-1-246,2-5 1,2-2 0,2 1 0,4-1-82,5-1 0,5 1 0,3-13 0,3-2-414,1-2 0,14-4 0,-2-6 1,2-8-396,0-5 0,3-10 983,1 2 0,0-4 0,-6-2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8.441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122 121 8048,'0'-20'739,"0"-3"0,0 4 1,0-5 720,0 5-1501,0 9 1,-5 4-1,-1 12 1,2 8 138,2 7 1,-4 6-1,-2 10 1,1 4 206,-1 6 1,-6 5 0,5 4-1,-3 4-191,0 2 1,6-5-1,-3 3 1,1-2-416,4 0 0,2-1 1,2-13-1,0-9-392,0-10 1,0-5-130,0-3 0,6-9 1,0-8-1,-2-10-69,-2-5 0,-2-5 891,0-3 0,-8-4 0,-2-8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8.607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18 158 8048,'-10'0'1419,"3"0"1,9 0-1,5 0 1,11 0-1692,9 0 1,8 0 0,6-2 0,5-4-608,5-5 1,1-5 0,2-1 0,3-1-1692,1 1 2570,8-1 0,-12-7 0,6-2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8.857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88 1 8226,'-17'7'1541,"5"3"0,2 8 1,1 1-1162,-1 4 1,4 4 0,-4 8 0,3 0-460,3 0 1,2 0-1,2 0 1,0 0-275,0 0 0,0-8 0,0-4-596,0-3 1,2-13-1,2-7 223,1-9 1,7-7 0,-6-3-1,0-4 726,2-7 0,-7-10 0,7-5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8.991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45 1 8061,'-12'0'2445,"0"0"1,7 0-2667,-7 0-2063,8 0 0,4 0 2284,12 0 0,3 0 0,3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9.459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175 138 8061,'10'-8'1673,"-1"4"-835,-3-7 0,-4 5-723,4-6 0,2 0 51,-2-5 1,-1 5 0,-7 3-58,-3 1 0,1-4 0,-8 6 1,-3 3 17,-7 1 1,3 4 0,-4 3 0,3 7 58,3 4 1,-7 3 0,3 2 0,4 4-9,3 3 0,10 1 0,-2 4 0,4-2-114,2-2 0,2-8 0,6 3 0,9-5-196,11-2 1,5-7-1,2-4 1,-1-4 0,1-2 0,0-8 0,0-5 1,0-9-87,0-7 1,-6 2-1,-2-2 1,-3-2-135,-9-2 0,-5 0 0,-10 2 1,-2 4 181,-4 1 0,-11 3 1,-12 8-1,-4 3 6,-2 6 1,-6 6 0,0 6 0,2 6-128,2 3 0,3 8 0,1 3 0,3 1 55,7 4 1,6 2-1,5 0 1,6-2-58,4-2 0,16-8 1,5 3-1,8-5 53,10-2 1,0-7-1,10-4 1,-1-6 238,-1-6 0,13-11 0,-3-11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09.843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70 34 8357,'6'-12'3630,"0"1"-3473,-1 7 0,-5-2 0,-2 10 0,-1 4-65,-3 1 0,-6 3 1,4 7-1,1 3 110,-1 1 0,-4 2 0,6-3 0,2 1-127,3-2 1,-5-1 0,0-3 0,2 1-75,2-1 0,10-5 0,4-3 0,3-1-10,2-4 1,3-2 0,3-4 0,6-4-189,4-5 1,2-7-1,0-3 1,0-4 74,0-3 0,-6 7 0,0-4 0,0 3-72,-2 5 1,-3-4 0,-11 11 46,-1 0 1,-8-1-1,0 11 242,-8 7 1,-4 9 0,-5 5 0,3 2-128,2-1 1,2 3 0,6 0 0,0 1-162,0-1 1,10-2-1,7-6 1,11 1-262,5-1 0,9-5 0,5-2 1,5-2 453,6-5 0,-3-8 0,5-5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5.227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332 0 10420,'-12'0'406,"1"0"1,7 2 376,-2 4-172,4-4-621,2 6-357,0-8 458,0 0-113,0 8-59,0-6 317,0 5-79,-8 1 1,6-4 156,-4 8 91,4-8 776,2 3-597,0 1-417,0-6-458,0 6 129,0-8 273,0 0 96,8 0-141,-6-8 1,6 4-165,-8-8 0,2 9-263,4-3 0,-4 6 519,3 6 0,-8 11 0,-5 16 0,-2 12 120,-3 13 1,-11 31 0,10-36-1,-1 3 1,-1 7 0,-1 4-48,-1 7 1,1 3-1,0 7 1,1 1-1,0 4 1,1 1-1,2-4 1,1 0-233,2-2 1,1-3 0,-3-8 0,2-2 0,5-4 0,0 0 0,0-6 0,1-2-69,0-6 1,2-1 0,0 39-1,2-25 1,0-6-239,0-6 1,0 1 0,0-15 0,0-1-443,0-2 0,6-4 0,0-4 0,-1-5-3219,3-5 3968,-6-2 0,14-7 0,-7-2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5.90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0 296 8356,'8'9'1687,"-4"-1"-1158,8-8 0,-6 0 0,5-2-204,3-4 1,-4 2 0,1-7-1,3-3-157,1-1 1,-3-9 0,0 1 0,1 0-2,3-2 1,-1 3-1,-1-5 1,-3 2-263,3 3 0,-6 3 0,0 4 0,-3 1-744,1 2 265,0 8 1,-4-1 0,2 10 347,2 7 0,1 4 1,-3 1-1,4 1 47,2-1 0,1 0 0,7 1 0,-1-1-255,1 1 1,-1-1 0,1 1 433,-1-1 0,8 1 0,3-1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7.09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245 104 8075,'0'-18'2047,"0"7"-1148,0-1 1,0 6-570,0-5 0,0 5-164,0-6 0,0 6-72,0-5 0,-2 7-254,-4-2 0,-3 6 0,-11 6 0,-1 5 58,-2 5 0,-3 9 0,5 4 1,-2 6 148,1 6 0,3-2 0,2 5 0,1-1 97,4-4 1,5-2-1,7-4 1,2-4 35,3-6 0,7-5 0,11-7 0,6-5 38,4-4 1,2-10 0,0-3 0,0-7-51,0-5 1,-2-4-1,-4-8 1,-6 0-237,-3 0 0,-10 0 1,-5 0-1,-3 2-276,-2 4 0,-7-2 0,-7 8 0,-7 3-155,-8 7 1,-4 3 0,-2 6-1,2 0-94,4 6 0,-3 6 0,7 9 0,0 3 38,0 3 0,9-2 1,10 6-1,6 1 126,6-1 1,6-6 428,11 2 0,12-3 0,10-3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7.49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88 123 8554,'0'-18'4884,"-8"8"-4841,6 3 1,-8 9-1,7 3 1,-3 9 346,2 7 0,-4 1 0,0 5 0,1 0-88,-1 0 1,0 0-1,4 4 1,-2-3-57,2-3 0,3-2 860,1-5-744,0-9 0,5-9 0,3-13 0,2-7-195,3-3 1,-3-8 0,2 4 0,-1-2-595,-1 0 0,6 5 1,-7-3-1,3 2-174,0 4 1,-1-1 0,7 1-1,-1-1-89,1 7 1,5-2 0,2 7 0,2 0-16,4 4 1,2 4 0,2 2-1,0 0-554,0 0 1,0 0 1258,0 0 0,8 8 0,1 2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7.75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 51 8762,'0'-12'3464,"0"1"-2574,0-1-649,0 2 1,0 5 0,0 12 0,-2 9-45,-4 5 1,4 8 0,-5-3-1,1-1-459,0 0 1,0 4 0,6-6 0,0-1-1006,0-3 0,0-7-14,0-1 0,2-9 1281,4-2 0,4-7 0,7-11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7.90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 1 9601,'-11'0'2703,"-1"0"-6052,8 0 3349,-4 0 0,16 7 0,2 3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8.70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455 165 11570,'-8'-17'1790,"6"0"-1364,-4-1 1,4 6 0,2 1-564,0-3 0,-1 4 0,-5-1-196,-6-3 1,-5 6-1,-5 3-64,-1 3 0,0 2 0,3 2 0,-1 2 67,-2 1 1,-1 15 0,7-3 0,-1 5 218,1 3 0,7-6 0,4 6 0,5-1 82,1-1 0,0 0 0,1-7 0,3-3 344,2-1 0,14-8 0,-1 2 0,4-4-90,2-2 1,5-2-1,-5-4 1,0-6-123,0-3 1,4-3 0,-5 1-1,-5-1-212,-5 1 1,-1 5 0,-5 3 87,2 1 1,-6 4 0,1 10 122,-3 5 0,-4 13 0,-1 7 0,-5 8-68,-2 7 0,-2 12 0,-5 8 0,-1 6 314,1 4 1,-2 7 0,-5 1-1,-3 5-66,0 4 1,-6-2-1,6-9 1,-2-10-208,0-12 0,5-12 0,-3-19 0,2-7-260,4-9 0,7-5 0,2-12 0,-1-6-155,-3-7 0,1-10 0,1 2 0,4-5-39,3-6 0,1 1 0,6-6 0,2 4 231,4 2 0,-2-2 1,7-2-1,3-1 95,1 1 1,9-4-1,1 2 1,2 3 312,4 1 0,2 4 1,2 2-1,2 2 71,4-2 0,-3 5 0,7 1 0,0 2-287,-1 0 0,1-1 0,1 7 0,-3-1-48,0 1 1,-8-1 0,4-1-1,-6-2-190,-2-3 1,-2-5 0,-12 4 0,1 0-38,-1 0 1,-5-5 0,-3 7-1,-1 0 310,-4-2 0,0 5 0,0-3 0,2 4 126,-2 1 0,-3 1 0,-1-1 191,0 1-199,0-1 1,0 11-147,0 7 0,0 9 0,0 13 0,0 1 63,0-2 0,0 6 0,0 2 1,0 3-73,0-3 1,0 2 0,0-6 0,2 0-78,4 0 0,-2-1 0,6-7 1,0-1-258,-1-5 1,3 3 0,5-8 0,1-2-471,-1-3 0,3-2 0,1-5 0,0-6-1372,-5-3 2134,1-11 0,-7-1 0,8-8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8.8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51 53 8238,'-12'-16'1141,"0"3"2164,-1 1-2376,5 8 1,2-3 0,12 7-1154,6 0 0,-3 1 0,3 3 224,2 2 0,1 8 0,3-5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9.29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60 8238,'0'-17'750,"0"-1"0,0 7 232,0-1 0,0 10 0,-2 2-787,-4 10 1,4 7 0,-3 5 0,3 3 111,2 2 0,0 2 0,0 4 1,0-2-285,0-2 0,0-7 1,0 1-1,2-4 177,3-1 0,-1-7 1,8-1-1,1-2 34,3-4 0,7-10 0,3-6 0,-1-5-372,0-7 0,4-3 0,-4-8 0,2 2-154,5 4 0,-7-2 0,-4 8 0,-5 2-374,-5 1 1,-1 3 265,2-1 1,-5 11-1,-7 7 201,0 9 1,-5 7-1,-1 3 1,2 2 158,2 3 1,2 5 0,0-6 0,2-1-147,4-3 0,3-2 0,9 1 0,1-3-14,5-3 1,-3-2 0,6-6-1,0 1-508,0-1 0,1-4 0,1-4 708,-6-1 0,4-9 0,0 4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9.92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175 644 8238,'12'0'1760,"-3"-1"-978,-1-5 1,0 4 0,-4-6-193,1 0 1,7 4 0,-6-7 100,-2-3 0,4 4-738,-3-1 0,1-1 0,-8-3-143,-4 3 1,3 4 0,-9 6 0,-2-2-22,-1-1 1,-5-1 0,-1 6 0,-2 2 59,1 3 0,3-1 1,2 8-1,-1 2 201,1 1 1,1 3 0,3 1 0,3 2 153,2 3 1,2-1 0,6-6 0,0 1-102,0-1 1,2-1-1,4-5 1,6-5-8,3-4 1,8-2 0,1 0 0,-1-2-80,2-4 1,-5-3 0,3-9-1,-2-1-149,3-4 0,-5 3 0,4-5-50,-3 0 1,-5 5 0,-3-3 23,-6 4 57,-4 9 1,-2 4-1,-2 14 1,-2 7 121,-2 7 1,0 3 0,6-4-1,0 5 193,0 1 0,0-4 1,2 4-1,2-2-94,2-3 0,9-9 0,1-1 0,7 0-49,4-3 1,4-1 0,8-10 0,4-4-147,1-5 0,-3-11 0,4-1 0,-2 0-137,-5-2 1,-1 3-1,-2-5 1,-2 0 102,-4 0 1,-2 5-1,-7-1 1,-1 4 25,-3 1 1,-3-5 0,3-2 0,-3-1 29,-1 1 1,-6-6 0,4 2 0,-1-6-183,1-6 1,-6 3 0,4-7 0,-3 2-75,1 4 1,0 3 0,-8 3 351,-4 3 0,-3 13 0,-9 11 0,1 8 160,-1 10 0,1 7 0,-1 18 0,1 4 270,-1 5 1,1 11 0,-1 1-1,3 0 20,3 2 1,5-5 0,7 5-1,0-2-462,0 0 0,1-7 1,7-9-1,10-3-750,9-4 0,12 2 719,1-14 0,17-7 0,-3-9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20.8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193 797 8263,'9'0'1151,"1"0"-335,-4 0 1,-2 0-342,8 0 1,-7-6 0,5-2 0,-2-2-148,-4-3 0,0-9 0,-1-1 1,3 0-318,-2-2 1,-2 3 0,-2-5 0,-2 2-122,-4 3 1,-3 3 0,-9 3-1,1 3-189,-1 1 1,1 8 0,-3 1 0,-1 6 47,-2 9 0,-2 11 1,3 4-1,-1 3 318,2-1 0,7 0 1,4 6-1,2 0 44,5 0 0,1-8 1,4-4-1,3-4-17,7-1 1,6-8-1,3-5 1,4-5 50,2-5 0,2-5 1,6-9-1,0-3 11,0-1 1,0-8 0,0 0-1,0-6-181,0-4 0,-2-7 0,-2 3 1,-2-2-72,2 1 0,-4-3 1,2-7-1,0 0-220,-1 5 1,-1 1 0,-6 7 0,2 1-141,-1-1 1,-11 10 1107,-5 10-582,-4 11 0,-4 12 0,-4 14 1,-5 7-188,-5 8 1,-1 6 0,-1 6 0,1 3 231,-1 1 0,7 11 0,-1-3 0,0 1-6,3 0 1,1-1-1,8-1 1,0 0-249,0 1 1,2-9 0,4-5 0,7-8-312,9-7 0,-1-13 0,8-5 0,2-6-412,2-6 1,-4-9 0,-2-11 861,-1-1 0,-3-2 0,-6-6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21.32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297 158 8263,'0'-12'982,"0"1"-134,0-3 0,0 4 0,0-1-553,0-3 1,0 4 0,0-1 70,0-3 0,0 5-428,0-3 1,-8 2-1,-3-1 1,-5 5-115,-1 4 0,-6 2 0,-3 0 0,1 2 107,0 4 1,-4 5 0,5 11-1,3 3 138,2 2 0,1-4 1,3 4-1,3-1 119,6-5 0,4 4 0,2-2 80,0-1 1,8-3-1,6-3 1,5-5-164,4-5 1,3-6-1,-5-4 1,2-3-74,-1-3 0,3-4 1,-2-7-1,-2-4-141,-1-2 1,-3 3 0,1-3 0,-1 2-234,1 3 0,-7 3 0,-1 2 30,-2-1 128,-2 1 1,-12 15 0,-2 10-1,0 9 258,1 6 1,-5 8-1,6-2 1,2 4 106,2 2 0,4-6 0,2-1 0,4-1-184,2 0 1,7-12-1,8 1 1,0-6-354,1-6 0,5-2 0,-2-4 0,4-4-180,2-6 0,-2-5 0,-2-5 0,-4-1 536,-2 2 0,6-6 0,-4-1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21.6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140 412 8227,'11'-25'0,"-1"-2"0,0-3 123,0 1 1,-5 6-1,7-6 1,0 0 71,-3 2 1,7-6-1,-6 5 1,1-1 132,1 0 1,-8 8 0,2-2 380,-4 3-414,-2 11 1,-8 9 0,-4 13 0,-3 8-39,-3 9 1,1 3 0,-1 3 0,1 5 44,-1 6 1,1 3 0,-1 3-1,1 1-53,-1 4 1,1-2 0,1 7 0,3-3-281,1-4 1,3-4-1,-3-3 1,6-5-577,4-1 0,4-12 0,4-13-483,6-11 1,3-9 0,3-7 0,-3-11 1089,-3-5 0,3-4 0,-5-6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21.80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0 176 9325,'12'0'1272,"1"0"0,7-2-1084,7-4 0,10 2 0,8-8 0,9-1-1085,6-3 1,2-1-1,4-1 1,-4-1 896,-2-4 0,-1 3 0,-7-5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22.2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176 105 8209,'9'-1'1300,"-3"-5"0,-2 4 1,0-6-1032,2 0 1,-1 4 0,-3-5 0,2-1 229,2 0 1,0 4-362,-6-5 1,-2 1-190,-4-2 0,-4 5 0,-7 7 1,0 0-242,-1 0 0,1 0 0,-1 2 0,1 3 137,-1 7 0,1 4 0,-1 1 0,3 2 232,3 5 0,2-5 1,7 4-1,-3-3-70,2-3 0,2 1 1,4-3-1,4-1 323,5-2 1,5-9 0,1 3 0,3-4-198,3-2 1,-2-8 0,6-3-1,-1-7-157,-5-5 0,4 4 0,-1-5 0,-3 3 17,-2-2 0,-1 3-375,-1-3 422,-7 4 0,-2 19 0,-10 11 1,-4 13 43,-6 3 0,5 6 0,1-4 1,4 2-166,2-2 0,0 4 0,2-6 0,4 0-683,5-3 1,11-11-1,3-3 764,2-2 0,10-3 0,7-5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28.85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1894 32 9232,'0'-10'568,"0"-6"0,-7 15 1,-5-3-1,-4 6-447,-1 3 1,-14 11 0,-8-1 0,-11 9-111,-16 3 1,-18 10 0,35-14 0,-3 0 0,-3 3-1,-2-1-132,-6 1 1,-2 0-1,-4 4 1,-2 0-1,-7 1 1,-1 0-1,1 1 1,1 0-42,0 1 1,2-1 0,3-4 0,1 0-1,5 1 1,3 0 0,7-3 0,2 0-11,7-2 0,3-1 1,-28 12-1,31-12 24,12-3 1,17-11 0,14-3 0,16-4-1349,15-2 1496,2 0 0,17-6 0,0 0 0,9 1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29.42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36 1 6721,'-12'0'3446,"1"0"-2389,7 0-409,-4 0 1,8 1-351,0 5 0,8-4 0,3 4 1,7-2-197,5 2 0,4-4 0,8 5 0,0-1-126,0 0 0,6 0 1,0-6-1,-1 2-242,3 4 1,-12-4-1,2 5 1,-6 1-28,-5 4 0,-11 3 0,-5 5 1,-6 3 219,-6 6 0,-5 4 0,-11 2 0,-3 0-95,-2 0 0,5-6 0,1-2 0,6-2-1902,3-3 2070,8-3 0,4-1 0,10-1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39.138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280 140 8171,'0'-12'1416,"0"1"0,6 5-493,0-6 0,0 6-484,-6-5 0,0-1-193,0-5 0,0 5 1,-2 2-297,-4 2 1,-4 1 0,-7 3 0,-1-2-313,1 2 1,-1 2-1,-1 4 1,-3 4 20,-1 6 0,0 3 1,5 3-1,1-1 158,-1 0 0,7 7 0,1-1 0,2 0 122,4 3 0,4-7 0,6 4 0,6-3 154,3-3 1,9 6-1,1 1 1,0-3-78,0-2 1,1 5 0,-5 1 0,0 2-39,-5 4 1,-1-4 0,-9 2 0,-2 1-8,-2-3 1,-2 4 0,-2-8 0,-6-2 56,-9-1 0,-1-3 0,-7-1 1,0-5-45,-4-5 0,2-4 0,0-2 1,1-2-91,5-4 1,2-9 0,3-10 0,4-2-322,7-5 0,3-1 0,2-1 0,0 1 427,0 3 0,7-3 0,3 6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39.472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88 1 9260,'-12'17'783,"3"3"0,1 3-511,4 6 0,0 6 1,0 8-1,-2 9-93,2 10 1,1 14-1,-1 5 1,-2 5-223,2 1 0,-4-8 0,2-5 0,3-10-361,1-11 0,2-11-196,0-13 1,2-11 0,1-14-1498,3-8 2097,8-14 0,-4-9 0,7-8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39.65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0 227 11915,'18'-5'0,"1"-3"295,5-2 0,3-1 0,10-7 0,1 1-543,3-1 0,6-1 1,-5-3-1,1 1-1409,0 6 1,1-3 1656,-9 6 0,4-3 0,-12-3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0.15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298 223 8217,'0'-17'0,"0"-1"340,0 1 1,0-1 0,0 1 151,0 0 1,0 5 0,0 0 230,0-1 1,0 3-414,0-2 1,-8 3 0,-4-5-207,-3 2 0,-3 8 1,1-1-1,0 1-101,-1-2 0,4 4 0,-1-2 0,-4 8-165,-1 8 0,1 3 1,1 5-1,1 3-47,-1 6 1,7 2 0,1 0 0,0-2 249,1 2 1,5 0 0,-2-2-1,4-5-30,2-5 0,2-1 1,4-3-1,5-1 114,5-3 0,1-7 1,1 0-1,-1-6-2,1-4 0,-1-9 0,1-1 1,-1-5-165,1 0 1,-1-5-1,-1 3 1,-3 0-25,-1-2 1,-6 5 0,3-3-1,-1 3 93,-4 3 0,0 1-112,2 5 0,-6 3 0,2 10 47,-6 4 0,-4 5 0,4 13 0,-2 3 176,2 0 0,2 4 0,2-6 0,0 1-61,0-1 1,2 4-1,2-6-289,2-1 0,8-9 0,-1-3 0,7-2-457,3-5 0,2-3 1,-3-5-1,1-7 668,-2-4 0,-1-9 0,-3-2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0.58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18 51 8188,'0'-18'822,"0"6"507,0 1-1034,0 7 1,0-2-1,0 12 1,0 6 33,0 3 0,0 10 0,-2 3 0,-1 1-54,-3 0 1,0-2 0,6 4 0,0-4-128,0-2 1,0-1 0,0-7 0,0 1-182,0-1 0,2-1 0,4-5-57,5-5 0,5-6 0,1-6 1,1-5-155,-1-5 1,1-7-1,-1-2 1,3-3-61,3-3 1,-4 0 0,3 0 0,-7 4-195,-3 2 1,-6 2 0,3 5 158,-1 1 0,-2 9 460,-6 8 0,-2 10 0,-4 13 0,-4 6 23,1 4 0,1 0 0,8-2 1,0-2 22,0 2 1,0 0 0,0-2 0,0-5-284,0-5 0,8-4 0,3-3 0,7-6-396,5-4 1,-4-2-1,7-2 1,-1-4-1671,4-6 2182,-4-11 0,8 4 0,-6-6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1.11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158 680 8984,'10'-8'1938,"3"-1"-1302,-7-9 0,6 1 0,-6-1-480,-3 1 0,5-1 1,-2 1-121,-2-1 0,-10 3 0,-6 3 0,-3 6-91,-3 5 1,1 1 0,0 0 0,-1 1-122,1 5 1,-7 4 0,3 7 0,4 3 151,3 3 1,4-3 0,-1 5 0,5-2 167,4 0 0,2 3 1,0-5-171,0 2 1,8-1 0,3-9 0,5-3-38,1-2 1,7-5 0,1-8 0,0-7-86,0-4 0,4-9 0,-5-4 1,-1-4 34,2-2 1,0-2 0,4-1 0,-5-5 13,-5-2 0,1-1 0,1-9 0,0 1 25,-5 2 0,1-3 1,-7 15-1,0 1 2,-5 2 1,-1 4-1,0 4 395,2 5 0,-2 13-164,-10 5 0,2 6 0,-6 8 0,1 7-164,-1 7 1,0 9-1,-3-2 1,3 6 52,2 5 1,-3-1-1,5 8 1,2 1 27,2 3 0,2 1 1,0 1-1,0-1-270,0 0 1,0 1 0,2-3 0,4-5-257,5-10 1,5-8 0,1-12 0,3-3-86,3-6 0,-3-6 0,3-8 0,-6-7 535,-5-7 0,3-9 0,-13 4 0,6-8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1.608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192 175 8101,'0'-18'1291,"6"1"-672,0 0 1,2-1-1,-4 1-311,1-1 1,1 6 0,-6 1-23,0-3 1,0 5 0,-2-1-202,-4 2 0,-3 2 1,-9 6-1,1 0-201,-1 0 0,1 0 0,-1 2 0,1 4-9,-1 6 0,1 9 0,0 2 0,1 1 141,4 1 0,-1 0 0,7 6 0,2-4 78,2-2 1,2 5 0,0-7 0,0-2-29,0-1 1,8-9-1,5-1-35,9-2 0,-3-2 0,5-8 0,-5-4-181,-2-6 1,1-3 0,-1-3-1,1-1-103,-1-5 0,-5 3 0,-2-6 0,-3 2 34,-3 3 0,4 3 0,-2 2 188,-2-1 77,-2 1 0,-8 9 1,0 8-1,0 11 98,-2 11 0,6-1 0,-5 8 0,1 2 154,0 2 0,0-4 0,6 1 0,2-1-186,4-2 1,-2 4 0,8-8 0,1-2-192,3-1 1,1-10 0,1-5 0,-1-3-507,1-2 0,1-2 1,0-5-1,1-9-1765,-5-5 2350,-1-3 0,-4-1 0,-3-2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1.97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35 12431,'0'18'292,"0"-1"1,0 0 0,2 3 0,2 1 21,2 2 0,0 9 0,-6-5 0,0 2-205,0 0 0,2-8 0,2 3 1,1-5-178,-1-2 1,0-1-128,2-4 1,-4-7-1,4-10-95,-4-7 1,4-9 0,-1-5 0,-1-1-186,-2-4 0,-2 4 0,2 0 1,2 0 155,2-1 1,0 7 0,-4-2 0,1 3 177,3 3 0,8 0 0,-3-1 0,5 3 43,1 3 0,1 4 1,1 8-1,3 0-402,1 0 0,2 0 0,-3 2 0,1 2 500,-2 2 0,-1 7 0,-3-3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2.55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228 681 7859,'9'-8'-397,"-1"5"397,-8-9 0,6 6 818,0-6 0,0 7 1,-6-7 27,0-2 0,-8 5 1,-4-3-700,-3-1 0,3 5 0,0 2 0,-1 2-144,-3-2 0,-1 4 0,-1-4 0,1 6-64,-1 6 0,1 4 0,0 7 0,1 3 72,4 3 1,-1-2-1,5 9 1,0 1 35,0 2 1,3-4-1,5-2 1,0-2-18,0-4 1,7-3-1,5-6-33,4-7 1,7-3 0,0-4-1,-2-3-190,-1-7 0,-1-9 1,3-5-1,1 1 148,-2 0 0,-1-6 0,-1 2 1,2-4 110,3-2 1,-1 0 0,-6-2 0,-1-2-135,-4-2 1,3-1 0,-5 3 0,1-2 17,1 2 0,-8-3 1,4 1-1,-2 2-12,-1 2 1,1 4 0,-6 2 0,0 4-35,0 2 1,0 7-1,-2 9 110,-4 1 0,3 2 0,-9 6-43,-2 0 0,5 14 0,-1 5 0,2 6 147,4 6 0,-3 2 0,1 4 0,2 2 219,2 2 0,2 7 1,0 1-1,0 5-38,0 4 0,0 6 0,2-5 1,2-3-453,2-2 0,5-3 0,-3-5 0,0-7-646,-1-8 0,5-11 1,-4-11-1,2-1 1,-1-10 0,3-10 0,-6-5-1216,-4-6 2014,5 3 0,-5-13 0,6 6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2.806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 68 7977,'10'-17'37,"-1"5"0,-5 1 977,2-3 1,2 6-305,-2 2 1,-4 6 0,3 6-323,-3 6 1,-2 9 0,0 4 0,-2 3-309,-3 3 1,3-4 0,-6 2 0,2 0-138,0-2 0,0-2 1,6-7-1,0-1-2689,0 1 1079,0-8 0,2-5 1667,4-10 0,-4-13 0,6-9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2.95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 1 9753,'6'11'1361,"0"1"0,-1-6-2569,-5 5 1,2-7 1207,4 2 0,4-4 0,7-2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3.37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51 141 7885,'-10'-2'161,"2"-2"419,1-2 1,5-2 0,-6 4 286,0-2 0,6-1-457,-4 1 1,14 2 0,8-6-34,5 2 1,10-5 0,-2 3 0,4-1-138,2-1 1,0 6 0,0-4 0,0 3-439,0 3 1,-8 2-1,-4 2 1,-5 2 114,-7 4 0,-3 11 1,-12 12-1,-5 4 24,-9 2 1,-11 8 0,0 3 0,-4 7-100,-2 5 1,2-6 0,2 3 0,4-9 666,2-3 1,9-8-428,10-6 0,14-15 0,9-3 0,11-9-487,5-8 0,1-3 0,1-9 0,0 1-254,0-1 0,0 1 0,-2-1 1,-4 3-1164,-5 3 1822,-5-3 0,-2 5 0,1-8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3.60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16 123 8882,'-9'0'1132,"3"0"1,12 0 0,7 0-892,9 0 1,-1-8 0,8-4 0,2-1-521,2 1 1,2-4 0,0 5 0,2-3 278,4 3 0,-5-5 0,7 6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3.99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0 262 8186,'12'0'2409,"0"0"-1911,1 0 1,3 0-1,1 0 1,1-2-119,-1-4 0,6 2 0,3-5 1,-1-1-361,0 0 1,0-1 0,-3-7 0,1 1-40,-2-1 1,-7 1-1,-4-1 1,-3 1-305,-3-1 0,-2 1 0,-4-1 0,-6 3 35,-9 3 0,0-1 0,-9 7 0,1 2 312,-4 2 1,2 4 0,0 4-1,1 7 66,5 9 0,2-3 0,3 6 1,4-1 54,7-1 0,-3 8 0,2-2 0,4 2 75,6-2 0,0 2 0,9-7 1,5-3-328,3-2 1,8-3 0,-3-4 0,1-7-580,4-3 0,4-4 0,4-3 0,1-7 16,-1-4 1,-4-7 0,-4 0-1,-2-1 670,2-1 0,-6-2 0,1-8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4.457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228 435 7896,'2'-11'1350,"4"-1"1,-4 6-465,3-5 0,-3 5-689,-2-6 0,0 6 1,-2-3-37,-3 1 1,-5 2 0,-8 6 0,1 2-19,-1 4 0,1 3 0,-2 11 0,-3 1-230,-1 2 0,0 9 0,5-5 1,1 2 62,-1 0 1,9-2-1,3 2 1,4-6-17,2-3 0,0-3 0,2-1 1,4-4-167,5-7 0,7-5 0,5-5 0,4-7-107,0-4 0,6-3 0,-6-4 0,3-6-118,-1-4 1,-2-2 0,4 0 0,-2-2 407,2-4 1,2-2 0,2-5 0,-2 1 75,-4-1 0,-2 5 1,-5 2-1,-1 4 230,-6 3 1,1 6-14,-10 5 1,-2 11-1,-10 7 1,-6 5-52,-3 5 1,-3 5 0,1 10 0,-1 3 96,1 6 1,-1 4-1,1 2 1,1 0-55,5 0 0,-3 5 0,8 3 0,2 2-232,2 3 0,2-3 1,0 0-1,2-3-849,4-3 0,4-2 1,7-4-1,3-6 819,3-9 0,4-1 0,8-7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5.37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210 654 7868,'12'0'-700,"-3"2"1374,-1 4 1,0-4 1191,-2 4-1346,3-5 1,7-2-1,-3-3 184,-1-2 1,-8-8 0,2 3-499,-4-5 1,3-1-1,1-1 1,-2 1-132,-2-1 1,-4-1 0,-4-3-223,-5-1 0,-7 0 1,-3 7-1,-2 5-316,1 5 1,-3 4 0,0 4 0,-2 6 219,-4 9 0,5 8 0,1 12 0,4 4 267,3 6 1,-1 9-1,13 2 1,2-2 101,2-1 1,4-11-1,6-3 1,9-8-2,11-10 0,5-1 0,2-18 0,-1-6-105,1-8 1,0-8-1,0-5 1,-2-8-143,-4-8 1,-1-3 0,-7-9 0,2 1-54,-2-5 1,-7 5 0,-2 3 0,-1-1-155,-1-3 0,4-5 0,-9 2 0,1 5 57,2 5 1,-4-3 0,6 6 0,-1 2 170,1 3 0,-4 7 0,4 1 601,-3 3-440,-1 2 1,-6 15 0,0 8 0,0 10 0,0 5 0,-2 5 1,-4 3-1,-3 6 82,-1 4 1,-4 10 0,9 3 0,-1 5 31,-2 1 1,6 3-1,-6 3 1,2 4-99,1 0 1,-1 0-1,6-6 1,2 1-299,4-7 1,3-5-1,9-14 1,1-8-401,4-11 0,-1-8 1,7-8-1,0-6-1055,-2-8 1676,-2-18 0,-7 6 0,-1-12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5.858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297 175 8037,'0'-12'0,"0"0"477,0-1 0,0-3 0,0-1-19,0-1 1,0 1-543,0 0 0,-2-1 0,-4 3 163,-5 3 0,-5 4 1,-3 8-1,-3 2-32,-1 4 1,-6 4-1,6 9 1,-1 2 17,-1 3 0,6 9 1,-4 0-1,3 5 160,3 1 0,7-4 0,4-4 1,4-2 13,2 2 0,2-5 0,4-3 0,8-6-160,7-5 0,0-4 0,8-8 0,2-2-48,2-4 1,-4-4-1,-1-9 1,-1-2-188,0-3 0,-6-5 0,3 4 0,-5 0-120,-2-1 0,-7-3 0,-2 4 1,-2 0 107,0 0 0,-1 7 0,-7 7 120,-3-3 0,-5 6 1,-8 4-1,3 8 130,3 8 0,-3 5 0,5 5 1,-2 3 171,1 2 1,7 2 0,-2 6 0,4 0 94,2 0 1,2-6 0,4-2-1,6 0-197,3 1 1,8-9 0,3 0 0,1-7-370,4-4 0,-4-2 0,2-8 0,2-4-644,2-6 1,0-5 0,-4-5 0,-6-3-149,-3-2 1,-5 4 0,-3-6 1008,-6-2 0,4-2 0,-1-2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6.13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53 62 8184,'0'-17'728,"0"-1"1,-6 7 563,0-1-1084,0 8 1,6 4 0,-1 12 0,-3 5 117,-2 7 0,0 3 1,6 10-1,-2 3-146,-4 7 0,4 4 0,-4 1 0,5 0-93,1 1 0,0-3 0,0-1 0,1-7-584,5-5 0,-4 0 1,6-16-551,0-5 0,1-8 1,7-14 268,-4-6 0,-5-5 1,-7-5-1,0-3 778,0-2 0,-7 6 0,-3-12 0,-8 6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6.288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 88 10246,'8'9'2004,"3"-3"-1745,5-4 0,7-2 1,2 0-1,3 0-582,3 0 1,2-6 0,0-1 0,-2-3-1118,-2-4 0,0 1 1440,6 1 0,7-11 0,3 3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6.72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192 70 8037,'18'10'-1631,"-6"-2"2847,-1-8 0,1 0-177,5 0 1,-5-8-592,0-4 0,-9-3 1,1-1-225,-8 5 0,-5-3 0,-9 8 0,1 2-64,-1 2 0,-1 2 0,-2 0 0,-3 0-125,3 0 0,2 0 0,1 2 0,-1 4-45,-5 6 1,11 3 0,-3 3 0,5-1 194,1 1 1,6-1-1,-2 3-11,4 3 0,10-4 0,4 5 0,3-7-150,3-5 1,-1-5 0,1-7 0,-1 0-53,1 0 0,-1-2 0,0-3-197,1-7 1,-1-4-1,-1-1 1,-2 0-142,-3-1 0,-7 6 1,2 1 438,4 7 1,-9 4 0,5 12 0,-4 5 180,-2 6 0,6-3 1,2 5-1,2-2-292,3 1 1,5 1-1,3-6 1,4 1-590,2-5 0,8-9 0,8-2 0,2-6 627,3-4 0,-5-15 0,-1 1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58.54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53 258 8291,'-6'-17'0,"0"-1"437,-8 1 0,13 0 593,-5-1 0,4 1 1089,2-1-1254,0 1 0,0 9-412,0 8 1,2 8 0,2 11 0,3 4-131,3 6 0,0 6 0,3 4 1,1 4-155,5 2 1,-1 1 0,5 7-1,-4-3-252,-1-3 0,5 1 1,1-7-1,-3-4-541,-2-6 0,3-6 0,-3-10 0,-3-3-157,-1-6 1,-5-6 0,-1-8 0,-1-9 81,-4-10 0,-2-8 0,-4-4 0,-2-4 60,-2-2 1,-7 5 0,1-7 0,-3-1 247,-3-3 0,7 7 1,1 1-1,2 2 391,4 0 0,0 1 0,0 5 0,-1 2 232,1 4 1,2 3 301,2 9 0,2 7 1,2 6 163,1 8 1,1 0 0,-6 8 0,0 1-134,0 3 0,2 9 0,2 4 0,2 4-277,-2 2 1,-2 2 0,-2 4-1,0 3-103,0 1 0,0 5 0,0-3 0,0 3-188,0 3 1,-6-3 0,0-3 0,2-6-566,2-5 1,-4-8 104,1-5 0,-1-13 0,4-10 0,-2-12-85,-2-9 0,0-7 1,4-8-1,-1-3-39,-3-2 1,0 0 0,6 6-1,-2-2 287,-4-3 1,4 3-1,-4-4 1,4 4 230,2 2 0,0 0 1,0 0-1,2 1 114,4-1 0,-2 2 0,6 4 1,-1 7 355,1 9 0,-4 5-6,6 8 0,-9 10 0,3 7 0,-4 10-45,-2 6 0,-6 8 0,-1 2 1,-3-1-178,-4 1 1,-1 5 0,-3-1 0,1 2-42,-1-3 1,1 3 0,0-9 0,-3-1-84,-3-2 0,9-4 0,-3-6 0,3-7-168,5-7 1,-5-11-1,8-2-60,2-10 1,2-13 0,4-4 0,2-2-151,2 0 0,6 7 0,-5-1 0,3 4-81,4 1 1,1 3 0,5 1 0,1 4 103,2 3 0,8 1 0,-2 6 0,4 0 306,2 0 0,2 0 0,4 0 0,4 0 0,7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59.60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350 330 8549,'10'-17'-337,"0"-1"1,-7 1 1144,3-1 0,6 7 1,-6-1 110,-2-1 1,3-3 0,-1-1-205,-2-1 0,-2 6 1,-2 1-1,-2-3-170,-4-1 0,2-1 1,-7 3-1,-5 1-272,-5-2 0,1-1 0,-3-1 0,2 5-486,-2 5 0,1 2 0,-5 0 0,2-2-250,3 2 0,-3 10 1,2 6-1,2 5-191,1 7 1,3 3-1,1 8 1,5 2 423,5 3 0,4 5 0,2 7 1,2 1 176,4-1 0,5 2 0,11 5 1,3 5 305,2 4 1,2 0 0,6-2 0,-2-2 93,-4 2 0,-4-6 1,-7-4-1,-3-8-112,-3-7 1,-4-12-1,-8-5 1,0-5-54,0-1 1,-14-9-1,-3-3 1,-5-4-113,-3-2 0,-2-2 1,-8-4-1,2-5-631,4-5 0,-2-7 0,8-2 0,1-5-513,3-6 0,3 1 0,5-8 0,5 2 1074,4 0 0,10 1 0,1 5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0.02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97 8448,'0'-17'374,"6"5"1,0 1 634,-2-3 1,-2 4 992,-2-1-382,0-1-1330,0 2 1,0 10 0,0 12 0,0 4-85,0 1 1,-6 6 0,0 3 0,0 1-205,-2 4 0,6 2 0,-3 2 0,3-2-71,2-4 1,7 2 0,5-8-1,4-3 286,1-7 0,8-5 1,4-8-1,4-4-39,2-8 1,0-1 0,-2-16 0,-2-2-196,-2-2 1,-9-8-1,-1 0 1,-5 2-356,-1 2 0,-5 10 1,-2 4-512,-4 4 1,-10 3-1,-4 4 1,-1 12 0,1 14-1,6 5 200,5 5 1,1 5-1,0-4 1,0 0 96,0 0 1,7 5 0,5-7 0,5-4 585,7-5 0,-3-6 0,6-8 0,-2 0 0,-3 0 0,5-8 0,0-2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0.20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0 13713,'0'23'336,"0"1"0,0 1 0,0-2 0,0 6-289,0 4 1,0 2 0,0 0-1,0-2-1103,0-4 0,0 2-3037,0-7 4093,0-9 0,0-23 0,0-11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0.37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0 10568,'10'10'0,"-2"-2"0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0.60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52 1 11284,'-9'8'1403,"3"5"-1250,4 9 0,2 1 0,0 12 0,0 7 105,0 7 0,-6 19 1,0 8-1,2 7-128,3 4 1,-5 1 0,0-1 0,2-4-474,2-7 1,2-16 0,0-19-1,0-6-930,0-6 1,2-13 380,4-16 1,-4-8 891,4-10 0,3-7 0,1-2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0.77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9 193 8703,'-8'9'1783,"8"-1"0,0-8-1246,10 0 0,11 0 0,4-2 0,4-4-593,8-5 1,4-5-1,9-1 1,1-3-1096,3-3 0,-3 4 0,-5-7 1151,3 1 0,-7 6 0,1-7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1.22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245 123 8236,'0'-17'1395,"0"-1"-276,0 1 0,6-1 514,0 1-1273,0-1 0,-14 8 0,-4 5-313,-3 3 1,-4 2 0,-3 2 0,-1 5-158,2 11 1,-1 1-1,1 8 1,-2 1-26,1-1 0,5 0 1,3 4-1,4-4 85,3-2 1,1 5 0,6-7 128,0-2 0,8-9 1,3-6-1,7-4 62,5-2 1,-2-8 0,7-4-1,-3-5-115,-4-7 0,4 3 0,-1-6 0,-3 2-182,-2 3 0,-7-3 1,0 2-1,-1 1 154,-1 3-117,-2 9 0,-8 6 0,0 16 193,0 11 0,0 8 0,0 4 1,0 0-47,0 0 0,0-2 1,2-2-1,4-4-158,5-1 1,11 1 0,3-10-1,2-7-430,4-6 0,-4-4 0,2-4 0,2-6-971,2-7 1,-6-12 1530,-3 0 0,-5-12 0,-1-4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1.65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53 51 8225,'-7'-15'2060,"-5"3"0,2-2-1843,-1 9 0,7 1 1,-2 10-1,4 7-125,2 8 0,0 1 1,0 9-1,0 6 250,0 7 1,0 7-1,0 3 1,0 4-2,0 6 0,0 4 1,0 2-1,0 0-161,0 0 1,0-4 0,0-8 0,0-13-58,0-12 1,2-14-376,4-7 0,3-18 0,7-6 0,-2-13-12,-3-8 0,-1-8 1,3 1-1,-1 1-83,2 2 0,1 2 0,3 0 0,-1 0 11,1 0 0,-3 2 1,-1 4-1,-3 6 66,3 3 1,9 5 0,2 5 370,-3 10 0,1 16 0,-11 13 0,1 4 139,-1 2 0,-4 7 1,-8 3-1,0 2-7,0-1 0,-2-1 0,-2 1 0,-6-5-139,-5-4 0,1-8 0,-11-2 0,2-3-398,-1-9 1,-5-5 0,6-10 0,2 0-279,1 0 0,-1-2 0,1-4 1,7-6-583,3-3 0,4-3 1164,6 1 0,0-8 0,0-2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1.95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18 121 8136,'0'-19'224,"0"-5"1,0 5 0,0-4 2311,0 3-2167,0 11 1,0 3 0,0 12 8,0 5 1,0 12 0,0 7-1,0 5-16,0 5 1,0 5 0,0 9 0,0 3-101,0 1 0,0 12 0,0-4 0,-2-2-366,-4-2 0,4 0 1,-4-8-1,4-5-1281,2-5 0,2-7 530,4-14 0,-2-7 0,6-20 1,-1-8-885,1-11 1739,-6 0 0,4-18 0,-8 4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2.23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0 228 8531,'2'9'1381,"4"-3"0,4-4 0,7-2 1,1 0-1007,-1 0 0,3 0 0,3-2 0,4-4-54,0-5 1,6-5-1,-5-1 1,1-3-402,0-3 1,-8 4 0,0-5-1,-7 5-103,-8 1 1,-4 1-1,-2-1 1,-2 3-158,-4 3 0,-4 5 0,-9 7 0,-2 0-1,-3 0 0,-5 9 1,6 7-1,0 7 424,-3 4 0,13 2 0,-5 6 1,5 0 245,3 0 1,2-6 0,8 0 0,2 2-297,4 2 0,10-5 1,9-7-1,4-8-246,8-7 1,0-4 212,9-2 0,9-8 0,7-1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2.93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12 1116 13143,'-9'0'2120,"7"-8"0,7-3 1,1-5-1861,2-1 1,-4-10 0,7-8 0,3-10-223,2-5 0,1-9 1,1-3-1,1-4-313,4-6 0,-1-9 0,7 1 0,4 1-720,5 3 1,-1 6 0,6 6 0,0 8 255,3 7 0,-1 11 1,0 12-1,-3 11-305,-3 5 1,-4 6 0,-6 12 1043,-6 10 0,-3 7 0,-3 10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3.18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1 175 12009,'17'0'621,"3"-2"0,3-2 0,6-4-516,4-2 0,8-1 0,1-7 1,3 1-741,3-1 1,-3 1-1,0-1 635,-3 1 0,7-1 0,-4 1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3.58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261 156 8602,'0'-18'1036,"0"7"0,2-1-693,4-2 0,-4 5 1,3-3-84,-3-1 0,-2 3 1,-2-2-110,-3-1 1,1 5 0,-8 0 0,-1 2-122,-3 0 0,-7 3 0,-1 8 0,1 7 8,-2 4 1,6 9 0,-7 4 0,5 4-158,3 2 1,-3 2 0,11 1 0,1 3 179,3-2 0,6-4 1,6-6-1,5-6 31,5-3 0,9-5 1,4-3-1,4-8-55,2-8 0,0-8 0,-2-9 0,-2-4-229,-2-2 1,-9-3 0,-1-4 0,-7-1-165,-5 0 0,-1 0 0,-6 0 0,-4 2 25,-7 4 0,-1 3 1,-13 9-1,2 1-53,-1 5 1,-5 3 0,6 10 0,2 4-53,1 5 1,3 13 0,1 5 0,5 4 435,5 2 0,-4 7 0,0 3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3.90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53 88 11709,'-10'7'492,"2"3"0,8 9 0,-2 5-252,-3 5 1,3 4 0,-4 4 0,2 2-35,-2 1 0,4 1 1,-4-6-1,4-2-79,2-4 0,0-4 33,0-7 1,2-10-1,2-8 1,4-12-137,2-9 0,-4-1 1,3-7-1,1-2-270,0-2 1,1-2-1,5 2 1,-3 2-60,-1 2 1,0 2 0,5-4 0,1 4 0,-1 1 1,6 1 0,3 4 0,1-1-163,4 7 0,4-1 0,5 9 466,7-3 0,3 6 0,3-4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6.45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210 785 11794,'10'-8'1212,"6"4"1,-7-8-729,1-1 1,4 3 0,-7-2 0,1-1-208,0-3 1,4-1 0,-5-3 0,1-1-139,0-2 0,0-6 0,-5 3 0,3 1-112,-2 0 1,-2-4-1,-4 6 1,-4 1-59,-5 3 0,-5 3 0,-1 5 1,-3 5-101,-3 4 1,2 2 0,-8 4-1,-1 7-76,3 13 0,-4 7 1,6 6-1,0 3 135,0 7 1,3 3-1,11 1 1,5-5 64,4-5 1,2-4-1,2-4 1,4-6 25,5-9 0,13-3 1,7-11-1,5-8 268,5-11 1,6-11 0,-5-10 0,1-5-96,0-6 1,3-9-1,-5-4 1,-2 0-245,-2-1 1,-10 1-1,-2 2 1,-3-4-201,-5 0 1,-1 10 0,-13 11 0,3 4-223,-2 2 1,-2 2 455,-2 4 0,-2 11-244,-4 13 1,2 18 0,-7 12 0,-1 10 196,2 6 1,-3 13 0,5 1-1,0 3 20,1 2 1,-5 6-1,6-2 1,2 2-32,2-2 1,-4-4 0,1-9 0,1-3-206,2-1 1,8-10-1,1-4 1,3-14-308,4-11 0,1-6 0,5-4 0,1-6-416,2-9 0,-1-7 0,-9-7 1004,-1 2 0,-8-8 0,3-7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6.93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245 175 8847,'9'-8'1045,"5"4"1,-6-7-378,1-3 1,-5 4 0,4-1 74,0-3 0,-6-1 0,4-3-441,-4 1 1,-2 5 0,-2 0-172,-4-1 0,2 5 0,-10 2 0,-3 4-252,-4 2 1,-5 2-1,5 4 1,-4 6-188,-2 3 0,5 3 1,-3 1-1,2 4 254,-1 6 1,3 2-1,8 1 1,3-3 182,2 2 0,2-4 1,6 0-1,2-2-27,4-3 0,4-11 0,9-5 1,4-4-41,7-2 0,-3-2 0,2-6 0,2-7-59,2-7 1,0-7 0,-4 4-1,-6-2-147,-3-4 1,-3 4 0,1 0 0,-3-1-177,-3 1 1,-5 6 391,-7-2 0,-1 11 0,-3 8-137,-2 8 0,-6 8 1,4 9-1,1 4 86,-1 2 0,2 2 0,6 4 0,0-2-41,0-1 0,2-3 1,4 2-1,5-6-238,5-3 1,3-5 0,3-3-1,3-6-544,2-5 1,2-4 0,6-7 0,0-10 20,0-5 0,0-4 1,-2-8-1,-4-2 781,-6-1 0,-3-9 0,-3 5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7.17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158 86 8249,'0'-12'620,"-2"1"651,-4-3 1,4-1 963,-4-3-2090,4 9 0,2 3 0,-2 12 1,-2 7-40,-1 8 0,-3 9 0,4 10 0,-4 7 33,-2 3 0,1 11 1,-5 4-1,3 7-303,-3 4 0,4 5 1,1-5-1,-1-2-436,0-2 0,6-12 0,-2-8-184,5-9 0,1-24 0,1-13-417,5-14 0,-2-17 1201,8-10 0,-8-7 0,3-11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7.33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1 158 11623,'8'9'1156,"3"-3"1,5-4-874,1-2 1,9 0 0,3-2-1,6-4-779,5-5 1,1-5 0,8-1 0,1-3-988,-1-3 1,-3 4 1482,1-5 0,3 5 0,-5 2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7.78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280 175 8249,'0'-12'2061,"0"1"0,0-1-1561,0-5 0,0-1 1,0 1-243,0-1 0,0 7 1,0-1-213,0-2 0,-8 5 1,-4-1-1,-3 2-203,-3 4 1,1 2 0,-3 4 0,-1 2 28,-2 2 0,-2 14 0,3-1 1,-1 6 144,2 6 1,1 2-1,5 2 1,3 0 319,6 0 0,4-2 0,2-4 0,0-4-96,0 1 1,8-13-1,4 5 1,3-5-127,3-3 0,5-4 1,2-12-1,2-6-107,4-3 0,-5-9 0,-1-1 0,-2-2-312,0-4 0,1 4 0,-7-2 0,-1-2 65,-5-2 0,3 5 0,-8 5 0,0 4-107,1 1 0,-7 9 462,0 3 0,-2 12 0,-7 7 1,-1 9 16,0 7 0,6 4 0,-1 2 0,3 0 73,2-1 1,0-1 0,2-2-1,3-3-327,7-3 0,9-2 0,7-7 1,3-5-318,5-5 0,11-6 438,0-6 0,3-11 0,2-10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8.37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155 103 8393,'0'-17'243,"0"-1"1,0 1 0,-2 1 0,-2 3 2700,-1 1-2480,-1 8 0,6-1 0,0 10 0,0 9-249,0 7 1,-6 8 0,0 12 0,0 6 109,-1 3 0,5 10 0,-6 4 0,2 6-153,0 6 1,-7 3 0,3 7 0,-2-5-248,1-5 0,1-6 0,-2-8 1,5-10-1877,-1-9 1132,6-14 0,-4-19 1,10-16-1,2-9-381,-2-9 0,3 3 0,-1-8 1200,-2-2 0,-10-2 0,-3-2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8.53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1 245 11863,'19'0'772,"4"0"0,10-2 0,12-3 1,4-7-820,5-4 1,10-3 0,0-2-1,2-5-850,-2-1 1,2 6 0,-8-2 896,-2 3 0,-1-5 0,-3-2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8.97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70 16 9205,'0'-9'1162,"0"3"1,0 12 0,0 7-852,0 9 0,0 13 1,-2 11-1,-1 7 9,-3 5 0,-2 6 0,4 10 1,-4 5-64,-1 7 1,3-11 0,-4 5 0,2-14-14,4-14 1,3-7 0,2-14-442,5-8 0,0-9 1,10-20-1,5-8-52,4-7 0,-1-6 0,5-8 0,0 0-70,-2 0 0,6-6 1,-6 0-1,0 3-12,-3 1 0,-5 8 0,-2 2 0,1-1-457,-1 1 1,-1 6 229,-5-2 1,-3 13 0,-8 12 530,0 13 1,0 11 0,-2 8 0,-2 1 306,-1 0 0,-1 6 0,4 0 0,-2-2 35,-2-2 0,0-3 1,6-1-1,2-3-246,4-7 0,-2-6 0,8-3 0,1-4-389,3-3 0,7-1 0,2-8 0,0-6-1928,1-9 2248,5 0 0,-4-16 0,8 5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9.43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245 140 9679,'0'-12'3151,"0"0"-2648,0-1 0,0 3 0,-2-1-326,-3-3 1,3-2 0,-6 1 0,2 1-134,0 3 1,-7 7-1,1-2-339,-4 4 1,-7 2 0,0 0 0,2 4 14,1 8 1,3 1 0,-1 14-1,1 0 230,-1 1 0,9 1 0,3 4 0,4-2 184,2-2 1,0-8 0,0 2 0,2-3 113,4-3 0,3-7 0,9-4 0,1-4-132,4-2 1,-3-8 0,3-4 0,-2-5-120,3-6 1,-5 1-1,4-5 1,-5 0-129,-6 0 0,3 4 1,-5-5-1,1 3 48,1 4 1,-8 1-22,2 3 1,-4 9 142,-2 8 0,-2 16 0,-2 13 0,-2 4 51,2 2 1,2 0 0,2 0-1,0 0-223,0-1 0,0-4 0,0-3 0,2-2-464,4-4 1,4-3 0,7-7-1,3-5-56,3-4 1,-2-10-1,6-5 1,1-9 53,-1-7 1,-6-4-1,2-2 1,-3 1 598,-3-1 0,1-8 0,-1-2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9.65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123 18 8191,'-11'-6'459,"-1"0"0,0 1 522,-5 5 0,7 13 1,4 7-1,4 7-511,2 10 1,0 1 0,-2 13 0,-2 5-289,-1 4 0,-3 10 0,4 8 1,-2 1-82,2 5 1,-3-7 0,1-5-1,2-10-792,2-9 1,2-20-488,0-4 1,0-18-1,2-11-868,4-9 1,-4-13 2045,3-1 0,-10-8 0,-5 4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09.78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0 140 14789,'20'0'227,"3"0"1,4-8-1,10-3 1,6-5-305,9-1 77,8-8 0,10-3 0,0-6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13.03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53 43 8430,'0'-12'2081,"0"1"0,0 5-1533,0-6 1,0 10-215,0 2 1,0 8-1,0 11 1,0 3-6,0 1 0,-2 10 0,-2 0 0,-4 6-88,-2 0 1,6 3 0,-3-1 0,1-2-737,0-2 0,0-4 0,6-4 1,0-6-701,0-3 1,0-7 89,0-7 1,6-14 0,2-19 0,0-6 1104,-1-10 0,7-5 0,-4-5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13.18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36 8079,'-10'-2'5349,"5"-4"-6070,3 4 1,2-8 0,2 6-979,3-1 1,5-1 1698,8 6 0,-1 7 0,1 3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13.55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262 157 8153,'10'-17'483,"0"5"1,-7 1 696,3-3 1,6 4-786,-6-1 0,0-1 1,-6-5-190,0-1 0,-2 7 1,-4 1-1,-6 2-43,-3 4 0,-3 2 0,1 2 0,-1 0-199,1 0 1,-1 0 0,3 2 0,1 4 12,3 6 1,5 3 0,-4 3 0,2-1 57,4 1 1,2 5 0,2 0 0,2 0 116,4 3 0,4-5 0,5 8 1,-1 0-51,-2-2 1,-3 6 0,5-4 0,-4 4 18,-3 2 0,-1-6 0,-6 1 0,0-1-6,0-2 0,-2-2 1,-4-7-183,-5-1 1,-10-9 0,-3-8 0,1-10-346,-2-5 1,5-11 0,-3-5 0,4-6-2140,1-3 2551,8-1 0,-5-2 0,5-1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14.38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420 140 8292,'0'-18'2259,"0"1"1,0 5-1177,0 1 1,0 5-688,0-6 0,-2 0-362,-4-5 1,2 7-1,-7 3 1,-3 1-100,-1 0 1,-3 0 0,-1 6 0,-5 2-270,-5 4 1,2 5-1,-2 13 1,-2 5 141,-2 4 1,4 2-1,2 0 1,0 0 143,-1 0 0,13 0 0,-1-1 0,7-1 27,5-3 0,2-5 1,4-10 211,4-3 1,5-4-1,11-8 1,1-4 282,-2-8 1,4-1 0,1-15 0,-1 1-209,0 0 0,-2 0 1,-5-4-1,-3 4-204,-3 1 1,2 1 0,-7 6 0,1-1-398,0 5-213,-2 1 0,-6 7 1,0 7-1,0 11 398,0 11 0,0 5 0,0 8 0,0 0 78,0 0 1,0-1-1,2-1 1,4-2-58,5-1 1,1-9-1,3 2 1,7-5-89,3-7 1,-2-3 0,6-10 0,2-4-715,2-5 1,0-11-1,-4-3 931,-5-2 0,3-2 0,0-6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14.92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105 121 8357,'0'-18'0,"0"1"454,0 0 1,0-1 0,0 1 3171,0-1-3395,0 8 0,0 5 1,0 12-1,0 11 63,0 9 1,-2 6 0,-2 4 0,-1 6 62,1 9 1,-6 4 0,0 12-1,-1 8-93,-1 7 0,6 1 1,-4 9-1,1-4-298,-1-2 0,6-1 0,-2-9 0,4-14-658,2-21 0,0-17 284,0-19 1,0-10 0,0-19 0,0-8-5,0-8 1,6-5-1,0-9 1,-2 1 42,-2-1 1,4 1-1,0-2 1,-1-5 242,3-5 0,-4 4 1,8 0-1,1 0 134,3-4 1,3 2 0,4 0 0,7 4 206,3 7 1,7 6 0,3 12 0,2 4 46,3 6 1,-1 11 0,-5 9 0,-7 8-201,-2 13 0,-13 7 1,-5 10-1,-5 0-76,-6 0 0,-4 2 0,-6 2 1,-8 1 24,-7-1 0,0-4 1,-8-6-1,-2-4-88,-2 1 0,-2-7 0,0 2 0,0-7-167,0-8 0,0-4 0,0-2 0,0-2-209,0-4 0,10-6 0,6-11 1,7-4-383,4 0 1,4-6-1,10 6 1,6-1 834,3 5 0,3-4 0,-1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15.40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175 46 10784,'-6'-8'2220,"0"10"-1838,2 13 1,0 11-1,1 10 1,-3 5 1,2 6 0,-4 13 0,0 10 1,-1 11-102,-5 10 0,4-1 0,-1 1 0,-3-8-105,-1-7 1,-1-12 0,2-10-501,3-11 126,7-18 1,-4-31-1,8-13 1,0-8-362,0-10 1,6 0-1,2-9 1,-1-3 229,1-1 0,0-3 0,-4 1 0,4-1 225,1 1 0,1 0 0,4-1 1,-1 1 80,7 0 1,-1-1 0,10 1-1,2-1 171,2 1 1,2 9 0,0 8 0,2 12-50,4 9 1,-4 1 0,1 9 0,-7 6-213,-7 8 1,-7 13 0,-3 6-1,-5 4 12,-1 2 1,-2-2-1,-6-2 1,-2-2 80,-4 2 1,2 2 0,-7 0-1,-3-4-116,-1-6 1,-5 3-1,-1-3 1,-4-4-208,-3-5 1,-1 0 0,-4-9 0,2-1-87,2-2 1,0-2 0,-6-2 0,2-4-703,4-5 1,-2-5 1128,8-1 0,-1-8 0,7-3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15.80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122 88 8140,'0'-11'1291,"-2"1"-214,-3 2 1,1 2 0,-8 8-687,-2 4 1,5 6 0,-1 11 0,2 6-126,4 4 1,-3 8 0,-1 0 0,0-3-96,0-1 1,3-2 0,3 0 0,-2-2 169,-2-4 1,0-9-118,6-9 0,0-9 0,0-2 1,0-11-424,0-11 1,6 1-1,2-8 1,-1-2-194,1-2 1,4-2 0,-4 0 0,1 2-24,5 4 1,1-2-1,3 5 1,-1 1 16,1 0 1,1 2 0,3 3-1,3 1-90,2 1 0,2 5 1,6 13-1,0 0-238,0 0 0,0 2 1,0 4-1,0 5 726,0 5 0,-1 1 0,1 1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16.20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280 88 12131,'9'-2'1099,"-3"-4"0,-6-2-925,-6-4 1,2 3-1,-7 5 1,-5-2-91,-5 2 0,0 8 1,-7 6-1,1 3-141,0 7 0,4 3 0,-4 0 0,1 6 76,5 4 0,4 2 0,5-2 0,6-4 46,4-5 1,2-5 0,2-1 0,6-3-62,9-3 0,9-4 0,9-8 1,-1-2-74,1-4 0,-2-6 0,-2-9 0,-1-3-115,1 3 0,-6-6 1,-2-2-1,-4-2-283,-1 2 0,-8-2 1,-5 5-1,-3 1 5,-2 0 0,-7-2 1,-7 7-1,-5 7 115,-5 3 0,-7 4 1,2 8-1,-4 4-67,-2 6 0,6 11 1,2 6-1,4 4 52,7 2 0,1 0 0,9 0 0,2 0 362,2 0 0,2-8 0,16-2 0,3-7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16.45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9 10507,'0'-8'3140,"0"8"-2590,0 10 0,6 7 0,1 5 1,5 3-322,7 2 0,1 2 0,7 6 0,0-2-381,0-4 1,-3 4 0,3-4 0,-2 2-950,-4-2 1,-1-5 0,-3-11-1454,1-1 0,-3-10 2554,-3-2 0,-4-16 0,-8-11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16.63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437 18 8140,'-10'-7'2012,"-5"5"-990,3-4 1,-4 4 0,-1 4-1,0 4-610,-1 5 0,1 11 1,-3 3-1,-1 4-374,-2 8 0,-7 0 0,5 9 0,-2 3-464,-4 1 1,4 3 0,0-3-1,3-3-2181,9-7 2607,-3-3 0,9-10 0,-9-1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17.23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35 32 8453,'0'-18'1417,"0"9"0,0 5 0,-2 13-934,-3 9 1,3 17 0,-4 2 0,4 3-298,2 3 1,0 4 0,-2-7-1,-2-1-424,-2-2 1,0-4 0,6-2-913,0-2 1,2-9 0,4-5 1149,6-13 0,3-17 0,3-13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17.403"/>
    </inkml:context>
    <inkml:brush xml:id="br0">
      <inkml:brushProperty name="width" value="0.11429" units="cm"/>
      <inkml:brushProperty name="height" value="0.11429" units="cm"/>
      <inkml:brushProperty name="color" value="#333333"/>
    </inkml:brush>
  </inkml:definitions>
  <inkml:trace contextRef="#ctx0" brushRef="#br0">25 17 10028,'-11'0'2383,"-1"0"1,10 0-6496,2 0 4104,0 0 0,23-7 0,-3-3 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18.053"/>
    </inkml:context>
    <inkml:brush xml:id="br0">
      <inkml:brushProperty name="width" value="0.11429" units="cm"/>
      <inkml:brushProperty name="height" value="0.11429" units="cm"/>
      <inkml:brushProperty name="color" value="#333333"/>
    </inkml:brush>
  </inkml:definitions>
  <inkml:trace contextRef="#ctx0" brushRef="#br0">0 350 13620,'0'-18'1597,"0"1"1,2-1 0,2 1-1253,2-1 1,1 1 0,-3-3 0,4-1-270,2-2 0,-4 0 0,5 3 0,3-1-79,1-2 1,1-1 0,-3 7 0,-1-1-376,2 1 0,-5 7 0,3 4 178,2 4 0,-5 12 0,1 8 1,-2 9 378,-4 6 0,-2 4 0,-2 3 0,0 5-92,0 0 0,-2 3 0,-2-7 0,-2-2-7,2-2 1,2-10 0,0-4 175,-4-4 0,6-11 28,0-8 0,8-10 1,12-11-1,1-4-622,2-2 1,6-4 0,-3-8 0,-1-2 92,0 2 1,4 2 0,-6 4 0,1 2-12,1 2 0,-6 8 0,5-2-291,-5 3 1,-9 12 263,-5 8 0,-3 10 0,-2 13 0,0 7 498,0 3 0,-5 1 1,-3 1-1,0 0-96,0 0 0,-3 0 0,5-2 0,2-2-331,2-2 1,2-7 265,0 1 1,2-13 0,4-10-7,5-10 0,11-8 1,3-5-1,0-6-50,0-4 0,5-2 0,-5 0 0,2 0-68,4 0 1,-4 0 0,0 1 0,-1 1-376,-5 3 1,-2 7 0,-3 10 12,-5 1 0,-3 10 0,-8 2 286,0 10 1,-2 7-1,-2 6 1,-3 7 100,-3 3 1,6 1 0,-2 1 0,4 0-317,2 0 0,0-2 0,0-2 0,0-4-389,0-1 1,8-9 0,4-7 0,3-2-3,3-5 1,5-3-1,0-5 752,-1-7 0,5-19 0,0-6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18.53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243 297 10888,'0'-18'2494,"0"1"-2128,0 0 1,2 1-1,2 2 1,2 3-403,-2-3 0,-2-1 0,-2-3-125,0 1 0,-2 1 1,-4 3-42,-6 1 0,-5 8 0,-4 0 0,-3 8 131,3 8 1,-4 9 0,1 4 0,3 3 181,2 3 1,1 2-1,3 1 1,1 1 111,3 0 1,7-6 0,-2-1 0,6-3-149,6-4 1,-1-3-1,11-7 1,5-5-66,5-4 1,-3-4-1,6-6 1,0-7-76,-2-7 0,4-3 0,-5 2 0,-1-6-264,0-4 0,-2 4 0,-5 0 1,-1-2 77,1-2 1,-7 5-1,-1 5 1,-2 4 304,-4 1-44,-2 9 1,-8 3-1,-2 14 1,-2 7 108,-3 6 1,3 10 0,0-1 0,1 3-109,-1 1 0,6 1 0,-2-2 0,4-2-301,2-1 0,2-9 0,4 0 1,8-7-202,7-8 1,0-4 0,8-4 0,2-4 101,2-6 0,10-11 0,2-6 0,1-6-48,1-6 0,-6 4 0,3-5 0,-1-1 437,-4-4 0,5 5 0,-7-17 0,6 5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18.76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228 338 8230,'15'-35'140,"-3"0"0,-2-1 1,-7-1-1,3 0 0,-2 4 1,-2 2-1,0 4 0,2 3 2744,2 5-2177,0 1 1,-6 13-527,0 10 0,-8 7 1,-2 19-1,-2 4 5,1 4 0,-1 15 1,-5 1-1,-1 5 66,1 6 1,-3 3 0,-1 7-1,-2 6-242,1 3 1,-3 2 0,2-1 0,2-5-561,1-5 1,10-16 0,5-13-46,3-16 0,4-18 0,1-9 0,5-10-99,2-11 1,-4-6 0,3-8 0,-1 1-1271,-4-1 1964,-2-2 0,-10-2 0,-1 1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18.93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33 245 8159,'-11'0'4269,"-1"0"-3508,8 7 1,-2-5 0,12 4 0,8-4-500,7-2 1,6-6 0,8-2-1,0-1-584,0-5 0,2-1 0,2-3 1,4-1-703,1-5 0,-3 5 0,4-6 0,-1 2 1024,1-1 0,-6-7 0,3 4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19.25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67 255 8159,'-12'2'2383,"1"3"1,5-1-1768,-6 8 1,10-6 0,2 3-191,10-1 0,7-2 0,5-6 0,1 0-203,-2 0 0,-1-6 1,-3-2-1,3-1-133,3-5 0,-6-1 0,3-5 0,-7-1-473,1-2 1,-4-3 0,-1 5 0,-1-4-99,-4-2 0,-2 5 1,-4-1-1,-4 6 324,-6 5 1,-5-2 0,-4 10 0,-5 6 348,-1 8 1,0 8-1,-4 5 1,4 6 157,2 4 0,1 8 0,9 1 0,1 1 129,3 0 0,7-2 0,0-7 0,8-1-584,7-3 0,13-5 0,5-10 0,6-3-646,5-6 0,5-6 0,7-6 751,1-6 0,-1-19 0,1-6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0.38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33 647 8933,'-17'0'2732,"7"0"0,4 0-2070,12 0 0,12 0 0,11 0 0,4 0-242,2 0 1,1-10 0,3-5 0,4-9-341,2-3 0,-7-4 0,5-10 1,-2-5-363,0-5 0,-7-1 1,-8-1-1,-5 1-354,-5 0 1,-11 5-1,1 4 1,-6 7 230,-6 8 0,-3 9 1,-9 7-1,1 7 332,-1 3 1,-1 11 0,-4 11 0,-5 13 77,1 11 0,-4 9 0,6 3 0,0 4 143,0 2 0,7 2 0,6 6 0,1 2-32,1 4 0,2-5 1,10 3-1,4-10 38,6-11 0,11-15 0,6-12 0,6-7-34,6-9 0,-4-14 1,5-10-1,-1-7-76,0-8 0,-2 2 1,-10-2-1,-4-3-286,0-1 0,-5-1 0,1-1 1,-5 0-79,-5 0 1,-7 8 0,2 3 0,-4 5-397,-2 1 700,0 9 1,-2 1 0,-4 10 0,-4 4 118,1 5 0,-5 11 0,6 3 0,1 2 389,-1 4 0,2 0 0,6 0 1,0-4-147,0-1 1,0 3 0,2-6-1,4-2-73,5-1 1,5-5-1,1-3 1,3-4-136,3-1 0,-2-7 1,7 2-1,-1-7-355,0-5 0,-4-4 0,4-7 0,-1-4-164,-5-2 1,-2 5 0,-3-3 0,-3 2 71,-1-1 0,-8 1 0,2 6 0,-4-1 201,-2 1 1,0 5 233,0 0 0,-2 11 0,-2 1 0,-4 9 179,-2 7 0,1 3 0,-5 4 0,2 7-1,-1 3 1,3 3 0,1 3 0,1 4 82,4 2 0,-4-5 1,2 7-1,2 1-187,2 3 1,1 1-1,-3 1 1,-2-1-219,2 0 1,-4 7-1,0-1 1,-1-2-164,-5-2 1,-1-1 0,-3-1 0,-1 3-252,-5 3 1,-1-10 0,-6 3 0,2-7-2,-2-5 0,0-12 0,0-9 0,4-12 320,2-10 1,7-14 0,8-15-1,3-11 121,3-15 1,10-1 0,7-6 0,8-4 33,9-3 1,3-11-1,3 5 1,5-1-296,6 4 1,5 5 0,6 3-1,10 2-149,-29 33 0,2 2 0,42-18 0,-35 26 0,1 2 0,-1 3 0,-1 3-4224,45-9 4626,-3 5 0,-10 3 0,-3 5 0,-4 5 0,-2 4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2.17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35 70 8308,'-9'-17'-361,"-5"5"-1331,8 0 1692,0 1 0,6 1 0,0 2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2.97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71 71 8178,'-2'-12'329,"-4"1"1,2 5 380,-8-6 1,8 6 865,-1-5-898,3 7-429,2-4 1,0 10-1,0 4 58,0 5 1,0 5 0,0 1 0,0 3 97,0 3 0,-6 4 0,0 10 1,2 2-116,2 2 1,2 7 0,0-3-1,-2 1-197,-4 1 0,5-2 1,-5 1-1,4-5-150,2-4 0,0-16 0,0-3 0,2-5-99,4-3 0,-3-4 0,7-12 1,0-8 181,0-7 1,1-6 0,7-8-1,-1 0-117,1 0 1,-7-2 0,1-2-1,0-1-180,-3 1 0,5 2 0,-6 4 0,-1 2-54,1 2 0,-2 7 0,-4 1 1,2 6-1258,2 3 1360,-1 8 0,-3 6 0,2 15 1,2 11 359,-2 5 0,4 1 0,-3 1 0,1 2 62,2 4 1,-6-4 0,6 4 0,0-4-35,3-3 0,-1-1 0,2-2 0,1-3-56,3-3 0,7-4 1,2-7-1,2-5-300,4-1 0,8-4 0,4-12 0,1-9-353,5-10 0,-4-6 0,1-4 0,1-2-552,-3-2 0,5-7 1095,-8 1 0,7 5 0,-3-1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3.43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210 70 15697,'-17'-18'-162,"-1"7"1,1 1-1,-1 2-156,1 4 0,-1 2 0,1 4 1,-1 4 24,1 6 1,1 5-1,3 5 1,3 3 189,2 2 1,2 0 0,6 4 0,2-4 385,4-1 0,6 3 0,9-8 0,4-3-56,3-5 1,1-9 0,4 0-1,-2-8-119,-2-8 1,-2-3-1,2-5 1,-6-1-58,-3-2 0,-9-8 0,-1 2 0,-2-2-469,-4 2 0,-10-2 0,-6 7 0,-5 3-95,-6 1 1,1 11 0,-7 3-1,-2 4-122,-2 2 0,4 2 1,2 4-1,3 7-322,9 9 0,-1 3 957,11 4 0,-1 4 0,6-6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3.80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18 140 9672,'0'12'2738,"0"-1"-2371,0 3 1,0-3 0,0 5 0,0 3-61,0 1 1,0 7 0,0 2-1,-2 4-98,-4 2 0,4 0 1,-4-2-1,5-4-112,1-6 1,0-3-43,0-3 1,5-9 0,3-10 0,0-12-97,0-7 1,5-12-1,-3 0 1,2-6-193,-1 0 0,-5 3 0,6 1 0,-1 0 39,-1 0 0,6 2 0,-5 2 0,5 4-86,1 1 0,1 3 0,1 6 0,2 1-161,3 4 0,7-1 0,-2 7 0,6 2-450,6 2 1,-5 2 0,5 2 890,-4 4 0,-10 4 0,-2 7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4.48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1 313 8842,'0'-12'4722,"0"1"-4148,0 7 1,0-6 0,0 4-141,0-5 0,7 1 0,5-2 0,6-1-180,5-3 1,4-7 0,8-2 0,2-1-309,4 1 0,-3-4 0,7 6 1,-2 1-297,-4 3 0,-10 9 0,-6 5 1,-6 6 256,-5 11 1,-4 8 0,-8 16 0,-2 5 121,-4 6 0,-4 5 1,-7 4-1,-1 3 97,1-3 1,1-10 0,3-5 0,1-4 558,-1-2-518,5-8 1,4-17 0,14-18 0,7-11-59,3-10 1,5-12-1,0-4 1,2-1-84,4-1 1,-4 2 0,1-1 0,-3 5-336,-4 4 1,-1 10 0,-3 4-470,0 3 0,-7 13 494,-4 7 0,-4 9 0,-2 15 0,0 5 230,0 4 0,-2 4 0,-2 1 0,-2 3 116,2-2 1,2-4 0,2-4 0,0-2 195,0 2 0,0-6-142,0-1 1,2-13 0,4-5-64,6-4 1,-2-16-1,1-5 1,5-6-96,5-6 1,-2-2-1,5-2 1,-3 0-127,2 0 0,-1 0 0,5 2 1,0 2-112,0 2 1,-5 8-1,1-3 1,-4 5-15,-1 1 0,-7 9 0,-1 5 174,-2 8 1,-2 5 0,-6 11 0,0 3 284,0 6 1,-2 2-1,-2 0 1,-2-2-309,2 2 1,2 0-1,2 1 1,0-5-386,0-2 0,0-2 1,2-5-216,4-1 1,-2-7-1,7-4 742,3-4 0,2-18 0,1-3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4.98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245 228 8073,'0'-17'986,"0"-1"1,0 1-1,0-1-98,0 1 1,0-1-1,0 1-543,0-1 0,0 7 1,0-1-1,-2 0 29,-3 3 0,1-1 0,-8 6-301,-2-2 1,-1 0 0,-3 8-1,-1 4-244,-4 6 0,3 9 0,-3 4 1,4 3-37,1 3 1,7 0-1,1 0 1,0-2 205,0 2 1,7 0 0,-3-2 0,4-6 96,2-3 1,8-5 0,3-1 0,5-5 55,1-1 0,6-4 1,3-10-1,-1-5-185,0-5 1,4-3 0,-3-3 0,-1-3-45,0-2 1,6-2 0,-4-6 0,0 0-192,-3 0 1,-7 2 0,-3 4 0,-5 6-191,-1 3 0,-2 9 448,-6-1 0,-6 18 1,-2 4-1,1 11-99,-1 6 1,0 2 0,4 6-1,-2 2-76,3 4 1,1-10 0,4 2-1,1-6-236,3-6 0,8-1 0,-3-5 1,5-3-89,1-6 1,7-6 0,-1-6 0,0-8 92,3-7 1,-7-6 0,4-8 0,-1 0 415,1 0 0,-4-2 0,5-2 0,-5-1 0,-2 1 0,9 2 0,1 2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5.20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157 173 8039,'0'-23'-56,"0"0"0,0-1 379,0-1 1,0 12 0,0-5 1252,0 3 0,-1 1-1030,-5 2 1,4 6-1,-6 12 1,2 6-204,0 3 0,-1 11 0,1 5 1,-4 8-161,0 7 1,-5 5 0,5 3 0,-1 2-99,-1 2 1,6 8-1,-4-2 1,1 4-470,-1 2 1,6-10-1,-2-7 1,4-13-517,2-8 0,2-7 1,4-10 140,6-3 0,3-18 0,1-13 1,-3-5-1467,-1-1 2225,-8-6 0,11 4 0,-5-8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5.45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106 35 8086,'0'-12'1817,"-2"3"852,-4 1-2323,4 2 1,-6 8-1,8 4-4,0 5 1,0 13-1,-2 7 1,-2 8-74,-2 7 1,1 7 0,3 5 0,-4 8-189,-6 7 0,2 1 0,1 6 0,-1-5-457,0-7 0,7-6 0,-3-13 0,4-8-342,2-12 0,2-10 0,4-7 0,3-8-438,1-8 0,5-8 0,-3-9 1156,4-2 0,1-8 0,1 3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5.95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115 76 7981,'10'-7'2708,"0"3"-1683,-5-8 1,-3 6 843,4-5-1133,-4 7 1,-2-2-526,0 12 1,0 5-1,-2 11 1,-2 3-62,-2 2 0,-1 0 1,3 4-1,-2-3-181,2-3 1,2-2-1,4-5 1,2-1-201,2 0 0,7-7 1,-1-4-1,4-4-229,1-2 0,2-4 1,3-6-1,3-9 114,2-6 0,-5-4 0,1-6 0,-4 2 159,-1 4 1,-1-2 0,-1 5 0,-5 1 355,-5 0 1,2 7 258,-2 7 0,0 11 1,-6 4-54,0 11 1,5 14 0,1 0 0,-2 6-55,-2 6 0,0 4 1,2 9-1,2 4 67,-2 6 0,-3 6 0,-2 6 1,-7 5-369,-10 5 0,-7 5 0,-10-4 0,0-7-38,0-7 1,-5-16 0,-3-7 0,0-9-45,0-14 0,3-9 0,7-20 0,6-6-256,9-10 1,3-7-1,11-10 1,6-2-278,7-3 1,17-11-1,8-9 1,13-4 291,9-8 1,-22 36 0,2 0 0,4-4 0,2-1 0,2-1 0,1 0-166,3 0 1,3-1 96,12-8 1,4-1 0,7 3-1,3-1 1,-19 13 0,1-1 0,-1 1-1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7.16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227 690 11358,'0'-12'917,"0"0"1,0 1 0,0-7 0,2 1-794,4-1 1,-4 1 0,4-1 0,-2-1-94,2-4 1,-5 1 0,5-5-1,-4 2-153,-2 3 1,-2 3 0,-2 2 0,-3 1-275,-3 4 1,-2 5-1,-7 7 1,-2 2-26,-3 3 0,-5 11 0,6 11 1,2 4 217,1 6 1,3 10 0,-1-1 0,3 3 211,3-3 1,4-3 0,8-8 0,0-2 123,0-4 0,14-4 0,5-9 0,6-7 79,7-9 1,2-7 0,5-13 0,2-3-140,-2-6 1,-2-6-1,-2-4 1,0-4-68,-1-1 1,-4-3 0,-3-5 0,-2-1-251,-4 1 0,-3 0 0,-5-1 0,-3 1-15,-2 0 1,3 7-1,-5 6 1,-2 6 45,-2 4 1,-2 8 222,0-3 0,0 15 35,0 9 0,-6 7 0,-1 13 0,-1 3-43,0 6 1,-4 4-1,5 2 1,-3 2 130,-4 4 1,5 1 0,-1 7-1,0-2 10,1 1 1,5 1 0,-2-1 0,4-3 70,2-3 0,2 5 0,4-8 0,5-4-162,5-4 0,9-16 1,6 1-1,6-7-118,4-5 0,5-11 1,-3-11-1,0-9 39,-1-6 0,5-4 0,-8-2 0,-4-1-40,-4 1 1,-10 2-1,2 2 1,-5 0-109,-7 0 1,-3 8 0,-8 4 0,0 3 209,0 3 1,-2 7 137,-4 4 0,3 4 1,-7 4-1,0 4-170,0 6 0,5 9 0,-5 4 1,2 4 285,4 8 0,2-2 0,2 6 0,0-4 45,0-2 0,0-2 1,2-2-1,4-2-265,6 2 0,5-8 1,5-3-1,3-9-366,2-3 1,-4-2 0,4-6 0,-1-2 296,-5-4 0,6-4 0,0-7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7.36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36 1 10201,'-12'0'2739,"0"0"-6101,8 0 3362,-3 0 0,14 0 0,3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7.75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402 105 8028,'-9'-8'1180,"-5"5"-179,8-9 0,-5 6 0,3-4-326,-2 3 1,4-5-1,-5 4-694,-3-2 1,-1 7 0,-3-3-1,1 2 44,-1-2 1,-5 4-1,-2-4 1,-1 4-134,1 2 0,-4 2 0,6 4-23,1 6 1,5 3-1,5 3 1,7 1 181,3 4 1,4-3-1,5 5 1,9-2 152,5 1 1,8 5 0,-4-4 0,3 0-99,3 0 1,0 6-1,-2-3 1,-6-1-46,-3-4 0,-5 2 0,-1 1 0,-5-1 5,-1 0 1,-2-2 0,-8-7 0,-6-3-188,-9-1 1,-3-2 0,-9 1-1,-2-5-147,-2-4 1,-2-2 0,0-2 0,2-4-519,4-5 1,4-5 0,8-1 0,1-3-265,4-3 1,5 2 0,7-6 1049,0 1 0,7-5 0,3 4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8.03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88 96 8249,'2'-17'796,"4"-1"0,-4 1 650,4-1 0,-4 7-1147,-2-1 1,0 10-2,0 2 0,-2 10 1,-2 13-1,-2 8 146,2 8 0,-4 5 1,0 11-1,1 1-264,-1 2 1,-4 8 0,5 0-1,-1 6-262,0 4 0,-4-3 0,7-9 0,1-7-1217,2-9 0,2-7-263,0-12 0,6-15 1,1-18 1561,3-12 0,-6-21 0,4 1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8.21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1 141 14170,'19'0'0,"4"0"-53,6 0 1,4-6 0,4-2-1,2-2-492,2-3 1,9-3 0,-1-1 0,3-1-2261,-1 1 2805,-11 7 0,11-5 0,-7 5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8.56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36 71 8026,'-2'-16'800,"-2"3"1806,-2 1-2032,0 8 0,1 4 0,-1 12 0,2 5-184,2 6 1,2 10 0,0 8 0,0 0 21,0 2 1,0-5-1,0 7 1,0 0-112,0-1 0,0-11 1,0 0-1,0-6-159,0-5 1,0-9 0,0-5-92,0-6 1,2-8 0,2-15 0,4-4-256,1-3 1,-3-1 0,4-6 0,-1 1-242,1-1 0,-4 0 0,4 0 1,-1 0-30,1 0 0,0 6 0,3 2 0,-1-1-31,2 1 0,7 6 1,4 0-1,0 5 69,1 4 1,7 9 0,0-3-1,5 4 436,1 2 0,-2 8 0,-2 1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8.83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35 62 8026,'10'-7'818,"-4"-5"1,-4 2-1,0 1 583,4 1 0,-4 0 336,3 2-1427,-3 4 1,-7 2 0,-1 14 0,0 5-206,-2 5 0,4 7 1,-5-4-1,-1 2-423,0 0 0,6 0 1,-2 4-1,4-2-965,2-2 1,0-7-1,0 1-932,0-4 1,8-11 2214,4-8 0,-4-8 0,-1-9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9.00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0 9206,'-2'10'2905,"-4"-4"0,4-2-3505,-4 1 0,4-1-1441,2 8 1,8-8 2040,4 2 0,3 3 0,3 1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29.87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71 61 8026,'0'-18'1393,"-6"7"1314,0-1-2108,0 0 1,6 5-1,0 7-240,0 9 1,-2 15 0,-2 5 0,-1 6 73,1 5 1,0 1-1,0 10 1,-2 5-40,2 4 0,0 4 0,0 6 0,-1 0-291,1 0 0,2-8 0,2-6 0,0-9-82,0-12 1,2-4-175,4-14 0,3-7 0,7-20 1,-1-9-297,3-7 0,-10-3 1,9-6-1,-1 1-8,-1-1 1,3-2 0,-1-2-1,2-2 103,5 2 1,-5 8 0,6 2-1,-1 0 380,-1 2 0,6 2 1,-4 9-1,0 5 105,1 5 1,3 6 0,-6 6 0,-4 7 2,-5 8 1,-6 7 0,-8 8 0,-2 3 35,-4 2 1,-4 6 0,-9-7 0,-4-1-225,-6-2 0,-1-8 0,-1-2 1,-2-1-345,2-5 0,0-9 1,-2-5-1,4-1-44,6 0 1,4-2 0,3-10 0,4-6-330,7-3 0,3-3 771,2 1 0,0-8 0,0-2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30.23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78 8067,'0'-17'568,"0"5"0,0 0 1349,0-1-278,0 5-1273,0-8 0,0 16 0,0 0 1,-2 10 37,-3 6 0,3 9 1,-4 2-1,4 2-269,2 0 1,0 0 0,0 6 0,0 0-52,0 0 0,0-6 1,0-2-1,2-1-99,4-5 0,3-4 1,11-5-1,3-6-47,6-4 1,-2-4 0,2-6-1,3-9-117,1-10 1,-4-6-1,-2-2 1,-2 0-70,-4 0 1,-3 0-1,-7 0 1,-3 0-430,0 0 1,-6 8 39,4 4 1,-12 5-1,-4 8-168,1 10 0,-5 14 0,8 11 0,2 2 180,2 4 1,4 2-1,2 0 625,2-3 0,15 3 0,-1-6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30.51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158 28 8043,'0'-17'1555,"0"7"1,-6 16 0,0 15 0,0 8-1330,-1 8 1,3 12 0,-6 1 0,0 10-92,1 8 0,-3 2 0,-4 15 0,3 5-107,1-1 1,2-8 0,-3-7-1,3-8-2520,2-8 1509,3-19 1,12-21 0,5-26 0,2-12-540,-3-9 1,3-10 1521,-8-1 0,-1-9 0,-5 5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30.68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0 158 9001,'12'0'1600,"2"0"0,3 0-1175,5 0 0,11-2 0,-1-4 1,9-5-687,4-5 1,-4 3 0,5-3 0,3-3-2101,1-1 2361,-5 1 0,5 1 0,-5 1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31.06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51 245 9723,'-9'0'2630,"3"0"1,12-2-2204,5-4 0,-1 4 1,2-6-1,3 2-157,6 1 1,-1-9 0,3 4 0,-1-1-273,1-1 0,-4 0 0,5-5 0,-5-1-279,-2 1 0,-1 5 0,-3 1 0,-3-3-349,-2-1 1,-2-3-1,-8 3 136,-4 3 1,-10 4 0,-9 8 0,-2 0 188,-4 0 1,0 8-1,0 6 1,2 7 573,-2 8 0,6 4 1,1 4-1,5 2 286,1 1 0,9 3 0,3-4 0,6 2-141,6-3 0,11-3 1,12-5-1,6-9-412,6-8 1,-2-5 0,7-8 0,1-2-869,-2-4 0,-3-9 0,-7-10 0,0-2-1009,0-5 0,-8 5 1875,-4-2 0,-3-8 0,-3-7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6:31.60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263 649 8012,'6'-12'549,"-1"1"1,7-1 635,-6-6 0,6 1 190,-7-1 1,1 7-696,-6-1 1,0 6 0,0-5-444,0-3 0,-2 6 0,-4 1 1,-5 1-225,-5 0 0,-1 0 0,-3 6 0,-1 0-151,-2 0 0,-6 2 0,5 6 0,3 7-50,2 7 0,-5 3 0,1-2 1,4 6 143,5 4 1,1 2 0,7 0-1,2-2 53,2-4 1,8-3 0,3-9 0,5-2-25,5-3 1,10-4 0,1-10 0,3-4-174,2-6 1,-1-11 0,1-6 0,0-4 20,0-2 0,0-8 0,0-1 0,-2-3 206,-4 1 0,4-3 0,-4-7 0,4-2-247,2 1 1,-8 9 0,-1 3 0,-3 1 310,0-1 0,0 8 0,-7 2 642,-4 10 1,-5 9-357,-7 11 0,-9 7 0,-7 17 0,-5 4-96,-1 6 0,3 12 0,2 6 0,-1 3-211,1 3 0,5 7 0,2 4 0,3 2-245,3-2 0,9-4 0,9-8 0,7-1-331,9-5 1,12-5 0,9-14 0,7-9 493,4-11 0,10-20 0,7-6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1:53.1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88 122 7190,'0'12'648,"0"0"0,0-7 655,0 7 121,0-8-31,0 4 115,0-8-1375,0-16 1,2 5 0,4-13-166,6 5 0,-3 1 0,3 3 0,1 1-75,3 3 0,1 1 1,1-4-1,1 5-62,5 1 0,-3 2 0,6 6 0,-2 0-89,-3 0 1,3 8 0,-2 3-1,-3 7 265,-7 5 1,-5 4 0,-8 8 0,0 0 132,0 0 1,-10 6 0,-5 2 0,-9 1 19,-3 5 0,-2-1 0,-6 1 1,0-5 1,0-1 0,2-2 1,2-6-1,4 0-129,2 0 0,2-6 0,5-2 0,3-2-181,3-4 1,-2-7 0,9-2-79,1 1 1,2 3 0,4 1 35,4 1 1,-3-3-1,9-3 1,2-4 27,1-1 1,3-3 0,1 6 0,2-2 205,3-4 1,7-2 0,0-2 0,6 0-69,3 0 1,9 0 0,-4 0 0,-1 0-288,-3 0 1,2-6-1,-3 0 1,-3 0-1764,-6-2 2074,2 6 0,-13-21 0,5 4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1:53.48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0 7853,'9'12'1019,"-3"0"1,-4-7 1891,-2 7-2419,0-8-1335,0 4 0,0-10 843,0-4 0,8-4 0,2-7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1:54.1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70 190 7853,'-17'10'-818,"5"4"1,1-8 3047,-3-3-1631,6-1 0,0-4 0,10-3-235,4-7 1,-2-4-1,8-1 1,1 0-160,3-1 1,7 1 0,0-1 0,-1 1-65,-3-1 0,4 7 0,3-1 0,-1 0-231,0 3 0,0-1 0,-3 6 0,1-2 0,-2 2 1,-1 4 0,-3 6-1,-1 8 70,-5 7 0,-3 0 0,-8 9 1,0 1 82,0 2 0,-10 1 0,-5 1 1,-8 0 67,-5 0 0,5 0 1,-4-2-1,0-2-46,0-2 0,5-7 0,1 1 0,5-6 6,5-5-140,7-4 0,-2-8 0,14 0 16,9 0 0,1 0 0,7 0 0,0 0-29,4 0 0,-1 2 0,1 2 0,2 3-7,2 3 0,-6 2 1,-2 5-1,-2 1 107,1-1 0,-9 8 0,-9 3 0,-4 1 84,-2 0 0,-2 0 1,-6 6-1,-7 0 116,-7 0 0,-9-2 0,2-4 1,-6-6-9,-5-4 0,3-3 0,-4-2 1,4-5-188,2-1 1,6-8 0,0-10-1,2-3-588,5-7 1,1-7 0,15 2 0,2 0-2325,2-1 2869,10-5 0,2 4 0,7-8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1:58.08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542 228 8488,'18'0'49,"-9"-2"1,-1-2 431,0-2 0,-6-1 1,5 3 491,1-2 0,-6-8-399,4 3 1,-4-5-1,-2-1-308,0-1 0,0 1 0,-2 1 0,-4 3-246,-6 1 1,-5 2 0,-4-3 0,-5 3-163,-1 2 0,4-3 0,-6 5 0,-2 2-111,-2 2 1,4 2 0,2 0-1,1 2 40,5 4 0,2 1 0,1 7 1,1-2 61,-1 1 1,9 11-1,3 5 1,4 4 153,2 2 1,8 7 0,3 5 0,7 3 200,5 3 1,2 7-1,6 4 1,-4 6-35,-1 5 0,-3-5 0,-6 2 0,1-10-37,-1-8 1,-7 1-1,-4-16 1,-4-6 70,-2-8 0,-2-14 0,-4-5 0,-6-4-117,-3-2 1,-5 0-1,-3 0 1,-6-2-323,-4-4 1,-4-3 0,-2-11 0,-1-1-390,1-2 0,2-1 0,4 7 1,2-2-186,2-5 0,15 5 1,3-4-1,7 3 809,4 3 0,7-1 0,3 1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1:58.45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193 1 8447,'-18'0'125,"7"0"1,-1 0 324,-2 0 0,5 0 0,-3 2-115,-1 3 0,-1 7 1,0 9-1,5 6-110,1 6 0,-4 0 0,6 16 0,3 5-178,1 8 1,2 6-1,0 2 1,0 0-195,0 0 1,-2-10 0,-2-8 0,-2-7-446,2-2 0,2-14-1014,2 0 0,0-17 1606,0-12 0,-8-16 0,-1-11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1:58.6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8 245 10763,'-8'-12'2848,"8"2"-2622,10 3 0,7-7 0,7 4 1,5-3-577,4-5 1,10 5 0,3-11 0,5 5-932,1 2 0,0-1 1281,1 1 0,7-9 0,2-1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1:59.1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315 193 8447,'18'0'323,"-1"0"0,-5-2 445,-1-4 0,-7-3-362,2-9 0,-4 6 0,-2 1 0,0-3-152,0-1 1,-2 3 0,-2 0-1,-4-1-124,-1-3 0,-1 5 0,-3 1 0,1 0-165,-2 1 1,-1 5 0,-3-2 0,-1 4-207,-4 2 0,3 2 0,-5 4 0,2 5 121,-1 5 1,-1 9 0,4 4 0,-2 4 169,1 2 0,3 0 1,3 0-1,5 0 90,5 0 0,4-6 0,2-2 1,0-2-19,0-3 1,10-5 0,5-5 0,8-6-47,5-5 1,-1-2 0,4-5 0,-2-8-93,2-7 1,2-6 0,0-8 0,-4 2-244,-6 4 1,-3-4 0,-3 5 0,1-1 130,-1 0 0,-7 14 0,-4-3 56,-4 3 1,-4 9 0,-4 6 174,-6 10 0,-3 13 1,-1 6-1,3 4-51,1 2 0,8 0 0,-2 0 0,4 0-30,2 0 0,0 0 1,2-2-1,6-4-171,9-6 0,3-6 0,11-5 0,4-6-109,4-4 1,1-4-1,-3-6 1,2-9-679,2-11 0,-6-5 1,-8-1 935,-2-1 0,6 0 0,-4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1:59.55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43 8488,'0'-11'1747,"0"-1"0,0 6-1704,0-6 1,0 10 0,0 2-75,0 10 1,0 6-1,0 3 1,0 4 170,0 7 0,0-3 1,0 2-1,0 2 19,0 2 1,0-4 0,0-2-1,0-2-17,0-3 1,5-3-1,3-1 1,2-3-51,3-3 0,3-5 0,1-7 0,3-1-341,3-5 0,-2-10 0,9-9 1,1 0-113,2 0 0,-4-5 0,-2 5 1,-2 0-574,-4 0 1,-7 1 626,-2 7 1,-8 9 0,1 8 558,-3 10 0,-7 5 1,-3 5-1,0 1 129,0 2 1,2 7 0,6-7 0,0-2-285,0-1 0,2-3 0,4 1 0,8-3-354,7-3 0,0-5 0,9-7 0,1 0-174,2 0 0,2-9 0,-1-7 0,1-7 431,0-4 0,0 5 0,0-3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0.07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227 660 8119,'18'-7'31,"-1"-5"0,0 2 0,1 0 0,-1 1 760,1-1 1,-7-2-1,1-5-479,2 0 0,-7-1 1,-1 1-234,-4-1 1,-10 3 0,-3 1 0,-7 4 15,-5 3 0,2 1 0,-8 6 0,0 0-91,1 0 1,1 2 0,6 3 0,-2 7 14,1 4 0,-3 3 0,2 2 0,3 5 81,7 1 0,-1 2 0,6 6 1,1-2-47,-1-4 1,2 4 0,6-6 0,2 0-76,4-3 0,3-5 1,9-4-1,1-3-40,5-6 1,-3-4 0,6-6 0,0-6-117,0-7 1,1-12 0,3 0 0,-2-6-125,2-6 0,-4-4 0,2-7 0,0-2-72,-2-5 1,6 3 0,-3-6 0,1 2 226,-2 4 1,-4 3 0,-8 7 0,1 5 159,-1 4 1,-1 4 112,-5 4 0,-5 11 0,-12 15 149,-5 6 0,-5 7 0,-1 10 1,-1 3 31,1 6 0,-1 4 0,1 4 0,-1 4-13,1 5 1,0 5 0,-1 3 0,3 2-64,3 2 0,4 8 0,8-4 0,0 2-441,0 1 0,8-11 0,6-2 1,7-9-325,8-6 0,0-16 0,2-5 0,2-7-205,-2-5 1,-6-10 0,3-7 0,-3-9 737,-4-7 0,-1-11 0,-3-5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0.5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350 158 8447,'0'-18'186,"0"1"629,0-1 1,0 1-538,0-1 0,-8 1 0,-3 1-258,-5 5 1,5-3 0,-1 8 0,-2 2-61,-1 2 0,-3 2 1,1 0-1,-1 2 51,1 4 1,0 0-1,-3 9 1,-1 5 194,-2-1 1,-1 8-1,7 3 1,-1 3 5,1 1 1,5-4 0,3-1-1,1 0-113,4-2 1,2-2-1,4-9 1,4-3-15,5-1 1,7-8 0,3 2 0,4-6-282,3-6 1,1-4-1,6-9 1,-2-3-180,-4-1 0,2-6 1,-6 4-1,0-1 110,0 1 0,-1-4 0,-9 6 1,-1 3 261,-3 7 0,-7-3 384,2 5 0,-6 5 0,-6 8-46,-5 13 0,1 5 1,-2 9-1,1 0-135,1-2 0,2 6 1,8-4-1,0 2-159,0-2 0,2 2 1,4-7-1,6-3-503,3-2 1,3-9-1,1-4 1,2-4-292,3-2 1,5-8 0,-4-5 0,0-7-1698,0-3 2450,-1-8 0,1 4 0,2-8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0.8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53 158 9093,'-9'0'1142,"-5"2"0,8 3 0,2 7-876,2 4 0,0 3 0,-1 4 1,-3 5-21,2-1 0,2 6 1,2-2-1,0 4-112,0 0 0,0 1 0,0-12 0,0-3 120,0-2 1,2-3-171,4-4 0,-4-7 1,5-12-1,-1-9-337,0-5 0,0-16 0,-6 2 0,0-4-339,0-3 1,6 5-1,0-4 1,-1 4 11,3 2 0,-4 0 0,8 2 0,1 2 240,3 2 0,1 14 0,3-3 0,3 4 17,6 5 1,10 1 0,4 6 322,1-4 0,10 4 0,9-5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2.0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210 620 6244,'0'10'4822,"2"-3"-4351,4-7 0,-2-5 1,7-3-1,1-2-217,-2-3 1,-1-1-1,-5 0 1,2 3-55,-2-3 0,0-1 1,0-3-1,1 1-323,-1-1 1,-4 7 0,-5-1-216,-7-2 0,-6 7 0,-3 1 0,-2 4 30,1 2 1,-3 2 0,2 4 0,0 7 47,-3 9 0,7 5 1,-4 6-1,3-2 124,3-2 0,7 0 0,4 4 0,4-2 198,2-2 1,0-8 0,2 1 0,4-9-76,6-7 0,5-4 1,7-2-1,5 0 159,4 0 0,2-13 0,0-7 0,-1-5-4,1-6 0,0-4 1,-2-4-1,-2-4-250,-2-1 0,-5 3 0,3-7 0,-2-3-32,-4 1 0,-1-7 0,-3 13 1,-1-1 48,-4 4 1,1 1-1,-7 5 1,-2 8-177,-2 5 23,-2 5 0,0 9 104,0 8 0,-8 15 0,-4 15 0,-1 3 142,1 2 1,-3 1 0,5 5 0,0 4 28,4-1 1,4 7-1,2-7 1,0 3 116,0 0 1,0-3-1,4 3 1,6-8-28,7-8 1,13-6 0,-1-8 0,6-1 86,5-4 1,-1-7 0,6-12 0,-1-11-165,1-9 0,-6-6 0,2-2 1,-6 0-117,-6 0 0,-4 0 0,-6 0 0,1 0-235,-3 0 0,-1 2 0,-12 4 0,1 6-70,-1 4 1,-2 1 379,-2 1 1,-6 9-1,-1 8 22,-3 10 0,4 7 0,-6 6 0,1 7 128,1 3 1,2 1 0,8 1 0,0 0 99,0 0 1,0 0 0,0-2-1,0-2-267,0-2 0,8-7 1,4-1-1,3-5-179,3-5 0,5-7 0,0 2 0,-1-6-1769,-3-6 1962,-1-11 0,-1-11 0,0-6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2.2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88 8715,'0'-12'2008,"2"2"-1862,4 3 1,-4-1-2758,4 2 2611,4-4 0,-1-7 0,9-1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2.62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384 106 10116,'8'-10'1802,"-6"0"-1474,4 4 0,-4 3 0,-4-9-414,-4-2 0,2 5 0,-8-1 0,-1 2-201,-3 4 0,-1 0 0,-1 1 1,1-3 178,0 2 0,-1 2 0,1 2 0,-1 2 35,1 4 0,1-2 1,5 7-1,5 3 204,4 1 0,2-1 0,0 1 0,0 5 110,0-1 1,8 3 0,3-1 0,5 4-144,1 2 1,1 0 0,-1 5 0,-1-3-75,-5 2 0,3 0 0,-8 0 0,-2-2 51,-3 2 0,-2-6 0,-3-2 0,-4-3-76,-2-3 0,-7-1 0,-9-3 0,1-3-192,0-2 0,-4-4 0,4-10 0,-1-6-97,1-3 0,2-9 0,5-1 1,1 0-740,0 0 1,7-6-1,4 4 1029,4-1 0,2-12 0,0 3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3.1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332 175 8377,'6'-12'1082,"-1"1"1,7-1-755,-6-6 0,0 7 0,-4 1 0,2 0-126,1 1 0,1 3 0,-6-6 0,-2 1-89,-4 1 0,3-4 0,-9 8 0,-2 3-147,-1 1 0,-5-4 0,-1 0 0,-2 2-188,1 2 0,-3 10 0,0 4 0,-2 5 138,-4 6 0,6-1 1,-1 7-1,3 2 254,0 2 1,5 8 0,9-1 0,1-1-45,4-2 0,2-8 1,4-2-1,4-2-28,5-3 0,7-11 0,5-5 1,6-4-74,4-2 1,-4-8-1,0-3 1,3-7-227,1-5 0,-4 2 0,-2-8 1,0-4-80,0-6 1,-6 8 0,1-4 0,-7 4 91,-3 4 1,-8-1 0,4 9 135,-1 2 0,-7-3 77,0 14 1,-2 8 0,-7 12 0,-1 7 229,0 8 1,6 4 0,-1 2 0,3 0 64,2 0 0,0-2 1,2-2-1,3-2-288,7 2 0,4-5 0,3-5 0,4-6-302,6-3 1,6-8 0,4 0 0,2-8-520,-2-8 0,-2-5 0,-2-6 0,-2-7-385,-4-3 1,2-3 1173,-8-5 0,0-4 0,-5-7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3.4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122 61 8447,'0'-18'1023,"0"1"-524,0-1 0,0 11-414,0 7 0,0 7 0,-1 13 0,-3 1 109,-2 2 0,-6 16 0,4 2 0,1 9 82,-1 9 0,-4-3 1,4 10-1,1 4-91,-1 3 1,-4 5 0,6-6-1,3-2-163,1-8 0,2-8 1,0-9-1,0-8-955,0-6 348,0-18 1,0 1 0,0-20 0,0-8-808,0-7 1,0 0 1391,0-8 0,-8 0 0,-2-6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3.6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1 193 12829,'17'0'305,"3"0"1,3-2 0,8-4-786,8-6 0,5-3 0,9-3 0,1 1-105,4-1 1,-3 1 0,5-1-1,-2 1 585,0 0 0,-7-1 0,-9 1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3.8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87 0 11753,'-5'14'0,"-3"3"558,-2 9 0,4 5 0,-5 4 0,-1 2-248,2 3 0,-3 5 1,7 7-1,2-1-417,2-5 1,2-5 0,0-12-1,0-6-549,0-3 0,2-10 1,4-5-343,5-3 0,-1-15 0,0-7 0,-2-7 998,-4-10 0,-3-5 0,-1-11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4.0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8673,'9'0'0,"-1"0"0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4.5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297 88 7602,'10'0'3760,"-2"0"-3612,-8 0 1,-8-6 0,-4 0 0,-5 2 42,-7 2 1,5 2 0,-6 0-1,2 2-231,-1 4 1,-5 6 0,4 9-1,0 6 228,-1 6 0,3-2 0,8 10 0,3-2-37,6 1 1,6-3 0,6 4 0,6-6-109,3-6 1,10-6 0,5-11 0,3-6-63,1-4 1,1-4 0,2-4 0,0-8-249,-2-7 0,4-8 0,-10-10 0,2-2 6,-2 3 0,-9-5 0,-11 0 0,-1 1-128,-4-1 0,-6 2 1,-8 8-1,-9 4 300,-6 6 0,-10 11 0,-6 6 0,0 4 73,-2 2 0,5 10 0,-5 7 1,2 9-60,2 1 0,14 12 0,-4-4 0,10 1-18,7 1 1,4 0 0,8 0-1,2 0-314,4-4 1,6-10 0,11-1-1,6-9 61,4-7 0,2-4 1,0-2-1,0-4 346,0-8 0,0 1 0,0-14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04.8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 12790,'-8'17'455,"4"-5"0,-6 1 1,1 5-212,-1 3 0,6 10 1,-2-4-1,4 3-153,2-1 1,0 0 0,0 4 0,0-4-188,0-6 0,8-3 1,4-5-1,3-3-73,3-7 0,1-3 0,2-2 1,5-2-24,1-3 1,-6-11-1,4-7 1,-1 0 24,-1-3 0,6 1 0,-6-4 1,-1 4-17,-3 0 0,-1 5 0,-3-3 106,-3 3 1,-5 13 188,-7 7 0,0 9 0,-1 13 1,-3 3 43,-2 2 1,0 2 0,6 6 0,0 0-360,0 0 1,8 0 0,5-2 0,9-2-613,7-2 1,8-8-1,9 1 815,12-9 0,8 3 0,4-6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2:16.4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8322,'0'11'237,"0"1"528,0 2 0,0-5 856,0 3 0,0 0-578,0 5-3174,0-7 2131,0-2 0,0-8 0,0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00:52:28.904"/>
    </inkml:context>
    <inkml:brush xml:id="br0">
      <inkml:brushProperty name="width" value="0.2" units="cm"/>
      <inkml:brushProperty name="height" value="1.2" units="cm"/>
      <inkml:brushProperty name="color" value="#00A0D7"/>
      <inkml:brushProperty name="inkEffects" value="pencil"/>
    </inkml:brush>
  </inkml:definitions>
  <inkml:trace contextRef="#ctx0" brushRef="#br0">0 664 12200 258125 50711,'28'0'734'0'0,"10"0"0"0"0,-3 0 0 0 0,4 0-577 0 0,4 0 1 0 0,3-5 0 0 0,15-3-1 0 0,8 0-63 0 0,11 0 0 0 0,15-5 0 0 0,-43 8 0 0 0,1 0 0 0 0,5-1 0 0 0,2 0 0 0 0,6 1 0 0 0,0-1 0 0 0,1 0 1 0 0,2 0-1 0 0,6-2 0 0 0,1 1 0 0 0,2 0 1 0 0,0 0 55 648 0,2 1 1-648 0,1 0 0 0 0,3 1-1 0 0,0-1 1 0 0,5-3 0 0 0,1 0 0 0 0,0 1-1 0 0,0 1-36 1264 0,0 1 1-1264 0,-1 0-1 0 0,-1-4 1 0 0,1-1-1 0 0,-1 2 1 0 0,0 0 0 0 0,3 0-1 0 0,1-1-38 1456 0,4 0 0-1456 0,0 0 1 0 0,-4-1-1 0 0,0-1 0 0 0,2 0 1 0 0,0 1-1 0 0,-2 0 0 0 0,1 1-115 1772 0,-1 0 0-1772 0,2 0 0 0 0,2 0 0 0 0,2 1 0 0 0,-32 2 0 0 0,1 1 0 0 0,0-1 0 0 0,1 1 0 0 0,0-1 0 0 0,0 1 20 1944 1,-2 0 0-1944 1,1 1 1 0 0,-1 0-1 0-1,33-1 1 0 1,0-1-1 0 0,0-1 1 0 0,0 0-1 0-1,-31 4 1 0 1,1-1-1 0 0,0 1 4 2009 22,2-1 0-2009 1,0 1 1 0-1,0 1-1 0 0,0 1 1 0 1,-1 2-1 0-1,1-2 1 0 0,1 0-1 0 1,-1-1 0 0-1,1 0 1 0 0,-1 1-1 0 1,1 1 1 0-1,-1-1 3 2152 4,0 0 0-2152 1,1 0 1 0-1,0 0-1 0 0,2 0 1 0 1,-1 0-1 0-1,1 0 0 0 0,2 2 1 0 1,0 0-1 0-1,-1 0 1 0 0,1 0-1 0 1,-1-1 1 0-1,-1 0-15 2204-3,0-1 1-2204-1,-1 0 0 0 1,0 0 0 0-1,-1 0 0 0 0,0 0-1 0 1,1-2 1 0-1,2 0 0 0 1,1-1 0 0-1,0 1 0 0 1,0 0 0 0-1,1 0-1 0 1,-1 0 1 2226-6,2 0 1-2226 0,0-1 0 0 0,-1 1 0 0 1,-3-1 0 0-1,0 0 0 0 0,-1-1-1 0 0,1 0 1 0 1,0 1 0 0-1,-1-1 0 0 0,-1 0 0 0 0,0 0 0 0 1,0 0 79 2312-9,0 0 1-2312 0,-1 0-1 0-1,1 1 1 0 1,0 0 0 0 0,0 2-1 0 0,0-1 1 0 0,1 1 0 0 0,1-1-1 0 0,0 1 1 0 0,-1 1-1 0 0,0-1 1 0 0,0 1 17 2215-8,-2 0 1-2215 0,-1 1 0 0 0,1 0 0 0 0,-2 0 0 0 0,0 0 0 0 0,0 1 0 0 0,1 0-1 0 0,0 0 1 0 0,0 0 0 0 0,0 0 0 0 0,1 0 0 0-1,-1 0-21 2067-2,2 0 0-2067 1,0 0 0 0-1,0 0 0 0 0,27 0 0 0 0,0 0 0 0 0,0 1 0 0 0,-1 0 0 0 0,-2 0 0 0 0,-1 2-154 2109 0,-3-1 0-2109 0,0 1 0 0 0,0 1 0 0 0,-2-2 0 0 0,-4-1 0 0 0,-1-2 1 0 0,-2 1-1 0 0,-1 0-23 1928 0,-3 0 1-1928 0,-1 0 0 0 0,-5 0 0 0 0,0 0 0 0 0,-1 0 0 0 0,-1 0 0 0 0,-1 0 0 0 0,-2 0 58 1645 0,0 0 0-1645 0,-2 0 1 0 0,-10 0-1 0 0,-1 0 1 0 0,-2 0-1 0 0,-2 0 1 0 0,41 0-455 1357 0,-11 0 0-1357 0,-11-2 1 0 0,-14-2-2256 731 0,-7-1 2773-596 0,-22-1 0-135 0,-11 6 0 0 0,-16 0 0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07.4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36 8141,'0'10'1066,"0"5"0,8-13 1,3 4-683,5-4 1,9-2 0,4 0 0,4 0-344,2 0 0,2-6 0,2 0 0,2 0-250,-3-1 1,-1 5 0,-4-4-1,-4 4-1571,-5 2 0,-5-6 1780,-2 0 0,1-7 0,-1 3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07.66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0 8141,'-2'10'901,"-2"-2"-151,-2-1 1,1-3-521,5 8 1,2-8 0,3 2 0,9-5-558,7-1 1,6 0-1,10 0 1,2-1 326,2-5 0,15-4 0,-1-7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10.2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12840,'9'7'43,"7"3"1,-6 8 0,3 1 38,5 4 0,-3 6 1,12 12-1,0 4-154,1-1 1,1 7 0,4-7 0,-4 1-320,-6-4 0,-4-6 0,-3-6 0,-2-6-2827,-3-3 3218,-7-11 0,-4-9 0,-10-9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10.49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462 10 8141,'0'-10'901,"-7"16"0,-7 14-726,-7 5 1,-7 4-1,-6 8 1,-1 4-28,0 5 0,-8 3 0,-2-1 0,1-3-378,3-3 1,6-1 0,6-8 0,6-4-928,3-5 1,13-7 1156,7-5 0,7-12 0,11-10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10.91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18 158 8872,'-10'-8'976,"2"6"1,16-6 0,4 7 0,5-3-828,6-2 0,4 0 0,8 4 1,2-4-486,4-5 1,4 1 0,7-2 0,2 1-1902,5 1 2237,-13-6 0,20-1 0,-12-10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4:12.93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34 280 8311,'-18'0'963,"9"0"1,3 0 0,12 0-700,5 0 1,5 0 0,1 0 0,3 0 43,3 0 1,4 0-1,10 0 1,4 0-102,5 0 1,15 0 0,8-2-1,15-2-55,13-2 1,-46 0 0,1 1 0,8 0 0,2 2 0,3-2 0,2 0 1,3-1 1,2-1-1,0-1 1,1 0-1,4-1 1,1 1-1,1-1 1,0 0-147,-3 0 0,1 1 0,2 1 1,-1 2-1,-3 0 0,-1 0 0,2 1 1,0 0-12,0 2 0,-1 1 0,-6-1 0,-2 2 1,1 0-1,0 0 0,-3 0 0,0 0-29,-1 0 1,0 0-1,-2-1 1,0 0-1,-3-1 1,-1 0-1,0-2 1,0 0-106,-1 0 0,-1-2 0,-4 1 0,0-1 1,4-2-1,1 0 0,-2 1 0,0 1-79,1 0 1,-1 0 0,40-4 0,-13-1 0,-11 5-249,-7 4 1,-13-4 0,-16 0 0,-10 2-288,-6 2 0,-9 4 1,-4 4-2026,-4 6 2776,-2 3 0,-8 11 0,-2 1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7.09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245 104 8075,'0'-18'2047,"0"7"-1148,0-1 1,0 6-570,0-5 0,0 5-164,0-6 0,0 6-72,0-5 0,-2 7-254,-4-2 0,-3 6 0,-11 6 0,-1 5 58,-2 5 0,-3 9 0,5 4 1,-2 6 148,1 6 0,3-2 0,2 5 0,1-1 97,4-4 1,5-2-1,7-4 1,2-4 35,3-6 0,7-5 0,11-7 0,6-5 38,4-4 1,2-10 0,0-3 0,0-7-51,0-5 1,-2-4-1,-4-8 1,-6 0-237,-3 0 0,-10 0 1,-5 0-1,-3 2-276,-2 4 0,-7-2 0,-7 8 0,-7 3-155,-8 7 1,-4 3 0,-2 6-1,2 0-94,4 6 0,-3 6 0,7 9 0,0 3 38,0 3 0,9-2 1,10 6-1,6 1 126,6-1 1,6-6 428,11 2 0,12-3 0,10-3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7.49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88 123 8554,'0'-18'4884,"-8"8"-4841,6 3 1,-8 9-1,7 3 1,-3 9 346,2 7 0,-4 1 0,0 5 0,1 0-88,-1 0 1,0 0-1,4 4 1,-2-3-57,2-3 0,3-2 860,1-5-744,0-9 0,5-9 0,3-13 0,2-7-195,3-3 1,-3-8 0,2 4 0,-1-2-595,-1 0 0,6 5 1,-7-3-1,3 2-174,0 4 1,-1-1 0,7 1-1,-1-1-89,1 7 1,5-2 0,2 7 0,2 0-16,4 4 1,2 4 0,2 2-1,0 0-554,0 0 1,0 0 1258,0 0 0,8 8 0,1 2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7.75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 51 8762,'0'-12'3464,"0"1"-2574,0-1-649,0 2 1,0 5 0,0 12 0,-2 9-45,-4 5 1,4 8 0,-5-3-1,1-1-459,0 0 1,0 4 0,6-6 0,0-1-1006,0-3 0,0-7-14,0-1 0,2-9 1281,4-2 0,4-7 0,7-11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7.90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 1 9601,'-11'0'2703,"-1"0"-6052,8 0 3349,-4 0 0,16 7 0,2 3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8.70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455 165 11570,'-8'-17'1790,"6"0"-1364,-4-1 1,4 6 0,2 1-564,0-3 0,-1 4 0,-5-1-196,-6-3 1,-5 6-1,-5 3-64,-1 3 0,0 2 0,3 2 0,-1 2 67,-2 1 1,-1 15 0,7-3 0,-1 5 218,1 3 0,7-6 0,4 6 0,5-1 82,1-1 0,0 0 0,1-7 0,3-3 344,2-1 0,14-8 0,-1 2 0,4-4-90,2-2 1,5-2-1,-5-4 1,0-6-123,0-3 1,4-3 0,-5 1-1,-5-1-212,-5 1 1,-1 5 0,-5 3 87,2 1 1,-6 4 0,1 10 122,-3 5 0,-4 13 0,-1 7 0,-5 8-68,-2 7 0,-2 12 0,-5 8 0,-1 6 314,1 4 1,-2 7 0,-5 1-1,-3 5-66,0 4 1,-6-2-1,6-9 1,-2-10-208,0-12 0,5-12 0,-3-19 0,2-7-260,4-9 0,7-5 0,2-12 0,-1-6-155,-3-7 0,1-10 0,1 2 0,4-5-39,3-6 0,1 1 0,6-6 0,2 4 231,4 2 0,-2-2 1,7-2-1,3-1 95,1 1 1,9-4-1,1 2 1,2 3 312,4 1 0,2 4 1,2 2-1,2 2 71,4-2 0,-3 5 0,7 1 0,0 2-287,-1 0 0,1-1 0,1 7 0,-3-1-48,0 1 1,-8-1 0,4-1-1,-6-2-190,-2-3 1,-2-5 0,-12 4 0,1 0-38,-1 0 1,-5-5 0,-3 7-1,-1 0 310,-4-2 0,0 5 0,0-3 0,2 4 126,-2 1 0,-3 1 0,-1-1 191,0 1-199,0-1 1,0 11-147,0 7 0,0 9 0,0 13 0,0 1 63,0-2 0,0 6 0,0 2 1,0 3-73,0-3 1,0 2 0,0-6 0,2 0-78,4 0 0,-2-1 0,6-7 1,0-1-258,-1-5 1,3 3 0,5-8 0,1-2-471,-1-3 0,3-2 0,1-5 0,0-6-1372,-5-3 2134,1-11 0,-7-1 0,8-8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8.8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51 53 8238,'-12'-16'1141,"0"3"2164,-1 1-2376,5 8 1,2-3 0,12 7-1154,6 0 0,-3 1 0,3 3 224,2 2 0,1 8 0,3-5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9.29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60 8238,'0'-17'750,"0"-1"0,0 7 232,0-1 0,0 10 0,-2 2-787,-4 10 1,4 7 0,-3 5 0,3 3 111,2 2 0,0 2 0,0 4 1,0-2-285,0-2 0,0-7 1,0 1-1,2-4 177,3-1 0,-1-7 1,8-1-1,1-2 34,3-4 0,7-10 0,3-6 0,-1-5-372,0-7 0,4-3 0,-4-8 0,2 2-154,5 4 0,-7-2 0,-4 8 0,-5 2-374,-5 1 1,-1 3 265,2-1 1,-5 11-1,-7 7 201,0 9 1,-5 7-1,-1 3 1,2 2 158,2 3 1,2 5 0,0-6 0,2-1-147,4-3 0,3-2 0,9 1 0,1-3-14,5-3 1,-3-2 0,6-6-1,0 1-508,0-1 0,1-4 0,1-4 708,-6-1 0,4-9 0,0 4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19.92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175 644 8238,'12'0'1760,"-3"-1"-978,-1-5 1,0 4 0,-4-6-193,1 0 1,7 4 0,-6-7 100,-2-3 0,4 4-738,-3-1 0,1-1 0,-8-3-143,-4 3 1,3 4 0,-9 6 0,-2-2-22,-1-1 1,-5-1 0,-1 6 0,-2 2 59,1 3 0,3-1 1,2 8-1,-1 2 201,1 1 1,1 3 0,3 1 0,3 2 153,2 3 1,2-1 0,6-6 0,0 1-102,0-1 1,2-1-1,4-5 1,6-5-8,3-4 1,8-2 0,1 0 0,-1-2-80,2-4 1,-5-3 0,3-9-1,-2-1-149,3-4 0,-5 3 0,4-5-50,-3 0 1,-5 5 0,-3-3 23,-6 4 57,-4 9 1,-2 4-1,-2 14 1,-2 7 121,-2 7 1,0 3 0,6-4-1,0 5 193,0 1 0,0-4 1,2 4-1,2-2-94,2-3 0,9-9 0,1-1 0,7 0-49,4-3 1,4-1 0,8-10 0,4-4-147,1-5 0,-3-11 0,4-1 0,-2 0-137,-5-2 1,-1 3-1,-2-5 1,-2 0 102,-4 0 1,-2 5-1,-7-1 1,-1 4 25,-3 1 1,-3-5 0,3-2 0,-3-1 29,-1 1 1,-6-6 0,4 2 0,-1-6-183,1-6 1,-6 3 0,4-7 0,-3 2-75,1 4 1,0 3 0,-8 3 351,-4 3 0,-3 13 0,-9 11 0,1 8 160,-1 10 0,1 7 0,-1 18 0,1 4 270,-1 5 1,1 11 0,-1 1-1,3 0 20,3 2 1,5-5 0,7 5-1,0-2-462,0 0 0,1-7 1,7-9-1,10-3-750,9-4 0,12 2 719,1-14 0,17-7 0,-3-9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20.8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193 797 8263,'9'0'1151,"1"0"-335,-4 0 1,-2 0-342,8 0 1,-7-6 0,5-2 0,-2-2-148,-4-3 0,0-9 0,-1-1 1,3 0-318,-2-2 1,-2 3 0,-2-5 0,-2 2-122,-4 3 1,-3 3 0,-9 3-1,1 3-189,-1 1 1,1 8 0,-3 1 0,-1 6 47,-2 9 0,-2 11 1,3 4-1,-1 3 318,2-1 0,7 0 1,4 6-1,2 0 44,5 0 0,1-8 1,4-4-1,3-4-17,7-1 1,6-8-1,3-5 1,4-5 50,2-5 0,2-5 1,6-9-1,0-3 11,0-1 1,0-8 0,0 0-1,0-6-181,0-4 0,-2-7 0,-2 3 1,-2-2-72,2 1 0,-4-3 1,2-7-1,0 0-220,-1 5 1,-1 1 0,-6 7 0,2 1-141,-1-1 1,-11 10 1107,-5 10-582,-4 11 0,-4 12 0,-4 14 1,-5 7-188,-5 8 1,-1 6 0,-1 6 0,1 3 231,-1 1 0,7 11 0,-1-3 0,0 1-6,3 0 1,1-1-1,8-1 1,0 0-249,0 1 1,2-9 0,4-5 0,7-8-312,9-7 0,-1-13 0,8-5 0,2-6-412,2-6 1,-4-9 0,-2-11 861,-1-1 0,-3-2 0,-6-6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21.32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297 158 8263,'0'-12'982,"0"1"-134,0-3 0,0 4 0,0-1-553,0-3 1,0 4 0,0-1 70,0-3 0,0 5-428,0-3 1,-8 2-1,-3-1 1,-5 5-115,-1 4 0,-6 2 0,-3 0 0,1 2 107,0 4 1,-4 5 0,5 11-1,3 3 138,2 2 0,1-4 1,3 4-1,3-1 119,6-5 0,4 4 0,2-2 80,0-1 1,8-3-1,6-3 1,5-5-164,4-5 1,3-6-1,-5-4 1,2-3-74,-1-3 0,3-4 1,-2-7-1,-2-4-141,-1-2 1,-3 3 0,1-3 0,-1 2-234,1 3 0,-7 3 0,-1 2 30,-2-1 128,-2 1 1,-12 15 0,-2 10-1,0 9 258,1 6 1,-5 8-1,6-2 1,2 4 106,2 2 0,4-6 0,2-1 0,4-1-184,2 0 1,7-12-1,8 1 1,0-6-354,1-6 0,5-2 0,-2-4 0,4-4-180,2-6 0,-2-5 0,-2-5 0,-4-1 536,-2 2 0,6-6 0,-4-1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21.6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140 412 8227,'11'-25'0,"-1"-2"0,0-3 123,0 1 1,-5 6-1,7-6 1,0 0 71,-3 2 1,7-6-1,-6 5 1,1-1 132,1 0 1,-8 8 0,2-2 380,-4 3-414,-2 11 1,-8 9 0,-4 13 0,-3 8-39,-3 9 1,1 3 0,-1 3 0,1 5 44,-1 6 1,1 3 0,-1 3-1,1 1-53,-1 4 1,1-2 0,1 7 0,3-3-281,1-4 1,3-4-1,-3-3 1,6-5-577,4-1 0,4-12 0,4-13-483,6-11 1,3-9 0,3-7 0,-3-11 1089,-3-5 0,3-4 0,-5-6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21.80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0 176 9325,'12'0'1272,"1"0"0,7-2-1084,7-4 0,10 2 0,8-8 0,9-1-1085,6-3 1,2-1-1,4-1 1,-4-1 896,-2-4 0,-1 3 0,-7-5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22.2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176 105 8209,'9'-1'1300,"-3"-5"0,-2 4 1,0-6-1032,2 0 1,-1 4 0,-3-5 0,2-1 229,2 0 1,0 4-362,-6-5 1,-2 1-190,-4-2 0,-4 5 0,-7 7 1,0 0-242,-1 0 0,1 0 0,-1 2 0,1 3 137,-1 7 0,1 4 0,-1 1 0,3 2 232,3 5 0,2-5 1,7 4-1,-3-3-70,2-3 0,2 1 1,4-3-1,4-1 323,5-2 1,5-9 0,1 3 0,3-4-198,3-2 1,-2-8 0,6-3-1,-1-7-157,-5-5 0,4 4 0,-1-5 0,-3 3 17,-2-2 0,-1 3-375,-1-3 422,-7 4 0,-2 19 0,-10 11 1,-4 13 43,-6 3 0,5 6 0,1-4 1,4 2-166,2-2 0,0 4 0,2-6 0,4 0-683,5-3 1,11-11-1,3-3 764,2-2 0,10-3 0,7-5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28.85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1894 32 9232,'0'-10'568,"0"-6"0,-7 15 1,-5-3-1,-4 6-447,-1 3 1,-14 11 0,-8-1 0,-11 9-111,-16 3 1,-18 10 0,35-14 0,-3 0 0,-3 3-1,-2-1-132,-6 1 1,-2 0-1,-4 4 1,-2 0-1,-7 1 1,-1 0-1,1 1 1,1 0-42,0 1 1,2-1 0,3-4 0,1 0-1,5 1 1,3 0 0,7-3 0,2 0-11,7-2 0,3-1 1,-28 12-1,31-12 24,12-3 1,17-11 0,14-3 0,16-4-1349,15-2 1496,2 0 0,17-6 0,0 0 0,9 1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29.42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36 1 6721,'-12'0'3446,"1"0"-2389,7 0-409,-4 0 1,8 1-351,0 5 0,8-4 0,3 4 1,7-2-197,5 2 0,4-4 0,8 5 0,0-1-126,0 0 0,6 0 1,0-6-1,-1 2-242,3 4 1,-12-4-1,2 5 1,-6 1-28,-5 4 0,-11 3 0,-5 5 1,-6 3 219,-6 6 0,-5 4 0,-11 2 0,-3 0-95,-2 0 0,5-6 0,1-2 0,6-2-1902,3-3 2070,8-3 0,4-1 0,10-1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39.138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280 140 8171,'0'-12'1416,"0"1"0,6 5-493,0-6 0,0 6-484,-6-5 0,0-1-193,0-5 0,0 5 1,-2 2-297,-4 2 1,-4 1 0,-7 3 0,-1-2-313,1 2 1,-1 2-1,-1 4 1,-3 4 20,-1 6 0,0 3 1,5 3-1,1-1 158,-1 0 0,7 7 0,1-1 0,2 0 122,4 3 0,4-7 0,6 4 0,6-3 154,3-3 1,9 6-1,1 1 1,0-3-78,0-2 1,1 5 0,-5 1 0,0 2-39,-5 4 1,-1-4 0,-9 2 0,-2 1-8,-2-3 1,-2 4 0,-2-8 0,-6-2 56,-9-1 0,-1-3 0,-7-1 1,0-5-45,-4-5 0,2-4 0,0-2 1,1-2-91,5-4 1,2-9 0,3-10 0,4-2-322,7-5 0,3-1 0,2-1 0,0 1 427,0 3 0,7-3 0,3 6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39.472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88 1 9260,'-12'17'783,"3"3"0,1 3-511,4 6 0,0 6 1,0 8-1,-2 9-93,2 10 1,1 14-1,-1 5 1,-2 5-223,2 1 0,-4-8 0,2-5 0,3-10-361,1-11 0,2-11-196,0-13 1,2-11 0,1-14-1498,3-8 2097,8-14 0,-4-9 0,7-8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39.65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0 227 11915,'18'-5'0,"1"-3"295,5-2 0,3-1 0,10-7 0,1 1-543,3-1 0,6-1 1,-5-3-1,1 1-1409,0 6 1,1-3 1656,-9 6 0,4-3 0,-12-3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0.15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298 223 8217,'0'-17'0,"0"-1"340,0 1 1,0-1 0,0 1 151,0 0 1,0 5 0,0 0 230,0-1 1,0 3-414,0-2 1,-8 3 0,-4-5-207,-3 2 0,-3 8 1,1-1-1,0 1-101,-1-2 0,4 4 0,-1-2 0,-4 8-165,-1 8 0,1 3 1,1 5-1,1 3-47,-1 6 1,7 2 0,1 0 0,0-2 249,1 2 1,5 0 0,-2-2-1,4-5-30,2-5 0,2-1 1,4-3-1,5-1 114,5-3 0,1-7 1,1 0-1,-1-6-2,1-4 0,-1-9 0,1-1 1,-1-5-165,1 0 1,-1-5-1,-1 3 1,-3 0-25,-1-2 1,-6 5 0,3-3-1,-1 3 93,-4 3 0,0 1-112,2 5 0,-6 3 0,2 10 47,-6 4 0,-4 5 0,4 13 0,-2 3 176,2 0 0,2 4 0,2-6 0,0 1-61,0-1 1,2 4-1,2-6-289,2-1 0,8-9 0,-1-3 0,7-2-457,3-5 0,2-3 1,-3-5-1,1-7 668,-2-4 0,-1-9 0,-3-2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0.58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18 51 8188,'0'-18'822,"0"6"507,0 1-1034,0 7 1,0-2-1,0 12 1,0 6 33,0 3 0,0 10 0,-2 3 0,-1 1-54,-3 0 1,0-2 0,6 4 0,0-4-128,0-2 1,0-1 0,0-7 0,0 1-182,0-1 0,2-1 0,4-5-57,5-5 0,5-6 0,1-6 1,1-5-155,-1-5 1,1-7-1,-1-2 1,3-3-61,3-3 1,-4 0 0,3 0 0,-7 4-195,-3 2 1,-6 2 0,3 5 158,-1 1 0,-2 9 460,-6 8 0,-2 10 0,-4 13 0,-4 6 23,1 4 0,1 0 0,8-2 1,0-2 22,0 2 1,0 0 0,0-2 0,0-5-284,0-5 0,8-4 0,3-3 0,7-6-396,5-4 1,-4-2-1,7-2 1,-1-4-1671,4-6 2182,-4-11 0,8 4 0,-6-6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1.11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158 680 8984,'10'-8'1938,"3"-1"-1302,-7-9 0,6 1 0,-6-1-480,-3 1 0,5-1 1,-2 1-121,-2-1 0,-10 3 0,-6 3 0,-3 6-91,-3 5 1,1 1 0,0 0 0,-1 1-122,1 5 1,-7 4 0,3 7 0,4 3 151,3 3 1,4-3 0,-1 5 0,5-2 167,4 0 0,2 3 1,0-5-171,0 2 1,8-1 0,3-9 0,5-3-38,1-2 1,7-5 0,1-8 0,0-7-86,0-4 0,4-9 0,-5-4 1,-1-4 34,2-2 1,0-2 0,4-1 0,-5-5 13,-5-2 0,1-1 0,1-9 0,0 1 25,-5 2 0,1-3 1,-7 15-1,0 1 2,-5 2 1,-1 4-1,0 4 395,2 5 0,-2 13-164,-10 5 0,2 6 0,-6 8 0,1 7-164,-1 7 1,0 9-1,-3-2 1,3 6 52,2 5 1,-3-1-1,5 8 1,2 1 27,2 3 0,2 1 1,0 1-1,0-1-270,0 0 1,0 1 0,2-3 0,4-5-257,5-10 1,5-8 0,1-12 0,3-3-86,3-6 0,-3-6 0,3-8 0,-6-7 535,-5-7 0,3-9 0,-13 4 0,6-8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1.608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192 175 8101,'0'-18'1291,"6"1"-672,0 0 1,2-1-1,-4 1-311,1-1 1,1 6 0,-6 1-23,0-3 1,0 5 0,-2-1-202,-4 2 0,-3 2 1,-9 6-1,1 0-201,-1 0 0,1 0 0,-1 2 0,1 4-9,-1 6 0,1 9 0,0 2 0,1 1 141,4 1 0,-1 0 0,7 6 0,2-4 78,2-2 1,2 5 0,0-7 0,0-2-29,0-1 1,8-9-1,5-1-35,9-2 0,-3-2 0,5-8 0,-5-4-181,-2-6 1,1-3 0,-1-3-1,1-1-103,-1-5 0,-5 3 0,-2-6 0,-3 2 34,-3 3 0,4 3 0,-2 2 188,-2-1 77,-2 1 0,-8 9 1,0 8-1,0 11 98,-2 11 0,6-1 0,-5 8 0,1 2 154,0 2 0,0-4 0,6 1 0,2-1-186,4-2 1,-2 4 0,8-8 0,1-2-192,3-1 1,1-10 0,1-5 0,-1-3-507,1-2 0,1-2 1,0-5-1,1-9-1765,-5-5 2350,-1-3 0,-4-1 0,-3-2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1.97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35 12431,'0'18'292,"0"-1"1,0 0 0,2 3 0,2 1 21,2 2 0,0 9 0,-6-5 0,0 2-205,0 0 0,2-8 0,2 3 1,1-5-178,-1-2 1,0-1-128,2-4 1,-4-7-1,4-10-95,-4-7 1,4-9 0,-1-5 0,-1-1-186,-2-4 0,-2 4 0,2 0 1,2 0 155,2-1 1,0 7 0,-4-2 0,1 3 177,3 3 0,8 0 0,-3-1 0,5 3 43,1 3 0,1 4 1,1 8-1,3 0-402,1 0 0,2 0 0,-3 2 0,1 2 500,-2 2 0,-1 7 0,-3-3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2.55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228 681 7859,'9'-8'-397,"-1"5"397,-8-9 0,6 6 818,0-6 0,0 7 1,-6-7 27,0-2 0,-8 5 1,-4-3-700,-3-1 0,3 5 0,0 2 0,-1 2-144,-3-2 0,-1 4 0,-1-4 0,1 6-64,-1 6 0,1 4 0,0 7 0,1 3 72,4 3 1,-1-2-1,5 9 1,0 1 35,0 2 1,3-4-1,5-2 1,0-2-18,0-4 1,7-3-1,5-6-33,4-7 1,7-3 0,0-4-1,-2-3-190,-1-7 0,-1-9 1,3-5-1,1 1 148,-2 0 0,-1-6 0,-1 2 1,2-4 110,3-2 1,-1 0 0,-6-2 0,-1-2-135,-4-2 1,3-1 0,-5 3 0,1-2 17,1 2 0,-8-3 1,4 1-1,-2 2-12,-1 2 1,1 4 0,-6 2 0,0 4-35,0 2 1,0 7-1,-2 9 110,-4 1 0,3 2 0,-9 6-43,-2 0 0,5 14 0,-1 5 0,2 6 147,4 6 0,-3 2 0,1 4 0,2 2 219,2 2 0,2 7 1,0 1-1,0 5-38,0 4 0,0 6 0,2-5 1,2-3-453,2-2 0,5-3 0,-3-5 0,0-7-646,-1-8 0,5-11 1,-4-11-1,2-1 1,-1-10 0,3-10 0,-6-5-1216,-4-6 2014,5 3 0,-5-13 0,6 6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2.806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 68 7977,'10'-17'37,"-1"5"0,-5 1 977,2-3 1,2 6-305,-2 2 1,-4 6 0,3 6-323,-3 6 1,-2 9 0,0 4 0,-2 3-309,-3 3 1,3-4 0,-6 2 0,2 0-138,0-2 0,0-2 1,6-7-1,0-1-2689,0 1 1079,0-8 0,2-5 1667,4-10 0,-4-13 0,6-9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2.95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 1 9753,'6'11'1361,"0"1"0,-1-6-2569,-5 5 1,2-7 1207,4 2 0,4-4 0,7-2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3.37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51 141 7885,'-10'-2'161,"2"-2"419,1-2 1,5-2 0,-6 4 286,0-2 0,6-1-457,-4 1 1,14 2 0,8-6-34,5 2 1,10-5 0,-2 3 0,4-1-138,2-1 1,0 6 0,0-4 0,0 3-439,0 3 1,-8 2-1,-4 2 1,-5 2 114,-7 4 0,-3 11 1,-12 12-1,-5 4 24,-9 2 1,-11 8 0,0 3 0,-4 7-100,-2 5 1,2-6 0,2 3 0,4-9 666,2-3 1,9-8-428,10-6 0,14-15 0,9-3 0,11-9-487,5-8 0,1-3 0,1-9 0,0 1-254,0-1 0,0 1 0,-2-1 1,-4 3-1164,-5 3 1822,-5-3 0,-2 5 0,1-8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3.60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16 123 8882,'-9'0'1132,"3"0"1,12 0 0,7 0-892,9 0 1,-1-8 0,8-4 0,2-1-521,2 1 1,2-4 0,0 5 0,2-3 278,4 3 0,-5-5 0,7 6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3.99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0 262 8186,'12'0'2409,"0"0"-1911,1 0 1,3 0-1,1 0 1,1-2-119,-1-4 0,6 2 0,3-5 1,-1-1-361,0 0 1,0-1 0,-3-7 0,1 1-40,-2-1 1,-7 1-1,-4-1 1,-3 1-305,-3-1 0,-2 1 0,-4-1 0,-6 3 35,-9 3 0,0-1 0,-9 7 0,1 2 312,-4 2 1,2 4 0,0 4-1,1 7 66,5 9 0,2-3 0,3 6 1,4-1 54,7-1 0,-3 8 0,2-2 0,4 2 75,6-2 0,0 2 0,9-7 1,5-3-328,3-2 1,8-3 0,-3-4 0,1-7-580,4-3 0,4-4 0,4-3 0,1-7 16,-1-4 1,-4-7 0,-4 0-1,-2-1 670,2-1 0,-6-2 0,1-8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4.457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228 435 7896,'2'-11'1350,"4"-1"1,-4 6-465,3-5 0,-3 5-689,-2-6 0,0 6 1,-2-3-37,-3 1 1,-5 2 0,-8 6 0,1 2-19,-1 4 0,1 3 0,-2 11 0,-3 1-230,-1 2 0,0 9 0,5-5 1,1 2 62,-1 0 1,9-2-1,3 2 1,4-6-17,2-3 0,0-3 0,2-1 1,4-4-167,5-7 0,7-5 0,5-5 0,4-7-107,0-4 0,6-3 0,-6-4 0,3-6-118,-1-4 1,-2-2 0,4 0 0,-2-2 407,2-4 1,2-2 0,2-5 0,-2 1 75,-4-1 0,-2 5 1,-5 2-1,-1 4 230,-6 3 1,1 6-14,-10 5 1,-2 11-1,-10 7 1,-6 5-52,-3 5 1,-3 5 0,1 10 0,-1 3 96,1 6 1,-1 4-1,1 2 1,1 0-55,5 0 0,-3 5 0,8 3 0,2 2-232,2 3 0,2-3 1,0 0-1,2-3-849,4-3 0,4-2 1,7-4-1,3-6 819,3-9 0,4-1 0,8-7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5.37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210 654 7868,'12'0'-700,"-3"2"1374,-1 4 1,0-4 1191,-2 4-1346,3-5 1,7-2-1,-3-3 184,-1-2 1,-8-8 0,2 3-499,-4-5 1,3-1-1,1-1 1,-2 1-132,-2-1 1,-4-1 0,-4-3-223,-5-1 0,-7 0 1,-3 7-1,-2 5-316,1 5 1,-3 4 0,0 4 0,-2 6 219,-4 9 0,5 8 0,1 12 0,4 4 267,3 6 1,-1 9-1,13 2 1,2-2 101,2-1 1,4-11-1,6-3 1,9-8-2,11-10 0,5-1 0,2-18 0,-1-6-105,1-8 1,0-8-1,0-5 1,-2-8-143,-4-8 1,-1-3 0,-7-9 0,2 1-54,-2-5 1,-7 5 0,-2 3 0,-1-1-155,-1-3 0,4-5 0,-9 2 0,1 5 57,2 5 1,-4-3 0,6 6 0,-1 2 170,1 3 0,-4 7 0,4 1 601,-3 3-440,-1 2 1,-6 15 0,0 8 0,0 10 0,0 5 0,-2 5 1,-4 3-1,-3 6 82,-1 4 1,-4 10 0,9 3 0,-1 5 31,-2 1 1,6 3-1,-6 3 1,2 4-99,1 0 1,-1 0-1,6-6 1,2 1-299,4-7 1,3-5-1,9-14 1,1-8-401,4-11 0,-1-8 1,7-8-1,0-6-1055,-2-8 1676,-2-18 0,-7 6 0,-1-12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5.858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297 175 8037,'0'-12'0,"0"0"477,0-1 0,0-3 0,0-1-19,0-1 1,0 1-543,0 0 0,-2-1 0,-4 3 163,-5 3 0,-5 4 1,-3 8-1,-3 2-32,-1 4 1,-6 4-1,6 9 1,-1 2 17,-1 3 0,6 9 1,-4 0-1,3 5 160,3 1 0,7-4 0,4-4 1,4-2 13,2 2 0,2-5 0,4-3 0,8-6-160,7-5 0,0-4 0,8-8 0,2-2-48,2-4 1,-4-4-1,-1-9 1,-1-2-188,0-3 0,-6-5 0,3 4 0,-5 0-120,-2-1 0,-7-3 0,-2 4 1,-2 0 107,0 0 0,-1 7 0,-7 7 120,-3-3 0,-5 6 1,-8 4-1,3 8 130,3 8 0,-3 5 0,5 5 1,-2 3 171,1 2 1,7 2 0,-2 6 0,4 0 94,2 0 1,2-6 0,4-2-1,6 0-197,3 1 1,8-9 0,3 0 0,1-7-370,4-4 0,-4-2 0,2-8 0,2-4-644,2-6 1,0-5 0,-4-5 0,-6-3-149,-3-2 1,-5 4 0,-3-6 1008,-6-2 0,4-2 0,-1-2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6.13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53 62 8184,'0'-17'728,"0"-1"1,-6 7 563,0-1-1084,0 8 1,6 4 0,-1 12 0,-3 5 117,-2 7 0,0 3 1,6 10-1,-2 3-146,-4 7 0,4 4 0,-4 1 0,5 0-93,1 1 0,0-3 0,0-1 0,1-7-584,5-5 0,-4 0 1,6-16-551,0-5 0,1-8 1,7-14 268,-4-6 0,-5-5 1,-7-5-1,0-3 778,0-2 0,-7 6 0,-3-12 0,-8 6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6.288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 88 10246,'8'9'2004,"3"-3"-1745,5-4 0,7-2 1,2 0-1,3 0-582,3 0 1,2-6 0,0-1 0,-2-3-1118,-2-4 0,0 1 1440,6 1 0,7-11 0,3 3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5:46.72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192 70 8037,'18'10'-1631,"-6"-2"2847,-1-8 0,1 0-177,5 0 1,-5-8-592,0-4 0,-9-3 1,1-1-225,-8 5 0,-5-3 0,-9 8 0,1 2-64,-1 2 0,-1 2 0,-2 0 0,-3 0-125,3 0 0,2 0 0,1 2 0,-1 4-45,-5 6 1,11 3 0,-3 3 0,5-1 194,1 1 1,6-1-1,-2 3-11,4 3 0,10-4 0,4 5 0,3-7-150,3-5 1,-1-5 0,1-7 0,-1 0-53,1 0 0,-1-2 0,0-3-197,1-7 1,-1-4-1,-1-1 1,-2 0-142,-3-1 0,-7 6 1,2 1 438,4 7 1,-9 4 0,5 12 0,-4 5 180,-2 6 0,6-3 1,2 5-1,2-2-292,3 1 1,5 1-1,3-6 1,4 1-590,2-5 0,8-9 0,8-2 0,2-6 627,3-4 0,-5-15 0,-1 1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7:45.0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35 122 8442,'-6'-11'-1082,"1"-1"1,-1 6 1720,6-5 1,0 5 670,0-6-417,0 8 411,0-3 1377,0 7-2558,0-8 1,7 6 0,5-6 0,4 2-238,1 0 1,1-5 0,-1 5 0,0 2-274,1 2 1,5 2 0,1 0 0,-5 2 184,-5 4 0,-1 6 0,-7 11 0,-2 6 158,-2 4 0,-4 8 0,-6 1 0,-7 3 113,-7 4 0,-9 1 0,4 2 0,-2-1 75,0-5 1,7-3-1,-1-8 1,6-2-139,5-4 0,4-4-71,8-7 0,8-9 0,4-3 0,3-4-74,3-2 0,7-8 0,2-3 0,2-3-356,0 3 1,-5-5-1,3 6 1,-2-1-864,-4-1 0,-1 2 1358,-3-1 0,1-5 0,-1 7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7:45.29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1 157 8505,'2'-9'700,"4"1"1,5 2-167,5 0 1,9 0 0,4 4-1,6-1-728,6-3 1,11-2 0,12 2 0,4-5-2436,2-5 2629,15-1 0,-3-9 0,13-1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7:47.3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63 8424,'6'-12'508,"0"0"1,0 6 536,-6-5-793,0 7 1,0-2 24,0 12 0,0 4 0,0 9 0,0 2-86,0 3 0,-6 7 1,0-4-1,0 2-190,-2 0 1,6 0-1,-5 6 1,1 0-52,0 0 0,0-2 1,6-4-1,0-6-344,0-3 487,0-3 1,2-9 0,4-8 0,6-10-48,3-5 1,-3-10 0,-1-5 0,3-3-81,2-1 0,1-3 0,0 0 0,1 0-111,-1 4 1,-1 4 0,-3 0 0,-1 5-170,2 5 1,-5 2-48,3-1 0,-8 10 346,2 8 0,2 8 0,-3 10 0,-1 1 62,-2 4 1,-2-1 0,0 5-1,0-2 10,0-4 0,0 5 0,0-3 1,0-2 121,0-1 1,0-9 0,0 1 84,0 2 1,2-7-104,4-1 0,4-6 0,7-6 1,1-7-146,-1-9 0,6-3 0,1-6 0,-3 2-149,-2-2 1,5 0 0,-1 0 0,-2 4-68,-1 1 0,-5 3 0,-1 6-191,-3-1 454,-7 9 1,4 9 0,-8 13-1,0 8 137,0 9 0,-6 3 0,0 1 0,3 1-88,1 0 1,-4 0 0,0 0 0,2 0 122,2 0 1,2-6 0,0-2-304,0-1 0,2-5-592,4-9 0,2-7 0,5-10 1,-3-7-306,-2-4 0,3-7 0,-5 0 965,-2 1 0,6-5 0,-1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7:47.6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70 1 9044,'10'2'1772,"-4"3"-1427,-4 7 1,-2 4 0,-2 3 0,-2 2-171,-2 3 0,-5 7 0,3-2 0,0 2-178,0-2 1,-3 2 0,5-6 0,0 0-555,-2 1 0,6-3 0,-3-6-772,3 1 1,2-10 1328,0-8 0,0-16 0,0-11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7:47.7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36 8715,'0'-12'2024,"0"0"1,2 9-2672,4-3-3010,-4 4 3657,5 2 0,-7 8 0,0 1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7:48.21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28 8346,'9'-2'1215,"-3"-4"1,-2 4-512,2-4 1,-4 6-446,4 6 0,-5 4 1,-1 9-1,0 2-120,0 3 1,-1 7-1,-3-4 1,-2 2-110,2 0 1,0-8-1,0 5 1,-2-3-38,2 0-41,3 0 0,2-13 0,3-6 0,4-8-67,2-7 0,7-11 0,8-3 0,3-2 64,3-4 1,-4-2 0,2-2 0,0 0-82,-2 0 0,-2 8 0,-7 4-790,-1 3 1042,1 10 1,-16 16 0,-8 14 0,-6 7-87,1 10 1,-5-2 0,5 5-1,-3-3-81,2-2 1,-1 0-1,7 0 1,2-2-525,2-4 1,2-4-200,0-7 1,8-8-1,3-7 1,5-6 769,1-9 0,9-11 0,1-5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7:48.51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43 8201,'0'-18'2258,"0"7"-1991,0-1 1,-5 10 0,-3 2-1,-2 10-12,-4 5 1,-1 9 0,-3 1-1,-1 4-36,-4 8 1,1 0 0,-5 9-1,2 3-180,4 1 0,3 8 0,7 1 1,5-3-297,4-2 0,2-9 0,2-4 0,4-6-329,5-6 0,13-4 1,5-8-1,2-1-349,-2-4 0,2-5 0,-8-7 935,-2 0 0,7-7 0,-1-3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7:48.81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 12673,'0'17'548,"0"0"0,2 1-472,4-1 0,-2 7 1,8-1-1,1 0-377,3 2 1,-5-5-1,1 3 1,2-3-1043,1-3 0,-3-1 0,0-5 1343,1-5 0,3 4 0,1-1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7:49.0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402 1 8415,'-17'0'1526,"1"2"-1128,5 3 1,-5-1-1,5 6 1,-5 0-552,-1-1 1,-3 5-1,-1 9 1,-4 6-100,-3 4 0,-1 2 0,-6 2 0,2 2 14,4 2 0,4-1 0,8-7 0,1-3-1594,4-7 1832,5-4 0,22-25 0,5-5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7:49.31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210 18 8201,'0'-10'1611,"-2"2"-1322,-4 8 0,4 2 0,-4 4 19,4 6 0,2 5 0,2 5 0,4 3 72,6 2 0,-3 2 0,3 6 0,0 2-185,-3 4 1,5-2 0,-8 5-1,-2 1-359,-3-1 0,-8 1 0,-5 4 0,-5-3-860,-7 3 0,-5-7 1,-12-1 1023,-5-4 0,-5 6 0,-1 1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14.64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53 113 7597,'-2'-16'1442,"-2"3"-1118,-2 1 1,0 6-1,6-5 324,0-3 0,0 5 376,0-3-903,0 0 0,6 4-95,0 8 0,0 10 1,-6 13-1,0 7-57,0 3 0,-6 7 0,-2 3 1,0 0-149,1-1 1,1-1 0,4-6 0,-2-2 172,-2-4 0,0 2 181,6-8 1,2-9 0,4-14 0,6-12-66,3-9 0,3-8 1,1-10-1,2-4-89,3-1 0,1 5 1,-4-2-1,3 4-326,-3 2 1,-2 2 0,-1 4 0,-1 6-112,1 4 0,-7 9 0,1 4 172,2 4 0,-7 10 0,-1 6 1,-4 7 288,-2 8 0,0 4 1,-2 2-1,-2 0 98,-2 0 1,-1 4 0,3-3 0,-4-3-88,-2 0 0,7-7 0,-3-3 92,4-4 1,2-11-4,0-8 1,13-10 0,5-13 0,3-6-124,4-4 1,-3-2 0,5 0 0,0 0-202,0 0 1,-4 0 0,5 2 0,-1 4-61,0 6 0,-11 4 1,1 3-140,-1 4 1,-3 7-1,-1 10 343,-6 7 0,-5 6 0,-1 5 1,0 6 97,0 4 0,-5-4 1,-1 0-1,0 2-56,-2 2 1,4-6-1,-5-1 1,1-3-279,4 0 0,0 0-262,-2-5 1,6-8 0,0-5 532,10-3 0,6-9 0,1-3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15.12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263 70 8440,'0'-12'799,"0"1"1,0 5-562,0-6 1,0 7-205,0-7 0,-8 8 3,-4-2 0,-3 4 0,-3 2 1,1 0-128,-1 0 1,1 10 0,-1 5 0,1 9 62,-1 3 0,-5-4 0,2 6 1,3 0 47,5-1 0,7 3 0,-4-6 0,2 0-10,5 0 1,1-1-1,4-7 1,3-1 43,7-5 0,4-3 0,1-8 0,1 0-32,-1 0 0,0-8 1,1-5-1,-1-7-55,1-3 0,-7-2 1,1 3-1,2-1-23,1 2 1,-5-1 0,-2 3 0,-2 0 326,-1 3-275,1 2 1,-6 7-1,0 7 23,0 9 0,0 7 0,0 3 0,0 3-51,0 1 1,0 6 0,0-4 0,0 1-104,0-1 1,0-2 0,0-5 0,2-3-328,4-3 0,2-3 0,5-5 0,-1 2-329,1-2 0,-5-4 790,-2-6 0,4-4 0,-1-7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15.37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18 8431,'0'-10'502,"0"2"1,2 10-1,2 4-380,2 6 0,7 3 1,-3 4-1,2 3-124,-1 1 0,1 0 0,6-5 0,-3-1-450,-3 1 1,3-1-1,-3 1-46,3-1 0,3-1 0,-3-3 1,-1-3 497,-2-2 0,-1-2 0,7-6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15.59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383 1 9896,'-15'2'426,"1"2"-353,2 1 0,3 9 0,-5-2 0,0 5-200,-5 6 1,0 4-1,-10 8 1,-2 0-102,-2 0 0,0 0 0,1 0 1,5 0-116,2 0 1,2-10 0,7-5-262,5-7 1,5-9-1,12-2 604,5-12 0,13-9 0,3-16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15.91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18 8447,'0'-10'1835,"-2"3"-1684,-4 7 0,2 0 1,-6 2-1,1 3-36,-1 7 0,-2 4 0,-7 3 0,-2 4-69,-3 6 1,-5 10-1,6 4 1,2 2-24,1 3 1,3 3 0,-1 1 0,3 0-76,3 1 1,4-3 0,10-3 0,4-6-364,6-5 0,3-8 1,5-5-1,1-6-938,2-5 0,1-4 1353,-7-8 0,0-8 0,1-2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16.24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0 8767,'-2'10'1200,"-4"-4"1,4-2-804,-4 1 1,4-1-1,2 8-213,0 1 0,6 3 1,2 1-1,0 1-305,0-1 0,5 1 0,-3 1 0,2 3-274,-1 1 1,-1 0-1,2-5 1,-5-3-1168,1-3 1,-4 1 1561,8-7 0,-1 8 0,7-4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17.02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366 36 8020,'-10'-2'-692,"4"-4"847,4 4 0,2-8 419,0 4-89,8 5 69,-6-7-325,6 8 0,-8 2 1,-2 4-188,-4 5 1,2 5 0,-10 3-1,-3 2-158,-5 3 0,-9 9 1,2 0-1,-4 7-92,-2 5 0,0-6 1,1 2-1,1-4-177,3-3 0,7-6-15,12-5 1,5-11 0,12-9 399,5-6 0,12-15 0,5-9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17.34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262 0 10161,'10'18'962,"-4"-1"-789,-4 1 0,0-1 0,2 3 0,2 1 23,-3 2 1,-1 14 0,-2 0-1,0 6-294,0 5 0,-7 8 0,-5 5 1,-5-1-270,-7 0 1,3 4-1,-6-8 1,0-3-308,-1-5 0,1-11 0,-2-2 674,6-10 0,-4-6 0,0-1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17.71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88 8129,'10'-2'557,"-4"-4"0,1 2 535,-1-7 0,8 7 80,-3-2 1,-1-2-1247,2 2 1,-1 0 0,5 5 0,-2-3-1327,-3-2 0,1 0 1400,5 6 0,9-8 0,1-1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20.04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41 8120,'12'-2'639,"0"-4"-420,-9 4-155,5-6 1,-8 10 0,0 4-1,0 6 12,0 3 1,-6 3 0,1 1 0,-1 3 2,-2 1 0,4 8 0,-6-4 0,3 2-56,3 0 0,-4-2 0,2 3 0,0-5-54,-1 0 1,5-11 0,-4 3 43,4-1 26,2-9 0,2-7 0,4-11 0,3-5-85,1-1 0,6-8 0,-5-3 0,5-1-122,1 0 0,1 2 0,-1-4 0,1 4 88,-1 2 0,0 1 0,1 7 0,-3-1-19,-3 1 0,-2 5 106,-4 1 1,1 14 0,5 3 0,-6 10 95,-4 7 1,-2 4 0,-2 8 0,-2 0-56,-2 0 1,-2 0 0,5 0 0,-3-2 1,2-4 1,2 2-1,2-8 90,0-1 1,2-11 0,4-7 14,5-8 0,7-11 1,3-12-1,4-4-164,2-6 0,-3-4 0,5 2 0,0-4-52,-2-1 1,4 7 0,-8 0 0,-1 8-431,-3 4 1,-7 1 251,0 7 1,-9 11 0,3 10 391,-4 12 0,-2 11 0,-2-2 0,-2 2-58,-1 4 0,-1 2 0,4 2 0,-2 0 42,-2 0 1,0-2-1,4-2 1,-2-4-247,-1-2 1,-1-1-534,6-7 0,2-7 642,4-4 0,3-12 0,9-4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20.32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158 1 8384,'0'9'652,"-6"7"1,-2-5 0,1 5-479,-1 1 1,-6 9 0,3 3 0,-3 4-157,2 2 0,-3 0 0,3-1 0,-1 1-401,1 0 1,-2-7-1,9-5-1066,1-4 1449,2-9 0,2-10 0,0-10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20.51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1 8653,'-11'0'-1405,"-1"0"1405,8 0 0,-3 0 0,7 8 0,0 1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20.9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10 10457,'-10'8'195,"2"1"1,8 11-1,0 1-7,0 2 0,-6 9 1,0-3-1,3 2-114,1-2 1,-4 2 0,0-8 0,2-2-305,2-1 259,2-3 0,2-9 0,4-8 0,6-10-48,3-5 0,4-8 0,3-3 1,1-1-137,-2-4 0,7 4 0,-1-2 1,2 0 34,0 2 1,-6 1-1,4 9 1,-1-1-412,-5 1 454,-2 7 1,-9 12-1,-4 14 1,-4 7 163,-2 4 1,-8 2 0,-2 6 0,-1 0 171,-1 0 1,2 0 0,-3-2 0,3-2-529,2-2 1,3-7-699,5 1 1,2-14-271,3-9 1237,5-7 0,8-18 0,-1-3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21.28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261 16 7931,'-2'-10'850,"-4"5"0,2 5 0,-6 5 1,1 7-761,-1 4 0,-2 3 1,-5 4-1,0 6-16,-1 4 0,-5 10 0,-1 4 0,3 3-154,2 2 1,1 1 0,1-3 0,1-3-154,5-6 1,5-6 0,10-4 0,5-4-181,7-2 1,-1-9-1,13-11 1,-1-3-255,0-2 0,0 0 1,4 0 666,-2 0 0,-7-7 0,3-3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21.54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 10155,'10'2'616,"-4"3"0,4 5 0,-1 8-582,1-1 1,6 2 0,-7 3-1,3 3-373,0 2 1,-3-6 0,5 3 0,-4-5-597,-3-1 0,5-1 935,-6 1 0,7-1 0,-3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21.76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402 1 8805,'-17'0'833,"5"2"1,1 1-695,-3 3 1,4 8-1,-1-3 1,-3 7-371,-1 5 1,-11-1 0,-1 7 0,-2 2-121,0 2 1,0 7 0,-6 1 0,2-4-585,4-6 0,6-6 935,11-7 0,-4-8 0,7-3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22.09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175 1 10228,'0'12'818,"0"-1"0,2 3-572,4 1 0,-2 9 0,5 1 0,1 4-13,0 8 1,-6 4 0,1 9 0,-3 0-475,-2 5 1,-2 1-1,-3-2 1,-7 3-563,-4 1 0,-9 6 0,-2-6 0,-2-4 803,0-5 0,-8 1 0,-8-5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29.89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1136 9186,'-9'0'1044,"1"0"1,8-2-1098,0-4 1,0 2 131,0-8 0,0 7 18,0-7 1,0 0 0,0-5 0,2-1 7,4 1 0,-4-1 1,3 1-1,-3-2 5,-2-5 1,0 3 0,2-6 0,2 0-10,2-1 1,0 7 0,-4-4 0,2 0-74,1-4 1,3 3 0,-4 1 0,2 2 44,-2-1 1,-2-5 0,0 4 0,2 0-61,1 0 1,1-1-1,-6 5 1,0-4 8,0-2 0,6 0 1,0-4-1,-2 3-12,-2 3 1,-2-4 0,0 6 0,0-1 26,0-1 0,0 6 0,2-4-16,3 3 0,-3 3-195,4-1-144,-4 8-161,-2 3 1,0 5 176,0-4 1,2 2 0,2-8-393,2-1 1,0-3-1668,-6-1 2361,0-1 0,0 1 0,0-1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30.79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1 610 10904,'0'-12'260,"2"2"-1,2 1-174,2-1 1,-1 4-1,-5-6 1,0-1-32,0-3 1,2-1 0,2-3 0,4-1-66,2-2 1,-5-8 0,5 2 0,0-4-82,0-2 1,-1 0 0,5 2 0,-4 2-165,-3 2 0,5 0 0,-4-4 1,-1 3-153,1 7 0,-2 4 1,-4 1-847,4 1 370,-4 7 1,6 4 883,-8 12 0,-8 4 0,-2 7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31.4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36 218 8513,'-2'12'-15,"-4"-1"475,4-7 0,-8 4 512,5-8-125,3 0-224,-6 0-396,8 0 1,2-2-135,4-4 1,-2-2 0,5-5 0,1 1-94,0-2 1,1-1 0,5-3 0,-3 1-50,-1 0 0,0-1 1,3 1-1,-1-1-113,-3 1 1,-5 1 0,4 3-415,-2 1 376,5 0 1,-11 5 181,4 7 0,-4 1 0,-2 11 0,2 0 50,4-3 0,-4 7 0,5-4 43,1 3 0,-6 3 1,6-1-55,0 1 1,-4-1-1,5 0 1,1-1-12,0-4 0,-6 3 0,1-3-86,-3 3 0,4-3 675,0 0-470,0-8 1,-14 3 0,-4-7-137,-3 0 0,3-6 0,1-1 1,-3-1-59,-2 0 0,1 0 0,1 5 0,3-3-695,-3 2 1,-1 2-1523,-3 2 2282,8 0 0,-5 0 0,5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46.542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18 0 8103,'0'18'0,"0"-1"-515,0 1 1,0-6 0,0-1 514,0 3 0,-8 1 0,-1 3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47.242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0 507 7448,'0'10'2937,"2"4"-2501,4-9 0,-2 1 1,8-6-25,1 0 1,5-7-1,5-7 1,8-7 49,8-9 1,7-3-1,13-1 1,7-3-272,7-4 0,15-2 0,-38 19 1,2 0-1,4 1 0,1 1-219,4 0 1,0 1-1,0 1 1,-1 2-1,-3 2 1,0 3-1,-1 0 1,-1 2-288,-4 1 1,1 1 0,-2 1-1,-2 0 1,34-3 0,-18 5-1463,-17 4 0,-9 2 193,-14 0 0,-11 0 909,-13 0 0,-13 0 675,-11 0 0,-7 8 0,4 1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47.842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69 175 8165,'17'-17'14,"1"0"1,-1-1-1,1 1 1,-3-1 387,-3 1 1,3-1 0,-3 1 294,4-1 0,-5 9-36,1 3-497,-8 4 1,1 10 0,-10 3 0,-7 5 66,-3 1 1,-3 7 0,1 1 0,-1 0-140,1 0 1,-1 0-1,1-3 1,-1 1-146,1-2 0,1-1 0,3-5 0,3-1-124,2-2 0,-3-1 158,5 7 0,2-9 0,10-3 98,5-4 1,5-2-1,3 0 1,3 0-101,1 0 1,6 0-1,-4-2 1,0-2-85,1-2 1,-1 1 0,-4 5-1,3 0-32,-3 0 1,-2 0 0,-1-2 0,-1-2-46,1-2 0,-7-2 0,1 4-124,2-1 0,-7-9-645,-1 2 0,-4 3 1,-4-1 950,-4 2 0,-3-5 0,-9 3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49.175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0 322 8588,'0'-11'1429,"0"-1"1,2 0-1434,4-5 1,-2 1 0,7 3 0,3 1 26,2-2 0,1 5 1,2-3-1,3-3 29,1-7 0,6 3 0,-4-4 1,1 3-119,-1 3 1,4 1-1,-6 3-344,-1 1 0,-3 6 337,-2-6 1,-7 18 0,-6 4 0,-8 11 184,-7 7 1,-5 1-1,-1 6 1,-1-2 5,1-4 1,-1 4 0,1-6 0,1 0 44,5-4 0,1-3 0,6-3 203,-2 1 0,2-9 1,10-5 51,6-8 0,5-5 0,6-11 0,5-3-279,-1-6 1,6-4 0,-4 0-1,4 2-327,2 2 1,-2 2 0,-4-3-1,-6 5-368,-3 0 0,-3 11-111,1-3 0,-9 7 372,-3 4 1,-6 8 0,-4 18 0,-4 3 451,-1 6 0,3-2 0,-6 2 0,1 0 107,1-1 0,0 3 0,6-8 0,-2-2 11,3-1 1,1-3 150,2 1 0,4-9 0,5-7-106,9-11 1,9-5-1,-2-15 1,2-2-382,4-2 1,2 0 0,2 2-1,0 2-12,0-2 1,-6 5-1,-2 3 1,-3 4-1012,-9 1 0,1 7 697,-10-1 1,-3 10 0,-6 2 218,-3 10 1,-8 5 0,2 5 0,-3 1 227,-3 2 0,7 3 0,1-5 0,0 4-24,1 2 0,5-5 0,-2 1 0,4-4-175,2-1 0,2-1 1,4-1-1,5-3-290,5-1 1,7-8 0,3 2 0,1-4-1288,4-2 1716,2 0 0,9-16 0,3-3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49.425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70 61 8394,'0'-18'1002,"0"7"147,0-1 0,0 6-882,0-6 0,0 11-250,0 1 0,0 7 1,0 13-1,0 1-6,0 2 0,-6 3 1,-1-5-1,-3 2-395,-4-1 0,7 3 1,-1-4-1,2-3-938,0-5 1,0-7 17,6 6 1304,8-16 0,2 2 0,7-16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49.592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51 0 8394,'-17'0'2032,"-1"0"-3439,8 0 0,5 0 1407,10 0 0,5 8 0,8 2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49.975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35 33 8618,'10'0'2871,"0"0"-2876,-4 0 0,-4 2 0,3 4 153,-3 6 1,-7 3-1,-1 3 1,0-3-69,-2-3 0,6 3 1,-6-3-227,1 4 0,3-1 0,-6-1 1142,2-3-972,2-7 1,14 4 0,4-12 0,3-6-118,3-7 1,5-4 0,2 3 0,1-1 53,-1-5 1,4 5-1,-6-2 1,-1 5-229,-3 4 1,-2 3 132,1-3 1,-8 6 0,-5 12 0,-3 6 309,-2 3 0,-5 9 0,-3 1 0,-2 0-53,-4 0 0,5-1 0,-1-7 0,2 0-163,4 1 1,3-6-338,1-1 1,13-7-1,6 2 1,7-6 376,5-6 0,2-4 0,2-7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1.578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70 45 8394,'-2'-12'2564,"-4"1"-1252,4 7-935,-5-12-369,7 14 0,0 2 0,0 12 0,-2 3-151,-4 3 0,4 5 0,-4 0 0,2 1-213,-2 1 1,4-6 0,-3 7-1,1-5-188,-2-4 0,4 5 0,-4-11-1434,4 5 1978,2-6 0,0-10 0,0-10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1.759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18 18 9583,'-10'-8'767,"2"6"-3317,8-6 2550,8 8 0,2 8 0,7 2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2.392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1 208 8394,'0'-10'617,"0"1"0,2 5 204,3-2 1,-3-2-33,4 2 0,4 3-519,2-9 0,3 2 0,3-3 1,-1 1-296,0-2 1,1 5 0,1-3-1,3 0-159,1 3 0,0-5 0,-5 8-219,-1 2 0,-5 2 1,-2 6 380,-3 8 0,-1 0 1,-8 13-1,-2 0 35,-2 4 1,-5-2-1,3 1 1,-2-1 197,-3 0 1,3-6 787,-2 2-584,9-3 0,8-20 0,15-12 1,5-11-254,6-4 1,2-6 0,2 4 0,0-4-156,0-2 1,-2 8-1,-4 3 1,-6 5-918,-3 1 1,-9 7 464,1-1 1,-8 10 0,0 2 0,-8 12 300,-8 9 0,2 1 0,-1 7 0,-3 0 285,-1-2 1,3 4 0,0-6 0,1 0 115,1 1 1,-4-3 0,9-6-9,1 1 127,2-1 1,12-15 0,7-9 0,10-11-234,6-5 0,2-8 0,0 2 0,2-4-301,4-2 1,-5 2 0,5 4 0,-6 5-420,-6 5 1,-3 1 0,-9 3-353,0 3 1,-9 6 761,-8 12 0,-8 4 1,-7 7-1,1 3 160,3 3 0,-1-2 0,-5 7 1,1-3-72,4-4 0,-3 4 0,5-1 0,0-3-568,5-2 1,-3-1-1,2-1-291,2 1 1,4-8 936,6-5 0,11-3 0,11-2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2.877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227 140 8394,'8'-10'1678,"-6"-5"-1267,4 3 1,-2 5-1,0-1 625,1 0-735,9-2 1,-12-7-386,4-1 1,-4 7 0,-4 1-128,-4 2 1,-4 2 0,-7 6 0,-1 0-55,1 0 1,-3 2 0,-1 2 0,-2 4 32,1 2 1,3 3-1,2 9 1,-1 1 284,1-2 1,1-1 0,3-3-1,3 1 118,2-1 0,2 1 0,8-1 25,4 0 0,-2-7 0,9-4 0,5-4-28,3-2 1,3 0-1,-5-2 1,2-2-160,3-2 1,1-7-1,-4 1 1,2-3-95,-1-3 0,-5 1 1,-3 1-1,-3 3 177,3 1-542,-6 0 309,0 3 1,-16 9-1,-2 11 1,-2 5 25,1 1 0,5 3 1,-4 1-1,3 2-40,3-1 1,2-3-1,2-2-198,0 1 0,7-8 1,7-5-1,5-3-102,5-2 0,1 0 1,-4-2-1,3-1 455,-3-3 0,6-16 0,0 3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3.227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28 592 8394,'-12'0'3449,"0"0"-3130,8 0 0,4-6 1,12 0-1,4 2 66,1 2 0,6-5 0,4-5 1,4-4-261,6-1 0,8-2 1,-2-5-1,1-5-441,5-4 0,-5-8 0,1-1 1,-2-1-149,-4 0 0,-10-3 1,-6 3-1,-6 0 88,-5 1 1,-4 9 0,-12 11-1,-6 9 311,-7 7 0,-12 6 0,0 6 0,-4 7 117,-2 9 0,-6 5 0,-2 10 0,1 4 159,-1 5 1,2 5-1,6 3 1,2 2 156,4 2 0,4 12 0,9-6 0,5-4-269,5-3 1,19-13-1,13-5 1,11-8-493,9-8 1,12-11 0,8-8 0,6-10 392,4-11 0,7-9 0,-3-8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3.909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1 198 8342,'0'-17'3820,"0"-1"-3377,0 8-275,0 3 0,6 16 0,-1 7 0,-1 5 24,-2 1 1,-2 3-1,0 0 1,0 0-220,0 0 1,0-1 0,0-7 67,0 1 1,2-1-1,4-1 241,6-5 0,3-3 0,3-8 0,-1-4-257,1-7 1,7-1 0,2-13 0,2-1-208,0-3 0,-2-4 0,4-2 0,-1 0-291,1 1 0,-6 4 0,-2 3 1,-4 0-428,-1 0 1,-6 6-30,-1-3 0,-7 11-422,2 1 1,-6 16 1350,-6 2 0,-4 7 0,-7 5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4.411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210 156 8620,'0'-10'3484,"2"-3"-3135,3 7 1,-3-8-284,4 3 0,2-5-315,-2-1 0,0-1-77,-6 1 1,-2 7-1,-2 2 1,-4 2 18,-2 1 1,-1 1 0,-7 8 0,-1 3 177,-5 3 0,5 4 0,-6 7 1,2 2 154,-1-1 0,7 3 1,5-2-1,0-2 165,3-1 0,1-3 0,8 1 85,0-1 1,2-7-1,4-4 1,5-4 12,5-2 1,9-2 0,2-4-1,2-6-169,1-3 0,-7-9 0,4 1 0,-2 2-146,-3 1 0,3 3 1,-4 0-1,-3-1-79,-5 1 1,-3 5-309,2 0 0,-5 5 199,-7 1 1,-7 13-1,-3 19 1,-2-1 187,1 0 1,1 4 0,-2-3 0,6-1-112,4 0 0,2-2 0,0-5 0,0-1-92,0 1 0,8-7 1,6-1-1,5-2-110,4-4 1,9-8 0,-3-4 0,6-4-433,5-7 1,-5 0 770,0-11 0,8 1 0,-6-6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4.676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382 104 8342,'0'-18'210,"0"6"1,0 1 1360,0-3 1,0-1-496,0-3-1257,0 9 1,-1 3 0,-5 12 0,-4 7-188,0 8 0,-11 7 0,4 8 0,-5 7 397,-3 10 1,-2 7 0,-8 10 0,0-1 8,0 1 1,0-2 0,2-4 0,6-7 39,9-9 0,3-5 1,9-10-417,2-4 0,10-12 0,6-13 1,3-6-242,3-4 1,1-7 0,2-1 0,3-5-150,-3-4 1,-7-3 727,-3 3 0,1 4 0,5-7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5.028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35 67 8342,'10'-8'2021,"0"4"-1126,-5-8 1,-3 7-343,4-7-547,4 8 6,-8-4 1,4 10 0,-10 4 0,-4 6-51,-2 3 1,4 3 0,-5-1 0,-1 1 121,2-1 1,1 2 0,5 3 0,-2 1 13,2-2 1,2-1 0,4-5 0,4-1 36,6-2 0,3-7 0,3 5 0,1-2-119,4-4 1,-1-10 0,7-6 0,2-3-99,2-3 1,-6-1 0,-4-2 0,-3-5-330,-3-1 1,1 6 0,-3-2 0,-3 3-332,-6 3 1,-5-1 0,-1 1-77,0-1 0,-1 9 1,-5 5 817,-6 8 0,4 5 0,1 9 0,-1-1 0,6 1 0,-6-1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5.428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0 210 8342,'12'0'483,"-1"0"0,-5 0 0,4-1 1482,-2-5-805,-2 4 0,1-6-797,5 8 1,-2 0 0,1-2 0,3-2-247,1-2 0,3-5 0,1 3 0,3-2-383,1-3 0,2-1 0,-4 0 1,3 3-100,-3-3 0,-1-1 0,-3-1 0,-1 3 9,-5 1 0,-3 6 0,-10-4 38,-4 3 0,-5 1 0,-13 8 0,-5 4-7,-4 5 1,-2 5-1,2 1 1,2 3 345,2 3 1,2-4 0,-2 5 0,6-3 213,3 2 0,10-3 0,5 3 0,3-4-72,2-1 0,9-3 0,9-1 0,13-4-275,13-3 1,3-1-1,13-6 1,-2 0-2465,1 0 2576,7 0 0,-12-15 0,6-5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5.976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245 153 6960,'10'-1'3789,"-4"-5"-3360,-4 4 1,0-6 0,2 6 423,2-4 1,-1 2-587,-5-7 1,0 5 0,0-6-520,0-1 1,0 3 0,-2 0 49,-3 2 0,-5-3 1,-8 5-1,-1 2-149,-4 2 1,1 4-1,-5 4 1,2 6 199,4 3 1,-5 5 0,3 1 0,2 4 223,1 2 1,11-5 0,3 1 0,4-4 138,2-1 1,4-3 0,6-3-170,7-6 0,12-4 1,0-2-1,2-2-227,-2-4 1,4-4 0,-6-9 0,1-3-259,-5-1 0,-4-6 0,-3 4 0,-3 0-65,-1-1 0,-8 3 0,2 6 0,-6-1 195,-6 1 1,-6 7 0,-11 6 0,-4 8 311,0 8 0,-6 3 0,4 5 0,-4 3 0,5 4 0,3 8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6.526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157 381 8067,'-9'0'2688,"-7"0"-2402,14 0 1,-4 6 0,12 0 35,6-3 0,5-1 0,6-2 0,7-2-266,3-3 1,1-5-1,1-8 1,0 1-229,0-1 1,8-7 0,2-4 0,-1-4-154,-3-2 1,-6 0 0,-6 0 0,-6 2-54,-3 4 1,-11 4-1,-3 8 269,-4-1 0,-4 8 1,-6 7-1,-7 6 55,-6 9 0,-9 11 0,5 6 0,0 4 95,0 2 1,-4 8 0,3 4 0,-1 3 225,-4 2 0,-2 11 0,-2 8 0,-2 15-128,17-38 0,0 1 1,0 3-1,1 1 0,-3 1 1,-1 0-1,1 2 0,0 1-119,-1 1 0,1-2 0,-9 37 1,2-9-1,9-22-429,9-21 439,3-20 0,10-23 0,4-15 1,5-11-205,5-5 1,-4-1-1,-3-1 1,1 0-76,0 0 0,-6-2 1,1-2-1,-1-2 163,2 3 0,-4 6 1,6 3-1,-2-2 19,-1-2 1,7 4 0,-4 2 0,0 2 86,-1 4 0,7-1 0,-2 3 0,3-1-172,3 5 1,-1 7 0,1-2 0,1 3-220,4 3 1,-1-4-1,5 2 1,0 2-573,0 2 943,-6-5 0,20-3 0,-4-8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7.744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298 106 8054,'5'-12'162,"1"0"1,6 1 0,-4-5 284,1 4 1,-5 3-1,4 5 1,-2-4 1604,0-2-570,-1 7-1415,-5-5 1,-7 16 0,-5 5 0,-4 8 82,-1 9 1,-8 4-1,-4 7 1,-4 6-83,-2 3 0,2 5 0,2 1 0,4 2-106,1-2 1,3-1 0,6-5 0,1-3-269,4-7 1,5-10 0,7-7-493,0-4 1,2-9-1,3-6 19,7-8 1,2-6 0,-1-7 0,-3-3-686,-2-3 1464,-2-4 0,-6-8 0,0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7.908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1 193 8401,'0'10'1951,"9"-3"1,9-7 0,9 0-1963,6 0 0,10-2 0,5-3 1,6-7-846,5-4 1,5-1-1,-6 0 1,-2-3-1090,-2-3 0,-9 3 1945,-4-3 0,-4-4 0,-2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8.475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158 16 7329,'10'-8'138,"-1"7"1504,-3-5 0,-4 8-1452,4 9 1,-10 3-1,-4 15 1,-1 2-101,-5 2 1,-1 10-1,-5 3 1,-1 5 98,-2 1 0,-1-1 1,9-3-1,1-3-34,3-3 0,7-1 0,-2-8 0,4-4-25,2-5 0,2-13 0,4-5-204,5-4 0,11-4 0,3-4 0,2-5-152,4-5 0,-4-7 0,2-3 1,0 1-219,-1 0 0,3-4 0,-8 4 0,-2-1 69,-1 1 1,-9 2-1,-1 5-428,-2 1 629,-2 7 1,-8 5 0,-4 10-1,-6 9 244,-3 7 1,-3 1 0,1 5 0,1-2 311,5-4 0,1 5 0,6-3 0,-2-2 1,2-1 1,4-3 0,6 1-1,6-3-145,3-3 1,11 1 0,5-7-1,5-2-167,5-2 1,8-10 0,-5-3-1,1-5-307,-4-1 1,-4-3 0,-2-1 0,-2-3-82,-4 3 0,-6-4 1,-11 2-1,-7 1-20,-3 3 0,-4 1 0,-5 3 265,-11 3 1,-5 4 0,-8 8 0,2 0 109,-2 0 0,5 8 1,1 4-1,4 3 208,3 3 1,-3 1 0,11 3 0,1 1 98,3-2 0,4 4 0,4 1 0,4-1-265,5 0 1,15 0-1,6-5 1,9-1-482,4-3 1,1-5-1,7 1 1,-1-6 400,1-4 0,-1-10 0,0-2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9.159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210 522 10443,'7'10'1042,"-3"-3"0,8-7 0,2-1-807,1-5 1,3 2-1,1-6 1,2 0-109,3 1 1,7-9 0,-2-7 0,6 0-303,5 0 0,-3-6 0,4 0 0,-4-6-55,-2-4 1,-2-2-1,-4 4 1,-6-1-7,-3 1 0,-5 10 1,-3 5 304,-6 5 0,-6 7 1,-6 3-1,-6 1-270,-3 4 0,-5 10 0,-1 6 0,-4 3 97,-3 2 1,7 9 0,-4 3-1,2 6 272,-1 6 1,-5 5 0,4 14-1,-4 10 30,-8 10 0,19-33 0,-1 3 1,-5 4-1,0 2 0,-2 7 0,-1 2-118,-1 6 1,0 0 0,-1 1 0,2 0 0,3-3 0,1-1 0,3-9 0,1-3-98,-12 37 0,8-23 0,9-18 0,5-11 90,1-10 1,2-12-258,6-7 1,0-10 0,0-2 212,0-10 0,8-5 0,3-5 0,3-1-208,-2-2 1,3-2 0,-3 3 0,3-3 31,3-2 1,-3 0-1,-1-4 1,-2 1 101,1-1 0,1-2 0,-1-3 1,-3-3 45,-2-2 1,3 0 0,-5 4 0,-2-1 73,-2-3 0,4 0 0,0 6 0,-2 2 3,-2 4 1,-4 4 0,-2 7-276,-2 1 0,-2 7-865,2 4 0,4 6 417,-3 6 0,10-2 1,7 6-1,4-2 191,1-5 1,2-1 0,3-2 0,3 0 453,2 0 0,-5 0 0,18 0 0,-3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9.510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32 350 10418,'-10'0'1483,"4"0"1,12 0-1485,6 0 1,5-2-1,5-2 1,1-4-218,-2-1 1,1-3-1,-1-5 1,4-3-85,2-3 1,-5-2-1,-1-6 1,-5 2 172,-5-3 0,-5 5 1,4 0-1,-3 2 165,-3 4 1,-9 3-1,-7 6 1,-4 7-9,-1 3 1,-6 4 0,-3 3 0,-1 7-11,-4 4 0,4 9 1,0 4-1,2 2 398,3-2 0,5 4 0,5-4 1,4 4-112,1 2 0,5-8 1,-2-1-1,8-3-178,7 0 0,13-5 0,5-9 0,4-1-931,2-4 1,0-2-1,0-2 1,-1-2-44,1-4 0,-2-4 0,-2-7 0,-3-2 847,-3-5 0,6-3 0,-4-8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8:59.961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158 53 7940,'17'10'613,"1"-3"760,-1-7 1,-1-7-1156,-5-5 0,3 2-863,-8-1 1,0 5 496,-6-6 0,-8 8 0,-4-2 0,-3 4 194,-3 2 0,1 0 1,-1 2-1,-1 2 154,-4 2 1,3 8-1,-3-3 1,3 5 111,3 1 0,1 1 1,3-1-1,3 1-212,2-1 0,3 1 0,5-1 1,0 1-142,0-1 1,1-1 0,5-5-1,8-3 5,7 0 0,-1-6 0,5 4 0,-2-5-122,0-1 0,3-7 0,-5-5 0,2-3-39,-1-3 1,-3 1 0,-1-1 0,-3 1 146,-3-1 0,1 1 180,-7-1-80,0 1 1,-8 7-1,-4 6 1,-4 8 34,1 8 1,-5-3 0,8 3 0,1 2-10,-3 1 1,6 3-1,-4-1-387,4 1 1,10-1-1,3-1-109,5-5 1,3-3-1,3-8 1,3 0-345,2 0 0,-4 0 0,7-2 764,1-4 0,2-11 0,1-10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00.277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123 121 8054,'9'-18'178,"-3"1"1,2-1-1,-2 1 731,-2 0 0,3 5-596,-1 0-409,8 8 1,-12-1 0,4 10 114,-5 7 0,-8 9 0,-5 7 1,-3 3 184,-3 5 0,1 11 0,-1 2 0,1 7-11,-1 8 0,1-4 0,1-2 1,3-3-106,1-3 0,8 0 0,-2-1 1,4-5-276,2-5 1,0-12-1,2-7-769,4-9 1,4-7 300,7-12 1,-7-5 0,-4-11 0,-4-3 654,-2-2 0,0-2 0,0-6 0,0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00.442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8 53 8363,'-8'10'2038,"14"-2"1,2-8-2304,11 0 1,3 0-1,7 0 1,2 0-532,2 0 1,7-2 0,3-2 0,0-4-396,0-2 1191,-3 7 0,-5-21 0,0 5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00.826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18 51 8054,'11'0'1339,"1"0"0,-6 0-1011,6 0 1,-9 2-541,3 4 0,-4-2 1,-4 7-1,-2 3 438,-1 1 1,-7 3 0,4 1-1,0 3 40,1 1 0,-5 0 1,6-5-1,2-1 46,2 1 0,4-1 0,4-1 0,6-3-276,3-1 0,9-8 0,1 2 0,2-4-326,4-2 0,2-8 0,2-4 1,0-3-141,0-3 1,-6-7-1,-2-2 1,-2-2-100,-3 0 0,-9 5 0,-3-3 0,-2 0 10,-4 0 1,-4 11 0,-6-1 312,-6 1 1,-3 8-1,-3 3 1,1 5 64,-1 5 1,3 5 0,3 8 0,4-1 140,0 1 0,6-1 0,-3 0 0,5-1 0,5-4 0,3 3 0,8-5 0,-1 2 0,5-1 0,9-7 0,-2 4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01.177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88 18 8054,'-2'9'2251,"-4"-3"-1669,4 4 0,-7 0-663,3 7 1,2 0-1,-6 1 63,2-1 1,1 1 0,3 1-1,-2 3 76,2 1 1,-4 0-1,3-5 211,1-1 0,2 1-189,2-1 1,2-7-1,3-4-158,7-4 0,4-10 0,1-6-61,1-7 0,-7 1 0,-1-3 0,0 2 77,-1-2 0,-3 3 1,4-3-1,-2 3-5,-5 3 1,5-1-1,0 1-195,2 0 1,1-1 0,7 3 32,-1 3 1,1 4 0,-1 8 0,1 0-291,-1 0 1,6 2-1,1 2 1,-1 2 518,2-2 0,-5-2 0,13 5 0,-6 3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01.491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1 122 8054,'0'10'3031,"2"4"-2545,3-9 0,-1 1 0,8-6-403,1 0 0,-3 0 0,2 0 0,1 0-197,3 0 1,1-6-1,1-1 1,1-3-109,5-4 1,-11-1-1,5-3 1,-3 3 28,1 3 1,-7-3-1,-1 5 1,-2-2 115,0 1 0,-2 7 1,-10-2 61,-6 4 0,-3 2 1,-3 2-1,1 4 68,-1 5 1,1 7-1,1 3 1,3 3-17,1-3 1,8 4 0,-2 0-1,6 1-485,6-1 1,12 0 0,13-4-1,7 3 448,9-3 0,11-2 0,4-1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13.677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18 35 8210,'-10'0'418,"3"8"-159,7-6 0,0 8 35,0-4 0,2-5 15,3 5 0,-1-4 0,8 0-138,1 4 1,-3-4 0,2 4 0,1-2-18,3 1 0,1-3 0,1 6 0,-1-2 20,1 0 1,5 5-1,2-5 1,2 0-12,5 2 0,1 0 0,0 5 0,-2-3-98,-2-2 0,0 3 1,6-3-1,0 0-59,0 0 0,-1-1 0,1-3 0,0 4 51,0 2 0,6-4 0,0 3 0,-2-1-28,-3-4 1,-1 4-1,0-1 1,0 1 8,0 0 1,0 0 0,0-4-1,0 1 20,0-1 0,0 4 0,-2-2 0,-2 0-15,-2 1 0,0-5 0,6 4 0,0-4-41,0-2 0,0 6 0,0 0 0,0-2 13,0-2 0,5 3 0,1 1 0,-2-2 96,-2-2 1,0 0-1,1 2 1,3 2-126,-2-2 0,-2 3 0,0 1 1,2 0-97,1 0 1,1-1-1,-4-3 1,2 2 111,1-2 0,3-2 1,-2-2-1,4-2 97,-1-4 0,5 2 1,-9-5-1,1-1-60,2 0 1,1 6 0,7-3 0,-4 1 41,-7 0 0,5-2 0,1 4 0,3-2-136,-2 3 0,3-1 0,-3 0 1,3-2-26,2 2 0,7 2 0,1 2 0,0 0 82,0 0 1,4 0-1,-4 0 1,0 0 181,1 0 0,-3 0 0,-6 0 0,1-2-110,-1-4 0,8 4 0,4-5 1,4-1-40,2-4 0,0-1 1,2-1-1,1 2-54,3-1 0,6-3 0,-5-1 1,1 1-141,-1 5 0,5-5 0,-8 5 0,-5-5 29,-3-1 0,-3-1 0,3 1 0,-2-1-82,2 1 0,-1 1 0,1 3 0,-1 3-384,0 2 0,0-4 1,-7 7-1,-14 1-3622,-11 2 4218,-7 2 0,-9-8 0,1-2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14.593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330 87 8561,'18'-11'-73,"-1"-1"0,-5 6 0,-1-3 1,1-1 276,-2 0 0,5 6 0,-5-3 717,0-1 82,-3 6-409,-7-6 0,-2 10-306,-3 4 0,1-2 0,-10 7 0,-3 1-62,-5-2 0,-7 5 0,4-5 0,-2 2-121,-4-1 1,-2-1 0,-2 3-1,2-3-61,4-2 0,-2-2 1,7-4-1,3 2 165,2 1 0,1 1-898,1-6 16,7 0 1,4 0 143,12 0 1,4 0-1,5 2 338,-3 4 0,1-2 0,-5 8 0,0 1 256,0 3 1,3 1 0,-3 1 0,0-1-26,0 0 1,5-1-1,-3-2 1,2-3 62,-1 3 1,-1-4-1,4 1 1,-3 1 380,3-2 0,-5 3 1,3-5-425,2 2 0,-1-5 0,1 5-760,-3-2 796,1-2 158,6-6 0,-9-2 1,-5-4-197,-8-6 0,2-3 1,-5-3-1,1 1-9,0-1 1,0 1-1,6-3 1,0-1-68,0-2 1,0-6 0,0 5 0,0 1-766,0-2 1,0 6-1,0-5-2467,0 5 3250,0 1 0,8 1 0,2-1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16.527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1 462 8365,'0'-10'254,"0"1"1138,0 3 79,0 4-626,0-6-565,0 0 0,6 4-339,0-7 1,1 7 146,-1-2 0,-2 2 0,8-2-70,1-5 0,-3 1 1,2 0-1,1 1-1,3-1 0,-5 0 0,1-3 0,2 1 3,1-2 1,-3 5 0,-1-3-61,3-2 0,-4 7 1,-1-1 4,-1 0 97,6 6 0,-12-7 0,5 5 407,1-2-103,-6 0-147,6 6-271,-8 0-298,0 0 329,0-8 1,2 6-69,4-4 43,-4-3 1,11 5 39,-7-8 1,0 6-847,-6-5 769,8 7 1,-6-2 0,3 12 78,-3 6 1,-2 9 0,0 4 0,0 2 38,0 4 1,-5-4 0,-1 1 0,2-1 39,2 0 0,-4-6 0,0 3 0,2-5 1043,2-2-758,2-7 0,6-6 0,2-14 0,2-9-138,3-6 0,5-4 0,3-6 0,2 0-369,-1 0 1,-1 0-1,0 0 1,3 0-382,-3 0 0,-2 8 0,-3 4 0,-2 3 159,-3 3 1,-7 5 0,4 2 31,0 3 0,-6 3 1,3 12-1,-3 7 386,-2 6 0,-2 10 0,-2-1 0,-1 3 141,1 2 1,-4-1 0,0 1 0,0 0-90,1 0 0,-1-8 0,4-3 0,-2-5 407,2-1-238,2-9 0,4-3 0,4-12 1,6-7 29,3-9 0,11-5 0,1-8 0,2 0-393,0 0 1,-2 0 0,4 1-1,-2-1-14,2 0 0,-5 7 0,-3 5 0,-4 4-1336,-1 1 987,-1 1 0,-7 9 0,-6 8 248,-8 10 1,0 11 0,-8 4 0,1 3 272,1 3 0,-6 4 0,7 3 0,-3 1-107,1-6 0,7 2 1,-2-8-1,4 2 24,2 0 0,0-7 1,2-1-361,4-7 1,5-7 0,11-7 0,1 0-1056,-2 0 0,4-7 1433,-1-5 0,-1-11 0,-5-4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16.990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262 140 8236,'0'-12'2064,"2"3"-1550,4 1 0,-4-6 1,5 5-1,-1-3-449,0 0 0,0 6 1,-6-5-52,0-3 0,0 5-224,0-3 1,-2 8 0,-4-2 0,-7 4-91,-9 2 1,3 2-1,-6 4 1,1 6 205,1 3 0,-6 5 0,6 1 1,-1 4 71,-1 2 1,8 1 0,-3 1 0,9-4 247,3 0 1,2-6-1,6 5-17,0-5 1,10-9-1,7-4 1,8-6 25,3-6 0,10 0 0,-3-9 0,2-5-209,0 1 1,-8-1-1,-2 3 1,1-1-240,-1 1 0,-12-1 1,3 1 111,-3 0 0,-7 5 35,-2 0 0,-6 16 0,-6 2 0,-6 8-31,-3 3 0,-3 8 1,1 2-1,1 2 235,5 1 1,3-3 0,8 4-1,0-4 43,0-2 1,10-2-1,7-7 1,10-4-211,6-7 0,2-3 1,2-2-1,2-2-408,2-3 0,-1-5 0,-5-8 1,-2 1-2685,-4 0 3121,-3-9 0,-9-1 0,1-8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17.207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 16 11435,'2'-10'338,"3"4"1,1 12-1,10 6 1,3 3-230,1 3 1,1-1-1,0 2 1,4 3-567,3 1 1,-7 0 0,4-3 0,-2 1-403,1 2 1,-1-5 0,-5-8-165,-1-3 1023,0-1 0,-7-14 0,-2-1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17.390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385 0 8236,'-16'12'937,"5"-1"1,-5-5-1,5 6-529,-5 1 0,-1 3 0,-1 1 0,1 1-324,-1-1 0,-1 7 0,-3 1 1,-3 2-560,-2 4 0,4 2 0,-4 0 1,1-4-252,5-6 1,2-3-1,3-3-869,4 1 1595,5-9 0,7-1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17.657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88 63 8145,'0'-12'763,"0"0"414,0-1 1,0 3-447,0-2-1044,0 8 1,0 4 0,-2 12 0,-2 4 260,-2 1 1,-2 8 0,4 4 0,-4 4 15,-1 2 0,3 0 1,-6 0-1,1 0-396,1 0 1,2-6 0,8-2 0,0-1-634,0-5 1,2-9 1064,4-7 0,-4-3 0,21-17 0,-3-5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17.823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0 88 8145,'0'-18'4441,"0"1"-5372,0-1 931,0 9 0,8-7 0,2 6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18.407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0 104 8145,'0'-12'0,"0"1"251,0-3 1,0 4 509,0-1 1,2 7-412,4-2 0,-4 6 1,4 6-70,-4 5 1,-8 7 0,0 3 0,2 2-164,2-1 1,2 3-1,0-2 1,0-1-42,0-3 0,0-7 1,0-1 75,0 3 0,2-6 0,4-2-141,6-5 1,3-8-1,5-5 1,1-5-80,2-7 1,8 3 0,-2-8 0,2 0-105,-2 2 1,3 1 0,-9 9 0,-2-1-160,-1 1 0,-3 1 404,0 5 1,-7 5 0,-4 14-1,-6 7 143,-6 7 0,-2 9 0,-5-2 0,1 4-19,-1 2 0,5-6 1,2-2-1,2-2-152,-2-3 1,4-3-1,-3-2 1,5-1 23,5-4 0,-1-5 0,8-7 1,1-2-55,3-3 1,7-7 0,3-9 0,1-5-156,4-1 1,-4 4-1,2-6 1,0 0-151,-2 2 1,0-5-1,-5 9 1,-1 2-60,-5 1 0,-1 3 0,-7 1 108,2 5 0,-8 5 93,-2 12 1,-2 4 0,-8 9-1,0 2 444,1 3 0,5 5 1,-4-4-1,2 0-184,0 0 1,0-1 0,6-7-484,0 1 0,8-3 1,4-3-59,3-6 0,3-5 1,-1-2-1,1-5-430,-1-6 1,3-3 0,1-3 857,2 1 0,1-1 0,-7 1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19.023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210 711 8143,'10'-12'195,"-3"2"0,-1 1 506,0-1 1,0 4 0,-4-3-1,2-1-410,1 0 1,1 4-1,-4-5-228,4-3 1,-4 4 0,2 1-44,-8 1 1,-8-4-1,-9 6-180,-2 3 0,-1 3 0,5 3 0,-2 5 9,-3 2 1,1 2 0,6 5 0,-1 1 158,1-1 0,1 0 1,3 3-1,3 1 125,2 2 1,2 1 0,6-7-48,0 1 0,0-7 1,2-1-1,4-2-24,6-4 0,9-2 0,2-4 0,-1-4-148,-3-6 0,4-3 0,1-3 0,-3 1-60,-2-1 1,-1 1 0,-1-1 96,1 1 0,-3-1-128,-3 1 215,-4 7 1,-14 10-1,0 12 1,0 5 101,-1 7 0,5-5 1,-4 6-1,4-1-49,2-1 1,0 0 0,2-5-1,4-3 36,5-3 1,5 1-1,3-7 1,4-2-83,7-2 0,8-6 0,5-6 1,0-9-213,-1-6 0,5-4 0,-4-6 0,-1-2-51,1-4 0,-2 2 1,-8-5-1,-2-1 37,-2 0 1,-8-1-1,3-7 1,-5 3 88,-2 3 0,-1-3 1,-4 5-1,-7 1-9,-3 3 1,-2 6 0,-2 6 0,-3 8 482,-7 7 0,-4 0 1,-1 9-1,-2 5-162,-5 9 0,3 11 0,-6 17 1,2 3-99,3 7 0,3 5 0,1 5 0,3 3 203,3 2 0,-1 0 1,7 2-1,4-6-222,6-3 1,7-5 0,13-3-1,7-9-507,8-7 1,7-13-1,10-12 404,3-4 0,7-10 0,-4-2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22.509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0 220 10759,'10'-8'1100,"-2"4"1,-6-6-475,3 3-286,-3 1-557,6 6 1,-8 2 0,0 4 0,0 7 349,0 8 1,2-1 0,2 5 0,2-2-27,-2 1 0,-3-1 0,-1-6 0,2 1 280,4-1 1,-2 1 0,8-3-212,1-3 0,-3-4 0,2-8 1,1-2 43,3-4 0,1-4 0,1-7 1,-1-3-293,1-3 0,5 2 1,0-8-1,1-2-416,1-2 0,-6-2 1,6 0-1,-1 0-110,-1 0 0,0 8 0,-5 3 0,-1 5-744,1 2 0,-9 5-166,-3 0 1508,-4 8 0,-2 4 0,0 10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23.643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192 680 8104,'18'0'-34,"-7"0"0,-1-2 916,-2-4 0,0 2 0,-5-7-503,3-3 0,2-1 1,-4-3-231,2 1 0,0 5 0,-6 1-132,0-3 1,-6 4 0,-2 1 0,-2 1 65,-3 4 0,-3 2 0,-3 4 1,-3 2-221,-1 2 0,0 7 0,3 1 0,-1 5-268,-2 4 1,5 1 0,7-5 0,-3 2 456,-1 3 0,5-1 0,4-5 0,4-1 156,2 0 0,0-5 0,2-2 1,4-2-33,6-5 1,3-1-1,4-4 1,3-3 96,1-7 1,2 2-1,-3-1 1,1-3-321,-2-1 1,-1-3 0,-5 1 0,-1 1-179,-3 4 0,-5-1 0,4 5-11,-2-2 1,-2 8 33,-6 2 0,-2 8 1,-2 10-1,-2 1 186,2 4 0,2-3 0,2 5 1,0-2 34,0 1 0,0-1 0,2-6 0,6-1 147,9-5 0,1 3 1,7-8-1,0-2-168,4-2 0,2-10 0,0-4 0,-2-5-437,3-6 1,-1-3-1,-2-5 1,-6 4-180,-4 2 0,3-4 1,-3 5-1,-5 3 145,-5 2 0,3 1 1531,-6 1 291,0 7-693,-6 2 0,0 6 1,2-1-1,3-5-82,7-2 0,4-2 0,3-7 0,2-2-384,3-3 1,1-7 0,-4 2-1,4-4-172,3-2 0,-7 0 1,2-1-1,-3-3-194,-3-2 0,-1 2 1,-3 8-1,-3 4-437,-2 2 1,-3-4 422,-5 5 1,-7 9-1,-5 9 1,-3 6-78,-3 6 0,1 9 0,-1 12 0,-1 5 173,-5 4 0,5 11 0,-4 0 1,3 3 172,3 2 0,1 1 1,3-1-1,3 1 255,2-1 0,3-5 1,6-3-1,5-1-89,6-4 0,5-10 1,7-8-1,5-7 7,4-8 0,2-5 0,0-2 0,0-7-226,-1-10 0,1-1 1,-2-10-1,-2-2-253,-1-2 1,-9-2 0,2 2-1,-3 2-243,-3 2 0,-7 7 1,-4-1 49,-4 4 449,-2 9 0,-2 4 0,-4 12 0,-4 6-32,0 3 1,-5 4 0,5 5 0,0 3 284,5 0 0,-3 4 0,2-8 0,2 1-55,2 1 1,2-6-1,2 5 1,2-5-79,2-1 0,7-3 1,-1-3-1,4-6-80,1-5 0,6-1 0,1-1 0,-1-5-162,2-6 1,-5-3 0,5-5 0,-2-1-233,0-3 0,-1-5 0,-9 6 0,-1 2 6,2 1 1,-5 3-1,1-1-114,-2 1 447,-3 7 0,-6 2 0,-3 10 0,-4 4-28,-2 6 0,4 3 0,-3 3 1,-1 1 216,0 5 1,6-3 0,-1 6 0,3-2 56,2-3 0,2-3 1,3-1-1,7-3-236,4-3 1,3 1-1,2-7 1,5-2-402,1-2 1,2-10-1,6-3 1,0-5-313,0-1 0,-2-7 1,-4-1 688,-6-2 0,-4-2 0,-1-6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24.009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1 262 11217,'17'-11'2357,"1"1"-2326,-1 2 1,1-3-1,1 3 1,2-2-201,3-3 1,5-3 0,-4-1 0,0-1-189,1 1 0,-3-1 1,-8 1-1,-3-1-55,-6 1 1,-4-1-1,-4 3 388,-4 3 1,-6 4-1,-9 10 1,-4 4 108,-2 6 1,3 9 0,-3 4-1,2 3 216,4 3 1,3 0-1,5 0 1,3-2 139,2 2 0,2 0 0,8 0 0,4-4-279,6-2 0,5-1 1,8-9-1,8-3-590,6-6 0,10-6 0,-3-6 1,3-6-705,-3-3 1,3-5 1131,-8-3 0,-1-12 0,-5-10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24.623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138 175 10280,'10'-7'527,"3"3"0,-5-6 0,2 0-149,3 1 1,-3 3 0,0-6 0,0-1-185,-1-3 0,-3 4 0,4 1 0,-2-3-241,-5-1 0,-1 3 0,-4 2-119,-3 3 0,-5 1 0,-8 6 0,-1 2-55,-4 4 1,1 3-1,-5 11 1,2 3 96,4 6 0,-5 2 0,5 0 0,4-2 427,3 2 0,10-4 0,-2 1 0,6-3-89,6-4 0,4-9 0,9-6 0,5-4-136,5-2 0,4-2 0,4-6 0,-1-8-307,-1-5 1,4-8-1,-12 4 1,0-2-32,-3-5 0,-7 1 1,-5 0-1,-6 4-499,-4 2 1,-2 2 0,-2 7-1,-6 5 553,-10 5 1,-1 4-1,-10 2 1,-2 4-61,-2 7 0,0 1 0,4 13 1,6-2 65,3 1 0,5 5 0,1-4 0,4 0 43,3 1 0,3-3 0,10-8 0,7-3 157,8-6 0,7-4 0,8-2 0,5 0 0,-4-16 0,6-3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25.159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263 331 7384,'-18'0'181,"1"0"1,1 2 1964,4 4 1,5-3-1917,7 9 1,0-6 0,2 4-286,3-3 0,5-1 0,10-6 0,3 0-46,6 0 0,2 0 1,0-2-1,-2-4-103,2-5 0,0-7 1,0-3-1,-4-4-56,-1-2 1,3 3 0,-8-5 0,-3-2 106,-5-2 1,-9 0 0,2 4 0,-4 6 15,-2 3 1,-8 5 0,-4 1-1,-3 5 271,-3 1 1,5 4 0,-3 10-1,-1 7 123,3 9 0,-3 5 0,5 8 0,-3 2-111,-3 3 1,1 1 0,-1 10-1,1 5 175,-1 4 0,-1 12 0,-4 13 1,-6 8-248,12-44 1,1 1 0,-2 4 0,1-1 0,-1-3 0,1-1 0,-1 1 0,1 1-122,-1-1 0,1-1 1,-16 42-1,4-17 0,5-18-3,5-17 0,9-12-191,5-9 1,3-11 105,2-7 1,0-7-1,1-11 1,3-1 78,2-5 1,6 3 0,-4-8 0,-1-2-153,1-2 0,4-2 0,-6 2 1,-1 2 18,3 2 1,-6-4 0,6-4 0,-2 6 412,0 4 0,-1-2 0,-3 3 0,2 1-31,2 0 1,6 2 0,-5 7 0,3 3-95,4 1 0,1 6 1,5-4-280,3 3 0,-4 1 0,7 6 0,-1 0-2034,4 0 2214,-4 0 0,16-8 0,-4-2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25.806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193 60 8083,'11'-7'633,"1"-5"0,-6-2 1894,5 3-2181,-7-5 1,4 16 0,-10 0 0,-2 10-176,-2 6 0,-7 9 0,1 4 0,-3 6-52,-3 6 0,1 3 1,-1 10-1,1 3-108,-1 1 0,1 8 0,-1-4 0,1 2-254,-1 0 0,3-15 1,3-5-255,6-11 1,5-11-128,1-17 1,1-7-1,3-15 1,4-2-347,2-5 970,-6-3 0,3-8 0,-7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25.973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18 193 8433,'-9'8'1057,"1"-6"1,16 6 0,3-8 0,7 0-1317,5 0 1,6-6-1,10-2 1,4-2-654,1-3 1,3-9 0,3-1 0,-1 0 911,-3-2 0,-7-10 0,4-10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26.606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140 1 11740,'-10'17'362,"5"1"1,1 9 0,0 6 0,-4 10-172,-2 7 0,-1 1 1,-7 11-1,1 0 24,-1 0 1,7-8 0,1-1 0,2-11-110,4-5 1,2-10 0,4-5-189,4-9 0,-2-7 1,10-12-1,3-5 22,5-5 1,3-1 0,-4-1 0,2-1-412,-1-5 0,3 5 1,-2-6-1,-1 2-167,-3-1 0,-2 1 0,1 6 220,-1-1 1,-1 1-549,-4-1 1334,-5 8 1,-13 10 0,-1 12 0,-1 4-68,0 1 1,-3 6-1,5 1 1,2-3 62,2-2 1,2 1 0,2 1-245,4 2 0,5-1 0,11-11 0,3-3-125,2 0 1,-4-6 0,5 2 0,-1-6-149,0-4 0,-6-8 1,2 3-1,-3-5-607,-3-1 0,-5-1 0,-2 1 527,-3-1 1,-1 1 595,-6-1 114,0 1 0,-6 5-263,1 1 1,-1-1-234,6-5 0,0 5 1,0 0-78,0-1 0,-2 3 67,-4-2 1,2 8 0,-7-1 170,-3 3 0,-2 9 0,-1 5 0,-1 4 330,1 1 1,0 6 0,1 3 0,2-1-129,3 0 0,7 4 0,-2-4 0,4 1-249,2-1 0,2-2 0,4-5 1,8-1-694,7 1 0,6-9 0,10-3 0,4-6-3921,5-6 4519,-3-3 0,7-17 0,-5-1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27.324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35 505 8083,'12'0'876,"-2"-2"-37,-3-4 1,1 4 0,-2-5-315,5-1 1,-1 6 0,2-6-254,1 0 0,3 6 1,3-5-1,3-1-88,1-4 1,6 3 0,-4-3-1,2-2-183,5-1 1,-5-5 0,2-1-1,0-4-261,-2-2 1,4-2 0,-8-4 0,-1 2 53,-3 1 1,-1 1-1,-3-4 1,-3 2-263,-6 2 1,-4 14 235,-2-3 1,-8 12 0,-4 1 0,-5 5 219,-7 5 0,5 7 0,-6 9 0,1 7 186,1 4 0,-6 1 1,4 14-1,0 2 277,-1 1 1,-5 12 0,2 8 0,-4 10-239,-2 5 0,18-37 0,-1 1 1,2 2-1,-1 1 0,2 3 1,-1 0-85,1 3 1,1-1 0,3-6-1,1-1 1,-11 45 0,7-14-63,8-11 0,4-19 0,2-7-748,0-11 469,0-15 0,2-12 0,2-12 1,2-6 119,-2-3 1,4-3 0,-3 1 0,-1-3-129,-2-3 1,4 2 0,0-7-1,-2 1-220,-2 0 1,-2-2-1,0-6 1,0 0 228,0 0 1,0-2 0,0-1 0,-2-3 12,-4 2 1,4 4-1,-4 4 1,4 2 478,2-2 1,0 6-1,0 1 1,2 7-196,4 5 1,4-1 0,7 7 0,1 2-319,-1 2 1,2-4 0,3 0 0,3 2-382,2 3 0,-4 1 0,5 0 0,-3 0 613,-4 0 0,6-8 0,1-2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27.658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0 315 8246,'0'12'1394,"0"-1"0,2-7 1,4 2-1136,6-4 0,5-2 1,7-2-1,5-2-82,4-2 1,4-9 0,1-1 0,3-5-300,-2 0 0,-2-5 1,-2 1-1,-2-2-187,-4-4 0,-4 4 0,-9 0 0,-5 1 92,-5 5 1,-6 2 0,-8 3 0,-9 5 181,-10 5 0,-6 4 0,-2 2 1,0 2 63,0 4 0,2 9 0,2 10 0,4 2 139,1 5 1,3-3 0,8 2 0,3 2 66,6-2 1,4-2-1,4 2 1,4-4-79,6-2 1,5-1 0,6-9 0,6-3-347,4-6 0,2-5 0,0-1 0,0-1-818,0-5 0,0-4 1,0-7-1,-2-3 1007,-4-3 0,4-4 0,-6-8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28.108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289 157 8038,'8'-17'539,"-6"5"0,6 3 1,-2-1 170,-1 0 0,3 1 0,-4-5 0,4 4-526,2 2 1,-7-5 0,5 3-199,0 0 0,-6 1 0,2 5-241,-8-2 0,0 0 0,-10 6 0,-3 0 99,-4 0 1,-8 8 0,3 2 0,-1 1 265,-4 1 1,4 5-1,-2 7 1,0-1 100,2 2 0,1-5 0,9 3 0,1-2 135,5 3 0,-3-5 0,10 4-262,6-3 1,6-11-1,11-3 1,5-4-339,5-2 1,4-2 0,2-4 0,0-5-54,-1-5 0,-1-1 0,-1-1 1,-5 1 65,-2-1 1,-4 7-1,-7-1 1,-4-1 277,-3-3 1,5 4 0,-8 3 132,-6 1 0,0 2 1,-10 8-1,-1 4-7,-3 5 0,-1 5 0,-1 1 1,3 1-49,3-1 0,-1 1 0,7-1 0,2 1-181,2-1 1,2 1 0,2-3-283,4-3 1,3-4 0,11-8 0,1 0-366,2 0 0,6 0 1,-3-2-1,1-6 713,4-10 0,2 1 0,2-8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28.390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122 103 8035,'0'-17'245,"0"5"1,0 0 790,0-1 1,0-3-521,0-1 0,2 7-579,4 4 1,-4 8 0,4 8-1,-4 9 199,-2 7 0,-6 3 1,-2 8-1,-2 5 267,-3 11 0,-3 1 0,-1 10 0,-1 0-134,1-2 0,5 4 0,3-6 1,1-2-112,4-3 1,2-7-1,2-15 1,0-4-848,0-5 1,2-7-74,4-5 0,2-6 0,3-12 0,-5-6-2102,-4-3 2864,-2-3 0,8-7 0,1-2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28.556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 87 12173,'17'0'275,"9"0"1,3-2 0,4-1-983,2-3 1,7-6 0,3 4 0,1-1 706,1-5 0,0-2 0,5-1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28.908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36 1 10631,'0'12'2272,"-2"-1"-2209,-4 3 0,4 1 1,-6 5-1,3 1-41,-1 2 0,0 3 0,6-5 0,0 2 96,0-1 1,0-3 0,0-2 0,2-1-129,4-4 0,3 1 0,11-7 1,1-2-109,2-2 1,9-2 0,-5-2 0,2-2-181,0-2 1,4-9 0,4-1 0,-6-5-47,-4-1 1,0-3 0,-7 2 0,-5 0-191,1-3 0,-9 7 1,-1-4-1,-6 5 189,-6 7 0,2-3 1,-7 8-1,-3 2 109,-1 2 1,-1 4 0,3 2-1,3 4 236,2 2 0,-3 1 0,5 7 0,2-1 0,2 1 0,10-1 0,1 1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29.241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35 53 8009,'0'10'2930,"-6"5"-2662,1-3 1,-7 3 0,6 3 0,2-1-47,2 1 1,2-1 0,0 3 0,0 1 41,0 2 0,0 0 0,0-5-91,0-1 1,0-5-141,0 0 0,6-10-248,0-2 1,6-2-1,-7-10 1,1-2 71,2-1 1,-6-4 0,4-3 0,-2-1 89,2 2 0,-5 1 1,5 3-1,-2-1-57,2 1 0,-2-1 0,6 1 0,-1 1-273,1 5 1,2-5 0,5 6-38,1 1 1,-1 1-1,0 8 1,3-2-452,3-4 0,-3 4 871,3-4 0,4 4 0,0 2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0:59:29.559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1 139 11903,'8'9'830,"3"-3"0,7-4-768,5-2 0,-4 0 0,7-2 0,-3-2-265,0-2 1,6-7 0,-5 1 0,-3-1 94,-2 1 1,-3-4-1,-4 5 1,-5-3-8,1 3 1,-8-3 0,0 8-1,-10 0 333,-5-1 1,-5 5 0,-1-4-1,-4 6 25,-2 6 1,5 3-1,-1 9 1,4-1-176,1 1 0,8 5 1,3 0-1,1 1-215,0 1 0,2-4 0,10 6 1,6 0-1166,3 1 0,10-5 1312,5 6 0,10-8 0,5 5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04.0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53 270 8044,'-7'-10'1132,"5"-5"1,-6 11 648,8-8-894,0 8-720,0-3 0,0 9 0,0 3 45,0 7 1,-2 4 0,-2 3 0,-2 4-81,2 6 0,2 6 0,2 6 0,-2 6-14,-3 3 1,3 8-1,-4 0 1,4-1-22,2-3 1,0-9-1,0-7 1,0-6-92,0-9 0,8-12 45,3-5 0,-1-13 0,0-11 1,-1-9-150,1-6 0,-6-4 1,2-2-1,-4-3-142,-2-3 1,0 4 0,0-3 0,0-1-34,0 0 1,0 5 0,0-5 0,-2 2 12,-4 4 0,4 4 1,-6 4 192,1 2 1,3 10 64,-8 1 0,8 11-143,-2 12 1,4 5 0,2 8 0,2-1 52,4 1 1,-2 5 0,8 2 0,-1 2 134,-1 4 0,6-4 0,-5 1 1,5-3 9,1-4 1,1 1 0,-1-3 0,3 0 179,3-3 0,-4-10 0,6 0 0,-1-6 28,-1-6 1,6-6-1,-4-11 1,1-6-125,-1-4 0,0-8 1,-4-2-1,3 1-182,-3-1 0,-2 2 0,-1 6 1,-1 0-125,1 0 0,-7 8 0,-1 4-855,-2 3 731,-2 3 0,-6 9 0,0 8 103,0 10 0,0 5 0,0 3 0,0 1 247,0 5 0,0 3 0,0 8 1,0 2 86,0 3 1,2-1 0,2 6 0,1-1-22,-1 1 1,-2 0 0,0 3 0,2-3-259,2-2 1,2-3 0,-4-7 0,3-4-584,3-5 0,-4-7 1,5-5-460,3-6 1,-4-4 1176,1-2 0,1-16 0,5-3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04.3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0 8300,'17'0'1051,"-7"2"-662,-4 4 0,-4 4 0,-2 7 1,0 1-57,0-1 0,0 0 0,0 3 1,0 1-124,0 3 1,0 1 0,0-4 0,0 4 295,0 2 0,0-5-2093,0 1 1,2-5 1586,4-7 0,-5-11 0,7-9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04.4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18 8153,'9'-2'1119,"-3"-4"0,-2 5-1455,2-5 336,-4 4 0,6 2 0,-8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04.85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69 8083,'17'0'77,"-5"0"1843,-1 0-1599,-7 0 0,4 8 1,-8 3-1,0 5-104,0 1 0,0 6 0,0 1 0,0-1-85,0 2 0,0-5 0,0 3 1,0-4-68,0-1 0,8-9-62,4-3 0,5-6 0,4-6 0,3-5-41,-3-5 1,4-9 0,-2-4-1,1-4-160,1-2 0,-6 6 1,5 2-1,-5 2-158,-1 3 0,-9 3 1,-1 3 174,0 5 0,-4 5 0,5 14 0,-1 9 224,-4 10 0,-2 6 1,-2 2-1,0 0-34,0 0 0,0 0 0,2-2 0,2-2-161,2-2 0,5-8 1,-3 1-1,2-7-563,3-3 0,3-8 715,1 2 0,8-20 0,3-5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05.1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428 0 9188,'-2'18'858,"-4"1"1,-6 4-509,-3 6 0,-5 20 0,-3 11 1,-6 14-241,-4 13 0,13-39 0,-1 1 0,0 7 0,0 1 0,-1 2 0,1 0-109,-1 2 0,1-2 0,1-3 0,1-3 0,-10 32 0,6-17-770,4-19 1,11-10 0,8-22-631,9-7 1399,15-14 0,3-14 0,8-9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06.2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53 113 7200,'-10'8'958,"1"0"0,5 7 1,-2 1-583,2 3 0,2 10 0,0 2 0,-2 8-138,-1 8 1,-1 9 0,6 2 0,0-1-72,0-3 1,0-2-1,0-1 1,0-7-187,0-9 0,0-2-120,0-9 0,0-11 1,2-11 160,3-6 0,-3-15 1,4-1-1,-4-5-195,-2-6 1,0-2-1,0-2 1,0 0-20,0 0 0,0-5 0,0-1 1,0 2 88,0 2 0,0 0 1,0-1-1,0-3 46,0 2 1,0 2-1,0 2 1,0 2 75,0 4 1,0-2 0,0 8-1,2 3 416,4 7-552,-4 5 0,8 16 0,-7 5 1,3 7 182,-2 3 0,4 10 0,0 0 0,-1 6 8,1 0 0,4 3 1,-4 1-1,1 0 108,5-1 0,1-7 0,3-8 0,-1 1 61,1-1 0,-1-8 1,1-1-1,-1-11 25,1-5 1,5-5-1,2-7 1,0-10-122,1-5 1,-1-6 0,-4-8 0,2-3-216,-1-3 1,-5 0 0,-3-1-1,-2 3-172,1 0 1,-3 7 0,0-5 0,-3 6-1182,-3 6 1124,6 4 1,-8 17-1,4 10 157,-4 13 1,-2 10 0,0 12-1,0 2 163,0 2 0,0 7 0,0-1 0,0 3 296,0 3 0,0-1 1,0 1-1,0-3-290,0-3 1,5-5-1,1-5 1,0 0-216,2-2 0,-4-6 0,7-17-506,3-6 0,-1-6 1,1-6-1,-2-8-533,1-7 0,1-1 1225,-2-7 0,3 0 0,-5-6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06.70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367 140 8154,'2'-9'0,"2"1"558,2 0 0,0-2-160,-6-7 0,-2 1 1,-2 3-1,-4 3-213,-2 2 1,-1-3 0,-7 5 0,1 0-84,-1-2 0,1 6 0,-3-3 1,-1 3-56,-2 2 1,-3 7 0,5 5 0,-4 6-227,-2 5 1,5 0-1,-1 10 1,4 4 36,1 0 1,7 6 0,1-3 0,2-1 123,4-2 0,2-8 0,4-2 0,4-2 34,6-3 0,5-11 0,5-5 1,1-6 66,-2-6 0,4-3 0,1-11 0,-1-3-124,0-6 0,-2 2 0,-5-2 0,-1-2-126,1-2 1,-7 0-1,-1 2 1,-2 3 29,-4 3 1,3 2 122,-1 5 1,-2 5-1,-8 7-13,-2 12 1,-5 9 0,5 9 0,2 5 175,2 4 0,2 2 0,0 0 0,0 0-139,0-1 1,2 1-1,4 0 1,8-2-339,7-4 0,-2-5 1,7-11-1,-1-3-192,4-2 1,4-4 0,0-10 0,-4-8-654,-6-7 1173,-3 1 0,-3-20 0,1 3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06.9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16 8154,'0'-10'2698,"0"5"-2397,0 10 0,0 5 0,2 8 0,4 1-80,5 4 0,5-1 0,1 7 0,1 2-108,-1 2 0,3 0 1,1-2-1,2-4-421,-1-2 1,-1-2-1,0-7 1,1-2-1375,-7-3 1,3-7 1681,-7 2 0,5-20 0,1-5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07.1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367 1 8506,'-11'0'842,"1"1"1,0 3-224,1 2 0,3 8 0,-6-1 0,-1 7-610,-3 3 1,-9 8-1,-4 0 1,-4 8-668,-2 7 1,2-1 0,2 0 0,4-5 657,1-7 0,3 2 0,6-7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08.17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612 105 11541,'-10'-8'348,"0"6"1,6-6-299,-2 1 0,-5 3 1,3-8 9,-2-1 1,6 3-1,-3 0-386,-1 2 0,6 1-787,-4 1 874,4 4 1693,2-6-1273,0 24 193,0-13 202,0 13-303,0-8-267,0-6 0,-8 5 1,-3-7-145,-5 0 0,-1 2 0,-3 2 0,-1 4-7,-2 2 0,-2-4 0,3 5 0,-3 3 8,-2 1 0,0 5 0,-4 1 0,3 2 57,3-1 0,2 3 1,7 0-1,3 0 53,1 1 0,8-3 0,-2-6 0,6 1 5,6-1 0,4 3 1,9-1-1,5 2 100,5 1 1,4-7 0,2 11-1,2-3-35,3 0 0,-9 8 1,4-2-1,-4 4-6,-3 2 0,-3 0 1,-10 0-1,-3 0 22,-6 0 0,-6 0 0,-6-2 1,-8-2-39,-7-2 1,-6-2 0,-8 2 0,0-5-199,0-5 1,-8-4 0,-1-3 0,-3-6-99,1-4 1,7-2-1,0-2 1,6-4 274,4-6 0,8-11 0,-5-4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11.3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53 190 8393,'-18'0'1728,"7"0"45,-1 0-1426,8-8 1,-4-1-1,8-9-172,0 1 0,8 5 0,4 1 0,3-3-25,3-2 0,-1-1 1,1 1-1,1 3-137,4 1 1,-3 6-1,3-3 1,-4 1-301,-1 4 1,3 4 0,-1 6 0,-5 6 151,1 3 0,-9 10 1,-1 4-1,-4 6 94,-2 6 0,-8-2 1,-5 7-1,-9 3 147,-7 1 0,2 9 1,-2-1-1,0-2 172,2-2 1,-4-3-1,7-3 1,3-5-45,2-6 1,9 0-184,4-14 0,12-7 0,8-12 0,5-8 53,4-8 1,8-4-1,-2-1 1,2 0-93,-1-1 0,3 3 1,-6 1-1,2 4-401,0 2 0,-6-3 0,4 5 1,-1 0-1287,-5-2 0,-2 7 1675,-1-5 0,7-4 0,2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12.3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193 106 8212,'9'0'2067,"-1"0"1,-8-2-1656,0-4 1,0-4 0,0-7-265,0-1 0,0 6 0,0 1-291,0-3 1,-8 6 0,-3 3-1,-5 3-87,-1 2 1,-1 2 0,-1 3-1,-2 9-143,-3 7 1,1 1 0,7 5 0,3 0 85,1 0 1,8 2 0,-1 6 0,3-2 139,2-4 0,7 2 0,7-7 0,5-3-115,5-2 1,7-9 0,-4-2 0,2-2-380,0 0 1,-2-3 0,2-6 640,-5-3 0,3-16 0,0 3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12.8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333 122 8212,'0'-11'1079,"0"-1"-319,0-1 0,0 3-268,0-2 0,0 6-237,0-5 1,-2 1-1,-2-4-139,-2 3 0,-8 7 0,3-2-92,-5 4 0,-1 2 1,-1 0-1,1 0-97,-1 0 0,-1 8 0,-2 4 0,-5 3-62,-1 3 1,6 5 0,-2 2 0,3 2-43,3 4 1,1-4-1,4 1 1,7-1 31,3 0 1,2-6 0,2 3 139,3-5 0,13-9 0,11-4 0,4-6 253,2-6 1,0-4 0,0-7 0,-2-1-93,-4 1 0,2-7 0,-6 1 0,0 2-6,1 1 1,-9 3 0,-7-1 187,-2 1-456,5 7 0,-17 4 1,2 12-1,-3 6-25,-3 3 0,-4 9 1,6 1-1,2 0 113,2 0 0,2 1 0,0-5 0,2 0 0,4-5 1,4-1 0,9-7 0,5 0-238,5 0 0,6-3 1,3-7-1,3-3-418,-2-7 1,-2-5-1,-4-5 1,-4-1-1449,-6 2 2133,-3 1 0,-3-5 0,1-2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13.2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70 394 8212,'2'-27'-44,"2"4"0,2 2-28,-2-3 0,-1 3 0,1-6 0,2 0-57,-2-1 0,-2 5 0,-2-4 0,0 2 129,0 3 1,0 3-1,0 2 1,0-1 167,0 1 0,0 5 797,0 0-544,0 8 0,-6 4 0,0 12 0,0 4 3,-1 1 1,5 2 0,-6 5 0,2 5-88,0 4 1,-1 4 0,3 3 0,-4 9-215,-2 7 1,6 1 0,-1 5 0,1 0-129,-2 0 0,4 0 0,-4 2 0,4-8-207,2-7 0,2-7 0,2-9 1,4-4-302,1-5 0,3-15 0,6-9-195,-1-9 0,0-7 0,1-3 1,-3-4 707,-3-7 0,4-3 0,-7-1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13.6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35 296 10510,'18'0'866,"-1"0"0,1-2 0,-1-2 1,1-4-734,-1-1 1,3 3 0,1-6-1,2-3-206,-1-7 0,-3 1 0,-2-6 0,1 1-257,-1 5 1,-7-4 0,-4 2 0,-4 1 90,-2 3 1,-2 7 0,-4 3 0,-7 1 20,-9 4 0,1 4 0,-8 6 1,0 5 160,1 5 0,-5 9 0,6 4 0,0 4 225,4 2 0,5 6 1,5 0-1,3-3 25,2-1 0,2-4 1,10-2-1,6-4-156,8-1 0,11-9 0,0-7 0,6-2-255,5-4 1,-3-4 0,4-8 0,-2-8-537,2-5 1,-5-8-1,3 4 1,-6-3-1570,-4-3 2323,-7-2 0,11-2 0,-6 1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13.9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36 140 9945,'0'-7'1005,"0"7"0,0 9-659,0 7 0,0 3 0,0 3 1,-2 3-50,-4 2 0,4 2 1,-4 4-1,4-4-54,2-6 1,-2-1 0,-2-1 574,-1 2-745,-1-7 0,6-10 0,2-12 1,2-6-336,1-3 1,3-9-1,-4 1 1,2 0-88,-2-2 0,3 5 1,1-3-1,2 2-16,4-3 0,3 5 1,6-6-1,6 1-58,4 1 0,10 0 0,6 5 0,7 1-1869,8-1 2292,4 1 0,9-8 0,3-2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16.52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385 140 8525,'0'10'3061,"0"-2"1,0-22-2722,0-3 1,-2-5 0,-2 5-388,-1-1 0,-9 1 1,2 1-166,-3 5 0,-9-3 0,-1 8 1,-2 2-41,-4 2 0,4 10 0,-2 4 0,-2 5-194,-2 7 0,0-3 1,4 8-1,7 2 174,9 2 0,5 2 0,8 2 0,4 2 121,7 1 0,9 1 1,15-6-1,2 2 312,3 4 1,-1-4 0,4 5 0,-4-1-22,-6 0 0,-4-1 0,0-3 0,-8 2-202,-7 2 1,-6-2-1,-8-8 1,-4-2 155,-8 2 0,-1-6 1,-15-2-1,1-3-87,0-3 0,-2-7 0,-8-4 0,0-4-207,2-2 1,-2-2 0,14-4-1,2-8-298,1-7 1,5-8 0,3-10 0,6-2-1558,4 3 2055,10-7 0,10 0 0,9-7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16.88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298 105 8212,'7'-17'459,"-5"5"1,6 0 676,0-1 0,-6 3-353,4-1 1,-6 5-549,-6-6 1,-4 8-1,-7-2 1,-3 4-137,-3 2 0,2 8 1,-9 4-1,1 3-178,2 3 0,0 5 1,6 2-1,-3 3-77,3 3 1,2 2 0,3 1 0,4 1 18,7 0 1,3 0-1,4-2 1,3-2 76,7-2 0,11-13 0,6-1 0,4-5-215,2-6 0,6-2 1,0-4-1,-2-4-642,-2-5 0,-3-11 0,1-3 0,-2-2 917,-4-4 0,-3-2 0,-9-2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17.3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262 123 8212,'12'-18'-1316,"-3"1"2019,-1-1 1,-2 7 0,-4 1 409,4 2 1,-4-6-62,4 3 1,-6 3-723,-6 2 0,-4 4 0,-7 2 0,-1 0-295,1 0 0,-3 0 0,-1 2 0,-4 4-56,-3 6 1,7 3 0,-2 3 0,3-1-146,3 1 0,0-1 0,-1 1 1,3-1-148,3 0 0,4 3 0,8 1 313,0 3 0,8-1 0,4-8 0,5-3 98,6-6 1,-1-4-1,7-2 1,2 0-73,2 0 0,2-8 0,-2-4 0,-2-3 5,-2-3 0,-6-1 0,4-2 0,-1-3-158,-5 3 0,-8-4 0,-3 1 277,-2 3-230,-2 2 0,-8 9 1,-2 6-49,-2 8 1,-2 12 0,4 7 0,-1-2-87,1-1 0,4 3 0,4 0 0,3-2-125,3-1 1,4-3-1,9 1 1,4-3-102,0-3 1,6-4 0,-2-8 0,6 0-333,4 0 0,-6-10 0,-6-5 772,2-7 0,-6-17 0,0 2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17.6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158 30 8212,'0'-10'2335,"-2"-3"-2043,-4 7 0,2 10 0,-5 11 0,-1 9-75,0 3 0,0 10 0,-3 11 0,1 8-89,-1 8 1,-3 12 0,1 6 0,1 1-266,2-1 1,8-7 0,-1-13 0,3-9-391,2-11 0,2-14 0,3-11-164,7-9 0,-2-14 0,1-8 0,3-7-1382,2-8 2073,-7-4 0,7-2 0,-6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17.9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1 262 8611,'17'6'2040,"1"0"-1351,-1-2 1,6-8 0,3-4-1,-1-2-287,0-3 1,6-3-1,-2-3 1,4-2-340,2-3 0,-6 1 1,-2 6-1,-1-1-315,-5 1 1,-7-1 0,-5 1-215,-1-1 1,-4 3-1,-10 3 1,-7 6 37,-9 4 1,1 2 0,-8 0 0,-2 2 219,-2 4 1,6 4-1,3 9 1,5 3 370,1 1 0,1 8 0,1-4 0,5 2 169,5 0 1,4 0 0,2 4 0,2-2-14,4-1 0,5-3 1,13 2-1,5-6-367,4-4 0,2-9 1,0-4-1,0-4-786,0-2 0,-1-8 0,-1-5 0,-2-9-1738,-1-7 2572,-9 4 0,4-16 0,-7 4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18.27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245 122 8187,'8'-9'678,"-6"-1"0,3 4 270,-3-6 1,4 3 0,0-3-238,-2-2 1,-2 5-513,-2-3 1,-8 2-1,-4-1 1,-3 5-225,-3 4 0,1 2 1,-2 0-1,-3 2-287,-1 4 0,0 3 0,5 7 0,3-2 162,3-3 0,-2 7 1,9 5-1,1-2 299,2-1 0,8-1 1,3 2-1,5 3 109,5-3 1,5 4 0,-1 1 0,4-1-120,0 0 1,4 4 0,-7-4 0,-5 1-284,-5-1 0,-1 4 0,-7-4 0,-2 0-6,-2 1 0,-12-3 0,-7-8 0,-11-3-181,-5-6 0,-1-4 1,-1-2-1,2 0-1001,3 0 1,-1-10 1331,8-7 0,0-1 0,5-7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0.40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123 39 8144,'0'-17'1280,"0"7"1,0-1-987,0 11 1,-2 9 0,-2 16-76,-2 3 1,-2 1-1,5 8 1,-3 5-81,2 11 0,-4 7 0,0 10 0,1 2-194,-1 3 1,-4 11 0,4 7 0,1-4-138,-1-6 0,-4-15 0,6-15 1,3-13-1160,1-8-345,2-15 1696,7-17 0,3-25 0,8-12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0.61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1 332 8651,'7'-10'657,"3"-3"0,8 5 1,1-2-187,4-3 0,6-3 1,10-3-1,4-3-490,1-1 0,9-2 0,5 4 0,-2-3-446,-1 3 0,-3 2 0,0 1 0,-1 1 465,-5-1 0,5 1 0,-6-1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1.0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84 8204,'2'-12'1629,"4"0"1,-4 7-1358,4-7 1,-6 8 0,-6-2-174,-6 4 1,-3 2 0,-3 0 0,1 0-78,-1 0 1,-5 8 0,-2 6 0,0 5-131,-1 4 0,1 8 0,4-1 0,0 3 102,5 1 0,0 7 0,11 0 0,1-2 10,2-2 0,15-10 0,7-4 0,5-5-18,6-7 0,8-3 1,4-10-1,-1-6 39,1-9 0,4-8 0,-9-12 1,-3-2-86,-4-2 1,-11-2 0,-3 5 0,-9-3-220,-6 2 1,-4 4 0,-6 6 0,-9 6 31,-10 3 0,-8 5 0,-4 3 0,-2 8-14,2 8 1,2 8 0,2 11 0,3 4-192,2 0 1,11 6 0,9-2 0,4 4-814,8 0 1265,6 4 0,10-12 0,-1 8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1.4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208 52 8204,'0'-17'244,"-2"2"1889,-3 3-1662,3 4 0,-8 10 1,6 6-1,-2 7-26,2 7 1,-3 11 0,-1 0 0,0 7-256,0 5 0,-5 7 1,1 11-1,-3 2-325,-3 7 1,1 8 0,1-4-1,3-3-21,1-1 1,6-6 0,-4-8 0,3-13-1334,3-12 1,4-10 530,6-11 1,-4-8 0,3-16 0,-1-11 957,2-8 0,-4-4 0,6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1.61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0 402 8185,'12'6'2556,"0"0"-2019,1-2 0,5-2 1,7-2-1,8-2-421,6-4 1,9-4 0,1-9 0,5-4-527,4-6 1,0-2-1,-5-1 1,-1 3-312,1-2 0,-9-2 0,-3-2 0,-6 0 721,-6 1 0,-4-1 0,-7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2.21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1 8161,'12'0'893,"-1"0"1,-7 2-450,2 4 1,-4 5 0,-4 13-1,-2 5 43,-2 4 0,-7 9 1,1 7-1,-3 7-230,-3 8 0,3 4 1,1 0-1,4-4-137,3-6 0,1 0 0,6-7 0,2-12-41,4-12 1,3-10 0,11-5 0,3-6-257,6-4 0,-2-12 0,2-5 0,2-9-86,2-3 1,0-2-1,-2-6 1,-3 0-55,-3 0 1,0 0 0,-4 0 0,3 0-33,-3 0 1,-2 8-1,-3 4 1,-4 4-397,-7 1 789,-3 8 1,-9 12-1,-5 16 1,-2 7 156,3 2 1,-5 8 0,7-2-1,-1 6 134,4 0 1,4-2-1,2-4 1,2-2-107,4-2 1,4-8 0,7 2 0,2-5-227,5-6 1,3-5-1,8-7 1,0-2-139,0-3 0,0-5 0,-1-8 0,1-1-210,0-4 1,-7 3-1,-5-3 1,-4 4-215,-1 1 1,-9 1-1,-3-1 88,-4 1 0,-2-1 1,0 1-123,0-1 0,-8 7 867,-3-1 0,-5 8 440,-1-2 1,5 4 121,0 2 0,7 0-91,-7 0 0,6 0-432,-5 0 0,-1 0 0,-4 2-109,5 4 1,-3 4-1,6 7 1,1 1-11,-1-1 1,2 7-1,6 1 1,0 0-124,0 0 0,0 6 1,4-4-1,6 3-565,7-1 1,14-10 0,4 0-1,12-7-1929,9-4 2423,6-2 0,16-14 0,1-2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3.1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1 520 8028,'2'12'517,"4"0"0,-5-1 0,7 5 1,0-4-48,4-7 1,5 3-1,4-2 1,7-2-98,5-2 1,0-10-1,11-4 1,1-5-169,-1-6 1,-3-5 0,6-8 0,-1-3-142,-1-2 1,-8-2-1,-10 5 1,-2-5-240,-3-2 1,-11 6 0,-5-1 0,-4 5-335,-2 6 0,-6-2 1,-2 9-1,-1 5 88,-5 3 0,-1 10 0,-3 0 0,-1 10 121,-5 12 1,3 7 0,-6 12-1,0 4 142,0 5 0,3 7 0,-3 5 1,0 8 265,0 7 1,5 9 0,-1 13 0,13-42 0,1 3 48,-1 6 1,2 2-1,2 1 1,1 2-1,0 5 1,0 1-1,1-2 1,0-2-27,2-2 1,0 0-1,1-2 1,0-2 0,1-6-1,0-3 1,0 35 10,0-29 1,2-23 0,4-25-146,6-7 0,3-12 0,3-9 0,-3-7-99,-3-4 0,3-4 1,-5-8-1,2-4-133,-1-2 0,-7-1 0,2-7 0,-4 1 124,-2 0 0,0-1 0,-2 1 0,-2 1 83,-2 5 1,-7-5 0,1 7 0,-1-1 226,1 4 0,-2 12 0,7 6 1,-1 4 392,0 1 0,4 8-479,10 5 1,12 3 0,11 0 0,4-2-246,2-2 1,1 0-1,3 4 1,2-2-487,-2-1 0,3-9 0,-3 2 0,-4-1-1805,-4 1 2423,-9-3 0,11-3 0,-6-9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3.3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51 8028,'18'-10'190,"-1"4"0,-5-1 0,-2-1 1578,-3-2-1565,-1 6 1,-6-1 0,0 10-1,0 7 74,0 3 0,0 3 0,0 1 1,-2 3-184,-4 1 1,3 8 0,-7-4 0,0 0-501,0-3 0,7-5 0,-3-1 0,4-1-719,2 0 0,2-7-1257,4-4 2382,-4-12 0,13-11 0,-5-10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3.55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0 10808,'0'12'-418,"0"-1"1,6-5 0,2 4-645,1-2 1,-3-2 1061,6-6 0,0 7 0,5 3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3.8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53 8158,'6'-18'1194,"0"1"0,1 7 0,-1 4-872,6 4 1,-3 2-1,3 2 1,2 4-52,1 6 0,3 5 0,-1 6 1,1 7-121,-1 3 1,2 0-1,3-2 1,1-2-346,-2 2 0,5 0 0,-3-2 0,-2-6-1035,-1-3 1,-3-3 0,1-1 297,-1-5 0,-1-5 0,-5-12 931,-5-5 0,-4-13 0,-2-3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4.00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419 0 8435,'0'10'1453,"-2"4"1,-2-7 0,-3 3-1456,-3 4 1,-4 3 0,-7 6-1,-6 7-239,-6 2 1,2 5 0,-10 2 0,2 4-429,-2 1 1,5-5-1,-3 2 1,8-6-1755,7-6 2423,13-4 0,3-7 0,8-1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4.38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18 210 8028,'-9'12'734,"3"0"0,4-6 1,4 3-286,4-1 1,3-2 0,9-6-1,1 0 8,4 0 1,5 0 0,5 0 0,-2-2-301,-2-4 0,0-4 0,4-7 0,-2-1-102,-2 1 0,-6 0 1,4-1-1,-3 1-269,-9-1 1,3-1-1,-9-3-99,1-1 0,-4 0 1,-12 7-1,-7 5 44,-9 5 0,1 4 0,-8 2 0,-2 2 209,-2 4 1,4 3 0,-1 9-1,1 1 77,2 5 1,4-3 0,9 6-1,5 0 157,1 0 1,2 2-1,6 4 1,2-1-62,4-3 1,11-8 0,12 2 0,6-5-491,6-7 1,-2-3 0,6-8 0,-1-2-157,1-4 1,-4-3 0,3-11-1,-3-1-754,-8-2 0,2-8 1287,-6 1 0,4-10 0,2-5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4.85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262 538 12854,'-17'-6'-152,"-1"0"1,-1 0-1,-2 6 1,-3 2 54,3 4 0,-4 4 0,1 9 0,3 4 210,2 7 1,3 2 0,3 1 0,3-1 126,2-3 1,2-2 0,8 2 0,6-8-108,9-7 0,3-6 0,9-8 0,2-2-135,2-4 1,2-10 0,0-9-1,0-4-278,0-8 0,0 0 0,-2-9 0,-2-1-138,-2 2 1,-6-5 0,4 3 0,-2-3 103,-3-2 1,-3-1 0,-1 3 0,-3 3 143,-3 6 0,1 5 1,-7 3-1,-2 3 857,-2 7 0,-2 10-238,0 1 1,-2 8-1,-2 0 1,-4 10-209,-1 11 0,-3 3 0,-3 9 1,1 2-3,2 2 1,1 10 0,-5 3 0,5 5-132,5 1 0,-2 2 0,2 3 1,2 1-734,2-2 1,4-1 0,4-5 0,6-3-2972,3-7 3596,3-11 0,7-3 0,2-9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5.5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16 210 7109,'0'-17'416,"0"0"0,2 1 1393,4 4 14,-4-3-1364,6 5 0,-8 8 0,0 8 0,0 10-120,0 7 1,0 4-1,0 10 1,-2 2-150,-4 1 0,4 1 1,-4-6-1,4 0-78,2 0 1,-2-6 0,-1-2-1,-3-2-57,2-3 0,4-11-136,6-5 0,1-6 0,7-7 0,-2-11-26,1-9 0,-3-6 1,0-2-1,-1 0-234,1 0 0,-6 0 0,4 0 0,-2 0-151,-1 0 0,7-3 0,-4 1 0,1 6 43,5 3 0,2-1 0,1 6 0,2 4 70,5 5 0,3 4 0,8 7 0,2-3-43,3 2 1,5 2 0,7 4-1,1 2 422,-1 2 0,1-1 0,-1 3 0,0 2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6.05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280 175 8744,'12'-2'749,"0"-4"1,-9-4 0,5-5-1,-2 1-535,0 3 0,0-1 0,-6-5-103,0-1 1,-2 3-1,-4 1 1,-6 4-184,-3 3 0,-3-5 0,1 6 0,-3 2-106,-3 2 0,2 10 1,-6 4-1,-1 3 140,1 3 1,6 7-1,-2 4 1,3 4 107,3 2 1,1 0 0,5 0-1,5 0 119,4 0 0,2-6 0,2-2 0,4-2-107,5-4 0,5-9 0,1-6 0,3-4-118,3-2 1,-2-2-1,6-4 1,1-6-133,-1-3 0,-4-8 0,4-3 0,-2-1-114,-3-4 1,-3 0 0,-1 0 0,-1 4 61,1 2 0,-9-4 0,-1 5 0,-2 3 369,0 2 61,-1 9 0,-12 4 0,-3 12-45,0 6 1,-3 11 0,7 4 0,2 2 33,2 0 1,2 0-1,0 6 1,0 0-191,0 0 1,2-6-1,4-2 1,7-1-382,9-5 0,-1-4 0,6-5 0,0-6-290,1-4 1,-1-4 0,4-6 0,-2-7-26,2-7 1,-6-9-1,-3 4 687,-9 0 0,3-14 0,-7 4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6.46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 9113,'-10'0'698,"2"2"0,6 2 0,-2 3-424,-1 3 1,-1 2 0,4 7 0,-2 2 36,-2 3 1,0 7 0,6-2-1,0 4-187,0 2 0,2-2 1,4-4-1,6-6-132,3-3 1,3-5-1,1-3 1,4-6-25,6-5 1,4-4 0,2-7 0,0-9-99,0-7 1,-6 3 0,0-6-1,1-2-194,-3-2 0,4 0 1,-10 2-1,-3 4 27,-5 1 1,-9 9-1,2 5 231,-4-1 1,-4 7 0,-4 6 0,-6 10 58,-3 5 0,3 5 1,1 3-1,-1 4 181,2 0 1,-3 6-1,7-4 1,2 2-204,2-2 1,8 2 0,3-7 0,5-3-211,5-2 1,9-3 0,-3-4 0,4-7-133,8-3 1,-2-4 0,6-3-1,-5-7-242,-1-4 1,-2-7-1,-2-2 1,-3-2 612,-3-4 0,-2-2 0,2-2 0,2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7.00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88 8006,'0'9'3225,"2"-1"-2822,3-8 0,-3-2 0,6-4-316,0-5 1,-6 1 0,4-2 0,-4-1-187,-2-3 1,-6 5 0,-2 1 0,-2 2 9,-3 4 1,-3 2 0,-3 2 0,-3 0-17,-1 0 0,-2 2 1,4 6-1,-3 8 174,3 5 1,3 8 0,5-4 0,3 2 132,2 4 1,3-5 0,7-1 0,3-4-107,7-3 0,4 1 0,3-13 1,4-2-79,6-2 1,2-4 0,0-4 0,-3-6-181,-3-3 0,4-3 0,-6 1 1,-1-1-201,-3 1 1,-7 1 0,-3 3-426,-1 1 800,6 8 1,-12 4-1,3 14 1,-3 7 329,-2 8 1,-5 12 0,-1 6 0,2 5 298,2 6 1,2 12 0,-2 12 0,-4 5-231,-6 6 0,-3-2 0,-4 6 0,-3-5-413,-1-13 0,-8-11 0,4-21 0,-2-11 60,-1-10 1,7-11 0,-4-17-1,0-4-285,0-5 0,5-13 1,-1-5-1,6-4-168,5-2 0,4 1 0,8-1 0,0 0 75,0 0 0,8-6 0,6 0 0,7 0-117,8-1 0,4 3 1,2-8-1,2 1 165,4 1 1,3-5-1,9 5 1,1-1 13,4-1 1,2 2-1,6 1 1,-4 7-247,-2 6 0,-1 4 0,-9-4 0,-3 3 503,-7 3 0,-10 2 0,-9 5 0,-8 1 0,3-8 0,-6-2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7.30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1 243 8016,'0'18'7,"0"-7"1,0 1 593,0 1 1,2-3-1,4 0 1,5-2-119,5-5 1,1-1-1,3-2 1,3 0-174,6 0 1,4-7 0,2-5 0,-2-4-146,-4-1 1,4-2 0,-6-3 0,0-3-257,-3-2 0,-11 4 0,-3-5 0,-2 3-239,-4 4 1,-2-4 0,-6 3 0,-6 5 73,-8 3 0,-11 10 0,0-1 0,-4 6 373,-2 11 0,0 2 0,2 15 0,4 2 180,6 2 1,4 2 0,3 0 0,4 0-71,7 0 0,7-1 0,9-1 0,14-3-667,12-7 0,12-4 0,15-3 0,12-5 440,7-5 0,12-19 0,2-7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8.01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245 191 7909,'12'-6'134,"-1"0"0,-7-2 0,4 4 364,0-2 1,-6-7-1,4 1-203,-4-3 1,-2 3 0,0 0-188,0-1 0,-2-3 0,-4 1 0,-6 1-31,-3 3 0,-3 5 0,-1-4 0,-3 2 5,-1 4 0,-2 4 0,4 6 0,-3 8-94,3 7 1,-4 6 0,1 8 0,5 0 19,5 0 0,7 2 1,7 2-1,0 2 121,0-3 1,4-9 0,5-5 0,11-7 13,5-5 0,10-4 0,6-8 0,-1 0-89,3 0 0,-8-14 0,2-5 0,-6-7-293,0-5 0,-8-2 0,-3-2 0,-9 1-309,-3-1 1,-2 5 0,-8 1 0,-4 0 125,-6 2 1,-11 2 0,-6 9 0,-4 5-40,-2 5 0,0 4 0,2 4 0,2 6 461,2 9 0,8 1 0,-12 22 0,6-3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28.55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0 225 12111,'8'18'660,"6"-3"0,5-1-335,4-3 0,8-7 0,-1 2 0,3-4-256,2-2 1,-1-2 0,1-4 0,-2-5-114,-4-5 1,-3-3 0,-9-5-1,1-3-301,-1 0 0,-7-4 0,-4 6 1,-6 0-221,-6-1 1,-4 3-1,-9 8 1,-3 3 78,-1 6 1,-8 8-1,4 10 1,-2 11 401,0 8 1,1 12 0,-3 5 0,4 9 231,2 7 0,2 7 0,5 9 0,3 11 116,9-41 0,0 1 1,-1 7-1,1 2 1,2 9-1,2 0 1,-1 2-1,2 0-3,0-2 0,0 0 0,1-4 1,0 0-1,0-8 0,0-2 1,0 42 395,0-19-587,-8-30 1,6-24 0,-4-24 0,4-10-76,2-6 0,0-3 0,2-4 1,2-6-135,2-4 1,0 3 0,-6 1-1,0-4-40,0-5 0,2-1 0,2-6 1,2 1-40,-3-1 1,-1 4 0,-2-3 0,2-1 64,4 0 0,-2 6 1,8-1-1,3 3-41,6 2 0,1 6 0,7 2 1,2 3-289,2 9 0,-4 5 1,0 10-1,4 0-713,6 0 0,-8 0 1195,4 0 0,-4-8 0,4-1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30.77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243 1 9621,'9'0'432,"-1"0"0,-8 2 1,-2 2-432,-4 2 0,2 1 1,-7-1-1,-3 6 68,-1 3 0,-9 11 0,-1 3 0,0 6 40,0 5 0,-4 7 0,5 9 0,3 4-59,2 2 0,9-5 1,4-1-1,6-8-38,6-7 0,5-8 0,13-10 0,5-11 126,4-8 0,10-6 1,1-6-1,3-9-64,-1-10 0,-5-6 0,4-4 0,-3-4-106,-3-6 0,-8-1 0,-6-1 0,-3 5-382,-7 1 1,-9 2-1,-2 5 1,-8-1-66,-7 2 0,-13-2 0,-7 16 0,-6 5 38,-3 8 1,-7 0 0,4 5 0,1 5 4,-1 7 1,2 7 435,6 1 0,0 8 0,0 3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34.17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507 35 7907,'9'-7'277,"1"5"519,-4-4 11,-4 4-466,6-6 1,-10 6-217,-4-4 1,-4 5-1,-7 1-21,-1 0 1,-5 0 0,-2 0 0,-2 0-81,-4 0 0,3 0 1,-1 0-1,-2 1-45,-2 5 1,4-2 0,0 6 0,0 0-134,2-1 0,-4 3 0,7 3-158,3-3 1,4 4 254,5-5 0,4 5 0,8 1 109,0 1 0,0-7 1,0 1-1,0 2 76,0 1 1,0 8 0,0 3-1,0 1 10,0 4 1,-2 2 0,-2 4-1,-3 3 4,-3 7 1,6 9 0,-2 4-1,4 4 18,2 8 0,0 4 1,2 4-1,4-9 9,6-5 1,3-9 0,3-1 0,-3-10-76,-3-11 1,3-8 0,-5-9-549,0-1 167,5-7 1,-15-8 60,0-8 1,-2-5-26,-9 5 1,1-2-291,-2 2 470,5 4 1,7-4 0,2 10 76,3 2 1,-1 6 0,8-6-1,1-3-205,3-1 1,3-2 0,3 0 0,3 0-930,2 0 0,-4-7 1128,7-5 0,-9-11 0,4-4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38.0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 14119,'10'7'1396,"3"-3"-974,-7 8 1,6 0-1,-6 5-515,-2 1 1,-2 5 0,-2 0-1,0 0-1093,0 3 1,0-7-1,0 6-1101,0 0 1,0-5 2286,0 3 0,0-11 0,0-4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40.3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1 305 8447,'0'10'3454,"0"-3"287,0-7-3483,8 0 1,-5-1-1,9-5 1,2-6-76,1-3 0,8-3 0,1-1 0,-1-3-218,2-1 0,0-6 0,7 4 0,-5-1-280,-2 1 1,-2-4 0,-5 6-1,-1 3-1052,1 7 922,-9-3 0,5 16 0,-8 0 326,-2 10 0,-8 8 0,-2 3 1,0 4 180,-2 2 1,6 4 0,-5 8 0,1 4 191,0 1 1,-2-3 0,4 6-1,-2 1-155,3 3 1,1 1-1,2 0 1,0-1-88,0-4 0,0-5 1,0-7-1,0-2-252,0-4 0,0-4 0,2-9-389,3-4 0,-3-7 155,4-10 0,-4 1 0,-2-8 1,2-1-1274,4-3 1747,-4-1 0,6-9 0,-8-1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0:41.03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52 36 8389,'-9'-2'224,"1"-2"951,0-2-95,6 0-425,-5 6 1,9 0-288,3 0 1,7 0 0,9 0 0,5 0-174,1 0 0,2 0 0,6-2 0,2-2-207,3-2 0,-3 1 1,4 5-1,-4 2-231,-2 3 1,-2-1-1,-4 8 1,-6 1 162,-3 3 0,-11 9 0,-3 4 0,-4 6 125,-2 6 0,-14 6 0,-3 11 0,-4 6-1,-5 4 0,5 9 1,-6 3-1,4-1 99,7-3 0,6-6 0,10-6 0,0-6-51,0-3 1,8-13-1,4-7 1,3-11-338,3-11 1,-1 1 0,1-9-761,-1-1 0,-7-4 143,-4-5 0,-4 1 444,-2-8 1,-2 8 0,-4-2 393,-6 4 1,-3 2 0,-3 2 0,1 4 254,-1 6 0,1 3 0,-1 3 0,-1 1 160,-4 4 0,3-3 0,-5 3 0,2-5-4,-1-7 1,-5 3 0,6-6 0,0-1-474,-2 1 0,5-2 0,-3-8 0,3-4 86,3-5 0,0-5 0,-1-1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0.56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18 121 7105,'0'-18'-151,"0"1"0,-6 5 1209,0 0 0,0 1-7,6-7 0,0 7 1434,0-1-1740,0 8 0,0-2-446,0 12 1,6 4 0,2 7 0,2 1-136,3-1 1,3 8-1,1 3 1,1 3-368,-1 4 1,7-4-1,1 9 1,0-3-194,0-2 0,6-6 0,-4-2 0,1-1-197,-5-5 0,2-4 0,-4-3 1,-3-4-421,-5-3 0,-3-3 1,2-9-1,-6-9-552,-4-7 1565,-10-7 0,-10-6 0,-9-1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0.74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210 0 11965,'-6'20'0,"-2"1"102,-1 2 0,-3 10 1,-6 0-1,1 8-183,-1 4 0,1 1 1,0 7-1,-1-3-666,1-3 0,1-4 0,3-11 747,1-2 0,8-5 0,-4-8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1.14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445 33 8077,'0'-11'0,"-2"1"865,-4 2 0,4 4-560,-4 10 1,4 10 0,2 9 0,0 4-201,0 8 1,0 0-1,0 11 1,0 5-67,0 3 0,0 8 0,0-6 0,0-1-204,0-3 0,0-9 1,0-5-1626,0-3 1274,0-10 0,-5-17 0,-3-18 0,-2-11 210,-3-10 1,-9 2 0,-3-1-1,-2 1 306,-4 0 0,-2 0 0,-2-2 0,0 4 120,0-1 1,0 9 0,2-3-1,4 9 1335,6 3 0,9 2-904,3 6 1,9 8 0,4 4-1,13 3-69,12 3 0,6-7 1,4 1-1,2 0 54,2-3 1,7-1 0,-1-8 0,1 0-369,-1 0 1,1-2 0,-5-6 0,0-7-1310,-1-7 1,5-7-1,-8 4 1141,-6-2 0,2-2 0,-8-6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2.11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158 156 8277,'0'-12'110,"1"3"504,5 1 1,-4 0-75,4 2 1,-4-3 0,0-7 352,4 4 1,-4 3 78,4 3 1,-5 2 136,-1-8-1080,0 1 1,-1-5 0,-5 5-415,-6 5 0,-7 12 0,-3 5 0,3 5 69,-2 1 1,-1 8 0,5 4 0,1 4 18,5 2 0,-3 0 0,8 0 0,2 0 151,2 0 1,2-8-1,2-3 1,4-5 218,6-2 0,9-7 1,4-4-1,3-6 130,3-6 1,0-6 0,-2-11 0,-4-4-76,0 0 0,-5-6 1,1 4-1,-8-2-145,-7 2 1,-4-2 0,-2 7 0,0 3-273,0 2 0,-8 7 0,-5 2 1,-6 2-401,-5 5 1,-1 3 0,6 5-1,-1 7 12,5 4 1,1 3 676,-3 4 0,-1-3 0,1 5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2.66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16 472 10071,'-10'8'1173,"4"-6"-810,12 3 0,4-3 1,7-4-1,1-2 109,-1-1 0,1-11 1,1 1-1,3-7-445,1 1 0,0-6 0,-4-2 1,3-4-488,1-2 0,-2-2 1,-7-2-1,-4-2 101,-2 2 0,-3 5 0,-5 4 0,0 7-140,0 4 1,-2 9 0,-3 4 267,-7 4 0,-2 12 1,1 7-1,1 13 185,-1 8 0,-1 7 1,0 9-1,3 5 159,-3 5 0,1 11 0,-1 9 0,2 7 5,-1 8 1,6-44 0,0 2 0,0 3 0,1 1 0,0 2 0,2 0 57,0 0 0,0 0 1,0-6-1,0-1 1,0 41-1,-1-22 36,1-18 0,2-21 0,4-14-210,4-9 1,-3-7 0,7-12-158,-2-5 0,0-5 1,-4-3-1,1-5 87,-1-5 0,-2 2 0,-2-4 1,0-4-33,0-4 1,0-1-1,0 5 1,0 0 125,0 0 0,0-6 0,0 0 1,0 3 105,0 1 1,2 2-1,2 0 1,4 2-101,2 4 1,-1 4 0,7 9-1,-1 2-335,5 3 0,1 7 1,-2-2-1,3 4-2019,1 2 2322,0 0 0,3 0 0,1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2.94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157 113 7646,'0'-18'445,"0"1"0,0-1 0,0 1 866,0-1 0,0 7-1035,0-1 0,0 10 0,-2 4-124,-4 14 1,3 9-1,-9 12 1,0 5 59,3 11 0,-7 7 0,4 12 0,-3 3-149,-3 7 1,7 9 0,1 0 0,0-5-376,1-9 1,5-15 0,-2-9 0,4-12-303,2-10 1,6-16 0,2-15-1,1-11-563,5-11 1,1-7 1176,3-12 0,-8-3 0,-3-9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3.10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1 157 8088,'0'12'1022,"0"0"1,2-8 0,4 1 0,5-3-418,5-2 0,3-2 0,3-3 1,3-7-697,2-4 1,2-1 0,4-1-1,-2 1-1151,-2 0 0,-6-3 1242,7-3 0,-9 3 0,4-5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3.44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1 210 8004,'0'10'2230,"7"-2"0,5-8-1670,4 0 0,3 0 0,2 0 0,3 0-299,-3 0 0,4-8 1,-2-2-1,-1-2-408,-3 1 0,-1-1 0,-1-5 0,-1-1-349,-5 1 0,3-1 0,-8 1 0,-2-1-5,-3 1 0,-2 1 0,-5 3 1,-6 3 84,-3 2 1,-3 3 0,1 5 0,-1 1 354,1 5 0,-7 6 0,1 11 0,2 6 284,1 4 1,9 2 0,1 0-1,2 0 138,4 0 1,2 0-1,2 0 1,2-2-197,4-4 1,4-4 0,9-7 0,5-3-310,5-3 1,4-4-1,2-10 1,-2-4-1044,-4-6 1,4-11 0,-6-6 1186,0-4 0,6-2 0,-6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3.79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54 12294,'-10'2'1310,"4"4"-1029,4 6 1,2 5-1,0 5 1,0 3-65,0 2 1,0 2 0,0 6 0,0-2-183,0-4 1,0 2 0,2-7 0,4-3-79,6-2 0,3-3 0,3-5 0,1-7 14,5-8 1,-3-7 0,10-13 0,4-5-75,4-4 0,1-9 0,-5-3 1,0 0-373,0 5 0,-8 3 0,-3 4 0,-7 4 5,-5 5 0,-4 9 1,-8 9 665,0 12 1,-6 15-1,-2 10 1,0 6-80,0 4 1,1 7 0,3-3 0,-2 2-187,2-1 1,8-9 0,6-2-1,3-10-1085,7-5 1,11-11 1153,4-3 0,15-12 0,12-3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4.52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0 157 7995,'0'-17'151,"0"-1"471,0 1 0,0 5 480,0 1 0,0 5 100,0-6 0,2 8 497,4-2-1599,-4 4 0,6 10 0,-8 4 0,0 3-46,0 3 0,-6 1 0,0 5 0,2 5-199,2 4 1,2 2-1,0-2 1,0-2-32,0-2 1,2-8 0,4 2-1,6-3 219,3-3 1,8-7-1,3-4 1,1-4 112,4-2 1,2-14 0,2-7-1,0-8-189,0-8 0,-6-4 1,-2 2-1,-4-2-280,-7 3 0,-7 1 1,-9 4-1,0 2-86,0 2 1,0 13-1,-2 1-154,-3 5 1,1 4 0,-6 8-1,2 6-270,4 9 1,2 1 0,2 7 0,0-2-721,0 0 1543,0 9 0,0-13 0,0 6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4.91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280 136 11674,'-6'-12'753,"0"1"1,0 5 0,6-6-461,0-1 0,-1 3 0,-3-2-251,-2-1 1,-8-1-1,3 3-274,-5 5 0,-1-2 1,-1 2-1,3 4-247,3 6 0,-4 0 1,5 8-1,-3 1 157,3 3 1,1 3-1,6 3 1,-2 1 313,2-2 1,4 4 0,4-1 0,4-3 216,2-2 1,1 5-1,7 1 1,-1 0-1,1 0 1,-1 5 0,1-5 0,-1 2 87,1 4 0,-9-4 0,-3 0 0,-4-1-88,-2-5 0,-2 0 0,-4-1 0,-7-1-184,-9-3 1,1-11 0,-6 1 0,0-4-268,-1-2 0,7-8 0,-2-3 1,3-5-492,3-1 1,7-7 0,4-1-1,5-2-550,1-4 0,1 6 1,5 1 1282,6 5 0,3-6 0,3-2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5.22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1 280 7995,'11'0'356,"1"0"0,2 0 144,1 0 0,-3-2 1,1-2-1,5-3 178,3-3 0,8 4 1,-3-6-1,1-1-309,4-3 0,2-1 1,0-1-1,-4 1-261,-6-1 0,-5 1 0,-5 0 0,-3-1-149,-2 1 0,-3-1 0,-7 1-105,-3-1 1,-5 8 0,-9 5 0,-3 3-166,-1 2 1,-6 0 0,4 2 0,-1 3 137,1 7 0,-4 4 0,6 3 0,1 4 182,3 6 0,2-1 1,1 1-1,2 2 146,3 2 0,7-4 0,0-2 0,6 0-165,4 0 0,13-5 0,1-1 0,7-5-298,10-5 1,-2-7-1,7 0 1,-1-8-474,0-8 0,-2-3 0,-8-3 1,-2-1-1752,2-4 2532,2 3 0,-6-13 0,-2 6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5.69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245 587 7995,'10'0'1074,"-2"-2"0,-6-2 332,4-2 1,-4-7-1000,3 1 1,-3 2-1,-2-1 1,-2-1-125,-3 2 0,1-3 1,-8 7-1,-1 0-214,-3-2 1,-1 6 0,-3-3 0,-1 3-284,-2 2 0,-3 7 0,5 5 0,-2 4 5,1 1 1,3 6-1,3 2 1,5 3 153,5 3 1,4 0-1,2 0 1,0-4 42,0-2 0,10-2 1,5-7-1,9-4-100,3-7 0,2-5 0,6-7 0,0-11 62,0-9 0,5-8 0,1-4 1,-2-3 6,-2-3 0,3-7 1,1-9-1,-2 1-307,-2 0 1,-8 2 0,-4 6-1,-3-1-1,-7 1 1,-9 9 0,0 8-1,-6 12 430,-6 9 1,2 5 0,-8 5-1,-1 0 350,-3 6 0,5 7 0,-1 15 0,-2 5-80,-1 4 1,3 4-1,3 5 1,-1 9 62,0 5 1,6 10-1,-2-4 1,5 2-382,1 0 1,0-2 0,1 2 0,5-5-1214,6-5 1,11-17-1,6-10 1,6-12 1181,6-9 0,4-19 0,7-7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6.52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1 190 8161,'2'-17'1138,"3"0"1,-3 5 169,4 0 0,-4 6 720,-2-5-1661,0 7 1,0-2-346,0 12 1,0 4-1,0 9 1,0 2-116,0 3 0,0 7 1,0-4-1,0 2-81,0 0 1,0 0 0,0 4 0,2-4 105,4-5 1,3 1-1,9-4 1,-1-3 306,1-5 0,7-9 1,4 0-1,2-8 42,-2-8 0,4-11 0,-5-6 0,-1-4-215,-4-2 0,-4 0 1,-3 0-1,-3 2-138,-1 4 1,-8 4 0,2 7 0,-4 1 16,-2 0 1,-2 7-184,-4 4 0,4 12 0,-4 5 1,4 7-52,2 5 1,0-1-1,0 7 1,0 2 353,0 2 0,2 0 1,4-2-1,6-4 86,3-2 1,9-4 0,1-9-1,2-6 8,4-4 1,2-2 0,2-4 0,0-8-157,0-11 1,-6-4 0,-2-6 0,-2-4-386,-3 0 1,-5-4 0,-5 5 0,-6 3-120,-5 0 1,-1 0 0,-1 0 0,-5 3-308,-6 7 1,-3 10 0,-5 3 0,-1 2-1374,-3 4 2181,1 10 0,6 12 0,-1 9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6.80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35 18 8166,'-7'-10'2846,"5"3"0,-12 8-2667,8 5 0,0 4 0,6 7 0,0 3-53,0 3 0,0 2 1,0 6-1,0-1-625,0 1 1,0-6-1,0 0 1,2-4-1444,4-3 0,-2 1 1942,8-13 0,-1-8 0,7-8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6.97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36 0 8496,'-12'6'2826,"1"0"0,7 2-3139,-2-2 1,4-3-1,4 7-1631,4-2 0,3-2 1944,9-6 0,-1 7 0,1 3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7.22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53 16 8768,'-12'-10'2715,"1"4"0,7 6-2572,-2 6 1,4 6 0,2 11 0,0 8 91,0 8 0,0 8 0,0 11 0,-2 6-195,-4 4 0,4 5 1,-3-1-1,3-8-811,2-7 0,0-9 1,0-15 111,0-4 1,2-11-1,1-14 1,5-10-565,2-12 1,-6-5 0,2-8 1222,-5 2 0,-8-8 0,-3-8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7.39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25 105 8166,'-17'18'4019,"9"-7"-3168,8 1 0,10-8 0,11 2 0,4-4-634,3-2 0,1-6 0,6-2 0,0-2-884,-1-3 1,7-1-1,0 0 1,-2 3-3084,-2-3 3750,-2-9 0,7 4 0,3-7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7.76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70 1 8166,'-18'0'836,"7"2"0,1 4 59,2 5 1,-3 5 0,5 3-1,2 3-490,2 1 0,2 14 1,0 0-1,0 5-259,0 7 1,0 7-1,0 2 1,0 0 35,0 3 1,6-9 0,0-2 0,-2-13-180,-3-11 0,7-15 0,4-5-214,3-4 1,9-12-1,-1-7 1,-2-8-156,-1-3 0,-3-5 1,1 4-1,-1-4 81,1-2 1,-1 6 0,1 0-1,-3 0-67,-3 2 1,1 2 0,-5 7 0,0 1 551,0-1 131,-3 9 1,-5 14 0,0 15-1,0 5 80,0 6 0,0 2 0,0 4 1,0 2-247,0 1 0,2 1 0,4-8 0,6-4-743,3-5 1,11-7 0,5-5 0,5-6 577,5-5 0,15-16 0,-1-4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8.50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78 8166,'0'-17'-228,"0"5"0,0 0 1921,0-1 0,0 3-548,0-2 0,0 10-907,0 2 1,0 10-1,0 13 1,0 7 6,0 3 1,0 3 0,0 3 0,0 4-86,0 2 1,0-5-1,0 5 1,0-2-208,0-5 0,0-6 0,0-5 0,2-4-27,4-8 1,-2-5 0,7-10-1,3-2 63,1-4 0,9-11 1,-1-14-1,0-6-194,2-4 0,-5-7 0,5 3 0,-2 1-360,1 3 0,-1 4 1,-6 2-1,-1 2-427,-4 4 0,3 6 748,-3 11 1,-4 6 0,-3 14-1,-3 9 259,-2 11 1,2 5-1,2 1 1,2 1 252,-2 0 1,-2 0 0,-2 0 0,0 0-91,0 0 1,6-8-1,1-4 1,1-3-420,0-3 1,5-7 0,-1-4 0,4-6-1447,1-6 0,1-6 1687,-1-11 0,8-4 0,2-8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8.84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0 313 12024,'18'-6'971,"-1"-1"1,1-3-791,-1-4 0,6-1 0,1-3 0,-3-1-374,-2-4 1,-1 3-1,-3-5 1,-3 2-120,-6-1 1,2 1 0,-3 6 0,-3-1 26,-6 1 0,1 5 0,-9 2 1,-2 3 132,-1 3 0,-3 10 1,1 7-1,-1 9 271,1 7 1,0 4 0,1 2 0,4 1 120,7 5 0,3-4 0,2 6 1,0-4-33,0-5 1,2 3 0,5-11-1,9-3-367,5-4 1,10 1 0,-2-14-1,4-5-559,2-4 1,0-9 0,0-11 0,-2-5-2127,-4 1 2844,4-6 0,-13-2 0,5-9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9.21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70 51 8166,'-11'-6'1429,"-1"0"1,8-2-1,-3 5-1280,-1-3 0,6 2 1,-4 10-1,4 5 38,2 5 1,0 3-1,-2 4 1,-2 7 77,-2 3 0,1 3 0,5 3 0,0 2-153,0-2 0,2-4 1,3-6-1,7-6-19,4-3 1,3-5 0,2-3 0,4-8-31,3-8 1,-1-6 0,4-7 0,-4-3-91,-2-3 1,-1-4 0,-5-8-1,2 0-201,3 0 1,-7 0 0,-7 0 0,-2 2-299,-5 4 0,-1-2 1,-2 8-13,0 1 0,-2 5 0,-3 5 22,-7 6 1,2 14 0,1 8 0,1 7-174,4 4 0,2 0 0,2 4 0,0-4 689,0-1 0,2 3 0,4-6 0,5-2 0,5-1 0,9-3 0,2 1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2:59.49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53 175 8166,'-18'0'3392,"7"0"-2601,-1 0 0,8 2 0,-2 4-262,4 5 0,2 5 1,0 3-1,0 4-185,0 7 1,0 3 0,0 1 0,0 1-143,0 0 1,0-6-1,0-1 1,0-3 26,0-4 1,2-9-304,4-6 1,-2-14 0,6-8-1,-1-7-359,1-4 0,-4-2 0,4-6 0,-1 0-103,1 0 0,2 0 1,5 0-1,3 0 15,3 0 0,4 2 1,8 2-1,0 4-336,0 2 0,7-4 1,5 7-1,4 7-57,1 7 0,-7 6 0,-5 2 914,-3 0 0,-2 8 0,0 2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0.14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278 724 12108,'10'-17'1263,"-4"-1"0,-4 7 0,-4 1-1111,-4 2 1,2 0 0,-7 5-1,-3-3-174,-1 2 0,-3 2 1,1 4-1,-3 2-218,-3 2 0,4 9 0,-7 1 0,3 7 130,0 4 1,-1-4-1,9 6 1,1 1 240,3-3 1,7 4-1,-2-8 1,6 0-51,6 3 1,4-15 0,9 1 0,2-8 24,3-4 0,5-2 0,-4-4 0,0-8-247,0-7 0,4 0 1,-5-8-1,-3-3-81,-2 0 0,-7 2 0,-2 3 0,-2 0-50,-5 0 0,5 6 0,-2-3 300,-2 5 0,-4 9 1,-6 4 24,-6 4 1,3 10 0,-1 4 0,2 5-38,4 7 0,2-3 0,2 8 0,0 0 65,0-2 1,2 4 0,4-5-1,6-1-4,3 0 1,9-4-1,3-7 1,4-4-233,6-3 0,9-3 1,-1-10-1,2-7-273,-1-8 1,-1-7 0,1-7 0,-5-1-33,-4-5 1,-4 2 0,-4-6 0,-8 3 52,-7 3 0,-4 0 1,-6 0-1,1-1 386,-1 1 1,-10 8 0,-3 0 0,-3-4 290,0-4 1,7-2-1,-5 6 1,2 0 90,4 0 1,0 0 0,1 2-1,-3 4 413,2 6 0,0 4-578,-2 1 1,2 10 0,-5 10 0,-1 12-92,0 7 0,4 16 0,-3 0 1,-1 6 159,0 5 1,6 10 0,-3 5 0,1 2 122,0 5 1,0-9 0,8 6 0,4-4-644,5-7 1,7-4-1,5-5 1,6-8-1047,4-8 1,10-14 1300,4-11 0,3-12 0,2-4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0.99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41 8117,'-8'-10'4960,"6"-5"-4745,-6 5 0,8 4 0,0 10-172,0 12 1,0 7 0,0 2 0,0 8 129,0 6 1,0 2 0,0-4 0,0-1-200,0-1 0,2 2 0,2-12 0,2 1 47,-2-1 0,0-4 1,2-9-1,5-6 230,5-4 0,1-6 0,1-6 0,1-11-172,4-10 0,-1 0 0,5-12 0,0 2-349,0 0 1,-6-1-1,3 5 1,-5 0-199,-1 4 0,-1 10 1,-1-1-46,-5 5 0,3 13 0,-8 10 261,-2 12 0,3 19 0,-1-1 0,-2 5 315,-2 4 0,4-4 0,0 5 0,-3-1-38,-1-4 1,4-4-1,2-6 1,2-6-132,3-3 1,3-5-1,1-3 1,1-6-345,-1-4 1,7-10-1,1-4 1,0-5-946,0-7 0,-2 3 1395,-5-8 0,7 0 0,2-6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1.30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53 363 7998,'-10'0'1306,"3"0"1,14-8 0,7-4 0,5-3-1111,5-2 1,1-1 0,-4 1 0,3-3-202,-3-3 1,-2 3 0,-1-5 0,-3 2-76,-3 0 1,2-3 0,-9 5 0,-1-2-286,-2 1 0,-4 9 1,-4 3-1,-5 0 32,-5 1 1,-3 5 0,-2 0 0,-3 6 272,3 4 1,-4 13-1,1 1 1,3 5 215,2 6 0,1 2 1,1 2-1,1 2 177,5 3 1,3-3 0,8 4 0,2-4-149,4-2 1,5-8-1,12-4 1,7-5-696,3-7 1,3-3 0,3-8-1,2-2-774,-2-4 0,-2-3 0,-4-11 1284,-4-3 0,-4-4 0,-8-8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1.59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193 51 7998,'-12'-11'132,"0"1"1,1 0 1155,1 0 1,0 7-740,4-3 1,4 8-1,-5 7 1,1 11-640,0 5 0,-2 6 0,4 12 0,-3 7 243,-3 6 1,0 18 0,-3 2 0,1 7 155,-2 5 0,5-3 0,-1-2 1,2-7-456,4-10 0,2-6 0,4-25-798,4-8 1,4-13 0,5-10-37,-3-8 0,2-12 0,-9-9 0,-1-2 980,-2-4 0,-2 6 0,-7-16 0,-3 4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1.74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0 175 8395,'0'10'1872,"2"-3"1,4-7-1,6 0-1542,3 0 1,10-5-1,5-3 1,3-2-1124,1-3 1,1-3-1,2-1 1,2-1-1470,2 1 1,0-1 2261,-7 1 0,1-8 0,0-3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2.27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53 96 12137,'-2'-12'2412,"-4"0"-2159,4 8 1,-11 4 0,7 14 0,0 5-32,-2 5 0,6 7 1,-3-2-1,3 4-99,2 2 1,0 0-1,0-2 1,2-4-16,3-6 0,7-5 1,9-7-1,5-5-57,1-4 1,2-6-1,6-6 1,0-9-93,0-6 0,2-4 0,-1-6 0,1 0-305,-4 0 0,-9 0 1,-1 0-1,-6 2-164,-5 4 1,-4 4 517,-8 7 1,-8 9-1,-4 5 1,-3 8-154,-3 7 1,1 5-1,-1 3 1,3 2 494,3 3 0,5 5 0,7-4 0,0 2-80,0 4 1,1-4 0,5 1 0,6-3 7,3-4 0,9 4 0,-1-3 0,0-5-97,3-3 0,1-10 0,8 1 0,0-3 30,0-2 0,-1-7 1,-1-7-1,-2-5-371,-1-5 0,-3-5 0,2 4 0,-6 0-81,-3 0 0,-5-1 0,-1 5 1,-5-2-41,-1 1 1,-2 3 0,-8 2-1,-4-1 135,-5 1 0,-5-1 0,-1 1 1,-1 1-420,1 5 0,-1-3 0,3 6-343,3-2 1,-4 9 0,7 1 88,-1 9 0,2 7 0,8 1 0,0 1-776,0-1 1595,8 1 0,2-1 0,7 1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2.69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296 123 7998,'-10'-8'2751,"4"-3"1,4-5-2400,2-1 1,0 5 0,-2 2 0,-2 1-243,-2-1 0,-7 4 1,1-4-34,-3 3 0,-3 1 0,1 6 0,-1 2-217,1 4 0,-3 1 1,-1 9-1,-2-1 16,1 5 0,3 3 0,4 0 0,1 5 234,2-1 1,8 6 0,-1-4 0,5 2-35,5-2 1,1 2-1,10-8 1,5-3-191,4-7 1,4 1 0,6-8 0,0-2-148,0-2 0,-2-10 1,-2-6-1,-4-5 76,-1-5 1,3-7-1,-6 2 1,-4-4-33,-5-2 0,0 0 0,-9 1 1,-1 1-175,-2 3 1,-11 5-1,-7 10 1,-7 3-1,-4 6 0,-1 4 0,-3 4 0,4 4-167,2 6 1,-4 11-1,6 4 1,3 2 557,7 0 0,5-1 0,8 3 0,0-4 0,0-2 0,8 6 0,1-4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3.02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1 106 7998,'5'-12'1138,"1"0"1,0 7-224,-6-7 0,0 10-482,0 2 1,0 8-1,0 11 1,0 5 61,0 5 0,0-2 0,-2 2 0,-2 2-232,-2 2 1,1 2 0,5-2 0,0-2 7,0-2 1,0-8-120,0 3 0,1-15-460,5-9 0,-2-9 0,6-13 0,-2-3-160,-5-2 1,1-2 0,0-4 0,2 2 71,-2 2 0,4 5 0,-1-3 0,3 2 129,4 4 1,1 1-1,5 3 1,3-1 102,6 1 0,6 1 0,4 3 0,4 3-410,1 2 0,1 2 0,3 5 0,-3-3-439,-2-2 1,-5 0 1012,-8 6 0,3 0 0,-6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3.45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70 12747,'-10'2'1730,"4"4"-1302,4 6 1,2 3 0,0 5 0,0 1 32,0 2 0,0 7 0,0-5 0,0 2-223,0 4 1,0-4-1,0 0 1,0-1-277,0-5 0,0-2 1,0-1-729,0-1 365,0-7 0,2-2 0,2-10 86,2-4 1,2-2 0,-4-5 291,1 1 1,1 6 117,-6-6 0,6 1 1,2-5 22,2 5 0,-5-3 1,5 6-1,0-1-60,-1-5 0,3-2 1,7-1-1,3-2-143,1-5 1,8 3-1,0-6 1,6 0-612,4-1 0,-6 5 1,-8-4-1,-2 2-1951,-4 3 1,-3 9 2646,-6 1 0,-12 8 0,-10-3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3.67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 15534,'19'2'821,"2"4"0,3 3-743,-3 1 1,4 4-1,-2-7 1,1 1-903,1 0 0,-4 4 1,6-5-1,1 1-1906,-1 0 0,-6-2 2730,2-6 0,5-8 0,-1-2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4.04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280 140 7991,'-8'-10'1091,"6"-5"936,-4 3 0,4-3-1146,2-3 0,-6 1-917,1-1 0,-3 8 1,4 3-1,-4 1 37,-2 0 1,-1 0-1,-7 6 135,1 0 1,-1 6-1,1 2 1,-1 2-107,1 3 0,5 3 0,3 1 0,1 1 41,4-1 1,-4-5 0,2-1 0,4 5 21,6 5 1,0-1 0,8 3 0,1-4 99,3-1 1,1-1 0,1 3 0,-1 1 13,1 2 0,-3 6 0,-1-5 1,-4-1-4,-3 2 0,5-5 1,-6 3-1,-2-4-441,-2-1 0,-4-1 0,-4-1 0,-8-5-641,-7-5 1,0-4 0,-8-4-1,-2-4-2903,-2-5 3781,5-5 0,-5-9 0,6-2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5.30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26 8002,'2'-10'0,"2"3"939,2-1 0,-1 8-569,-5 0 0,0 9 0,0 15 1,0 5-127,0 4 0,0 10 0,0 3 0,0 7 26,0 5 1,0 4 0,2 8 0,2-2-15,2-4 0,2 0 0,-4-12 0,3-7 132,3-6-425,-6-12 1,6-12 0,-6-15-1,1-11 1,-1-11 0,-2-5 0,-2-8 0,0 0-329,0 0 1,0 0 0,2 0 0,2 0-64,2 1 1,2 4 0,-3 1-1,5 0 83,0 2 1,5 2 0,-3 7 0,5 1 172,7-1 0,1 9 0,6 3 0,-2 6 198,2 6 1,2 9 0,0 10-1,-4 3 146,-5 3 0,-5 0 0,-4 0 0,-3-2 41,-6 2 0,-4 0 0,-4-2 0,-6-4-233,-9 1 1,-3-7-1,-9 2 1,-2-5-179,-2-5 0,-2-7 1,0 2-1,2-2-435,4 2 1,-2-4-1,8 4-284,2-4 1,9-10 916,6-4 0,12-3 0,4-3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5.69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0 228 8072,'18'17'2240,"-7"-7"-1787,1-4 0,0-5 1,5-1-1,0 0-310,1 0 1,7-1-1,4-5 1,4-6-133,2-3 0,0-3 0,-2 1 0,-2-1-81,-2 1 1,-7-1 0,1 1 0,-6-1-303,-5 1 0,-4-1 0,-10 1 1,-4 1 302,-6 5 1,-5-3 0,-6 8-1,-8 2 204,-8 3 0,2 2 0,-2 5 0,6 8 6,4 7 1,2 1 0,-2 7 0,5 2 114,5 2 1,3 2 0,5-2-1,5 0-60,4 2 0,12-10 1,7 8-1,10-6-279,6-6 0,10-3 1,4-7-1,1-5-663,-1-4 0,1-4 1,-7-4-1,0-5-2507,1-5 3253,-12-9 0,18-10 0,-11-10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6.00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331 140 8406,'0'-18'790,"0"1"0,0-1 81,0 1 1,0 5-1,0 1-504,0-3 1,-2 4 0,-4 1-253,-6 1 0,-9 2 1,-2 6-1,-1 2 21,-1 4 0,4 4 0,-8 7 0,0 2-36,1 5 1,3-3 0,8 6 0,-1 0 44,1 1 1,5 1 0,2 4 0,3-2-148,3-2 1,10-6 0,5 4 0,7-3-437,5-9 1,0 1 0,10-11 0,4-1-336,0-2 0,0-2 0,-2-2 0,-2-4-348,-4-5 1,4-5-1,-6-3 1121,0-4 0,6-5 0,-6-7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6.47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332 123 8072,'-2'-12'1850,"-4"0"0,5 7 0,-5-7-1590,4-2 1,2 5 0,-2-1 0,-2 0-331,-2 1 0,-6 3 0,5-4 0,-3 2 191,-4 4 0,-1 3 0,-5 1 0,-1 0-123,-2 0 1,-2 1 0,3 5 0,-3 6-28,-2 3 1,6 5-1,-1 1 1,7 4 158,3 3 1,8-1 0,-2 4 0,4-4-58,2-2 1,14-2-1,5-5 1,7-3-82,5-3 0,-4-4 0,2-8 0,2 0-199,2 0 1,0-2 0,-2-4 0,-4-6 86,-2-3 1,-1-3-1,-9-1 1,-1-2 116,-3-3 0,-7 1 0,2 6 165,-4-1 1,-2 1-61,0-1 0,-8 9 1,-1 5-149,-1 8 1,-4 5-1,8 9 1,3-1 88,1 1 1,2 1-1,0 2 1,0 3-111,0-3 1,7-2-1,5-1 1,6-1-164,5 1 0,-2-3 1,10-3-1,4-6-552,4-4 0,8-4 0,-5-4 0,1-6-304,0-3 0,-3-5 0,-7-1 1086,-4-2 0,4-8 0,-5 4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6.97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88 140 8072,'0'-11'586,"0"-1"1,0 6 1309,0-5 1,0-1-1259,0-5 1,0 5 0,-2 0-113,-4-1 1,2 5-261,-7 2 1,5 4-1,-6 2 32,-1 0 0,5 8 0,0 4 1,2 3-52,0 3 0,1-7 1,5 1-1,0 1-189,0 3 0,0 1 0,0 1 0,0-1-65,0 1 0,0-1 0,0 1-215,0-1 0,1 1 1,3-1 129,2 1 0,8-1 206,-3 1 1,-1-9 13,2-3 0,-6 2 0,5-2-25,3-2 0,-5-3 1,3-1-1,2 0-118,1 0 0,3 0 1,-1 0-1,1-1 50,-1-5 1,1 2 0,-1-6 162,0 2 1,1 1-1,-3 1 1,-1-4-299,-2 0 1,-3-5 0,5 3-1,-4-3-158,-3-3 0,5 1 1,-6-1-1,-2-1-73,-2-4 1,-2 3 0,0-3 0,0 4 26,0 1 0,0 1 0,-2-1-61,-4 1 1,2 7 0,-6 2 0,1 2-797,-1 1 1,4-1-1,-4 8-668,3 3 0,-1 5 1829,2 8 0,4-1 0,-6 1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7.69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261 88 8625,'-10'-18'4116,"-3"7"-3459,7-1 1,-2 8-1,4-4-414,-2 1 1,-7 5 0,1-4-172,-3 4 0,3-4 0,0 0 0,-1 2-133,-3 2 1,5 2 0,-1 2-499,-2 4 0,1 4 518,1 7 1,4 1 0,10-1 0,4 1 99,6-1 0,3 1 0,5-1 1,1 1 39,2-1 1,1 6 0,-7 1 0,0-1 222,1 2 1,-3-5-1,-1 5 1,-4-2-83,-2 0 0,-3 1 1,-5-7-1,-2 1-301,-3-1 1,-11-5 0,-9-3 0,-2-1-217,-4-4 1,3-2 0,1-2-1,2-2-76,4-4 1,1-4 0,5-7 0,1 0-446,3-1 1,7 1 0,-2-1 0,6 1 145,6-1 0,1 1 0,7-1 0,-2 3 162,1 3 1,3-1 0,1 7 321,1 2 1,-1-4-1,1 2 1,-1 2 442,1 2 0,-3 4 1,-1 2-1,-3 2 401,3-2 0,1 4 0,5-2 1,1-1 112,2 3 1,7-6 0,-5 4 0,2-4-266,4-2 1,2 0 0,2 0 0,0 0-183,0 0 1,0-6 0,0-2 0,-2-1 77,-4-5 0,2 4 1,-8-1-145,-2-3 1,-9-1 0,-6-3-103,-4 1 0,-4-1 1,-6 1-1,-7 1-164,-7 4 0,-9-1 0,2 5 0,-2 0-338,2 1 1,-2 1-1,6 6 1,-1 2 86,1 4 1,2 3 0,7 9 0,5-1 255,5 1 0,4 5 0,2 2 1,2 0 3,4 1 0,11 3 1,12-4-1,6 0-439,6 0 1,11-3 0,14-9 0,8-3-4611,8-2 5030,-33-4 0,3-2 0,46-10 0,-41 3 0,-1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8.54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417 435 8072,'0'12'183,"0"0"0,0-1 1537,0 7 0,0-7 164,0 1-1123,0-8 1,6 2-461,0-12 1,0-4 0,-6-7-285,0-1 1,-8 1 0,-3-1-1,-5 1-75,-1 0 0,-3 5 1,-3 2-1,-6 2-168,-4 5 1,-2 1 0,0 2-1,2 2 72,4 3 1,-4 5-1,6 9 1,-1 5 116,5 5 1,10 4-1,3 2 1,2 0 24,4 0 0,10-2 0,8-2 0,5-4-44,4-2 0,8-7 1,-2-9-1,4-1-86,2-4 0,-2-2 0,-2-4 0,-1-6 67,1-9 1,0-3 0,0-9 0,-4-2-37,-2-2 1,0-2 0,-3-2 0,1-3-32,-2-7 1,-1 2 0,-5-1 0,-1-1-52,-3 3 1,-1-5-1,2 8 1,-6 2 17,-4 3 0,3 3 0,1 4 119,-2 5 0,-4 13 182,-6 5 0,-3 12 0,-9 5 0,1 5-9,-1 1 1,1 8-1,-1 7 1,1 4-70,-1 5 1,7 2 0,1-2-1,0 3-32,1 1 0,5 5 1,-2-5-1,6 1-193,6 1 0,9-8 0,10 0 0,3-6-213,3-4 0,2-16 1,2-1-1,-1-8-397,1-4 0,-2-2 0,-3-6 787,-7-9 0,4-9 0,0-8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9.02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332 87 8590,'10'-7'1172,"-2"3"1,-7-6 142,5 2 1,-4-5-946,4 1 1,-6 2 0,-6 1-336,-5 1 1,-5 2-1,-1 6 1,-3 0-3,-3 0 1,-4 2 0,-6 2 0,2 4-139,2 1 0,1 5 0,-1 7 0,4 3 122,0-3 1,11 4 0,-1-2-1,5-1 110,6-3 1,2 4 0,4 1 0,4-5-113,6-5 0,5-1 0,4-7 0,5-2-81,1-2 0,2-2 0,4-2 0,-2-4-219,-2-5 1,-6-5 0,5-1 0,-3-3 91,-4-3 0,-1 3 0,-3-3 1,-1 4 276,-5 1 1,-1 3 0,-6 1 560,2 3 0,-3 7-506,-8-2 1,1 4-1,-6 4 1,0 4 9,1 5 0,5 11 0,-2 1 0,4-2-161,2-1 0,2 3 0,4 0 0,5-1-238,5-3 0,1-2 0,1 1 0,1-1-430,5 1 1,-3-8-1,6-5 1,-2-3-332,-3-2 0,-3-2 1,0-3-1,3-9 1011,1-7 0,0-7 0,-5-6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9.30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53 90 8072,'0'-18'1408,"0"1"2121,0 0-3034,0-1 0,0 4-341,0 9 0,-6 14 0,0 20 226,2 4 1,2 2 0,0 2 0,-2 6-77,-2 9 0,1 1 1,3 7-1,-2-2-243,-2 0 1,0 8-1,6-4 1,0-1-619,0-9 1,2-7 0,2-12-1,4-2-772,1-2 0,3-16 1,6-1 372,-1-8 1,-5-12 0,-3-4-1,-1-5-512,-4-6 1468,-2 3 0,-10-13 0,-2 6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9.49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45 158 8072,'-18'0'303,"7"2"2782,-1 3-2390,8-3 0,6 6 0,13-8 0,9-2-505,3-4 1,2 2 0,8-5 0,2-1-386,1 0 1,3 4-1,-4-5 1,6-1-377,5 2 1,-1-5 0,11 3 0,-2-1-1690,0 1 0,8-1 2260,-2 7 0,4-8 0,2 4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09.99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295 70 8072,'0'12'974,"0"-1"679,0-7-866,8 4 0,-4-8 387,8 0 0,-7 0-530,7 0 1,-8-2-1,2-4-464,-4-5 0,-2 1 0,0-2-132,0-1 0,-8-3 0,-4 1-53,-3 3 0,-3 4 0,1 8 0,-1 0-188,1 0 1,-6 0 0,-3 2 0,1 6 240,0 9 0,-4 3 0,6 9 0,1 2 86,3 2 1,1 2 0,3 0 0,3 0-112,6 0 0,6-8 0,6-4 1,6-4-209,3-1 1,9-8-1,1-5 1,2-3-154,4-2 1,2-7-1,2-7 1,-2-5 5,-4-5 0,2-1 1,-6 4-1,1-4 68,-1-3 0,-2 7 1,-7-4 266,-5 0 0,3 5 0,-8-3 306,-2 4 1,-4 9 0,-6 4 0,-4 6-117,0 6 1,-5 4 0,5 7-1,0 2-82,5 5 0,-3 3 0,2 6 0,2-2-31,2-2 1,10-2 0,4 4 0,5-4-596,6-1 0,6 1 0,14-8 1,10-5-1188,9-5 0,13-3 1702,7-6 0,11-15 0,4-5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11.21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16 7858,'0'-9'1771,"0"3"0,2 12-1457,4 5 1,-4 7-1,4 5 1,-4 6-216,-2 4 1,0 2 0,0 0 0,0 0-135,0 0 1,2-2-1,2-4 1,1-6-725,-1-3 0,0-5 1,2-3-363,6-6 1,-3-6-1,1-8 1121,-2-10 0,-2-7 0,-6-10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11.39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36 7858,'0'-10'3664,"0"0"-3702,0 4 1,2 4-930,4-3 1,-2 3-389,8 2 1355,-1 0 0,-1 0 0,-2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11.77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18 165 7858,'0'-17'103,"0"-3"1,1-1 248,5-2 0,-4 0 1,4 5 1094,-4 1-603,-2-1 1,0 10-660,0 8 0,-2 8 0,-2 12 0,-2 3-96,2 6 0,-3 4 1,1 2-1,2 2 18,2 4 1,2-5 0,2 5 0,4-4 152,5-2 0,5-8 0,1-4 0,3-3-99,3-3 1,6-7-1,10-4 1,4-8-228,1-10 0,1-1 0,4-18 1,-5-4-215,-1-4 0,-4 0 0,-10 8 1,-6 4-450,-4 2 0,-9 1 1,-4 7-106,-4-1 0,-10 9 1,-2 7-1,-1 9 443,-1 11 1,2 11 0,-3 2 0,3 6 293,2 4 0,5 7 0,6-3 0,7-1 113,6-3 1,-1-4 0,16-4 0,6-4 36,8-6 1,7-11-54,6-6 0,4-20 0,8-5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12.65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367 192 8061,'10'-7'562,"-2"5"0,-8-8 0,2 6 110,3-2 0,-3-1 0,4 1-120,-4-6 1,-2 2 0,0-1-410,0-3 0,-6-1 1,-1-3-1,-3 1-173,-4-1 1,-1 9-1,-3 1 1,1 2-81,-1 0 1,-1 0 0,-2 8 0,-5 4-85,-1 6 1,-2 9-1,-4 6 1,2 4 127,2 6 0,8 4 1,-3 0-1,7 3 203,5 1 0,4-2 1,8-10-1,2-2 15,4-2 1,4-10 0,9-1 0,5-11 96,5-5 0,4-9 0,2-7 1,0-5-157,0-5 0,-3-7 1,-2 4-1,-5-2-123,0 0 0,-7 0 0,1-4 0,-7 4 65,-5 5 1,-1 5-1,-6 2-323,0-1 1,-2 8-1,-4 5 41,-5 3 0,-3 9 0,1 5 1,3 5 63,2 7 1,2-3 0,6 8 0,0 2 147,0 2 1,2-4 0,4-2-1,8-1-134,7-5 0,6-3 0,8-5 0,0-3-386,0-2 1,2-5 0,2-6 0,-1-7 554,-5-6 0,2 3 0,-7-12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13.59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314 158 8342,'10'0'1885,"0"0"1,-6-2-1032,2-4 1,-1 2-353,-5-8 0,0 1 0,-2-7-299,-3 1 1,1-1 0,-8 3 0,-2 1-240,-1 3 1,-8 1-1,-1-2 1,1 6-252,-2 5 1,4 1 0,-9 0-1,1 0 78,2 0 1,2 7-1,7 5 1,3 5 48,3 7 0,-1-5 0,7 6 0,2-1 229,2-1 0,12 2 0,5-4 0,9 5 60,3 1 0,0-6 1,4 4-1,-2-1-64,2-1 1,2 6-1,0-6 1,-4 1 26,-6 1 0,-5-6 0,-4 5 1,-5-5-10,-1-2 0,-2 1 1,-8-1-1,-4-1-125,-6-4 0,-11 1 0,-4-7 0,-2-2-109,0-2 1,0-2 0,-6-2 0,2-4-150,4-6 1,3-3 0,9-3 0,1 1-522,5-1 1,3-5-1,8 0 1,0 2 820,0 1 0,8 3 0,1-1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14.09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1 166 8168,'0'-18'1082,"0"6"1360,0 1-2025,0 7 1,0 6 0,0 13 0,0 11 51,0 7 1,0 0-1,1 13 1,3 3-205,2 1 0,0 10 0,-4 4 1,2 6-183,2 6 0,1-4 0,-3 3 0,2-5-155,-2-6 0,0-13-392,2-16 0,-4-18 1,3-19 63,-3-13 0,-2-16 0,0-10 0,0 2 116,0 2 1,0-4-1,-2-1 1,-1-3 94,-3-4 1,-6 1 0,6-1 0,2 3 94,2-3 1,2-3-1,0-4 1,0-2 241,0 1 1,2 5 0,4 5 0,8 7 9,7 3 1,0 4-1,9 5 1,1 9 99,2 6 0,-4 11 0,0 2 0,0 11-303,-2 11 0,-2 11 0,-9 9 0,-4 1 129,-7 0 1,-3 3 0,-2-3 0,0 0-162,0-1 0,-7-1 1,-5-6-1,-4-2-225,-1-4 0,-1-6 0,-1-11 0,-4-6-331,-6-4 1,3-2 0,3-2 0,4-4-281,1-6 1,3-9-1,3-4 913,6-2 0,4-3 0,2-4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14.45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1 313 8923,'17'0'918,"-5"0"0,0 0 1,1 0-311,3 0 1,3-2 0,3-2 0,3-4-298,2-2 0,2-1 1,6-7-1,-2 1-293,-4-1 0,2-5 0,-8-2 1,-3 0-180,-7-1 0,-5 1 0,-8 4 0,-2-2-89,-4 1 1,-5 9 0,-11 3-1,-3 2 61,-2 4 1,-2 4-1,-6 6 1,0 8 203,0 7 1,2 0 0,4 8 0,6 3 78,3 1 0,9 7 1,1 1-1,2-2 135,4-2 0,12-2 0,8-2 1,7-2-233,4-2 1,8-14 0,8 1 0,-1-6-374,1-7 1,0-3 0,-4-5 0,1-7-462,-1-4 0,-4-7 0,-6-2 0,-5 0 837,-5-1 0,-2-5 0,1 4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14.89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245 157 8078,'10'-11'-5,"-4"-1"957,-4-2 0,-2-1 0,0-2-250,0-1 1,0 6 0,0 1-381,0-3 0,0 4 1,-2 1-1,-4 1-130,-6 4 1,3 2 0,-3 2 0,-4 0-209,-5 0 0,2 8 0,-7 4 0,3 3-139,0 3 1,0 7 0,5 2-1,1 2 48,-1 0 0,9-6 0,3 5 0,4-1 221,2 0 0,0-6 1,4 3-1,5-7 13,9-5 1,11 1 0,0-7 0,4-2-218,2-2 1,0-10-1,2-3 1,2-5 20,1-1 0,1-7 0,-6-1 0,0-2-57,0-4 0,-6 4 0,-2-1 1,-4 3-314,-7 4 0,-1 2 636,-9 1 1,0 10 127,-6 8 0,0 16 0,0 13 1,0 2-48,0-2 1,0 4-1,2-4 1,4 4-226,6 2 0,3-6 0,1-2 0,-3-1-730,-1-5 0,-1-7 0,7-5-1041,-1-1 1,-7-4-1,-4-10 1718,-4-6 0,6-11 0,1-4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15.09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51 36 7937,'-15'-2'4580,"1"-2"-3229,2-2 1,8-2-1324,-1 3 0,5 3-3026,5-4 0,-1 4 2998,8 2 0,0 8 0,5 1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15.65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0 559 7950,'12'0'0,"-3"-2"708,-1-4 0,6 4 1,-3-4-161,5 5 0,1-5 0,3-2 1,1 0-139,2 0 1,8-5-1,-3 1 1,1-5-199,0-7 1,0 3 0,4-8 0,-4-2-240,-6-2 1,-3-2 0,-3 0 0,-1 0-294,-5 0 1,-3 0 0,-8 2 0,-4 4 0,-7 6 1,-1 4 0,-13 1 0,1 3 115,1 3 0,-6 4 1,6 8-1,-1 0 211,-1 0 1,6 4-1,-2 6 1,5 9-12,4 6 0,3 6 1,-3 8-1,4 4 435,0 2 1,7 7 0,-5 10 0,4 6-67,2 10 1,6 13 0,-3-41 0,1 1-1,1 2 1,0 2-230,2 3 0,0 1 1,-2 2-1,-1 0 1,2 1-1,0 0 1,0-2-1,0-1-180,-2-7 1,1-2 0,5 36-1,-6-30 1,2-15-221,-2-14 1,-2-17-1,0-10 1,1-10-26,3-6 1,0-9 0,-6-4 0,0-4 75,0-2 0,0 2 1,-2 0-1,-2 0 141,-2-4 0,-5-1 0,3 3 0,-2 0 8,-3 0 1,3-2 0,0-2 0,1-2 109,-1 3 0,4 6 0,-4 3 1,3 0 588,3 2 0,2-4-367,2 8 1,8 1 0,3 11 0,5 3-39,1 0 1,6 6 0,3-4 0,-1 5-429,0 1 0,0 0 1,-3 0-1,1 0-249,-2 0 0,-1-6 1,-3 0-1,1 0-467,-1-2 0,-1 4 0,-3-5 1,-3-1 912,-2 0 0,5-1 0,-3-7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15.89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1 155 7238,'0'-17'332,"0"0"1,0 5 0,0 0 560,0-1 1,2-3 0,2-1 67,1-1 0,3 3-465,-2 3 0,-4 6 0,4 12-369,-4 6 1,-2 11 0,0 6 0,0 4-279,0 2 1,0 0 0,0 0 0,0 0-510,0 0 0,0-8 0,2-4-593,3-3 0,-1-11 1,6-5 42,-2-8 1,-2-7 1209,-6-13 0,7-11 0,3-9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16.04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0 12487,'-8'10'-756,"6"-2"1,-6-6-936,8 4 1,2-3 1690,4 9 0,4-8 0,7 4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16.29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252 88 8257,'12'0'1698,"0"0"1,-9-8 0,3-3-1390,-4-5 1,-2 5 0,-2 1 0,-4 0-110,-5 1 1,-7 5-1,-3-2 1,-4 4-47,-2 2 0,-1 8 0,-3 3 0,4 7-74,2 5 0,2-2 0,7 10 0,3 4 231,1 4 0,10 2 1,2-6-1,12 0-405,9 0 0,14-2 1,12-4-1,5-8-467,6-7 0,4-6 0,10-12 561,4-8 0,3-7 0,9-16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27.45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1 121 8111,'0'-18'-27,"0"7"558,0-1 0,0 6 430,0-5 1,0 5 828,0-6-566,0 8-1102,0-3 0,0 9 0,0 3 0,0 7 69,0 4 1,0 7 0,0 2 0,0 2-207,0 4 1,0-4 0,0 3 0,0-1-75,0-2 1,0-2 0,0-7-1,0-1 302,0 0 0,2-7 201,4-4 1,-4-6 0,3-6 0,-3-6-445,-2-3 1,0-10-1,2-2 1,2-3 196,2 1 1,0 2 0,-6-2 0,0 4-678,0 0 0,6 5 1,0-3-1,-1 4-390,3 1 0,2 3 1,7 3-1,3 4 320,3 0 1,-2 6 0,8-3 0,4 5-20,6 5 0,0-3 0,6 6 0,-3-2 599,-3 0 0,6 0 0,-1-6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28.29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350 105 10540,'-2'-16'949,"-2"3"0,-4 3-796,-1 2 1,3-5 0,-6 3-168,-1 0 1,-3-3 0,-1 7 0,-1 2-18,1 2 1,-3 2-1,-1 2 1,-2 4-146,1 5 0,-3 11 0,2 3 1,1 2 141,3 4 0,3 2 1,3 2-1,3-2 92,2-4 0,3 2 0,7-7 0,3-5 92,7-5 1,11-7-1,4-7 1,3 0 2,-1 0 1,0-9 0,4-7 0,-2-7-54,-2-4 1,-8 5 0,3-3-1,-5 2-70,-2-1 0,-1 1 0,-4 6 741,-7-1-724,-3 1 1,-4 9 0,-2 8-293,-1 10 0,-7 7 0,6 6 0,0 5 243,-1-1 0,5 6 1,-4-6-1,6 2 106,6 0 0,3-7 0,11 1 0,1-6-7,2-5 1,10-4 0,0-8 0,6-2-14,0-4 0,4-6 0,-3-9 0,-1-4-183,-2-2 1,-8 3 0,-4-3 0,-3 2-231,-7 4 1,-3 1-1,0 3 205,-7-1 1,-5 8 0,-5 5 213,-7 3 1,-4 4 0,1 3-62,3 7 1,-1 9-1,7 3 1,2-1 189,2 2 0,2-3 0,0 5 1,2-2 48,4-4 1,5 3-1,11-5 1,3-3 15,2-1 1,2-7 0,6-2 0,0-4-27,0-2 0,6-8 0,0-6 0,-3-5-392,-1-4 1,-10-3 0,-3 5-1,-5-4-309,-1-2 1,-3 5 0,-3-1-338,-6 4 807,-4 9 1,-8 4-93,0 12 0,-6 6 0,6 9 282,3 2 0,3 0 0,5-5 0,7-1 32,4 1 1,1-1-1,0 1 1,3-1-168,3 1 0,4-9 1,8-3-1,-2-4-151,-4-2 0,4 0 1,-4-2-1,4-4-689,2-5 1,-7-11-1,-5-1 1,-4 2-412,-1 1 0,-1 3 1,-1-1-1,-3 3-1180,-1 3 2349,-8-3 0,4 5 0,-8-7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28.99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263 295 8112,'2'-15'0,"2"1"537,1 2 1,1 1-1,-4-5 698,4 4 1,-4-3-873,4 3 0,-4 3 0,-4-1 0,-2 0-176,-2 1 0,-7 5 0,1-4 1,-4 2-108,-1 0 0,-1 0 1,-1 6-1,-2 0-72,-3 0 1,1 6 0,6 2 0,-1 2-183,1 3 0,1 3 0,5 3 0,3 3 102,0 1 0,6 0 0,-2-5 1,8-1 75,8 1 1,3-1 0,5-2-1,1-1-35,2-2 1,8-3 0,-2 5 0,4-4-5,2-3 1,-6 7 0,-1-2 0,-3 3 256,-4 3 0,-1-1 0,-3 3 0,-1 3 139,-5 6 0,-3 4 1,-8 2-1,-2 0-169,-4 0 0,-5 0 0,-11 0 0,-3 0-130,-2-1 0,-2-6 0,-4-7 0,2-6-148,2-3 1,1-8 0,-3 2 0,4-6-53,2-6 1,2-4-1,5-7 1,3-1-75,3 1 1,2-6-1,6-1 1,-1 1-72,1-2 0,2 5 0,4-5 0,4 2 186,5 0 1,5-1-1,1 7 1,3-1 204,3 1 1,-2-1 0,8 3-1,2 1 232,2 3 1,8-1-1,2-5 1,1-1 127,5 1 1,1-3 0,3-1 0,-1-4-130,1-2 1,-1 3 0,-2-5 0,-3-2-302,-6-2 0,-6 0 0,-6 2 0,-8 4-153,-7 2 0,-6 1 0,-8 7 0,-2-1-69,-4 1 0,-4 1 0,-7 3 0,-1 3 204,1 2 1,-7 1 0,-1 3 0,0-2-142,0 2 0,-4 4 0,3 6 1,1 6 33,0 3 0,2 3 1,7 1-1,3 2 282,1 3 0,8 5 0,-2-6 1,6 0 49,6 2 0,6-5 0,11 3 0,6-5-58,4-7 1,10 3-1,3-8 1,7-2-1339,5-2 1,6-4 0,10-4 0,3-8 1150,3-7 0,1-6 0,7-8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29.64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36 29 8108,'0'-9'3231,"-2"-5"-2860,-4 8 0,4 8 1,-4 10-1,4 5 62,2 7 0,-5 3 0,-1 10 0,2 1-209,2 3 1,2 0-1,0-4 1,0 0-328,0-2 0,0 1 1,0-12-1,0-3-810,0-1 0,8-11 1,3-3-432,5-4 1,-6-12 1343,-5-7 0,5-8 0,0-10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29.80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53 14301,'0'-12'417,"2"2"-1708,3 3 1,3-1 0,6 4 1290,-3-2 0,1 0 0,5 6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30.15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263 105 9634,'0'-17'1459,"0"5"0,0 0-1235,0-1 1,-2 3 0,-4 0 0,-6 1-76,-3-1 0,-3 6 0,-1-2 1,-2 4-7,-3 2 1,-1 0 0,4 0-1,-2 2-162,1 4 0,9 4 0,1 7 1,0 1 157,3-1 1,1 1 0,10-1-1,4 3 200,5 3 0,7-4 0,5 7 1,4-3-180,0 0 0,6 2 0,-4-3 0,3 1-124,-3-2 0,-4 5 1,-10-3-1,-1-2-68,-2-1 1,-8-3 0,1 1 0,-5-3-44,-5-3 1,-11 1 0,-9-7-1,-2-2-256,-4-2 1,-1-10 0,1-4 0,2-3-268,-2-2 0,6-1 598,2 1 0,3-9 0,3-1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30.90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1 171 8155,'0'-33'54,"0"4"1,0 6 474,0 3 1,0 3 0,0-1 1648,0 1-1814,0 7 1,0 6 0,0 14-1,0 9-140,0 7 1,0 5 0,0 9-1,0 5 152,0 0 0,6 7 0,-1-2 0,-1 9-25,-2 3 1,4-12-1,0 3 1,-2-3-138,-2 0 0,-2-5 0,0-6 0,0-8-360,0-8 16,0-3 1,5-18 0,3-10 0,0-10-91,0-5 0,5-10 0,-1 2 1,3-4-251,3 2 1,-1 2 0,1-4 0,-1 0-39,1 0 1,-1 8 0,1 4-1,-1 3 199,1 3 1,5 7 0,0 4 0,1 6 187,1 6 0,-6 12 0,4 11 0,-5 4 366,-6 2 0,-5 2 0,-7 1 0,0 3 98,0-2 0,-2-2 0,-3-4 0,-9-4-161,-7-6 0,-1-5 1,-7-5-1,-2-3-295,-2-2 1,4-2 0,2-8 0,2-4-209,3-6 1,3 1-1,1-3 1,3-4-451,3-1 1,4 9 0,8-7 0,2 1-739,4 1 1,6-1 1508,11 5 0,4-5 0,8 6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31.27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25 315 8155,'0'-12'4441,"0"1"-3681,0-1 1,8-4 0,4 5-436,3 5 1,3 2-1,-1 0 1,1-2-151,-1 3 1,1-1-1,-1 0 1,1-2-85,-1 2 1,6-4-1,1 1 1,-5-3-484,-5-4 1,1-1-1,-5-3 1,2 1-41,-1-1 0,-7 1 0,2-1 1,-4 1 196,-2 0 1,-6 5-1,-4 2 1,-3 2 131,-7 5 0,-3 1 0,0 2 0,-6 2 298,-4 3 0,4 11 1,-1 9-1,1 2 164,2 4 1,2 8 0,9 4 0,3 1 97,1 5 1,10-4-1,2-1 1,12-1-147,9-4 0,8-8 1,10-6-1,4-6-471,1-9 1,3-6 0,5-6 0,1-4-1139,-1-5 0,-9-7 0,-8-5 0,-8-8-980,-2-8 1,-11 0 2277,3-7 0,-11-1 0,2-5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31.55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35 43 8155,'0'-18'1942,"0"1"0,0 9 0,0 8-1640,0 10 0,0 7 0,0 7 1,0 5 114,0 4 0,-2 9 0,-2 5 0,-2 5 124,3 7 0,-1 3 1,0 8-1,-2-3-292,2-3 0,2 0 1,2-9-1,0-7-282,0-3 0,2-6-860,4-10 1,-2-12-1,5-13-398,-1-8 1,4-7-1,-6-11 1,-2-1-1161,-2 2 0,-4-1 2451,-4-1 0,-4-4 0,-7-8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31.73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43 158 8155,'-12'0'3842,"1"0"-2671,-1 0 1,4 0-1,8-2 1,10-2-732,6-2 1,9-2 0,4 5 0,6-3-749,6 2 1,-5-4 0,5 0 0,-2 1-197,2-1 1,-4-6 0,3 5-1,-3-3-3917,-2 0 4421,0 8 0,0-19 0,0 4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32.00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70 26 8155,'-10'-2'1987,"2"-2"-755,1-1 1,3-3-774,-8 2 0,8 6 0,-2 2-149,5 13 0,1 5 0,0 9 1,0 4 215,0 6 1,-2 5 0,-2 11 0,-2 1-140,2 2 0,2 8 0,2-4 0,0 0-389,0-3 1,0-13 0,0-5-1,0-6-1938,0-6 0,2-10 549,4-7 1,-4-16-1,4-2 1,-4-9-1628,-2-9 3018,0 5 0,0-14 0,0 6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32.17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1 123 16528,'19'0'0,"3"-2"-15,1-4 0,8 2 1,0-6-1,6 1-432,4-1 1,-1 4-1,-5-4 1,0 1-1782,0-1 1,-2 4 2227,-4-5 0,4-1 0,-6-6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32.55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67 210 12783,'11'0'1764,"1"0"-1566,2 0 0,1 0 0,3-2 1,1-2-51,4-2 0,-3-2 1,3 2-1,-4-3-173,-1-1 1,-1-5-1,1 3 1,-3-4-322,-3-1 0,-2 1 0,-6 3 0,1 1 11,-1-1 0,-4-1 1,-6 0-1,-5 5 101,-5 1 1,-3 2 0,-4 6 0,-7 2 219,-2 4 0,2 4 0,1 7 0,0 2 478,2 5 0,-4 3 0,10 8 1,3 0 139,5 0 1,9 2 0,0 1-1,8 1-242,7-6 0,13 0 1,5-12-1,6-3-646,5-4 1,-3-11 0,6 3 0,-2-4-634,-1-2 1,1-8 0,-6-5 0,0-7-375,0-3 1,-6-8-1,-2 2 1,-1-4 1290,-5-2 0,-2 0 0,-1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3:32.88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1 175 19480,'0'17'0,"0"1"455,0-1 1,0 1-1,0-1 1,0 3-250,0 3 0,0-2 0,0 6 0,0-1-148,0-5 0,0-2 1,2-3 46,3-4-334,-3-5 1,12-14 0,-8-5 0,-2-4-29,-2-1 0,-2-2 0,0-3 0,0-3-103,0-2 0,0 4 0,0-7 1,0 1-12,0 2 1,0-4-1,2 8 1,1 1-94,3 3 0,8-4 0,-2-1 1,5 5-120,6 5 1,-1 1-1,9 7 1,4 2-581,3 2 1163,11 2 0,3 8 0,10 2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15.15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190 154 7948,'0'-12'273,"-2"3"219,-4 1 1,5 0 1213,-5 2-153,4-3-1226,2-1 1,0 4 0,0 12 0,2 6-109,4 3 0,3 4 0,11 5 1,1 5-97,2 4 0,8 2 0,-4 0 1,3-2-156,-1-4 1,0 4 0,4-4 0,-2 2-126,-2-2 1,-8-6-1,3-11 1,-5-6-65,-2-4 1,-1-4-1,-2-6-3,-3-9 0,-7-9 0,0-9 1,-6-1-316,-4-5 1,-7 10-1,3-4 1,-2 2 228,1 0 0,-1 6 0,-5 3 0,-1 5 347,1 2 1,5 1 0,0 4-1,1 5 1067,1-1-645,2 6 1,8-4-182,0 12 0,0-2 595,0 7-715,0-7 0,-2 4-106,-4-8 1,-3 6 0,-9 2-34,1 1 0,-1 3 1,1 5-1,-3 3 43,-3 3 0,2 2 0,-6 6 0,-1-1-49,1 1 1,0 2 0,-4 1-1,4 1-84,2 0 1,3-8 0,9-3-575,1-5 400,8-1 1,-3-16 0,7-8 60,0-8 1,1-3 0,3-1 0,4 1 98,2-1 1,-4-7 0,5-2 0,3-2-19,1 0 0,3 0 1,-1-8-1,1-2-96,-1-2 1,1 0-1,-1 7 1,-1 1 13,-5 3 1,3-1 0,-6 10 322,1 5 0,-5 11 79,2 16 0,-10 3 0,-4 15 0,1 4 116,-1 6 1,-4-2-1,6 5 1,1-1-35,-3 0 1,6 0 0,-4-6 0,4-1-168,2 1 0,0-2 0,0-2 0,0-3-265,0-3 0,0-2-225,0-5 0,0-11 77,0-7 1,-2-7 0,-4-11 114,-5 1 1,-5-1 0,-1 1 0,-1-1-1,1 1 1,-1 1 0,-1 3 212,-4 1 0,3 2 1,-3-3 106,4 1 1,9 0-240,4-5 1,8 1 0,10 3-1,13 1-197,12-1 1,9-3-1,13-3 282,5-5 0,19-3 0,6-8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15.90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18 988 16981,'-9'-7'950,"3"-5"1,4-4-1,2-1 1,0-2-849,0-5 0,0-5 0,0-12 0,0-7-70,0-8 1,8-8 0,3-12 0,7-4-759,5 1 0,6-5 0,10 11 0,4 5-701,1 8 1,1 13-1,3 8 1,-3 10-2431,-2 12 3857,-3 15 0,-5 19 0,0 10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16.17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10 175 9205,'-10'17'1536,"10"-7"1,12-6-1,6-8-1111,5-8 1,-2 3-1,8-3 1,4-3-725,6-7 1,-2 3 0,4-5 0,-2 5 298,1 2 0,5-9 0,7-1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16.55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245 105 8250,'9'-8'820,"-1"4"1,-6-5 383,4 1 0,-4-6-245,4 3 1,-4 1-721,-2-2 0,0 7 0,-2-5 0,-4 2-119,-6 4 0,-3 2 0,-3 2 1,-1 2-242,-4 4 0,3 4 1,-5 7-1,2 1-181,-1-1 0,1 8 0,6 4 0,1 4 106,4 2 0,-1 0 0,7 0 0,2 0 176,2 0 0,12-8 0,7-4 1,11-5 172,5-6 1,2-5 0,-1-9 0,1-3-142,0-7 1,4-6-1,-4-5 1,-8-6-178,-5-4 1,-7-2 0,-3 2-1,-6 2-85,-5 2 0,-2 6 0,-5-4 0,-8 3-187,-7 9 0,-6-1 1,-6 10-1,2 3-115,1 1 0,7 11 1,-4 7-1,2 7-1044,3 4 1596,11 2 0,-5 14 0,7 2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16.90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18 105 9800,'0'12'1391,"0"-1"0,0-5-1240,0 6 0,0-1 0,0 7 0,0-1-19,0 1 0,0-1 0,-2 1 1,-2-1 3,-1 1 1,-1-1 0,6 1 0,0-1 16,0 1 0,0-7 517,0 1-580,0-8 1,0-4 0,0-14 0,0-5-106,0-5 0,0-5 0,2 6 0,2 0-38,1-2 0,7 3 0,-4-5 0,1 2-453,5 3 0,4 3 0,5 2 0,6 1-1150,4 4 0,10-3 1656,3 3 0,5-3 0,1-3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17.75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315 86 11769,'10'-8'4116,"-2"6"-3733,-8-13 1,-2 5-688,-4-8 0,-4 9 0,-7 1 83,-1 0 0,1 6 0,-1-4 0,-1 6-164,-4 6 0,3-2 0,-5 8 1,2 1 171,-1 3 0,1 7 0,6 2 0,-1 1 241,1-1 0,5 4 0,2-6 0,3-1-66,3-3 1,2-2 0,2 1 0,2-3 50,4-3 0,-2-4 0,7-8 0,5 0 239,5 0 0,-2-8 0,5-4 1,-3-3-107,2-3 0,-3-5 0,5-2 1,-2 0-134,1-1 1,-3 3 0,-8 6 0,-1-1 33,2 1 1,-5 1 0,1 3-239,-2 1 0,-2 10 0,-6 2 87,0 10 0,0 5 0,0 5 1,0 3 50,0 6 1,0 2 0,0 0 0,2-2-214,3 2 0,-3-5 0,6-3 0,0-4-196,4-1 1,-3-9-1,3-3 1,1-4-525,3-2 1,7-9 0,1-9 985,-3-9 0,-2-22 0,-1-5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18.03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123 26 8309,'-10'-8'1137,"1"6"-162,3-4 0,4 3-1004,-4-3 1,4 6-1,2 0 1,0 9 241,0 7 1,-6 3-1,1 7 1,1 9 107,2 9 0,-4 9 0,-2 5 0,0 6-258,1 4 0,-5 2 1,6-2-1,0-2-296,-1-2 1,5-10-1,-4-4 1,4-13-415,2-12 0,2-13 0,4-8-369,5-8 1,5-8-1,1-11 1016,1-6 0,-1-12 0,1-3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18.52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245 70 9202,'2'-9'2940,"2"1"-2159,1 0 0,1 4-286,-6-7 1,0 5-459,0-6 1,-2 8-1,-3-1-325,-7 3 0,-4 2 0,-1 0 0,-1 2-49,1 3 1,0 7 0,-1 9 0,1 5 77,-1 1 0,1-4 0,1 4 0,3 0 120,1 1 0,8-7 1,-2 2 132,4-3 1,16-11-1,3-5 1,5-8 116,3-7 0,0-11 1,6-3-1,-4-2-201,-1-4 0,-1 4 0,-4 0 0,2 1 6,-1 5 1,-9 3-1,-3 5 1,0 3 225,-1 2 0,-5 5 0,2 8 1,-2 9 295,2 7 1,-4 6-1,4 10 1,-4 4-96,-2 6 1,0-3-1,0 3 1,-2 1-176,-4 3 1,-4 1 0,-7-1 0,-1-5-251,1-5 0,-3-10 0,-1-4 1,-4-4-318,-2-7 1,-3-6-1,-3-10 1,2 0-254,2 0 1,8-8-1,-2-4 1,5-3-543,7-3 1194,3 1 0,0-8 0,-2-3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18.95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315 31 14218,'-18'0'53,"6"0"1,1 0 0,-3 0-213,-1 0 1,-3 0-1,1 0 1,-3 0-77,-3 0 1,2 8 0,-6 4 0,1 5 65,5 7 0,2-3 1,1 8-1,3 2 227,3 2 1,4 2 0,10-2 0,6-4 302,9-6 0,3-5 1,9-6-1,4-7-232,6-3 0,-2-4 0,1-3 0,-5-7-140,-4-4 0,-5-9 1,3-2-1,-4-2-236,-7 0 1,-7 0 0,-9-4-1,0 2-149,0 2 1,-9 7 0,-7-1-1,-7 5-116,-4 7 0,0-3 0,-5 8 0,5 4-29,2 6 1,-4 8-1,6 11 1,3 6-565,7 4 1105,-3 2 0,14 8 0,-6 2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19.30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36 105 13895,'-6'20'511,"0"1"1,2 2-307,2-1 1,-4 5 0,1 0 0,1 0-142,2-4 0,2-3 0,0-3 0,0 1 65,0-1-203,0-7 0,2-10 0,3-14 0,7-5-118,4-4 1,1-8 0,1 2 0,-1-2-133,0 1 1,7-3 0,1 6 0,2-2-107,4 0 1,-4 8 0,2-3 0,3 7-243,1 5 1,1 5 0,-1 7 0,-2 0-579,-1 0 0,-3 1 1250,2 5 0,-4 4 0,-7 7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19.55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0 15979,'-6'18'-54,"0"-1"1,0 1 0,6-1 0,0 1-887,0-1 1,0 6 0,0 1-2025,0-3 2964,0-9 0,0 3 0,0-5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19.71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53 0 8964,'-18'0'5940,"6"0"-7720,1 0-1207,7 0 2987,-4 0 0,8 0 0,0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19.98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175 1 8082,'-12'0'1747,"1"0"0,1 2-1392,-2 4 1,2-2 0,7 7 0,-3 3 55,2 1 0,2 11 0,2 5 0,-2 7-98,-4 9 1,-2 13 0,-5 10 0,3 10-301,2 5 0,-5-4 0,3-1 0,-2-4-145,1-8 1,7-14-1,-2-15-989,4-8 0,4-16 1,4-17 27,6-13 1,1-10-1,-1-10 1,-4 0-839,-1 0 1931,-5 0 0,-2-8 0,-9-1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20.15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0 193 9348,'0'17'1420,"2"-7"0,4-4-887,5-4 1,5-2 0,3 0 0,5-2-607,5-4 0,4-4 0,2-9 1,2-3-758,3-1 1,-3-2-1,4 4 1,-4-3 829,-2 3 0,0-6 0,0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20.55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71 34 8039,'-6'-12'2301,"0"0"1,-2 8-2012,2-1 1,5 10 0,-5 9 0,4 5-25,2 5 0,0 9 0,-2 0 0,-2 7-51,-2 5 0,0 0 1,4 3-1,-2-1-135,-1 1 0,-1-5 0,6-2 0,0-6-139,0-6 0,2-6 0,2-9 1,3-5-210,3-1 1,0-4 0,3-12 0,-1-7-107,2-7 1,1-9 0,3 4 0,-1-2 107,1 0 0,5 2 0,0-4 0,-2 4 138,-1 1 0,-3 3 0,1 6 0,-1-1 85,1 1 1,-1 7 311,1 4 1,-9 12-1,-1 7 1,-2 9 103,0 7 1,0 4 0,-6 2 0,0 0-370,0 0 1,0 0-1,0-2 1,0-2-312,0-2 1,0-8-1,0 2-1089,0-3 0,0-12 377,0-8 1,5-8-1,1-10 1019,-2 1 0,-2-8 0,-2-2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21.16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80 8290,'0'-12'4884,"0"1"-4448,-8 7 1,6-2 0,-3 12 59,3 5 1,2 5-1,0 1 1,0 3-112,0 3 0,0-1 1,0 7-1,0 0-210,0-2 1,0-2-1,0-7 1,0-1-537,0 1 17,0-1 1,2-7 0,3-6-215,7-8 0,2-12 0,-1-9 1,-1 0 22,1-1 0,3-3 1,1 4-1,1 0 370,-1 0 0,1-4 0,-1 5 0,1 5 438,-1 5 1,1 1 97,-1 7 1,-1 8 0,-5 11 0,-5 7 159,-4 3 1,-2 8 0,0-2 0,0 2-164,0-2 1,0 4 0,0-5 0,0-1-201,0-4 0,0-4-342,0-1 1,2-8-107,4-5 1,-2-10-1,5-9 1,1-7-157,0-8 0,1 1 0,7 1 0,-1 0 203,1 0 1,5-2 0,2-4 0,1 2 180,-1 2 0,6 7 1,-4-1-1,0 6-121,-4 5 1,-3-2 0,-5 10 468,-3 6 1,2 8 0,-9 13 0,-3 6 93,-5 4 1,-1 2 0,-6 0 0,0 0-297,1 0 1,-1 0 0,-2-2 0,4-2-756,1-2 0,5-7-404,-4 1 1,6-11 0,4-9 112,2-6 0,7-9 0,-1-9 0,1-3 952,-1 3 0,4-14 0,-7-2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21.52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192 70 11379,'-8'-10'2391,"6"1"-1722,-3 3 0,1 2-416,-2-8 0,4 7 0,-6-5-270,0 2 0,-1 2-191,-9 6 1,7 0-39,-1 0 0,2 2 1,-1 4 69,5 6 0,4 3 0,2 3 377,0-1 0,8-5 0,1-1 0,3 3 134,0 1 0,-1 5 0,7 1 0,-1 3-18,1-3 1,-3 6 0,-1 0 0,-4 2-112,-3 0 0,-1-1 0,-6 3 0,0-4-360,0-2 1,-8-2 0,-3-7-1,-7-5-406,-5-5 0,-2-6 1,-6-6-1,4-5-1394,1-5 1954,3-9 0,6-2 0,-1-8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22.47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454 138 8279,'10'0'2639,"-2"-2"-1864,-8-4 0,2 4-90,4-4 0,-4-3-292,3-3 0,-3-3 0,-4-1-301,-3 4 0,1-1 0,-8 5 0,-2 0-275,-1 0 0,-3 1 1,1 3-1,-2-2-92,-5 2 0,5 8 0,-6 4 1,1 3 54,1 9 0,0-1 0,5 8 0,3 1 144,3-1 1,-1 0-1,7 4 1,2-2 47,2 2 0,4-4 1,4 0-1,5 1 26,5-1 1,1-4 0,-1 4-1,-3 0 38,-1 1 1,-2-7 0,1 2 0,-5-3 56,-4-3 1,-2 1 0,-2-3 0,-4-1-111,-5-3 1,-7-7 0,-3 2 0,-4-6-98,-2-6 0,-2-4 0,-4-9 1,3-2-288,7-3 0,4-5 0,1 4 0,3 0-431,3 0 1,4 1 0,8 7 831,0-1 0,16 1 0,3-1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23.25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18 208 10580,'0'10'2270,"2"-2"-2026,4-8 1,4 0 0,7 0 0,1-2-132,-1-4 0,1 2 1,-1-8-1,0-1-253,1-3 0,-1-3 0,1-3 1,-3-1-98,-3 2 0,2 1 0,-9 3 217,-1-1 0,-4 3 0,-6 3-150,-5 6 1,-7 8-1,-3 8 1,-4 9 96,-2 7 1,5 3-1,-1 6 1,4 0 26,1 0 1,1 1 0,1 3 0,5 0-22,5-6 1,4 0 0,6-10 0,5-3-20,9-7 1,11-5-1,0-8 1,6-2-113,6-4 1,-4-3 0,3-11 0,-3-1-243,-2-2 1,-2-8-1,-2 1 1,-4-1-8,-1 2 1,-3-2-1,-8 6 1,-1 0 446,-2 0 0,-9 1 0,3 7 0,-4-1 0,-2 7-807,0-1 1687,0 8 0,0 4 36,0 12 0,0-2 1,0 1-413,0 3 1,0-5 0,0 3 0,0 2-261,0 1 0,0 3 0,0-1 0,0 3-164,0 3 0,-6-4 1,1 5-1,1-3-242,2 2 1,2-3 0,0 3-137,0-4 0,2-3 252,4-5 1,3-5-1,11-12 1,1-5 15,2-5 0,2-9 1,-1-2-1,3-2-164,0 0 1,4 0 0,-6-4 0,1 2-57,-1 1 1,-2 11 0,-5 0 230,-1 5 0,0 12 246,1 2 0,-8 16 1,-5 11-1,-3 2 57,-2 0 0,0 0 1,0 6-1,0 0-51,0 0 0,0-2 0,0-4 0,0-6-432,0-3 1,0-3-898,0 1 1,2-11 392,4-7 0,-2-7 0,8-13 0,1-1 703,3-2 0,1-9 0,1 5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23.70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280 36 13023,'-12'-2'8,"1"-4"0,-1 4 0,-6-4-81,1 4 1,0-3 0,-1-1 0,1 2-212,-1 2 0,7 2 1,-1 0-1,-2 0-47,-1 0 0,3 6 0,2 2 0,3 1 287,3 5 1,2-4 0,2 1 0,0 3 178,0 1 0,10 3 0,5-1 0,6 3 50,1 3 1,5-4-1,0 7 1,0-3 61,-3 0 1,-5 6 0,-4-5-1,-1-1-68,-2 2 0,-8-6 0,1 5 0,-5-5-112,-5-1 0,-7-3 0,-11-3 1,-5-6-270,1-4 0,-6-2 0,4 0 0,-2 0-365,2 0 0,4-8 0,9-4 0,3-3-1730,1-3 2297,8 1 0,-4-1 0,8 1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23.96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33 16 8494,'0'-9'4728,"0"3"-4350,0 12 0,0 5 1,0 11-1,0 3-256,0 2 0,0 2 1,-2 6-1,-1 0-69,-3 0 1,0-2 0,6-2-1,-2-4-1344,-4-2 1,4-1-156,-4-7 0,6-9 0,4-8 1446,2-10 0,8-13 0,-5-4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24.13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1 7984,'0'0'0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24.38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121 0 9077,'0'10'1866,"0"6"0,0-5-1601,0 5 1,0 3 0,0 4 0,-2 8 1,-4 8 1,2 16 0,-7 12 0,-3 9-159,-2 4 0,5-7 1,-1 1-1,1-8-589,1-8 0,0-11 0,6-8-204,-2-8 0,3-14 0,6-13-1013,3-8 1,6-5 1696,-6-9 0,7-7 0,-3-2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24.56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1 141 14625,'23'0'0,"2"0"9,2 0 1,4-6-1,8-2 1,4-2-1200,1-3 1,-3-3-1,4 1 1,-2 1 1189,-5 2 0,7-7 0,0-8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24.82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36 43 8054,'-10'-8'1940,"2"5"-704,8-9 0,0 6-583,0-6 1,-2 11-250,-4 1 0,4 7 0,-3 13 0,3 1-393,2 2 0,0 6 0,0-3 0,0-1-531,0 0 0,0-2 0,0-5 1,0-1-1716,0 1 0,0-1 362,0 1 1873,0-9 0,0-9 0,0-9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24.96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53 1 8054,'-17'0'2078,"5"0"2509,0 0-4886,9 0 0,-5 2-1686,8 3 1,2-3 1984,4 4 0,3 4 0,9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25.26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53 10676,'-10'17'1474,"5"1"1,3 1-1263,2 5 1,0 3-1,0 8 1,0 0-59,0 0 1,2 5-1,2 1 1,1-4 68,-1-6 0,6-6 0,2-7-181,3-1 1,3-7 0,-1-6 0,0-10-229,1-12 0,-1-1 1,3-10-1,1-2-227,2-2 1,1-2 0,-7-2 0,1-2-59,-1-1 0,1 1 0,-3 8 0,-1 3-229,-3 3 1,-5 2-1,4 6 1,0 1-1584,-1 4 2283,-5 5 0,4 22 0,-8 5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25.58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0 210 7935,'10'8'2207,"0"-6"-1289,-4 4 1,3-4 0,9-2-645,-1 0 1,1 0 0,-1 0 0,1-2 40,-1-4 0,0 2 0,3-7 0,-1-3-364,-1-1 1,3-9 0,-11 1 0,0 0-334,-5-3 1,3 7 0,-4-4 0,-6 5-51,-8 7 1,-5 3 0,-5 8 0,-3 0 373,-6 0 0,2 10 1,-2 5-1,0 8 410,1 5 1,3 7 0,10 5 0,3-1 44,6-2 0,4-2 1,4 0-1,6-2-616,9-4 0,16-4 1,14-9-1,3-5-2837,3-5 3056,7-4 0,-6-10 0,7-1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29.25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35 400 8070,'0'-17'-683,"0"-1"343,0 1 1,0 5-1,0 0 1,0-1 367,0-3 0,0 5 1,0-1-1,0-2 29,0-1 0,0-3 0,0 1 0,0-1 101,0 1 1,6-1 0,0 1 0,-2 0 137,-2-1 1,0 1-1,2-1 272,1 1 1,3-1 897,-2 1-1110,-4 7 0,6 4 0,-8 12-105,0 6 0,0 11 0,0 8 1,0 8 50,0 7 0,-6 5 0,-2 3 1,0 4-211,1 6 1,-5 4 0,4 0 0,0-2-145,1-2 1,1-13-1,4-1 1,-2-5-655,-2-6 0,0-16 126,6-6 0,2-13 0,4-4 0,4-9-954,0-7 1,3-3 1533,-7-5 0,8-3 0,-5-8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29.46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1 193 8122,'0'-12'545,"0"0"1,0 1 0,2-5-299,4 5 0,3-3 0,11 6 1,3-1-210,6-5 0,12 4 1,3-1-1,3-1-292,0 2 0,-7-3 0,5 7 0,0 2 254,-1 2 0,-5-6 0,4-1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0.05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333 175 8050,'-2'-17'-134,"-2"-1"715,-2 1 1,-2-1-1,4 1-321,-1-1 0,-3 3 1,4 1-1,-4 3-332,-1-3 0,3 6 1,-6 2-1,-2 4-2,-1 2 1,-8 0 0,-3 4 0,1 6 164,0 7 0,-4 15 0,6 1 0,1 7 68,3 5 0,3-4 1,5 3-1,5-1 190,4-4 1,4-4 0,4-6-1,7-6-98,9-3 1,7-11-1,10-5 1,3-8-130,3-7 0,-6-7 0,1-5 0,-3-6-250,-2-4 0,-8-8 0,-5 0 0,-9 2-218,-7 3 1,-4 1 0,-4 2 0,-6 4-34,-9 5 0,-8 7 1,-10 5-1,-2 6-126,-4 4 0,2 16 1,-3 5-1,3 9 68,6 8 0,10 1 0,1 8 1,9-2 436,7-5 0,4-1 0,2-2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0.68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158 8 10229,'0'-8'580,"0"8"0,-6 10 1,0 13-1,0 8-294,-1 8 1,-1 7 0,-6 15-1,3 8-113,-3 11 1,-2 5 0,1 3-1,1-5-249,3-7 1,5-8-1,-4-20 1,2-7-448,5-12 0,1-11 0,4-13-268,3-10 0,5-17 1,8-7 790,-1-4 0,0-10 0,1-1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1.03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26 192 8190,'-8'10'446,"6"0"0,-6-6 794,0 1 0,8 1-813,0-6 0,8 0 0,12-2 0,3-3-187,6-7 1,10-4 0,1-1 0,1-1-809,2 1 0,-4 0 0,7-1 0,1 1-1630,-2-1 2198,-3 1 0,1-9 0,2-1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1.31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139 16 8190,'0'-10'1078,"0"5"0,-2 10-832,-4 7 0,2 11 0,-6 8 0,1 8 8,-1 8 0,-2 11 1,-5 8-1,-1 6-7,1 3 1,7-7 0,2-9 0,3-7 26,-1-5 0,2-9-273,10-14 1,5-11-1,13-21 1,3-7-124,0-6 1,6-12-1,-4 0 1,2-6-17,-2 0 0,2 2 0,-7 2 0,-1 2-245,2 4 0,-11 4 0,3 7 1,-3 1-575,-5 0 900,-1 7 0,-14 12 0,-1 13 0,-1 9 150,0 3 0,-4 2 1,5 6-1,-1 0 32,0 0 0,2 0 1,6-2-1,0-2 30,0-2 0,0-8 0,0 2 0,2-5-266,4-7 0,4-3 1,7-8-1,3 0-429,3 0 0,-2-8 0,8-3 0,0-5 540,-1-1 0,5-8 0,-6-3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1.60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49 261 12603,'18'-6'115,"-1"0"0,6-8 0,3 3 0,-1-5-183,0-1 1,4-1 0,-6-1 0,-1-3-299,-3-1 0,-9 0 0,-4 5 263,-4 1 1,-12 1 0,-6 3-1,-7 3 128,-4 2 1,0 5 0,-4 10-1,2 9 194,-2 5 1,5 10-1,3-2 1,6 6 256,5 6 0,-2-4 0,9 4 0,3-5-163,6-1 1,13-2 0,14-4 0,8-7-726,7-9 0,13-7 1,7-14 411,7-9 0,7-16 0,7-12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2.60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105 367 8157,'-17'0'0,"-1"0"275,1 0 0,5 0 1777,1 0-444,-1 0-93,2 0-773,3 0 1,18-8 0,3-3-504,-1-5 0,7-3 0,5-4 0,2-7-396,4-3 0,-4-1 0,3-1 0,1 2-271,2 3 0,-6-1 0,-4 8 0,-4 4-322,-1 5 1,-6 6 0,-3 10 526,-1 4 0,-4 12 0,-10 13 1,-6 7 412,-3 9 1,-3-2 0,1 1-1,0 1-8,-1-3 0,6-1 0,3-8 0,-1-2 340,0-4-326,6-4 1,4-17 0,12-10-1,6-13 114,5-12 0,4-8 0,8-6 0,0-4-251,0 1 1,-6-5 0,-2 8-1,0 3-351,0 1 0,-5 8 0,1 3 0,-4 5-456,-1 5 1,-6 11 0,-3 1 293,-1 8 1,-2 13 0,-6 12 0,0 4 581,0 2 1,0 0 0,-2 2 0,-2 2 64,-2 1 0,-5 1 1,5-6-1,0 0 125,-2 0 0,6-8 0,-4-4 133,4-3 0,4-7-305,4-7 0,6-15 0,11-21 0,6-3-54,4-1 1,2-7 0,0-2 0,0-2-321,0-3 0,0 5 0,-2 3 0,-4 3-591,-6 2 0,2 8 205,-1 3 0,-9 15 0,-9 11 700,-4 13 1,-4 10-1,-2 10 1,-4 0 135,-1 0 1,-1 0-1,-4 0 1,3 2-35,-3 4 0,6-10 1,1 3-1,1-2-448,0-5 0,0-2 1,6-8-20,0 1 0,10-8 0,5-7 0,9-6 279,3-9 0,2-11 0,6-5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3.03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348 175 8187,'0'-12'-378,"0"1"0,0-3-152,0-1 1,-2-3 0,-2 1 1562,-2-1 0,1 6 0,3 1-125,-4-3 0,-4 1 0,-7 1-1015,-1 6 0,-1 4 1,-3 2-1,-1 2 104,2 4 1,-4 6-1,-1 9 1,1 4-24,0 2 0,2 3 0,7 4 1,3 3 199,1 4 1,6-6 0,-4 2 0,3-8 35,3-4 1,8 0-1,3-5 1,3-3-108,4-7 0,9-6 1,6-4-1,2-2-32,-2-4 1,2-6-1,-6-9 1,1-4-228,-1-2 0,0 3 0,-5-5 0,-1 0-154,-4 2 0,-3 0 1,0 6 283,-6-3 15,-4 1 1,-10 21 0,-4 8-1,-3 9-49,-3 9 0,7 1 1,1 6-1,2-2-22,4 2 1,2 0-1,2-2 1,0-5-354,0-5 0,10-2 0,5-1 1,9-4-169,3-7 1,2-3-1,6-4 603,0-3 0,0-13 0,0-9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3.50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292 210 8293,'0'-17'425,"0"-1"0,0 1 0,0-1 147,0 1 1,0 0 0,-2 1 0,-2 2-261,-2 3 0,1-1 1,3-3-379,-4 3 1,2-2 0,-8 9 0,-1 1-24,-3 2 1,-1 2 0,-1 2 0,1 3-86,-1 7 0,-1 4 1,-2 3-1,-1 2-71,7 3 0,-3 1 1,9-4-1,-1 3 189,4-3 1,4-2 0,2-1 53,0-1 1,8-7 0,3-4 0,5-4-71,1-2 0,7 0 0,1 0 0,0-2-129,0-4 0,1 2 0,-3-6 30,6 3 1,-10-1 0,-1 4 470,-3-2 1,-7 10 0,-2 12-1,-4 7 125,-2 4 1,0 10-1,0 11 1,-2 9 46,-4 7 0,-2 4 1,-5-1-1,3-2-234,2-7 0,-3-12 0,3-7 1,-2-8-259,-3-8 0,3-11 0,-2-6 0,-1-6-447,-3-6 0,-1-4 0,-3-9 0,-1-2-301,-2-3 1,-3 1-1,7 6 1,0-1-266,3 1 0,8-1 0,-1 1 1033,1-1 0,10 1 0,8-1 0,7 1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3.95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71 26 8153,'-12'0'1379,"0"0"0,6 0-316,-5 0-854,7 0 1,-4 2 96,8 4 0,0 9 0,0 9 0,-2-1-163,-4 2 0,4-4 0,-3 7 0,3-1-77,2 0 0,0-6 0,0 3 0,0-5-123,0-2 1,0-5 0,2-2 0,3-2-99,7-5 1,4-8-1,1-7 1,1-4-120,-1-1 1,0-6 0,3-3 0,1-1-48,3-4 1,1 4 0,-4 0 0,2 0-51,-1 0 1,-9 5 0,-1-1 179,2 4 0,-7 11 505,-1 8 1,-4 10 0,-4 13 0,-2 6-59,-2 4 0,1 2 0,3 0 1,-2-2-96,-2-4 0,0 2 0,6-8 0,0-1-397,0-3 0,0-2 0,2-1-401,4-4 0,4-5 0,7-9 1,1-3-2010,-1-7 2646,-7-11 0,5 3 0,-5-5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4.20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9 9364,'10'-8'3365,"-4"8"-3101,-4 9 1,-2 7 0,0 3 0,-2 3-414,-4 1 0,4 8 1,-4-4-1,4 0-115,2-3 0,0-3 0,0 0-3398,0 3 3662,0-9 0,8-15 0,2-10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4.33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36 0 8145,'-8'10'7839,"0"0"-6644,-3-5-4854,3-3 3659,8 6 0,0 0 0,0 2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4.93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157 78 8124,'0'-17'285,"6"-1"1895,0 1-1712,0-1 0,-6 10 1,0 8-167,0 10 0,-6 13 0,0 7 0,0 5 117,-1 5 0,-1 5 0,-6 7 0,3 3-243,-3 3 1,-1 6-1,-1 10 1,2 1-153,3-1 1,1-2 0,-3-4 0,3-4-1231,2-6 0,2-19 264,6-10 0,6-23 0,2-14 0,2-11-1280,3-11 2222,3-3 0,1-1 0,1-1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5.10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0 192 9886,'18'0'1139,"-1"-2"1,1-3-1211,-1-7 1,10 0-1,6-3 1,8-5-773,4 1 1,-1-6 842,3 1 0,-4-7 0,-8 4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5.47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141 53 8096,'0'-18'197,"0"6"1,-2 3 1102,-4 1 1,2 2-1119,-8 6 1,7 2 0,-5 6 0,0 7-42,0 7 0,-1 9 0,-5-2 0,3 6 82,1 6 1,2-7 0,-1 5-1,5-6-78,4-2 1,2 4 0,0-11-1,4-3 65,7-2 0,3-9 0,15-4 0,2-4-179,2-2 1,6-10 0,0-6-1,-4-5-99,-2 0 1,2-6 0,-12-2 0,-2-4-272,-1-2 1,-5 0 0,-3 2-1,-6 2-810,-4 2 1,-2 7 676,0-1 1,-8 11 0,-4 8 0,-1 8-82,1 8 1,-2 9-1,9 4 1,1 1 552,2-1 0,2 0 0,0-3 0,0 1 0,7 0 0,3-5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5.98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280 610 14342,'0'-18'36,"0"1"0,0-1 0,-2 1 0,-2-1 55,-2 1 1,-7-1 0,1 3 0,-4 1-485,-1 3 0,-1 7 0,1-2 1,-2 4-100,-5 2 1,3 8 0,-6 3-1,2 7 309,3 5 1,9 4 0,3 6 0,2-2 247,4-1 1,2-9 0,2 2 0,2-3-16,4-3 0,6-7 1,11-4-1,4-5 54,0-1 0,6-7 1,-4-7-1,3-5-185,-3-5 1,2-7 0,-6 2 0,0-4-60,0-2 1,4-5-1,-5-3 1,-3 0 25,-2 1 1,5-1 0,-1 4 0,-2-2 127,-1 2 0,-5 5 0,-1 3 1,-2 3 48,1 3 1,-3 2 0,0 5 417,-3 1-275,-1 7 0,-8 4 0,-4 12-87,-5 6 0,-5 11 0,-1 6 1,-1 4 110,1 2 1,-6 8 0,-3 3 0,1 7-23,0 5 0,2-4 0,5 7 1,3-1-83,3 4 1,-2-4 0,9-2 0,3-7-346,5-11 1,9-3 0,11-19-1,7-9-1293,3-5 1,1-14 1511,1-7 0,8-8 0,2-10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6.35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53 263 8628,'0'-18'5221,"2"7"-4856,4-1 1,4 8 0,7-2-156,0 4 1,7 2 0,-1 0 0,-2 0-310,-1 0 1,-3-6-1,3-1 1,-1-3-166,-1-4 1,3-1 0,-9-3 0,1 1-297,-1-1 0,-5 1 0,-7 0 0,0-1 202,0 1 0,-9 5 0,-7 2 1,-7 2 419,-4 5 0,0 1 1,-4 6-1,1 5 344,-1 9 1,0 5 0,2 0 0,6 6-20,4 4 0,3 2 0,4 0 0,7-2-61,3-4 1,9 2 0,7-7 0,9-5-578,12-5 1,14-1-1,11-7 251,2-2 0,2-10 0,6-4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7.28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176 156 8053,'-6'-12'0,"0"0"-228,2-1 0,-4 3 0,1-2 439,-3-1 1,6-3 0,-4 1 493,0 3 0,6-4 1313,-3 5-1678,3 3 1,2 2-1,0 12-130,0 6 1,-2 11 0,-2 6 0,-2 6 165,2 6 1,0 9 0,-2 12-1,-3 4-188,-1 6 1,0 2 0,5-4 0,-5-2-85,0-4 1,0 0 0,7-12 0,-3-9-852,2-10 427,2-8 1,4-23-1,4-8 1,3-9 95,1-9 0,6 3 1,-5-6-1,3 0-64,-3-1 1,5 7-1,-4-4 1,1 2 17,-1-1 1,3 1 0,-3 6 0,4-1 135,1 1 0,6-1 1,1 3-1,-1 1 5,2 2 1,0 9-1,6-3 1,-3 6 113,-3 6 0,-2 5 0,-5 12 0,-3 7 256,-3 3 1,-5 3 0,-8 3 0,-5 2-161,-6-2 1,-11-2 0,-6-2-1,-4 0-19,-2-1 0,-6-6 0,0-5 0,2-6-390,3-5 0,3-4 1,2-8-232,1 0 1,17-2-1,1-4 1,8-8-721,4-7 1279,8 2 0,10-14 0,9 6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7.65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36 121 8285,'9'-8'3785,"-3"-3"-3248,-4 3 1,-4 0-557,-4 8 0,4 10 0,-5 5 0,1 9 112,0 3 1,-6 2-1,7 6 1,1-2 87,2-4 0,2 4 1,0-4-1,0 2-33,0-2 0,7-5 0,7-11 0,5-3-22,5-2 1,7-5 0,-2-8 0,4-9-306,2-7 0,-6-6 0,-2-10 0,-2-2-156,-3-2 0,-3-2 0,-3 5 0,-5-3-106,-5 2 0,-4 4 0,-2 6 0,-2 6-6,-4 3 1,2 11 0,-7 3 0,-1 6-151,2 6 1,-3 11 0,5 12-1,0 4 597,0 2 0,3 6 0,5 0 0,0-3 0,15-1 0,5-2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7.93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193 17 8677,'0'-10'2283,"-6"4"1,-2 12-2270,-2 5 1,4 13-1,-5 5 1,-1 6 26,3 6 0,-7 11 0,4 12 1,-3 8 8,-3 9 1,1-5-1,-1 7 1,3-7-626,3-8 1,4-18-1,8-5-132,0-12 1,2-17-1,4-16 1,4-12-1508,0-9 2214,5-7 0,-13-14 0,6-3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8.07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25 88 9161,'-17'0'2151,"9"0"0,8 0 0,12 0-1859,9 0 0,12 0 0,10-2 0,1-4-3582,5-5 3290,9-5 0,4-9 0,8-2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8.85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71 51 8199,'0'-18'2930,"0"7"-1722,0-1-1024,0 8 0,0-2 0,0 12 0,0 8 189,0 7 1,0 1 0,-2 7 0,-4 4-153,-6 5 0,3 1 0,-1 6 0,2-2-261,4-5 0,-3 1 1,1-2-1,2-2-146,2-8 0,4-2 269,4-7 0,3-5 0,9-16 0,-1-7-16,1-8 1,-1-11 0,1-2 0,-1-6-199,1-3 1,-1-1 0,1 6 0,-1 0-322,0 0 0,-5 8 1,0 2 41,1-1 0,1 7 0,0-2 80,-3 7 0,-7 8 1,2 12-1,-4 8 310,-2 7 1,0 6-1,0 8 1,0 0 252,0 0 0,0 0 0,0 0 1,0 0-292,0 0 1,0-6-1,0-2 1,0-2-375,0-3 1,2-5-1,4-5 1,5-6-502,5-5 1,1-1 0,1-3 932,-1-9 0,8 0 0,3-13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9.27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228 115 8332,'0'-12'286,"0"1"-286,0-3 0,0 5 946,0-3 1,0 6 0,-2-4-981,-4 3 0,-3 1 0,-9 6-146,1 0 1,-1 2 0,1 4-1,-1 7 321,1 8 0,-1 1 0,1 7 1,-1 2-19,1 2 0,1 2 0,5 0 0,5-2 79,4-4 1,2 2-1,2-8 1,4-1-50,5-3 1,11-9-1,3-4 1,2-6-106,4-6 1,-4-4 0,1-7 0,-3-3-195,-4-3 1,-2-4 0,-1-8 0,-3 0-72,-3 0 1,2 0-1,-8 2 1,-3 2-44,-1 2 0,-9 7 1,-5-1-1,-6 6-52,-5 5 0,4-1 0,-4 9 0,1 4-98,-1 4 1,3 15 0,-3 0-1,6 7-29,5 5 1,-2 7 0,9 3 0,1-2 438,2-2 0,10-10 0,1 6 0,9-6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9.56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158 51 8275,'0'-17'0,"0"5"3412,0 0-3227,0 9 1,0-3 0,-2 13-99,-4 11 0,2 3 0,-5 12 0,-1 6 66,0 4 0,-1 11 0,-7 10 0,1 6-256,-1 6 0,3-3 0,1 5 0,5-6-312,1-10 0,2-8 0,6-9 1,0-10-487,0-10 0,2-13 0,2-8 377,2-8 1,5-8-1,-5-9 1,-4-3 523,-6 3 0,-6-6 0,-7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39.71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0 192 8275,'0'-17'2396,"0"-1"0,0 7-1781,0-1 1,8 6-1,4-4 1,3 3-372,3 3 0,7-4 0,6 2 0,6 0-623,4-1 1,13 3 0,0-8 0,6-2 378,6-1 0,2-3 0,2 1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40.33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263 103 8132,'0'-17'-11,"0"5"612,0 0 0,0 1 266,0-7 0,0 7 733,0-1-1477,0 8 1,-2-2-1,-2 12 1,-4 8 47,-1 7 0,-3 8 0,-5 12 0,-3 7-61,-3 9 0,2 11 0,-7 9 0,3 3-238,4 3 1,-3 3 0,5-3 0,6-5-102,3-9 0,4-20 1,6-8-401,0-14 0,2-16 0,2-7 0,4-8 69,1-7 0,3-5 1,3-3-1,-3-2 560,-6-3 0,4-7 0,-1 4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40.53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1 210 11055,'8'-9'0,"5"3"320,9 4 1,7-4-1,11-2 1,9-1-455,7-5 1,6 4-1,8-1 1,0-3-584,0-2 0,-8 1 0,-6 1 0,-7 3-573,-8-3 1290,-5-1 0,-8-3 0,-3 1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40.96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173 1 11426,'-2'17'0,"-2"3"148,-1 3 0,-9 12 0,2 13 1,-3 9-79,-3 7 1,1 5 0,0 5 0,-1 2-9,1-2 1,5-5-1,2-6 1,2-13-67,5-13 1,3-12-55,5-13 0,5-6 1,8-12-1,-1-6-17,1-3 1,-1-3-1,0 1 1,-1-1-24,-4 1 1,3-1-1,-3-1 1,1-3-30,-1-1 1,4 0-1,-7 5 1,3 1-21,0 0 0,-1-1 0,7 1 39,-1-1 1,-5 3 0,-3 1 36,-1 2 71,-2 8 1,-8 6 0,-4 14 0,-3 7 43,-1 4 0,-4 1 0,7 3 1,-1-2-10,0 2 1,2 0-1,6 0 1,0-4-322,0-2 1,2-1-1,4-9 1,6-3-267,3-6 0,8-5 0,1-1 1,-3-1 551,-2-5 0,7-12 0,1-9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41.28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18 245 12437,'12'0'337,"-1"0"0,3 0-302,2 0 0,1 0 0,1-2 0,-1-3-230,0-7 0,1 2 0,1-1 0,1-5-312,-3-5 0,5 1 1,-13-3-1,1 4 167,-4 1 0,-4-5 1,-4 2-1,-4 3 261,-6 5 1,-9 9 0,-4-2-1,-1 4 276,1 2 0,-4 10 0,6 7 0,2 10 95,1 6 0,3 2 0,1 0 1,4 0-97,7 0 1,3 2 0,6 2 0,5-1-463,9-5 1,11-5 0,0-11 0,6-1-1360,6-5 1625,-4-3 0,13-8 0,-5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41.98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123 71 9928,'-12'-8'1709,"3"8"-1448,1 9 1,-4 7-1,5 3 1,-1 7 43,0 9 0,-4 1 0,5 11 0,-1 2-165,0 1 1,-3-3-1,5-3 1,2-1 66,2-4 1,2-10-369,0-6 192,0-11 0,0-12 0,0-14 0,2-5-252,4-5 1,-4-1 0,3 4 0,-3-4-166,-2-3 1,2 7 0,2-4 0,2 2 53,-2-1 1,-2 1 0,0 4 0,2-3 80,1-1 0,9 0 1,-2 3-1,3-1 132,3-2 0,-1-1 0,3 7 0,1-1-124,2 1 1,6 5 0,-4 3 0,3-1-96,3 0 0,2 6 0,0-1 1,-4 1 337,-6-2 0,4-4 0,0-7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42.50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297 193 8132,'2'-18'587,"4"1"0,-4 5 0,4 0-86,-4-1 0,0 3-152,3-2 0,-3 1-298,4-7 0,-4 1 1,-4 1-289,-4 5 1,-1 1 0,-7 6 0,2-2-68,-1 2 1,-5 2-1,-3 2 1,-2 0 123,1 0 0,1 8 0,0 6 0,-3 5 144,3 5 1,2 7 0,1-2 0,1 6 158,-1 5 1,3-3-1,3 4 1,6-4 103,4-2 0,2-8 0,2-4 0,4-3 1,6-3 0,5-7 0,4-4 0,5-4-96,1-2 1,-6-8-1,4-6 1,-1-5-120,-1-4 1,0-3-1,-5 3 1,-1-4-200,1 0 0,-1-4 0,-1 5 0,-3 1 13,-1 0 1,-6 2-1,3 5-24,-1 1 153,-2-1 1,-12 16 0,-2 8 0,-1 10 57,-5 7 1,4-2-1,1 8 1,1 2-132,4 2 1,-4-3 0,2-1 0,3 0-27,1-2 0,4-2 0,3-7 1,7-3-386,4-3 0,7-4 0,2-8 0,2 0 528,4 0 0,2-8 0,2-2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42.93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35 1 9951,'-7'17'331,"5"0"1,-6 1 0,2-1-125,0 1 1,0 7 0,6 4-1,0 4-13,0 2 1,0 0 0,0 0 0,2-2-85,4-4 0,-2 0 0,8-9 0,-1-5-78,-1 1 1,5-9 0,-3-1 0,4-4-160,1-2 0,-1-8 1,-3-5-1,-1-7-283,1-3 0,3-2 0,1 2 0,1-5-8,-1 1 0,-5 0 0,0 6 0,-1-3 112,-1 3 1,0 2 0,-6 1 445,1 1 142,1 7 0,-14 10 1,-3 12-1,-3 5-9,3 6 0,-5-1 1,6 7-1,1 2-237,3 2 0,4 2 1,2 0-1,0-2-102,0-4 0,8 2 0,5-10 1,9-3-322,7-5 0,-2-9 0,2 2 0,2-4 387,2-2 0,2-16 0,0-3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1:04:43.80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559 105 8078,'10'-17'338,"-1"-1"0,-5 1 676,2-1 1,0 7-564,-6-1 1,-2 8-367,-4-2 0,-4 4 1,-7 2-1,0 0-117,-1 0 1,1 2 0,-3 4 0,-1 6-143,-2 3 0,-8 5 0,3 1 0,-1 4 80,0 2 1,0 3 0,-4 3 0,4-2 112,6-2 1,5-2 0,5 2-1,3-4 83,2 0 1,4-7 0,10-1 0,6-7-6,3-2 1,10-6 0,7 4 0,4-4-58,5-2 0,-6-2 1,-8-2-1,0-2 25,1 2 1,-7 2 0,2 2 38,-3 0 1,-5 8-1,-1 3 1,-5 5 68,-1 1 0,-4 1 0,-10 1 0,-3 3-42,-1 1 0,-11 6 1,3-4-1,-3 1-113,-5-1 1,1 0 0,-6-4 0,2 3-99,-2-3 0,-2-4 0,-2-5 0,0-4-86,0 0 0,0-6 0,2 3 0,4-5-209,6-5 0,4 1 1,1-6-92,1 2 1,7 0-9,4 3 1,4 1 320,2-8 1,8 6 0,4-5 0,5-1 267,6 2 1,-1-5 0,5 3-1,0-3-18,0-3 1,2 1 0,6-1 0,0 1 159,0-1 1,0 1 0,0-1 0,0 3-27,0 3 0,0-3 0,0 3 0,0-4-161,-1-1 1,1 5 0,-2 3-1,-2 1-41,-1 4 0,-7-4 0,6 0 0,0 1-13,-2-1 1,-2 0-1,-7 4 1,-1-3 3,1-3 1,-1 4 0,1-6 0,-1 1-37,1 1 0,-3-5 1,-1 3-1,-4-4-26,-3-1 0,5 5 1,-6 1-1,0-3-59,1-1 0,-5-3 69,4 1 0,-4-1-10,-2 1 1,-8 7 0,-3 4 0,-5 2-18,-1-2 1,-1 4-1,1-3 1,-1 5 14,1 5 1,-3 3 0,-1 6 0,-2-3 91,1 3 1,9 2 0,1 3 315,-1 4 1,5-9 0,2 3-1,4-1 38,2-1 1,2 3 0,4-1 0,7 1-63,9-1 0,5-1 1,10-5-1,4-3-97,5 0 0,10-6 0,5 2 1,3-8-537,7-8 1,1-3 0,8-5 0,-3-3 292,-3-6 0,6-4 0,-1-2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2:43.36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123 385 6160,'0'10'949,"0"-3"518,0-7 0,0 8-1395,0 4 0,0-3 0,0 3 0,0 2 6,0 1 1,0 3 0,0 1-1,0 2 9,0 3 1,-2 7 0,-2 0 0,-2 6 10,2 3 0,2 7 1,0-4-1,-1 3-39,-3 9 1,0-3 0,4 6 0,-2-1-75,-2 1 1,0-4 0,6 6 0,0-2-35,0 1 1,0-7-1,0-5 1,0 1 44,0 3 0,2 7 0,2 0 1,2 0-1,-2 2 1,-2-5-1,-2 5 1,0-4 202,0-3 1,-2 1-1,-2-13 1,-4-3 40,-1-1 0,5 2 0,-2-2 0,2-4-139,-2 0 1,4 0 0,-4 2-1,4 0-77,2 0 1,0 7-1,0 5 1,2 5-42,4 7 0,-4 3 0,4 9 1,-4 3-49,-2 2 1,0 2 0,0-5 0,0 1 99,0-6 1,-6-8 0,0-11 0,0-5 97,-1-1 1,5 3 0,-6-5 0,2-2 142,0-2 0,1 6 0,5 3 1,0 3-73,0-3 0,1 7 1,3-3-1,4 8-147,2 4 1,-6 8-1,3 6 1,-1-2-139,0-3 1,2-1 0,-4 0 0,2-2-7,-3-4 0,-1-6 1,-2-9-1,0-5 155,0-1 0,0 6 0,0-3 0,0 3 116,0-3 1,-5 11 0,-3-3 0,0 4-61,0 2 0,-3 0 1,3-1-1,0 7-59,0 7 1,3 5 0,5 5-1,0 1-93,0 5 0,1 0 0,3 10 0,4-2-85,2-5 1,-4 1 0,3-14 0,-1 1 79,-4-4 1,-2 1 0,-2-3 0,0-4 87,0-4 1,-6-2 0,0 8 0,0 3-69,-1 7 1,5 1 0,-4 3 0,4-1-43,2 4 1,0 8 0,0-2-1,0 0-13,0 0 0,3-44 0,2-1 0,0 1 1,1-1-1,1 3 0,0 1-75,-1 1 1,0 1 0,1-4 0,1 0 0,2 45 0,0-1 56,-5-5 0,3-4 0,-2-5 1,-2-7 200,-2-3 0,-2-2 0,0 0 0,0 0 40,0-1 1,0 1 0,0 0 0,0 0-139,0 0 1,2 6 0,2-1-1,3-1-1,3-2 0,-4-8 0,6 0 0,-1 0-128,-1-2 1,5-4 0,-5-9 0,2-5 27,-1-1 1,-5-2 0,4-8 0,-2-4 140,-4-6 0,-2 2 0,-2 1 0,-2 1-1,-4 4 0,2-2 1,-6 4-1,0 4-28,1 0 1,3 5 0,-4 1 0,1 0-21,-1-1 0,4 5 0,-4-4 0,3 1-18,3 5 0,2-5 0,2 1 1,0 0 3,0-1 1,0-5-1,0 2 1,0-6 2,0-6 0,0-4 0,0-7-36,0-1 1,2-7 0,2-2-49,1-1 0,1 3 1,-6 7-1,0 1-68,0-1 0,6 3 0,0 3 0,-2 4 60,-2 0 0,-2 4 0,0-5 1,0-1-393,0 0-301,0-2 1,0-17 0,0-12 787,0-15 0,-16-18 0,-3-5 0</inkml:trace>
  <inkml:trace contextRef="#ctx0" brushRef="#br0" timeOffset="2492">455 333 5986,'-18'0'1880,"8"0"-1602,3 0 39,7 0 1,13 0 0,7 0-157,5 0 1,-2 0-1,6 0 1,4 0-56,6 0 1,0 0-1,9 0 1,7 0-36,7 0 0,0 0 0,4 0 0,4 0-61,4 0 1,9 0-1,-2 0 1,5 0-113,1 0 0,0 0 0,1 0 1,1 0 70,4 0 0,-2 0 0,8 0 1,-48 0-1,-1 0 33,1 0 1,1 0 0,4-3 0,1 0 0,0-1 0,0 0 0,1 0 0,-1 0 21,-2 0 1,0 0-1,1 0 1,1 1-1,-1 1 1,0 0 0,2-1-1,1 0-41,3 1 0,0 0 1,-6 1-1,-1 0 0,2 1 1,0 0-1,-1 0 0,1 0 16,-1 0 0,0 0 0,0 0 0,1 0 0,2 0 1,0 0-1,1 0 0,0 0-13,0 0 0,-1 0 1,0 0-1,0 0 1,3 0-1,0 0 1,2 1-1,0 0-49,3 2 0,0 0 0,-2-2 0,0 0 0,0 2 0,0 0 0,0-2 0,0 0 17,2-1 1,0 0 0,0 0-1,0 0 1,1 0 0,0 0 0,0 0-1,0 0 51,-3 0 0,0 0 0,2 0 0,0 0 0,-1 0 0,0 0 0,1 0 1,1 0 10,3 0 1,-2 0 0,-5 0-1,0 0 1,3-1 0,0 0 0,-3-1-1,0 0 59,0-1 1,0 0-1,-1 0 1,0 0-1,3 3 1,0 0-1,0 0 1,-2 0-19,0 0 1,-2 0 0,1 0 0,-1 0 0,-1 0 0,0 0 0,2 0 0,0 0-126,4 0 1,0 0-1,-7 0 1,0 0-248,4 0 0,0 0 0,-3 0 0,-1 0 252,0 0 1,2 0 0,3 0 0,0 0 0,0 0 0,0 0 0,-1 0-1,0 0 7,-2 0 1,-2 0 0,-3-1-1,-1 0 1,2-1 0,0 0 0,1-1-1,1 0 13,0 2 0,0-1 0,-3-2 1,0 0-1,-1 1 0,-1 0 0,-1 0 1,-1 0 69,-1-1 0,0 0 0,2 3 0,-1 1 0,1-3 0,-1 0 1,0 1-1,-1 0 123,45-4 0,0 4 0,-2-4 0,2 4-163,-46 2 1,-1 0 0,39-2 0,-2-2-1,-1-1-21,-1 1 0,8-4 0,0 0 0,-1 0 5,-3 1 1,0-5 0,2 4 0,4-1 146,2-5 0,-5 4 0,1-1 0,-4-1 70,-2 2 0,3-3 0,1 5 0,0 0-13,-6 0 0,3 3 0,-7 3 1,7-2-99,5-2 0,-4 0 1,4 6-1,-2-2-42,2-4 1,4 4 0,-45 0 0,-1-1 0,0 1 0,-1 2-34,49 0 1,-6 0 0,6 0-1,-48 0 1,-1 0-3,2 0 0,-1 0 0,46 0-138,-4 0 1,-4 0 157,-1 0 1,1 0 0,0 0-1,1 0 13,-5 0 1,-7 0 0,1 0 0,-1 0 179,-5 0 1,-8 0 0,-7 0 0,-4 0-225,-2 0 1,-1 0 0,-3 0 0,-5 0-202,-6 0 1,2 0 0,-10 0 0,2 0-194,-2 0 0,-4 0 405,-7 0 0,-1 7 0,1 3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2:47.29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15352 51 6455,'0'-11'2320,"0"-1"-2371,0 8 0,0-6 114,0 5-14,0 3 0,0-4 1,-2 10-1,-2 3 23,-2 3 1,1-4 0,5 6 0,0 1 146,0 3 0,-2 3 0,-2 2 0,-2 5 15,2 1 0,2 2 0,0 6 1,-2 2 112,-2 4 0,-1 5 0,3 12 0,-2 4-33,2 1 1,-4 6 0,3-1 0,1 8 3,2 4 1,2 5-1,2 4 1,2-3-130,1-1 0,9 0 1,-2 3-1,1-3 46,-1-3 0,1 1 0,-5-7 0,0-3-31,0-1 0,-3-2 0,-5 0 1,0 0 6,0 0 1,0-1-1,0 3 1,0 4-210,0 5 1,0-1 0,0 1 0,0 3-7,0 1 1,-5 8 0,-3 1 0,0-3-299,0-2 1,1 4 0,3 0 0,-2-3 393,2-7 0,2-5 0,2-8 0,0-1 28,0 1 0,0 0 0,2-2 0,2-2-56,2-2 1,1 0 0,-3 8-1,2 2-121,-2 1 0,-2 1 0,-2-4 0,0 5 74,0 11 0,0 7 0,-1-43 0,0 1 0,-1-1 1,0 0-23,0 1 0,-2-1 0,-1 1 0,-1 1 1,2 0-1,0 1 0,0-1 0,0 0 37,0-2 1,0-1 0,-1 46 0,5-12 0,0-1 18,0-3 1,0-7 0,0 2 0,0-4-28,0-3 0,2 1 1,1 0-1,5-2 25,2-4 0,-6 4 0,4-4 0,-3 6 25,1 6 1,6 5 0,-4 10 0,-1 4-53,1 2 1,4 2 0,-9-46 0,0 1 0,-1 0 0,-1-1-38,1-1 1,-2 1 0,1 0-1,-2 0 1,1 40 0,0-3 1,0-7 0,0 1 0,-2-11 0,-1-3 49,-3-4 1,-2-8-1,4 6 1,-2 0-47,2-1 1,2 3 0,2-6-1,0 2 18,0 4 0,0 2 1,0 2-1,2-1 10,4 1 1,-4 8-1,4 5 1,-4 5-66,-2-1 1,0 4-1,0-9 1,0 1-84,0-1 1,0 1 0,0-9-1,0-6 59,0-8 1,0 0-1,0 0 1,2 0 48,4 0 1,3 5-1,7-5 1,-2 0 13,-3 0 1,-1 10 0,1-4 0,-3 0-19,0 2 1,-6 0 0,4 1 0,-4-1-60,-2-4 0,2-5 0,2-11 1,1-3-15,-1-3 1,4-1-1,-2-6 1,0-2 10,1-4 1,-5-2 0,4-5-595,-4 1 20,-2 0 0,-2-15 0,-2-8-57,-2-10 1,-13-19 0,0-8 718,-7-5 0,-3-13 0,-6-7 0</inkml:trace>
  <inkml:trace contextRef="#ctx0" brushRef="#br0" timeOffset="1600">1 11473 8495,'12'10'603,"-1"-5"-454,3-3 0,9-2 1,6 0-1,4 0 85,2 0 0,14 0 0,5-2 1,6-1-105,6-3 0,8-6 0,2 4 1,-3 1-110,-1-1 0,-2 0 0,2 4 0,1-2-10,3 2 0,0 3 1,-4 1-1,1 0-108,3 0 1,13 0 0,-1-2-1,1-2 51,0-2 1,0-2 0,6 4 0,-44 1 0,-1 0 10,2 2 1,-1-1 0,3-2 0,-1 0 0,42-2 0,0 0 60,0-2 1,-44 7 0,-1 0 0,47-4 0,2 3 67,0 2 0,-6 0 0,6 0 0,0 0-68,-2 0 0,-46 0 0,-1 0 0,45 2 0,2 3-47,-47 1 0,1 0 0,0-1 1,1 0-1,-1 0 0,1-1 0,47 6-9,-6 0 0,4 0 0,-47-4 0,1-1 0,2-1 0,0-2 6,3-1 1,-1 0 0,1-1 0,-1 0-1,-2 0 1,0 0 0,2 0 0,-1 0 59,1 0 1,1 0 0,5 0-1,2 0 1,-2 0 0,0 0-1,1-1 1,0 0 39,0-2 0,1 0 0,0 2 0,2 0 0,0-2 0,0 0 0,0 2 0,0 1 16,0 0 0,0 0 0,-1-3 0,0 0 0,-2 0 0,0 0 0,1 1 0,0 0-36,1 1 1,0 0-1,6 2 1,0 0 0,-3 1-1,0 0 1,-1 1 0,0 2-82,0 0 1,0-1-1,-3-1 1,0 0-1,4 2 1,2 0 0,0-1-1,1 0-110,2-2 1,0-1-1,0 3 1,-1 0-1,-2-1 1,-2 0-1,0-1 1,0 0 129,1-1 1,0 0 0,4-1 0,0 0 0,0 0 0,1 0-1,-2 0 1,0 0 48,-3 0 0,0 0 0,1 0 0,1 0 1,0 0-1,0 0 0,3 0 0,0 0 27,-1 0 1,-1 0-1,0 0 1,-2 0-1,-5 0 1,0 0-1,3 0 1,0 0-8,1 0 1,2 0-1,1 0 1,1 0-1,-2 0 1,0 0-1,-3 0 1,0 0-115,-1 0 1,0 0 0,0 2 0,0 2 0,4-1 0,1 0-1,1-1 1,0-1-18,1 1 1,0-2-1,-2 0 1,-1 0 0,-1 0-1,0 0 1,2 0-1,0-2-30,0 0 0,-1-1 1,0 2-1,0 0 1,-3-2-1,0 0 1,-2 1-1,0 0 127,0-1 0,0 0 0,-3 2 0,0 0 1,3-2-1,0 0 0,-2 2 0,0 0 55,-2 1 1,1 0-1,1 0 1,0 0-1,-5 0 1,0 0-1,2 0 1,0 0-83,1 0 0,1 0 1,-2 1-1,0 0 0,-2 1 1,0 0-1,-2 1 0,-1 0-17,-2-1 1,1 0 0,1-1 0,0 0 0,2-1 0,-1 0 0,-1 1 0,0 0-33,-1 2 0,-1 0 1,1-2-1,-1 0 0,42 4 1,2-3 59,-47-2 0,1 0 1,-1 0-1,1 0 0,-1 0 1,1 0-1,46 0 53,-2 0 0,-2-5 0,-4-1 0,2 2-2,3 2 1,-3 0-1,-10-2 1,-5-2 28,-4 2 0,-10 2 0,-6 2 1,-9 0-51,-12 0 0,-2 0 1,-10 0-5,-2 0-140,-9 0-62,-4 0-902,-8 0 0,-16 0 0,-5 0 1064,-4 0 0,-8 0 0,5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3:54:28.172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1 140 12499 281841 43422,'19'-10'2992'0'0,"5"4"-3064"0"0,5 4 1 0 0,4 2-1 0 0,4 0 1 0 0,3 0 73 0 0,7 0 0 0 0,13 0 1 0 0,8 0-1 0 0,6 2 34 0 0,-1 4 1 0 0,7-4 0 0 0,3 4 0 0 0,9-4-18 0 0,7-2 1 0 0,-48 0 0 0 0,0 0 0 0 0,3 0 0 0 0,-1 0 0 0 0,1 0 0 0 0,1 0 32 0 0,0 0 1 0 0,0 0 0 0 0,5 0 0 0 0,1 0 0 0 0,-2-1 0 0 0,0 0 0 0 0,2-1-1 0 0,0 0-53 0 0,-1-1 0 0 0,1 0 0 0 0,1 0 1 0 0,0 0-1 0 0,2 2 0 0 0,0 1 1 0 0,1-2-1 0 0,0 0-2 0 0,3-1 1 0 0,0 0 0 0 0,-2-1 0 0 0,2 0 0 0 0,4 2 0 0 0,1 0 0 0 0,-2-1 0 0 0,0 0-1-4660 0,-2 1 1 4660 0,2 1 0 0 0,3-1 0 0 0,1 0 0 0 0,2 0 0 0 0,1 0 0 0 0,3-1 0 0 0,-1 0 10-4661 0,1 1 0 4661 0,-1 0 0 0 0,1 0 0 0 0,-1 0 1 0 0,2 0-1 0 0,-1 0 0 0 0,5-1 0 0 0,1 0 17 0 0,5 1 1 0 0,0 1 0 0 0,-4-1 0 0 0,-1 2 0 0 0,5 0 0 0 0,0 0 0 0 0,0 0 0 0 0,-1 0-50 0 0,0 0 0 0 0,0 0 0 0 0,3 0 0 0 0,0 0 0 0 0,4 0 1 0 0,0 0-1 0 0,1 0 0 0 0,-2 2-34 0 0,-1 0 1 0 0,-1 1 0 0 0,2-2 0 0 0,0 0 0 0 0,-2 2 0 0 0,0 0 0 0 0,4-1-1 0 0,2-2 18 0 0,-32 0 0 0 0,1 0 1 0 0,-2 0-1 0 0,29 0 0 0 0,-2 0 1 0 0,5 0-1 0 0,0 0 1 0 0,-1 0-1 0 0,0 0 57 0 0,-32 0 0 0 0,1 0 0 0 0,-1 0 0 0 0,1 0 0 0 0,0 0 0 0 0,0 0 0 0 0,1 0 0 0 0,0 0 0 0 0,0 0 0 0 0,1 0 0 0 0,0 0 0 0 0,0 0 64 0 0,-1 0 0 0 0,-1 0 0 0 0,1 0 0 0 0,1 0 0 0 0,1-1 0 0 0,-1 0 0 0 0,-1 0 0 0 0,0 0 0 0 0,1-1 1 0 0,1 0-1 0 0,1 0 0 0 0,0 0-21 0 0,1 1 1 0 0,1 0 0 0 0,-2 0-1 0 0,-2 0 1 0 0,-1 0 0 0 0,0 1-1 0 0,1-1 1 0 0,0 0 0 0 0,0 1-1 0 0,-1-1 1 0 0,1-1 0 0 0,0 1-52 0 0,1-1 1 0 0,0 0 0 0 0,1 0 0 0 0,-1 0 0 0 0,0 0 0 0 0,0 0 0 0 0,1 1 0 0 0,0 1 0 0 0,0-1 0 0 0,-3 0 0 0 0,1 0 0 0 0,-2-1-66 0 0,31 0 0 0 0,-2-1 0 0 0,-2-1 1 0 0,0 2-1 0 0,0 1 0 0 0,1 2 0 0 0,-2-2 1 0 0,0 0 102 0 0,-1-2 0 0 0,0 0 1 0 0,-7 2-1 0 0,-1 0 1 0 0,-1-2-1 0 0,1 0 0 0 0,-5 2 1 0 0,1 0-17 299 0,-3 1 1-299 0,1 0 0 0 0,0 0 0 0 0,1 0 0 0 0,-1 0 0 0 0,-1 0 0 0 0,-1 0 0 0 0,-1 0-71 1112 0,-3 0 1-1112 0,-2 0 0 0 0,-6 0 0 0 0,0 0 0 0 0,-1 1 0 0 0,0 0 0 0 0,-1 1 0 0 0,0 0-38 909 0,2 1 0-909 0,-2 0 1 0 0,-4 0-1 0 0,-1 0 1 0 0,-1-3-1 0 0,0 0 1 0 0,-5 0-1 0 0,-3 0-233 854 0,38 0 0-854 0,-5 0 1 0 0,-12 0-1 0 0,-6 0-1520 684 0,-14 0 1829-271 0,-1 0 0-413 0,-5 0 0 0 0,9 0 0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3:54:29.538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1 350 12527 279525 42870,'0'-19'2419'0'0,"0"3"-2163"0"0,0 8-384 0 0,7 6 1 0 0,11-5 0 0 0,11 7 158 0 0,4 0 0 0 0,4 0 0 0 0,4 0 0 0 0,7 0 90 0 0,8 0 1 0 0,8-6 0 0 0,12 0 0 0 0,6 2 54 0 0,3 2 1 0 0,8 0 0 0 0,2-2 0 0 0,0-1-156 0 0,0 1 1 0 0,-43 0 0 0 0,-1 0 0 0 0,1 1 0 0 0,-1 0 0 0 0,3 1 0 0 0,1 0-37 0 0,-1 1 0 0 0,0 0 0 0 0,-2 0 0 0 0,-1 0 0 0 0,0 0 0 0 0,1-2 0 0 0,3 1 0 0 0,1-1-10 0 0,3 0 0 0 0,0 2 1 0 0,-3 0-1 0 0,1 0 0 0 0,4 0 1 0 0,2 0-1 0 0,-1-1 0 0 0,0 0 31 0 0,1-1 1 0 0,0 0 0 0 0,6 0-1 0 0,0 0 1 0 0,-1 2 0 0 0,0 0 0 0 0,2 0-1 0 0,1-1 26 0 0,1-1 0 0 0,0 0 0 0 0,-2-1 1 0 0,0 2-1 0 0,5 2 0 0 0,1 0 1 0 0,1-1-1 0 0,1 0 11 0 0,3-2 1 0 0,-1 0-1 0 0,-1 2 1 0 0,0 0 0 0 0,1-2-1 0 0,1 0 1 0 0,-2 1 0 0 0,1 1-35-8851 0,2-3 1 8851 0,1 2-1 0 0,4 1 1 0 0,0 0-1 0 0,3-3 1 0 0,1 0 0 0 0,1 1-1 0 0,0 0-7 0 0,-1 1 0 0 0,1-2 0 0 0,-1-1 0 0 0,2-1 1 0 0,5 2-1 0 0,2 0 0 0 0,-32 1 0 0 0,1 1 0 0 0,0-1-2 0 0,2 1 0 0 0,0-1 1 0 0,0 0-1 0 0,-2 0 0 0 0,-1-1 1 0 0,1 0-1 0 0,0 1 1 0 0,1 0-1 0 0,0 1 0 0 0,0-1 1 0 0,0 1-1 0 0,0-1 14 0 0,1 1 0 0 0,0-1 0 0 0,0 0 1 0 0,1 0-1 0 0,0-2 0 0 0,0 2 1 0 0,2 0-1 0 0,0 2 0 0 0,1-1 1 0 0,-1 0-1 0 0,1 0 0 0 0,-1 0 2 0 0,-1 0 0 0 0,-1-1 0 0 0,0 0 1 0 0,2 3-1 0 0,0-1 0 0 0,0 0 0 0 0,0-1 1 0 0,0-1-1 0 0,1 1 0 0 0,1 0 0 0 0,1 0 1 0 0,1 0-21 0 0,1 0 1 0 0,1 0-1 0 0,-1 0 1 0 0,-2 0 0 0 0,-1 0-1 0 0,0 0 1 0 0,0 2 0 0 0,0 0-1 0 0,-1 0 1 0 0,0 0 0 0 0,0 0-1 0 0,0 0-30 0 0,0 0 0 0 0,0 1 0 0 0,0-2 0 0 0,3 0 0 0 0,1-1 0 0 0,-1-1 0 0 0,1 1 0 0 0,-1 0 0 0 0,0 1 0 0 0,0-1 0 0 0,0 1 1 0 0,-1 0 11 0 0,-1 0 0 0 0,0 0 0 0 0,-1 1 0 0 0,-1 0 0 0 0,-1 0 0 0 0,1 0 0 0 0,0 0 0 0 0,1 0 0 0 0,-1 0 0 0 0,1 0 0 0 0,-1 0 0 0 0,0 0 44 511 0,3 0 1-511 0,0 0-1 0 0,-2 0 1 0 0,-3 0-1 0 0,-1 0 1 0 0,0 0-1 0 0,1 0 1 0 0,0 0-1 0 0,-1 0 1 0 0,-1 0-1 0 0,0 0 1 0 0,0 0-6 1575 0,-1 0 1-1575 0,0 0 0 0 0,0 0 0 0 0,0 0 0 0 0,0 0 0 0 0,-1 0 0 0 0,0 0 0 0 0,0 1 0 0 0,0 0 0 0 0,-1 0 0 0 0,1 0 0 0 0,-1 1-1 1534 0,30 0 1-1534 0,0 1-1 0 0,-3 1 1 0 0,0-2-1 0 0,-1-1 1 0 0,0-2-1 0 0,-1 2 1 0 0,-1 0-88 1425 0,0 2 0-1425 0,0 0 1 0 0,-7-2-1 0 0,-1 0 1 0 0,-1 2-1 0 0,-1 0 0 0 0,-5-2 1 0 0,-1 0-93 1307 0,0-1 0-1307 0,-2 0 0 0 0,-5 0 1 0 0,0 0-1 0 0,-1 0 0 0 0,0 0 1 0 0,-6 0-1 0 0,0 0-229 1117 0,-6 0 1-1117 0,-2 0-1 0 0,35 0 1 0 0,-7 0 0 0 0,-9 0 390 823 0,-8 0 0-823 0,-4 7 0 0 0,-7 3 0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3:54:30.872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53 350 12430 282721 44884,'-19'0'-62'0'0,"-5"0"1291"0"0,23 0-1034 0 0,-7 0 0 0 0,23 0 0 0 0,9 0-84 0 0,7 0 1 0 0,4 0-1 0 0,1 0 1 0 0,5 0-132 0 0,6 0 1 0 0,5 0-1 0 0,8 0 1 0 0,12 0 51 0 0,13 0 1 0 0,5-6-1 0 0,9-2 1 0 0,-48 5-1 0 0,1-1 25 0 0,2 0 0 0 0,0 0 0 0 0,1-3 0 0 0,1 0 0 0 0,3 2 0 0 0,0 1 0 0 0,1-1 0 0 0,-1 0 6 0 0,-3 2 1 0 0,0 0 0 0 0,0-1 0 0 0,-1 0 0 0 0,-1 0 0 0 0,0 1 0 0 0,2-1 0 0 0,1 0-11 0 0,0 0 0 0 0,0 0 0 0 0,1 1 0 0 0,-1 0 0 0 0,2 2 0 0 0,0 0 0 0 0,-1 0 0 0 0,1-2-65 0 0,0 1 1 0 0,0-1 0 0 0,2-1 0 0 0,0 2 0 0 0,3 1 0 0 0,0 2 0 0 0,2-1 0 0 0,0 0 1 0 0,0 0 1 0 0,0 0 0 0 0,2 0 0 0 0,0 0 0 0 0,-3 0 0 0 0,0 0 0 0 0,2 0 0 0 0,0 0 1 0 0,4 0 0 0 0,0 0 0 0 0,0 0 0 0 0,1 0 0 0 0,3 0 1 0 0,0 0-1 0 0,-3 0 0 0 0,-1 0 6 0 0,1 0 1 0 0,0 0-1 0 0,2 0 1 0 0,1 0 0 0 0,0 0-1 0 0,0 0 1 0 0,0 0 0 0 0,1 0 9-11079 0,0 0 1 11079 0,1 0 0 0 0,3 0 0 0 0,-1 0 0 0 0,-3 0 0 0 0,0 0 0 0 0,1 0 0 0 0,1 0 33 0 0,0 0 0 0 0,1 0 0 0 0,3 0 1 0 0,-1 0-1 0 0,1 0 0 0 0,-1 0 1 0 0,0 0-1 0 0,-1 0-1 0 0,0 0 1 0 0,-1 0 0 0 0,1 0 0 0 0,0 0 0 0 0,2 0 0 0 0,0 0 0 0 0,3-1-1 0 0,-1 0-11 0 0,0-2 0 0 0,-1 0 0 0 0,3 2 0 0 0,-1 0 1 0 0,-6-2-1 0 0,-1 0 0 0 0,5 2 0 0 0,1 0 6 0 0,2 2 1 0 0,1-2-1 0 0,-1-1 1 0 0,0-1-1 0 0,0-1 1 0 0,-1 2-1 0 0,0 0 1 0 0,-1 0-12 0 0,1 1 1 0 0,1 0-1 0 0,0-2 1 0 0,0 0 0 0 0,3 0-1 0 0,-1 0 1 0 0,1 0 0 0 0,1 0 2 0 0,0-1 1 0 0,0 1-1 0 0,0 1 1 0 0,-1 0-1 0 0,-4-3 1 0 0,0 0-1 0 0,-1 0 1 0 0,-1 0 38 0 0,-1 0 0 0 0,1 1 0 0 0,4 2 1 0 0,-1 0-1 0 0,-4-2 0 0 0,-1 0 0 0 0,-3 1 1 0 0,-1 0 15 0 0,-1 0 0 0 0,-1 0 0 0 0,3-1 0 0 0,0 1 0 0 0,3 1 0 0 0,1 0 0 0 0,-2-1 1 0 0,-1 0 1 0 0,-2 1 1 0 0,-1 0 0 0 0,1 1-1 0 0,-1 0 1 0 0,-2 0 0 0 0,0 0 0 0 0,0-1-1 0 0,-1 0-64 0 0,1-1 0 0 0,0 0 1 0 0,4 0-1 0 0,1 1 1 0 0,-3 1-1 0 0,-1 2 1 0 0,0-2-1 0 0,0 0-2 0 0,-1-2 1 0 0,1 0 0 0 0,0 2 0 0 0,0 0-1 0 0,3-2 1 0 0,1 0 0 0 0,-1 1 0 0 0,1 0-94 0 0,0-1 0 0 0,-1 0 1 0 0,-2 2-1 0 0,-1-1 0 0 0,0-3 1 0 0,0 0-1 0 0,-1 1 1 0 0,-1 0 48 0 0,-1 2 1 0 0,0 0-1 0 0,1 0 1 0 0,0 0 0 0 0,-3 0-1 0 0,-1 0 1 0 0,-2 0 0 0 0,-2-1-21 0 0,-1 0 0 0 0,-2 2 0 0 0,-4 0 0 0 0,-1 0 0 0 0,-2 1 0 0 0,0 0 0 0 0,-2 0 0 0 0,-1 0-119 0 0,47 0 0 0 0,-10 0 0 0 0,-11 0 0 0 0,-6 0-339 0 0,-10 0 1 0 0,-8 2-1 0 0,-7 2 1 0 0,-6 3-396 0 0,-5 3 0 0 0,-6-4 1 0 0,-3 6-1341 0 0,-2 1 2238 0 0,6 3 0 0 0,-19 1 0 0 0,3 1 0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3:54:33.005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1 315 12455 267744 44335,'35'0'1189'0'0,"0"0"1"0"0,0 0-1116 0 0,0 0 1 0 0,7 0-1 0 0,5 0 1 0 0,3 0 14 0 0,3 0 0 0 0,7 6 0 0 0,6 0 1 0 0,6 0 0 0 0,3 1 1 0 0,15-5 0 0 0,-1 4 0 0 0,6-4-69 0 0,-45-2 0 0 0,1 0 0 0 0,0 0 0 0 0,1 0 0 0 0,1 0 0 0 0,0 0 0 0 0,2 0 0 0 0,-1 0-5 0 0,1 1 0 0 0,1-2 0 0 0,3-1 0 0 0,0-2 0 0 0,-1 1 1 0 0,0-1-1 0 0,3-1 0 0 0,1 0 20 0 0,1-2 1 0 0,2 0 0 0 0,-1 2 0 0 0,2 1 0 0 0,2-2 0 0 0,0 0 0 0 0,-1 0-1 0 0,-1 0 5 0 0,2 2 1 0 0,0-1-1 0 0,2-2 1 0 0,0 0-1 0 0,2 3 1 0 0,2 0-1 0 0,0 0 1 0 0,1 0-19 0 0,0 1 1 0 0,-1-1 0 0 0,4-2 0 0 0,0 0 0 0 0,-3 3-1 0 0,1 0 1 0 0,1 0 0 0 0,1 0-29 0 0,0-1 1 0 0,1 1 0 0 0,5 2 0 0 0,1 0-1 0 0,1-2 1 0 0,-1 0 0 0 0,0 2 0 0 0,-1 0-14 0 0,-1 1 1 0 0,1 0-1 0 0,1-1 1 0 0,0 0 0 0 0,2-1-1 0 0,-1 0 1 0 0,3-1 0 0 0,1 0-14 0 0,0 1 1 0 0,0 0 0 0 0,3 1 0 0 0,0 1 0 0 0,-5-1 0 0 0,-1 2 0 0 0,4-1 0 0 0,0 0 21 0 0,1 0 0 0 0,1 0 0 0 0,5 0 1 0 0,0 0-1 0 0,-2-1 0 0 0,0 0 1 0 0,0-1-1 0 0,0 0 32 0 0,-2-1 1 0 0,0 0-1 0 0,4 0 1 0 0,0 0-1 0 0,0 3 1 0 0,0 0-1 0 0,2 0 1 0 0,0 0 20 0 0,0 0 1 0 0,0 0-1 0 0,-32-1 1 0 0,0-2 0 0 0,0 1-1 0 0,27-1 1 0 0,0 0-1 0 0,3 1 1 0 0,2 1-7 0 0,-33 0 0 0 0,0 0 1 0 0,1 1-1 0 0,-1-1 0 0 0,0 2 1 0 0,0-1-1 0 0,1 0 0 0 0,0 0 1 0 0,0 0-1 0 0,31 0 0 0 0,0 0-31 0 0,-2 0 1 0 0,0 0 0 0 0,0 0 0 0 0,0 0 0 0 0,1 0 0 0 0,0 0 0 0 0,2 0 0 0 0,0 0-35 0 0,-33 0 0 0 0,1 0 1 0 0,-1 0-1 0 0,31 0 1 0 0,0 0-1 0 0,2 0 1 0 0,0 0-1 0 0,-1 0 0 0 0,0 0-52 0 0,-1 0 0 0 0,2 0 1 0 0,-30 0-1 0 0,2 0 1 0 0,-1 0-1 0 0,0-1 1 0 0,-1 1-1 0 0,1-1 1 0 0,-1 0-1 0 0,1-1 0 0 0,-1 1 15 0 0,-2-1 1 0 0,0 1 0 0 0,0-2 0 0 0,1-1 0 0 0,1-1 0 0 0,0 0 0 0 0,0 1 0 0 0,-1 1 0 0 0,0-1 0 0 0,1-1 0 0 0,0 1-1 0 0,0-1 49 0 0,0 1 0 0 0,1 1 0 0 0,-1-2 0 0 0,29-2 0 0 0,0-1 0 0 0,-32 4 0 0 0,1 1 0 0 0,-1 0 0 0 0,29-2 0 0 0,-2-1 35 0 0,-3 0 0 0 0,-2 0 0 0 0,0 1 0 0 0,-1 0 0 0 0,-3-1 0 0 0,-1 1 0 0 0,-5 1 0 0 0,-1 2-327 0 0,-7 1 1 0 0,-2 0 0 0 0,-5 1 0 0 0,0 0 0 0 0,-4 0-1 0 0,0 0 306 0 0,-1 0 0 0 0,-1 0 0 0 0,-2 0 0 0 0,0 0 0 0 0,-4 0 0 0 0,1 0 0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3:54:47.053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176 270 12026 216037 56661,'0'-35'-148'0'0,"0"0"397"1364"0,0 0 0-1364 0,0 6 155 0 0,0 0 0 0 0,0 0 197 0 0,0-6-152 0 0,0 16 160 0 0,0-5 968 0 0,0 30-856 0 0,0 12 0 0 0,0 11-109 0 0,0 11 1 0 0,0-8-423 0 0,0-3 0 0 0,0 2 0 0 0,0 7-111 0-2,0 3 0 0 0,0 8 0 0 0,0-3 0 0 0,0 7-86 0 0,0 5 0 0 0,0 12 1 0-1,0 11-1 0 1,0 5-37 0 2,0 1 0 0 0,0 0 1 0 0,0 1-1 0 0,2-1 37 0 0,3 0 1 0 0,-3 1 0 0 0,4-1 0 0 0,-4-2 131 0 0,-2-3 1 0 0,-6 1-1 0 0,-2-5 1 0 0,1-2 14 0 0,-1-5 1 0 0,2 3-1 0 0,6-12 1 0 0,0 2 3-211 0,0 0 0 211 0,0 6 0 0 0,0 8 0 0 0,0 1-38-1604 0,0 5 0 1604 0,2 3 1 0 0,4 10-1 0 0,-1-44 1 0 0,0 1-96-2014 0,-1 2 1 2014 0,1 2 0 0 0,2 4-1 0 0,0 0 1 0 0,-4-4 0 0 0,0-1 0 0 0,-1 0-1 0 0,0 0-20-2292 0,-1-1 0 2292 0,-1-1 0 0 0,1 1 0 0 0,-2-1 0 0 0,1-3 0 0 0,-1 0 1 0 0,-3 45 47-2154 0,-2-5 0 2154 0,-8-11 1 0 0,3 1-1 0 0,-3-3-18-1969 0,2-5 1 1969 0,-3 4 0 0 0,3-11 0 0 0,-1 9-16-1898 0,1 4 1 1898 0,-2 5-1 0 0,9 6 1 0 0,1-1-26-1785 0,2 1 0 1785 0,2-39 1 0 0,0 3-1 0 0,0 0 1 0 0,0 2-1 0 0,0 4 1 0 0,2 2-13-1745 0,1 4 0 1745 0,0 0 0 0 0,-2 2 1 0 0,1 0-1 0 0,3 1 0 0 0,0 0 1 0 0,0-1-1 0 0,0 1-76-1917 0,0 0 0 1917 0,0 0 0 0 0,-3-2 0 0 0,-1 0 0 0 0,2-4 0 0 0,0-2 1 0 0,-1-5-1 0 0,-2-1 134-2015 5,1-4 0 2015 0,-2-2 0 0 1,-7 40 0 0-1,-3 1 0 0 0,-3-6 143-1938 72,3-1 1 1938 1,-3-3 0 0-1,6-11 0 0 1,-2 2-14-1931 6,-3 4 0 1931 0,5 3 1 0-1,0 8-1 0 1,3 3-98-2133-36,-1 3 1 2133-1,0 6-1 0 0,5-44 1 0 0,2 0-1 0 0,0 3 1 0 0,0 1-49-2354-13,1 1 1 2354-1,2 0-1 0 1,0 2 1 0-1,1 0-1 0 1,4 2 1 0-1,2 0-1 0 0,0 3 1 0 1,1 0-72-2693 6,2 2 0 2693 0,1 0 0 0-1,1 2 0 0 1,-1 0 0 0 0,0-4 0 0 0,-1 0 0 0-1,-2-7 0 0 1,-2-2-2-3473 36,-3-5 0 3473 0,-1-1 0 0 0,2 35 0 0-1,-6-9 1 0 1,2-5 139-3965 15,2-3 0 3965 0,-1 2 0 0 0,-5-14 0 0 0,-1 1 68-3777-25,-5 1 1 3777 0,4-6-1 0 1,-4 6 1 0-1,4 0-121-3442-34,2 4 0 3442 1,0 4 1 0-1,0 4-1 0 1,2 2-68-3229-29,4 1 1 3229 0,3 7 0 0 0,9-4 0 0 1,1 1-24-3293-5,5 5 0 3293 0,-5-3 1 0 0,6-5-1 0 0,-3-12-122-2486 0,-5-8 1 2486 0,2-11 0 0 0,-11-6-936-124 0,2-8-183 124 0,-6-14 619 0 0,-4-9 1 0 0,-10-4 0 0 0,-5 7 128-2928 0,3 13 0 2928 0,4 1 0 0 0,8 6-230-4906 0,0 6 0 4906 0,0-8 787-214 0,0 6 0 214 0,-8-20 0 0 0,-1 1 0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3:54:48.388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210 60 12041 215312 56062,'10'-25'1751'0'0,"-2"13"-1231"0"0,-8-11 1 0 0,0 31-92 0 0,0 3 0 0 0,-6 7 196 0 0,0 11 1 0 0,0-6-107 0 0,6 6 1 0 0,0-5-328 0 0,0 5 0 0 0,-2-2 0 0 0,-2 4-223 0 0,-1-2 1 0 0,-1 6 0 0 0,6 8 0 0 0,0 1-205 0 0,0 5 0 0 0,0 3 0 0 0,0 8 0 0 0,0 8-13 0 0,0 6 1 0 0,0 4 0 0 0,0-6 0 0 0,2-1 203 0 0,4-3 1 0 0,-5-4 0 0 0,5-2 0 0 0,-4-7 221 0 0,-2-7 0 0 0,2-3 1 0 0,2 5-1 0 0,2-1-18 0 0,-2-1 1 0 0,-2 7-1 0 0,-2-7 1 0 0,0 7-105-94 0,0 3 1 94 0,0 12-1 0 0,0-2 1 0 0,0 1-14-1051 0,0 5 1 1051 0,0 13-1 0 0,0 3 1 0 0,-2 3 51-1405 0,-4 2 1 1405 0,2-4 0 0 0,-8-7 0 0 0,-1-3 151-1666 0,-3 3 1 1666 0,5-1-1 0 0,-1-2 1 0 0,0-5 22-1701 0,3-4 1 1701 0,-5-2 0 0 0,6 2 0 0 0,1-1-66-1732 0,-1-1 0 1732 0,2 10 1 0 0,6-8-1 0 0,0 5-148-1714 0,0 7 1 1714 0,2 7 0 0 0,2 4 0 0 0,4 2-81-1669 0,-3-47 0 1669 0,-1 1 0 0 0,-2 1 1 0 0,0 1-1 0 0,1 2 0 0 0,0 0 1 0 0,-2 2-1 0 0,0-1-39-1952 0,-1-2 0 1952 0,0 0 0 0 0,-1 2 0 0 0,0-1 0 0 0,-5 42 0 0 0,-4 2 84-2165 31,1 0 0 2165 0,-11-2 0 0 0,7 0 0 0 0,-1-8 50-1980 78,-1-5 0 1980 0,5-9 0 0 0,0 7 0 0 0,2 1-32-1633 5,5 3 0 1633 1,1 1 0 0-1,2 2 1 0 0,0 4-50-1578-54,0 6 0 1578 1,3-41 1 0 0,1 1-1 0-1,2 3 0 0 1,2 0 1 0-1,2 3-1 0 1,1 0-74-1644-14,4 3 0 1644 1,-1 0 0 0-1,0 3 0 0 0,0 2 0 0 1,-1 0 0 0-1,1 1 0 0 1,-1-2 0 0-1,-1 0-122-2047 13,-1-4 0 2047 1,-1-1 0 0-1,-3-6 1 0 0,-2-3-1 0 1,1 31 0 0-1,-6-9 337-2485 25,-6-11 1 2485 1,2 1 0 0 0,-8 0 0 0-1,-1-6 24-2744-9,-3-2 0 2744 1,-1-5 1 0-1,-1 9-1 0 0,3 5-68-2611-12,3 9 1 2611 0,-1-1-1 0 0,5 5 1 0 0,0 5-75-2680-33,0 8 0 2680 1,5-44 0 0-1,1 1 0 0 0,1 0 0 0 0,2 1 0 0 1,-1-2 0 0-1,0 0-11-3036-11,-1 1 1 3036 1,2 1 0 0-1,2 2-1 0 1,1 0 1 0-1,2 1 0 0 0,0-1-1 0 1,1 0 1 0-1,2 0-55-3498-9,-1 0 0 3498 0,1-1 0 0 0,0 2 0 0 0,-1-2 1 0 0,10 42-1 0-1,-1-1 46-4063-9,1-4 1 4063-1,-3-6 0 0 1,-3-7-1 0 0,-6-9 69-4373-1,-4-5 1 4373 0,-2-9 0 0 0,0 3-1 0 0,0-2-25-3917 0,0 0 1 3917 0,0 0 0 0 0,0-5-1 0 0,0 1-12-3293 0,0 4 0 3293 0,6 2 0 0 0,-1 6 0 0 0,1-1-8-2822 0,2 0 0 2822 0,2 9 1 0 0,5 4-1 0 0,-1-1-45-2412 0,-3 1 0 2412 0,1-2 0 0 0,6-8 0 0 0,-1-2-65-2379 0,0-2 0 2379 0,-1-4 0 0 0,-4-2-143-2017 0,-7-11-6 520 0,-3-9-1343 596 0,-9-10-1092 593 0,-3-19 1642 288 0,0-3 1 20 0,4-6-976 0 0,12 12 2007 0 0,-4 3 0 0 0,14 3 0 0 0,-7-1 0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3:54:49.706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 84 12020 217911 56887,'11'-33'370'0'0,"1"4"165"0"0,-8 12 1 0 0,4 13 268 0 0,-8 15 439 0 0,0-7-289 0 0,0 27-511 0 0,0-19 1 0 0,0 15-254 0 0,0-4 0 0 0,0-7 1 0 0,0 7-145 0 0,0 4 1 0 0,0-1 0 0 0,0 3-1 0 0,0 4-100 0 0,0 5 1 0 0,0 11-1 0 0,0 13 1 0 0,0 10-40 0 0,0 5 0 0 0,0 5 0 0 0,0 5 0 0 0,0 1 139 0 0,0-1 0 0 0,0-2 1 0 0,0-3-1 0 0,-2-7 82 0 0,-4-3 1 0 0,4 0 0 0 0,-4 0-1 0 0,4 0-10 0 0,2-4 0 0 0,0 3 0 0 0,2 7 0 0 0,2 4 16 0 0,2 7 1 0 0,7 6 0 0 0,-8-42 0 0 0,0 1 0 0 0,1 1 0 0 0,0 2-56-585 0,0 4 0 585 0,-1 0 0 0 0,1 6 1 0 0,0 0-1 0 0,2 6 0 0 0,0 2 1 0 0,-2 1-1 0 0,-1 1-61-3477 0,-2 0 0 3477 0,0-1 1 0 0,1-3-1 0 0,0-2 1 0 0,-1-2-1 0 0,0 0 1 0 0,-2-6-1 0 0,0-2 39-2982 0,-3-4 1 2982 0,0-2 0 0 0,-2 42 0 0 0,-6-9 0 0 0,0-11 86-2827 0,1-5 1 2827 0,3 6 0 0 0,-6-1 0 0 0,1 1-50-2532 0,1-2 0 2532 0,-4-6 0 0 0,7 13 0 0 0,-1 8-84-1904 0,4-40 0 1904 0,0 1 1 0 0,1 1-1 0 0,0 1 1 0 0,3 4-1 0 0,0 2 1 0 0,0 2-1 0 0,0 0-66-1845 0,0 4 1 1845 0,0 0-1 0 0,3 5 1 0 0,2 2 0 0 0,0 3-1 0 0,2 1 1 0 0,1 4 0 0 0,1 1-59-2071 12,2 0 0 2071 0,1-1 1 0 0,0 4-1 0 0,2-1 1 0 0,1 0-1 0 0,1-1 1 0 0,-2 0-1 0 0,-1 1 2-2344 54,0-2 0 2344-1,-1-1 1 0 0,-3-13-1 0 0,-2-2 1 0 0,-4-6-1 0 0,-1-2 1 0 0,0-6-1 0 0,-2-1 222-2742 92,0 44 0 2742 0,-2-6 1 0-1,-2-5-1 0 1,-3 1 89-2583-9,-3-1 1 2583 0,0-1 0 0 0,-3 4 0 0 0,3 4-138-2620-67,2 8 1 2620 0,2-5 0 0-1,6-42 0 0 1,0 0 0 0-1,0 0 0 0 1,0-1-88-2878-34,0 0 0 2878 0,0 1 0 0 0,1 5 0 0 0,0 1 0 0 0,2 0 0 0 1,0 2 0 0-1,2 1 0 0 0,2 0-33-3098-3,0-1 1 3098 1,1 0-1 0-1,1 2 1 0 1,0 1-1 0-1,-1 1 1 0 1,1 2-1 0-1,1-1 1 0 1,0 2-15-3500 5,1 1 1 3500 0,1-1 0 0 0,-3-5 0 0 1,-1-1 0 0-1,2-3 0 0 0,0 0 0 0 0,-4-4 0 0 1,-1-1 15-4328 47,3 46 1 4328 0,-2-10-1 0 0,-6-11 1 0 0,0-5 209-4618-33,0-5 1 4618 1,0-7 0 0 0,0 3 0 0-1,0 0-58-4450-48,0-2 1 4450 0,0 0 0 0 0,0-6 0 0 0,0 2-87-3986-17,0-1 0 3986 0,0 5 0 0 0,0 2 0 0 0,0 4-20-3523 0,0 1 0 3523 0,6 1 0 0 0,2 0 0 0 0,-1 0-39-3107 0,1 0 0 3107 0,0 0 0 0 0,-4-2 0 0 0,2-4-17-2809 0,-2-6 1 2809 0,3-10 0 0 0,-1-3-207-2297 0,-2-2 0 2297 0,0-4-985-1590 0,2-10-1683 603 0,-4-4 1810 769 0,5-23 0 218 0,-7 8 0 0 0,2-7 540-9 0,4 13 0 9 0,-2 7 0 0 0,6 0 258 0 0,-3 7 330 0 0,-1-13 0 0 0,-6 6 0 0 0,-7-28 0 0 0,-3 3 0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3:54:50.903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18 35 11874 147305 63845,'-10'-9'2971'0'0,"3"-7"-1855"0"0,7 14-1 0 0,0-5 1 0 0,0 22-1033 0 0,0 8 0 0 0,0 8 0 0 0,0 6 0 0 0,0 2-79 0 0,0 2 0 0 0,5 13 0 0 0,1 2 0 0 0,-2 8-45 0 0,-2 8 1 0 0,4 16 0 0 0,0 1-1 0 0,0 4 178 0-899,1 2 1 0 1,-5 4 0 0-1,4-6 0 0 1,-4 0-19 68768 898,-2 2 0-68768 0,6-11 1 0 0,0 3-1 0 0,-2-3 88 0 0,-3-5 1 0 0,5 14-1 0 0,2-1 1 0 0,0 6-140 0 0,-4-45 0 0 0,0-1 0 0 0,0-1 0 0 0,-1 1 1 0 0,-1 6-1 0 0,0 1 0 0 0,2 0 0 0 0,0 2-37 0 0,1 2 1 0 0,0 0-1 0 0,-3-4 1 0 0,0-2-1 0 0,1 1 1 0 0,-1-1-1 0 0,0-5 1 0 0,-2-1 65-171 0,0 42 0 171 0,0 4 1 0 0,0-2-1 0 0,0-2 2-2317 0,0-6 0 2317 0,0-3 0 0 0,0 5 0 0 0,-2 4-27-2831 0,-3 6 0 2831 0,1-2 1 0 0,-6 2-1 0 0,5-48 1 0 0,0 1-54-2764 0,0 2 1 2764 0,1 1-1 0 0,-1 2 1 0 0,0 2 0 0 0,-2 4-1 0 0,0 0 1 0 0,2 3 0 0 0,1 0-10-2869 0,0 3 0 2869 0,0 0 1 0 0,-2 2-1 0 0,0 2 0 0 0,3 6 1 0 0,0 1-1 0 0,1 1 0 0 0,0 1-51-2876 0,1 2 1 2876 0,1 1 0 0 0,-1-3 0 0 0,2 1-1 0 0,-1-3 1 0 0,1 1 0 0 0,1-5 0 0 0,0-1 27-3210 0,1-5 0 3210 0,0 0 0 0 0,1-3 1 0 0,0 0-1 0 0,-1-6 0 0 0,0 0 1 0 0,1-1-1 0 0,1 0 77-3253 0,0-2 1 3253 0,0-1 0 0 0,3-4 0 0 0,0 0-1 0 0,-3 5 1 0 0,-1 1 0 0 0,2 1 0 0 0,0 0-40-3275 26,0 3 1 3275 0,0 0 0 0 1,-2-1 0 0-1,1 0-1 0 0,2 3 1 0 1,0 0 0 0-1,-1-1 0 0 0,0 0-37-3107 12,0 0 0 3107-1,1 1 0 0 0,1 3 1 0 1,0 1-1 0-1,1-1 0 0 0,1 0 1 0 1,1 2-1 0-1,-1 0-22-3132-12,2-1 0 3132 0,0 0 0 0 0,2-4 0 0-1,1 0 0 0 1,-2 1 0 0 0,-1 0 0 0 0,1 0 0 0 0,-1 0-46-3778-5,1 0 1 3778-1,0-1 0 0 1,-1-4-1 0 0,1-1 1 0 0,-2 0 0 0-1,-1 0 0 0 1,1-2-1 0 0,-1 1 27-4293-1,-1-2 1 4293 0,-2 0 0 0 0,1 1 0 0 0,0 0 0 0 0,-5 2 0 0-1,-1-1 0 0 1,1-2 0 0 0,-2-2 60-4607 0,0-2 0 4607-1,0-1 0 0 1,-1 43 1 0-1,0 2-1 0 1,-2-2 185-4501-16,-4-3 1 4501 0,3-11 0 0 0,-7-7 0 0 0,2-8 32-4427-3,4-8 0 4427 0,0-6 1 0 0,0-5-1 0 0,-1-4-128-3742 0,1-1 0 3742 0,2-3 0 0 0,2 8 1 0 0,0 1-154-2777 0,0 3 1 2777 0,0 1 0 0 0,2 2 0 0 0,2 3-33-2434 0,1 1 0 2434 0,7 8 1 0 0,-4-4-1 0 0,0 2 5-2143 0,-1 0 0 2143 0,5-2 0 0 0,-4 2 0 0 0,1-4 58-1906 0,5 0 1 1906 0,-6-13 0 0 0,0 0-1 0 0,-3-9-49-1824 0,1-3 1 1824 0,2 0-413-1506 0,-2 0-637 720 0,-4-15 0 786 0,5-9 23-579 0,-7-22 0 579 0,0-15 0 0 0,0-14 0 0 0,0 1 1098-81 0,0 2 0 81 0,0-6 0 0 0,0-1 0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1T13:54:52.170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297 0 11902 221420 62279,'-17'18'160'0'0,"7"-5"0"0"0,2 3 251 0 0,1 3 0 0 0,5-1 849 0 0,-4-1 260 0 0,4-11-169 0 0,2 17 84 0 0,0-13-996 0 0,0 0 1 0 0,0 1-394 0 0,0 1 1 0 0,-2 13 0 0 0,-2 16-1 0 0,-2 0 51 0 0,2 1 0 0 0,1 3 1 0 0,-1 7-1 0 0,-2 1-57 0 0,2-1 0 0 0,-4 6 0 0 0,2 2 0 0 0,1 1 79 0 0,-3-1 1 0 0,6 12 0 0 0,-4-3 0 0 0,4 3 8 0 0,2 0 0 0 0,0 6 1 0 0,-2 7-1 0 0,-2 8-37 0 0,-2 6 0 0 0,3-45 1 0 0,1 1-1 0 0,1-3 1 0 0,2 1-1 0 0,-1 3 0 0 0,0 2-53-205 0,0 2 0 205 0,0 0 1 0 0,0 5-1 0 0,0 0 1 0 0,0 1-1 0 0,0 0 1 0 0,0 0-1 0 0,0 0-72-2024 0,0-2 1 2024 0,0 0-1 0 0,0 0 1 0 0,0 0-1 0 0,0-1 1 0 0,0-1-1 0 0,-1-4 1 0 0,0 0 2-3436 0,-2-3 0 3436 0,0-1 1 0 0,-5 45-1 0 0,-6-16 1 0 0,3-1 110-3933 0,-3 1 0 3933 0,1 8 1 0 0,-1 2-1 0 0,4 0-77-4054 0,3 3 1 4054 0,-5-3-1 0 0,8-41 1 0 0,0 1-1 0 0,0 2 1 0 0,0 0-10-3965 0,0 1 0 3965 0,1 1 0 0 0,-1 5 0 0 0,2 2 1 0 0,1-1-1 0 0,2 0 0 0 0,-1 3 0 0 0,2 2-69-4116 0,0 2 0 4116 0,2 1 0 0 0,0 10 0 0 0,1 1 0 0 0,4 0 0 0 0,0-1 1 0 0,0 1-1 0 0,-1-1-48-4284 0,1 1 1 4284 0,0-2 0 0 0,0-6-1 0 0,-1-1 1 0 0,0-2 0 0 0,0 0-1 0 0,-2-5 1 0 0,-1 0 97-4274 4,-2-4 0 4274-1,0 0 0 0 1,1-2 0 0 0,0-2 0 0 0,-1-6 0 0-1,0-1 0 0 1,-1 0 1 0 0,0-1 87-4148 109,0 49 1 4148-1,-2-2 0 0 1,0 2 0 0 0,0-6 19-3789 8,0-4 1 3789 1,0-1 0 0-1,0 1 0 0 0,0 2-133-3399-57,0 2 1 3399-1,0-42 0 0 1,0-1 0 0-1,0 47-1 0 1,0-47 1 0 0,0 1-17-3292-23,0 1 1 3292 0,0 1 0 0 1,0-3-1 0-1,0 1 1 0 1,0 4 0 0-1,0 0-1 0 0,0-1 1 0 1,0-1 15-2779 0,0 0 1 2779 0,0-1-1 0 0,0 0 1 0 0,0 1 0 0 0,0 0-1 0 0,0 0 1 0 0,0 1 0 0 0,0-1 31-2363 18,0 0 1 2363 1,0-1 0 0-1,-2 43 0 0 0,-2-14 0 0 1,-4 1 156-2421-3,-2-2 0 2421 1,6 1 1 0 0,-1-11-1 0-1,3-8-37-2457-21,2-6 0 2457-1,0 2 1 0 1,0 1-1 0-1,0-3-138-2247-21,0-2 0 2247-1,-2 1 1 0 1,-2 3-1 0 0,-2 6-57-2209-14,2 4 1 2209 1,0 7 0 0-1,0 1 0 0 1,-3-2-18-2024-2,-3-2 0 2024 0,-2 5 1 0 0,-3 5-1 0 0,1 1 95-1926 0,3-1 0 1926 0,5-10 0 0 0,-4-8 0 0 0,2 0 61-2163 0,4-2 0 2163 0,2-4 0 0 0,2-10 117-2017 0,0-1 1 2017 0,0 3 0 0 0,0 5 0 0 0,0-7-162-1864 0,0-3 0 1864 0,0-2 0 0 0,0-3 1 0 0,0 5 21-1856 0,0 0 1 1856 0,0 5-1 0 0,0-5 1 0 0,0 1-98-1934 0,0 1 0 1934 0,6-8 1 0 0,0 1-152-1621 0,-2-3-59 179 0,6-2 31 252 0,-8-8 1 1190 0,19 1 70-793 0,-4-5 0 793 0,-1 2 0 0 0,-6 6 1 0 0,-1-4-90-585 0,1-2 0 585 0,-4 8 66-744 0,5 2 1 744 0,-7 0-975-718 0,2 6 260 192 0,-4-20 1 526 0,-2-26 916-104 0,0-25 0 104 0,0-6 0 0 0,0 1 0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5:29.701"/>
    </inkml:context>
    <inkml:brush xml:id="br0">
      <inkml:brushProperty name="width" value="0.11429" units="cm"/>
      <inkml:brushProperty name="height" value="0.11429" units="cm"/>
      <inkml:brushProperty name="color" value="#849398"/>
    </inkml:brush>
    <inkml:brush xml:id="br1">
      <inkml:brushProperty name="width" value="0.08571" units="cm"/>
      <inkml:brushProperty name="height" value="0.08571" units="cm"/>
      <inkml:brushProperty name="color" value="#849398"/>
    </inkml:brush>
  </inkml:definitions>
  <inkml:trace contextRef="#ctx0" brushRef="#br0">70 3169 11182,'-11'-2'-740,"-1"-2"318,-2-1 0,5-7 0,-1 4 651,2-2 0,3 5 98,5-7 0,1 6-108,5-5 0,4 5 0,7-4 39,1 2 1,-1-3 0,1 3-1,1 0-44,5 0 0,3-5 0,8 1 0,1-5-225,5-7 0,0 5 0,9-6 0,5 1 50,-1 1 1,6-8 0,0 4 0,1 0-98,-1 4 0,-2 3 1,-4 3-1,1-1 56,-3 1 0,2 1 0,-13 5 0,-2 3 39,-2 0 1,4 6-1,-1-4 1,1 2 17,2-1 1,-6 3 0,5-6 0,-1 2-49,0 0 1,1-2 0,-3 5-1,2-3 5,-2 2 1,4 2-1,-3 2 1,-1 0 5,-2 0 0,0 0 0,4 0 0,3 0-60,1 0 1,3 6 0,-5 0 0,0-1 24,-1 3 0,11 0 0,-5 4 0,1-5-44,1 1 1,1-4 0,3 6 0,2-3 77,3-3 1,1 4-1,-4 0 1,2 0 78,-2-1 0,5 1 0,-3-4 0,-2 4-27,-2 1 0,1 1 0,3 4 0,4-5-43,0-1 0,0 4 1,-4-6-1,7-1-33,2 3 0,3-6 0,-2 4 0,-2-4-27,-2-2 0,-6 0 0,6 0 0,2 0 25,2 0 0,2 0 1,0 0-1,0 0 6,0 0 1,4 0 0,-3-2 0,-3-2 5,0-2 1,-6-1 0,2 3-1,2-4 8,2-2 1,0 4 0,-2-3 0,-2-1-11,2 0 1,2-1 0,0-7 0,-4 1-9,-6-1 0,-2 1 1,1-3-1,3-1-4,2-2 0,-6-2 0,2 3 1,-3-1 7,-3 2 1,1-5-1,-3 1 1,-1 0-8,-3 0 1,-1-4 0,3 3 0,-1-1-37,1-4 0,-3 4 0,0-2 1,-1 0 11,1 2 0,-4-6 1,3 5-1,-1 1-27,-4 4 1,-8-2 0,-2-1 0,2-1-31,2-4 1,-4 4 0,-2-2 0,0-2 46,1-2 0,-5 0 0,4 2 1,0 4 43,0 2 1,-5-7 0,3 5 0,-2-2 14,0 0 1,7 8 0,-7-3-1,-2 3-61,-1-2 0,-3 3 0,-1-3 0,-3 4 15,-1 1 0,-8 7 0,3-1 132,1-2-11,-6-1-528,6 5 389,-8 2 0,0 10 0,0 4 111,0 6 0,0-2 1,0 1 126,0 3 0,0-5 1,0 3 9,0 2 0,0 1-89,0 3 0,0-1 0,0 1-69,0-1 0,0-5 0,0-1-15,0 3 0,0 1 19,0 3 0,0-1 1,0 1-1,0-1 33,0 1 1,0-7-1,0 1 1,0 2-22,0 1 0,6 3 0,0-1 0,-3 1-33,-1-1 0,-2 1 0,2-1 0,2 0 2,2 1 1,6 5 0,-5 0-1,1 1 38,0 1 0,6-6 0,-3 7 0,5-3-17,1 0 0,1 6 0,1-5 0,4-1 58,6 2 1,-1-6 0,1 7-1,2-3-21,2 0 1,2 1-1,0-5 1,-2 2-95,-4 3 1,8-1-1,-6-6 1,0 1-36,2-1 1,-6-1-1,2-3 1,2-1 4,2 2 1,2-1-1,0 1 1,0-3 22,0 3 0,5 0 1,1-1-1,0-1 25,2 1 0,-5 1 0,9 0 1,0-3-2,-3 3 1,5-5 0,-7 3 0,1 0-3,0-3 1,5 5 0,-3-8-1,1 0-40,1 1 0,0-5 0,5 4 0,0-4-32,1-2 1,-3 0-1,-1 0 1,-3 0 50,3 0 1,1 0 0,3 0 0,-1 0-5,0 0 1,1-6 0,-1 1 0,1 1 45,-1 2 0,-5 2 0,-1 0 1,3 0-5,1 0 0,3 0 1,-3 0-1,-3 0-12,-7 0 0,5 0 1,2 0-1,1 0-15,-1 0 0,3 0 0,-3 0 0,3-2-7,2-4 1,7 2 0,-1-6 0,-2 1 18,-1-1 1,-3 4-1,0-4 1,1 1 76,-1-1 0,-5 6 1,-1-2-1,3 4-68,1 2 1,8-2 0,1-1 0,-3-3-21,-2 2 0,4 2 0,3 2 1,-1 0-113,0 0 1,4-6 0,-4 0-1,2 2 91,4 2 0,2-3 0,0-3 0,-2 0 39,-2 0 0,0 1 0,8 3 0,0-2 98,-2 2 1,3 0 0,-9 0-1,4-2 73,2 3 0,6 1 0,-1 2 0,-1 0-285,-2 0 1,4 5 0,1 1 0,1-2 3,-1-2 0,-1 4 0,-6 0 0,0-2-26,0-2 1,5-2 0,1 0 0,-2 0 97,-2 0 1,-8 0-1,2 0 1,2 0 170,-1 0 0,7 0 0,-10 0 0,6 0-56,6 0 0,-4 0 1,1 0-1,-5 0-99,-4 0 0,-2 0 1,6 1-1,-2 3-169,0 2 1,0 0 0,-10-6 0,3 2 172,-3 4 1,4-4 0,-4 5 0,-3-1 54,-5 0 1,-7 6 0,6-4 0,-1-1-47,-1 1 0,-1 4 0,-5-7 0,2 1-4,-2 2 0,-4 0 1,-4 5-1,-4-1 4,-2 2 1,-2-5 0,-5 3-1,-3 2 49,-3 1 0,-4 8 0,-6 1 0,2-3-20,2-2 1,-1 5 0,-5-1 0,0 0-21,0 3 0,0-7 1,0 4-1,0-3 62,0-3 0,0 6 1,0 1-1,0-3-10,0-2 0,-2-1 0,-1-1-65,-3 1 1,0-7-1073,6 1-211,0-8 0,2-4 1282,4-12 0,-12-11 0,4-4 0</inkml:trace>
  <inkml:trace contextRef="#ctx0" brushRef="#br1" timeOffset="1716">6061 235 8358,'9'-8'-254,"-3"-3"1,-2-3 0,0 1 1472,2 1 0,0 6-640,-6-5 1,0 5 0,0-6-298,0-1 0,-2 5 0,-2 0 0,-4 2-121,-2 0 0,-1-5 0,-7 3 0,-1-2-127,-5-3 1,3 5 0,-6 2 0,0 2-158,0-2 1,-4 4 0,-8-3 0,-2 5 11,2 5 1,4 5-1,4 8 1,2 1-142,-2 4 0,6-1 1,3 7-1,9 0 162,7-2 1,4 4-1,2-6 1,2 1 85,4-1 1,9 6 0,13-4 0,3 2 153,6 0 1,1 0 0,-3 6-1,0 0-39,0 0 0,-6 2 1,-2 2-1,-1 2-175,-5-3 1,-7-7-1,-5-2 1,-1 1-11,-4-3 1,-4-2 0,-6-8 0,-8 1 49,-7-1 1,-6-7-1,-8-4 1,-2-4 4,-4-2 0,3-2 0,-9-4 0,0-6-142,3-3 0,1-8 1,10-3-1,4-1-395,6-4 0,5 4 1,7 0-1,5 2 556,4 3 0,10 3 0,1 1 0</inkml:trace>
  <inkml:trace contextRef="#ctx0" brushRef="#br1" timeOffset="2549">6340 602 8322,'0'-17'1319,"0"-1"1,0 6-165,0 1 0,0 5-322,0-6-740,0 8 418,0-3-179,0 7-284,0 0-603,0 7-113,0-5 941,0 6 707,0-8-1323,0 0 131,0 8 291,0-6 1105,0 6 114,0-8-938,0 0-457,-8 0 0,-1 0 0,-9 0-26,1 0 1,3 0 0,-3 0-120,-9 0 0,7 5 0,0 3 0,1 2-20,5 3 1,1 3-1,-2 1 1,5 1 163,1-1 1,2 1-1,6-1 1,2 1 42,4-1 1,3-1 0,9-3 0,-1-3 141,1-2 0,-1-2 0,3-6 1,1 0 119,2 0 1,1-2-1,-7-4 1,3-6-229,3-3 1,-10-9 0,5 1 0,-3 2-17,1 1 0,-6 3 0,-3-1 0,-1 1-256,0 0 77,0 7 0,-6 4 0,-2 12 0,-2 5 239,-2 5 0,0 9 0,6 2 0,0 3 11,0-1 0,2-6 0,4 4 0,6-2-87,3-3 1,11-3-1,1-1 1,2-3-363,0-3 0,-2-5 0,4-7 0,-2-2-418,2-3 0,-6-5 0,-1-7 0,-7-1 833,-5 1 0,3-9 0,-5-1 0</inkml:trace>
  <inkml:trace contextRef="#ctx0" brushRef="#br1" timeOffset="3182">6864 550 8167,'0'-12'2209,"0"0"-1910,0 1 1,0 3 0,0 8 0,0 10 2,0 5 1,0 5 0,0 3 0,0 4 89,0 0 1,0 6-1,0-6 1,0 2-131,0 1 0,0-9 0,2 2 1,2-3-148,2-3 0,1-1 0,-1-5 1,6-5 13,3-4 0,5-4 0,1-4-408,2-5 1,1-13 0,-7-3 0,-1-2-81,-5 0 1,5 2 0,-6-4 0,1 4 186,1 1 1,-8 3 0,3 6-160,1-1 148,-6 1 0,6 9 0,-8 8 157,0 10 1,0 7-1,0 4 1,0 5 268,0 1 0,0 0 0,2 4 0,2-4 49,2-2 0,1-1 0,-1-7 0,6 1-110,3-1 0,3-7 1,-1-4-1,3-4-125,3-2 0,4-8 1,6-4-1,-2-5-159,-2-7 0,-2-3 0,3-8 0,-7 0-165,-4 0 0,-3 6 0,-3 2 0,-3 2-108,-2 4 0,-2 1 156,-6 3 0,-2 7 0,-4 6 114,-6 8 0,4 6 0,3 7 1,3 3 409,2 3 0,0 4 0,0 8 0,2-2-46,3-4 0,5 2 0,8-8 0,-1 1-27,1 1 1,1-8-1,4 3 1,4-9-370,1-3 1,5-2 0,-6-8 0,2-4-866,0-5 0,-8-5 0,1-1 0,-9-1 1002,-7 1 0,-4-1 0,-2 1 0</inkml:trace>
  <inkml:trace contextRef="#ctx0" brushRef="#br1" timeOffset="3766">8156 567 8127,'-6'-12'0,"-1"3"1132,-3 1 0,4 2 141,-5 6 1,-1 4 0,-4 6-962,5 7 1,3 12-1,8 2 1,0 8-83,0 8 1,0 5 0,0 6 0,0 8 12,0 8 1,6 6 0,2 5 0,1-2-70,5-1 1,-4-10-1,-1-2 1,1-12-243,0-10 110,-6-13 1,9-21-1,-7-20 1,-2-17-216,-2-14 0,-4-2 0,-4-9 0,-6-5-396,-3-3 0,-3-2 0,1 3 0,1-1 103,5-2 0,-3-6 0,6 6 0,1 3 96,-1 7 0,4-3 0,10 5 0,5-1 220,5 6 1,3 3 0,5 14-1,5 5 211,4 5 0,2 1 0,0 7 0,0 2 166,-1 2 1,1 10-1,2 5 1,0 7-18,-2 3 0,-4 8 0,-15-4 0,-5 2-43,-5 1 0,-4-3 0,-2 4 0,-2-4-71,-4-2 0,-5 4 0,-13-5 0,-3-3-103,0-2 0,-6-9 1,4-4-1,-4-4-316,-2-2 1,0 0 0,2-2 0,2-4-157,2-6 0,13-3 0,1-3 0,5 1-940,6-1 1,2 1 1418,2 0 0,8-1 0,2 1 0</inkml:trace>
  <inkml:trace contextRef="#ctx0" brushRef="#br1" timeOffset="4082">8785 130 8035,'0'-23'-55,"0"0"1,0 0 0,0 5 1328,0 1 0,0 5-404,0 0 1,0 10-682,0 2 0,-6 8 1,0 12-1,1 3 158,-3 6 0,6 6 0,-6 6 1,2 5-33,0 5 0,-5 7 1,5 2-1,2 2-172,2 4 1,2 0 0,0-2-1,0-6-167,0-3 0,2-5 1,2-5-1,4-10-629,1-10 0,9-8 0,5-5 0,-1-6-540,-3-4 0,4-10 0,1-6 0,-3-5 1193,-2-4 0,-1-16 0,-1 2 0</inkml:trace>
  <inkml:trace contextRef="#ctx0" brushRef="#br1" timeOffset="4416">8942 637 8140,'12'12'1318,"-1"-1"1,-5-7 0,6 2 0,3-4-1200,7-2 0,-3 0 1,6 0-1,-1-2-223,-1-4 1,6 2 0,-6-5-1,-1-1 11,-3 0 1,-1 0 0,-3-3 0,-1 1-319,-3-1 0,-7-3 389,2-1 1,-6 1 0,-6 4-1,-5 7 0,-5 3 0,-7 2 0,0 2 0,-1 3 5,-1 7 1,6 4-1,-5 1 1,7 2 171,5 5 0,-1-3 1,7 6-1,2 0 128,2 1 0,2-5 0,2 4 0,4-2-180,5-3 1,13 1-1,5-4 1,4-3-451,2-1 1,0-7 0,0-2 0,-1-4-559,1-2 0,0-8 1,0-5-1,0-7 905,0-3 0,0-8 0,0 4 0</inkml:trace>
  <inkml:trace contextRef="#ctx0" brushRef="#br1" timeOffset="4750">9868 550 8140,'0'-12'418,"0"0"1144,0-1 0,0-3-562,0-1 0,-8 5-833,-4 0 1,-3 9 0,-3-3-269,1 4 1,-1 2 0,1 0-1,0 0 23,-1 0 0,1 6 0,-1 1 0,3 3-98,3 4 1,-2 1 0,9 3 0,1-1 340,2 1 1,2 5-1,0 0 1,2-1 142,4-3 0,3-2 0,9 1 0,1-1-55,4 1 0,-1-1 0,5 1 0,-2-1-211,-4 1 0,5-1 0,-5 1 0,-3-3 5,-5-3 1,-9 3 0,2-3 0,-4 3 22,-2 3 0,-10-6 0,-7-1 0,-11 1-267,-5-2 0,-2 3 1,1-7-1,-1 0-705,0 2 1,8-7-1,3 5 902,5-4 0,1-17 0,1-5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5:40.18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70 1031 8403,'-9'-2'-734,"1"-2"-39,0-2 0,4-2 773,-7 2 0,5 5-90,-6-5 1254,8 4 1053,-4 2-1008,8 0 1,16 0 0,5 0-1194,5 0 1,5 0 0,-6 0-1,2 0 96,4 0 0,2-6 0,4 0 0,4 2 96,5 2 1,3-4 0,-1 1 0,-3 1-8,-2 2 1,5 0 0,-3-2 0,-1-2-164,-3 2 1,-2 2 0,0 2 0,3-2-116,3-3 1,-6 3 0,2-4 0,-5 4 57,-1 2 0,6-6 0,0 0 1,-2 2 140,-2 2 1,-8 2 0,0 0 0,2 0 56,2 0 1,2 0 0,0 0 0,2 0-89,3 0 0,5 0 1,7-2-1,3-1-94,3-3 1,4-6-1,12 4 1,3-1-194,5-5 0,1 4 0,-9 1 0,2 1 143,-3 4 0,5-4 0,-2 2 0,-5 3 51,-5 1 0,2 4 1,-4 1-1,2 3 15,-2-2 0,-1 4 1,-5-2-1,6 0-4,4 1 1,9-5 0,5 4 0,3-4-11,2-2 0,7 0 0,3 0 1,-47 0-1,1 0 0,2 0 1,0 0 0,0 0-1,-1 0 1,-1 0 0,1 0 0,1 0-1,1 0 1,-1 0 0,0 0 0,1 0 0,-1 0 0,-1 0 0,-1 0 0,0 0 0,-1 0 0,49 0 0,-2 0 0,-46 0 0,1 0 0,-1 0 0,1 0-35,1 0 0,0 0 0,-1 0 0,-1 0 0,48 2 0,-48 0 0,1 0-20,2 1 1,1 0-1,1 0 1,0-1-1,3-1 1,0-2 0,0 1-1,-1 0 41,1 0 1,0 0-1,2 0 1,1 0 0,2 0-1,2 0 1,2 0-1,1 0 16,3 1 1,0-2 0,1 1-1,-1-1 1,-2-1 0,0 0-1,1-2 1,0 0-73,1-1 1,1 0 0,3 3-1,0 0 1,1-1 0,-1 1-1,-4 0 1,0 2 86,-3-1 0,1 2 1,2-1-1,0 0 1,2 0-1,-1 0 0,0 0 1,0 0-28,-2 0 1,0 0 0,1 0 0,-1 0 0,-4-1 0,0 2 0,2-1 0,0 2-11,1 0 1,0 1-1,1-2 1,1 0 0,-1 3-1,0 0 1,-2-1-1,0 0-3,-1 0 0,1 0 0,3 0 1,0-1-1,2 0 0,-1-2 1,1 2-1,0 0 34,-1 1 0,1 0 0,3 0 1,0 0-1,-2-3 0,1 0 1,2 0-1,1 0 7,2 0 0,1 0 0,0 0 0,1 0 0,2 0 1,-1 0-1,-1 0 0,-1 0-103,1 0 1,-1 0 0,-2 0 0,1 0 0,4 0-1,1 0 1,0 0 0,0 0 61,1 0 0,-1 0 1,3 0-1,-1 0 0,-6 0 1,1 0-1,0 0 1,0 0-17,3 0 0,-1 0 1,0 0-1,-1 0 0,-1 0 1,-1 0-1,-3 0 0,-1 0-14,0 0 1,-1 0-1,0 0 1,0 0 0,0 0-1,-1 0 1,-2 0 0,-1 0-47,-2 0 1,0 0 0,0 0 0,0 0 0,-7 0 0,0 0 0,-1 0 0,0 0 82,0 0 0,-2 0 1,-4 0-1,-1 0 1,-2 0-1,-2 0 1,47 0 10,-3 0 0,-5 0 1,-8 0-1,-5 2-277,-6 4 1,-14-4 0,-19 5-1,-6-1-321,-4 0 1,-8 0-1330,2-6 1932,-11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5:48.39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16 9072,'0'-9'1579,"-2"3"1,-2 12-1,-4 5-1363,-2 5 1,7 3-1,-5 2 1,2 5-219,0 1 0,0 2 1,6 4-1,0-2 16,0-2 1,0-6 0,0 5 0,0-3 55,0-4 0,0-7 0,2-3-24,4 3 0,-2-8 1,6-6-405,-3-10 1,7-5 0,-4-3 0,1 1-269,1-1 1,0-5 0,5 0-1,1-1 18,-1-1 0,6 6 0,1-5 1,-3 5 406,-2 2 1,-1 1 0,-1 2 0,1 5 361,-1 1 1,1 2 187,-1 6 1,-5 2 0,-2 4 0,-3 6 153,-3 3 1,-4 4-1,-4 3 1,-3 3-3,-3 2 1,6-5 0,-2 3 0,4-2-491,2 0 0,0 1 1,0-7-1125,0 1 0,8-3 0,6-3 1113,7-6 0,-2-5 0,7-1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5:47.28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88 8253,'2'-12'2271,"4"0"1,-4 7-2011,4-7 0,-4 6 1,-1-4-1201,5 3 1,-4-1 938,4 2 0,4 4 0,-1-6 0</inkml:trace>
  <inkml:trace contextRef="#ctx0" brushRef="#br0" timeOffset="200">367 53 6614,'0'9'3862,"0"-1"-3862,8-8 0,9 0 0,10 0 0</inkml:trace>
  <inkml:trace contextRef="#ctx0" brushRef="#br0" timeOffset="401">646 35 8268,'12'-6'4106,"0"1"-3359,-9-9 1,7 12-1870,-4-4 0,-2 4 1122,7 2 0,1 0 0,6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6:16.89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87 7860,'0'-11'-667,"0"-1"1,2 8-1,2-4 1199,2 1 0,0 3 142,-6-8-171,0 8 373,0-11 619,0 13-382,0-6 0,0 22-1208,0 3 1,0-1-1,0-5-23,0 3 1,0 1-1,0 3 1,0-1 112,0 1 1,0-1-1,0 1 1,0-1 83,0 1 1,0 5 0,0 0 0,0 1 15,0 1 1,0 0 0,0 6 0,0-2-29,0 2 1,0-4 0,0 2 0,1 3-42,5 0 1,-4 3-1,4-2 1,-4-2-83,-2-1 0,6-1 1,2 6-1,-1 0-4,1-1 0,-2-4 1,-4-1-1,2 2 129,2 2 1,-1 2 0,-5 2 0,0 1 88,0 3 1,0 6 0,0-5-1,-2 3 62,-3 3 1,3 1 0,-6 1-1,2 1-60,0 3 1,-5-3-1,5-5 1,2 3-85,2 1 1,0 1 0,-2-3 0,-2-1-57,2 1 0,3 1 0,1 1 0,0 1 49,0 3 1,0 0 0,0-3-1,0-1 13,0 5 0,5 7 0,1-2 1,-2 0-92,-2 0 0,6 6 0,1-2 0,3 4-55,0 2 1,-3-2 0,3-2-1,-4-2 77,0 2 1,-6 0 0,3 0 0,-3-2 45,-2 2 1,-7-4 0,-5 4 0,-4 2-35,-1 0 1,5 7-1,1-7 1,-1 6-55,2 0 1,3-2 0,7-3 0,0 1-32,0 0 0,1 0 0,5 2 0,6 2-13,3 1 1,5 7 0,1-7 0,3 1 16,-3 2 0,-2-7 0,-3 5 0,-3-4 113,-1-2 1,-8-6 0,2 0 0,-4 2-39,-2 2 1,-6-4 0,-2-2 0,0 0-2,1 0 0,-5 0 0,4 4 0,0-2-16,1 2 1,-7 10 0,4 7 0,1 8-38,3 8 1,4-47 0,2 1 0,0 3 0,2 1 0,0 3 0,0 0-59,0 3 1,2 0 0,-1 6 0,-1 0 0,-1-5 0,-2-2 0,1-5 0,0-1 137,0 43 0,-5-12 1,-3-6-1,0-7 175,0-8 1,-3-6 0,5-7-1,0-1-35,-2 1 0,6 1 1,-4 2-1,4 2-146,2-1 1,0 5-1,0 4 1,0 5-3,0 5 0,2 0 0,2-4 0,4 3-193,2 7 0,-1 3 1,3 1-1,-6-5 31,-4-5 1,-2-6 0,0-4 0,0-4 186,0-2 1,-2-8-1,-2-7 1,-4-1-19,-1 1 0,5 2 0,-4 3 0,2-1 7,0-3 0,0 1 0,6 5 1,0 1-31,0-1 1,0-2-1,0-1 1,2-4-110,4-3 1,-2 5 0,6-6 0,0-3-9,-1-1 0,-3-10 0,4-1 0,-1-5-7,1-4 0,-6 5 0,2-11 0,-4 5 72,-2 1 0,0 1 0,0-1 0,0 1 80,0-1 1,0 9 0,0 3-1,0 4-9,0 2 1,0 1-1,0 3 1,0 2 7,0-2 1,0-2 0,0-2 0,2 0-103,4-1 0,1-6 0,7-3-463,-2 0 218,-1-6 225,7-1 0,-9-3 0,-3-3 106,-4 4 1,4 3-1,0 2 1,-2 3 78,-2-3 1,-2 4 0,0-1-1,0-3-76,0-2 0,0-7-1518,0 0-1395,0-9 2878,0-18 0,-8-6 0,-2-22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6:20.54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333 88 7959,'0'-10'3594,"0"1"-3143,0 3 0,2 4 0,2-6 951,1 0-779,1 6 1,-6-7-660,0 3 1,-2 4 0,-2-6-68,-1 0 0,-15 7 0,3-5 0,-3 4-139,1 2 1,-1 0 0,-1 2 0,-2 2-45,1 1 0,-3 9 0,2-2 103,2 3 1,3 3 0,6-1-1,7 1 269,3-1 1,2 0 0,0 1-1,2-1 56,3 1 0,5-1 1,8 1-1,-1-1-96,1 1 1,5 1 0,0 2-1,-1 5-162,-3 1 0,-2-4 0,1 6 0,-1 0-152,1-1 0,-7 3 0,-1-8 0,-2-2 122,-4-1 1,-2 3 0,-2 0 131,0-1 1,-8-5-1,-4-3 1,-5-5 80,-6-1 1,1 4 0,-5-7 0,0-1-201,0-2 1,3-2-1,-3 0 1,2-2-755,4-3 0,1-13 0,3-11 887,-1-4 0,9-10 0,1-1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6:26.0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402 122 8126,'8'-17'243,"-6"5"0,4 1 682,-4-3 0,-2 4 1131,0-1-1756,0-1 1,-2-3 0,-4 3 0,-6 6-138,-3 4 0,-4 2 1,-3 0-1,-3 0-36,-2 0 0,-2 6 1,-4 2-1,2 1-323,2 5 0,7 2 0,-3 1 0,4 0-106,3 1 0,-1-1 1,11-1-1,0-2 231,0-3 1,3 1-1,7 5 1,1 1 133,3-1 1,14 1 0,-3-1 0,4 1-36,5-1 0,-5 6 0,6 1 0,0-3-81,1-2 1,-7 5 0,2-1 0,-3-2-49,-3-1 0,-1 3 1,-5 0-1,-5-1-6,-4-3 1,-2-7 0,-2-3 0,-4 1 112,-5 0 0,-13-6 1,-5 1-1,-2-3-186,2-2 1,-4 0-1,4-2 1,-2-1-118,2-3 1,4-8 0,7 3 0,3-5-788,3-1 0,-2-1 1084,9 1 0,-1-9 0,6-1 0</inkml:trace>
  <inkml:trace contextRef="#ctx0" brushRef="#br0" timeOffset="400">612 489 8306,'-10'-2'4107,"4"-4"-3699,4 4 1,2-3-277,0 10 1,0 5-1,0 8-39,0-1 0,2-5 1,2-1-1,4 3-41,2 1 1,1 3 0,7-3 0,-3-1-121,-3-2 0,7-6 1,-5 3-1,0-1-595,1-4 1,1-2-1,1-2-222,1 0 1,-1-2 0,1-4 884,-1-6 0,0-3 0,1-3 0</inkml:trace>
  <inkml:trace contextRef="#ctx0" brushRef="#br0" timeOffset="600">839 524 12873,'0'18'1027,"0"1"1,0 2-1008,0 3 1,0 7 0,0-2-1,0 4-832,0 2 1,0-2 0,0-4 0,0-6 811,0-4 0,0 7 0,0 1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6:24.7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385 122 8097,'0'-11'0,"2"1"0,2 0 654,2 1 1,-1 3 991,-5-6-158,8 1-1126,-6-7 0,4 8 0,-10 3-20,-2-1 0,-7 6 0,-1-4-183,-7 4 1,1 4 0,-3 2 0,2 4-273,-3 1 1,5-3 0,-6 6 0,2 2-202,-1 1 1,7 1-1,5-3 1,1-1-85,1 1 0,2 3 0,8 1 350,0 1 1,2-7 0,6 1 0,7 2 177,7 1 1,3-1-1,-2 1 1,4 5 58,0-1 1,5 2-1,-9 1 1,-2 3-133,-1 2 1,-3-4 0,-1 5-1,-3-1-209,-1 0 1,-8-6 0,1 3 0,-3-3-147,-2 2 0,-5-9 0,-3 3 0,-2-3 158,-3-4 1,-9 3 0,-3-7 0,0-2-7,0-2 0,-7-2 0,3 0 0,-2 0-219,2 0 0,-4-8 0,6-4 0,0-3-848,4-3 0,3-1 1213,3-4 0,-1-4 0,1-8 0</inkml:trace>
  <inkml:trace contextRef="#ctx0" brushRef="#br0" timeOffset="584">647 489 7275,'0'-10'1688,"0"1"0,2 5-1200,4-2 1,-2-2-154,7 2 0,1 5-267,5-5 0,1 4 1,-1 2-69,1 0 0,-9 2 1,-1 4-88,0 5 1,-6 5 0,4 1 0,-4 1 36,-2-1 1,-2-5 0,-2-1 0,-4 3 5,-2 1 0,5 1 0,-5-2 31,2-3 1,-4 1-46,7 5 1,-1 1 95,6-1 1,8-5-58,3 0 0,5-7 1,1 5-1,-1 0-27,-5-1 1,3-3 0,-6 4 0,0 0 3,-1-1 0,-1-3 0,-6 6-65,0 1 1,-2 3 0,-6 0-172,-9-5 1,-1-3 0,-7-8-1,2 0-558,0 0 1,-6 0 835,5 0 0,-7 0 0,4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6:23.3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455 105 9651,'0'-17'1812,"0"-1"0,-2 7-1724,-4-1 1,2 6-212,-7-5 0,-1 5 1,-7-4 90,-5 2 1,5 3 0,-6 5 0,1 2-87,1 3 0,-8 5 0,4 8 0,0-1-18,3 0 1,1 1 0,4-1 0,3 1-29,1-1 0,7 1 1,2-1 163,4 1 1,10-3 0,5-1 0,7-3 39,3 3 0,2-4 0,-3 1 0,3 3 59,2 2 0,-6 3 0,3 2 0,-5 5-64,-1 1 1,-7-4-1,-1 6 1,-2 0-50,-4-2 1,-2 6 0,-2-4 0,0 2-39,0-1 1,-8 1 0,-4-8 38,-3-2 1,-3-9 0,-1-6 0,-3-4-95,-1-2 1,-2-10 0,4-6 0,-5-5-429,-1 0 0,6-4 0,-2 1 0,3 3-370,3 1 0,-1 3 905,1 0 0,-1-1 0,1 1 0</inkml:trace>
  <inkml:trace contextRef="#ctx0" brushRef="#br0" timeOffset="500">560 594 9132,'0'-11'595,"0"-1"1,2 2-1,3-3-341,7 1 1,-2 8 0,-1-3 0,1 1 35,0 0 0,1 0 0,7 6-234,-1 0 0,1 0 0,-3 2-14,-3 4 0,2 4 1,-9 9-1,-1 2-61,-2 3 0,-4 1 0,-2-4 0,-3 4 2,-3 3 1,0-7-1,-3 4 1,1-2-24,-2 1 1,5-1 0,-1-6 49,2 1 1,2-6 0,8-3-39,4-1 1,4-2 0,9-6 0,3 0-92,1 0 0,8 0 1,-2 0-1,4 0-412,2 0 0,-6 0 0,-2 0 0,-1 0 531,-5 0 0,-2 0 0,-1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6:21.9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367 123 8517,'2'-10'3321,"4"4"-2818,-4-3 0,5 5-339,-7-8 1,-1 2 0,-5-3-20,-6 1 0,2 6 0,-3-3 0,-5 1-274,-3 4 1,-4-4 0,3 2-1,-1 3-108,2 1 0,-4 2 0,-1 2 0,1 3-14,0 7 0,2 4 0,5 1 0,1 0 78,-1 1 0,7-1 0,1 3 0,2 1 146,4 2 1,2 1-1,2-7 1,4 1 45,8-1 0,1 1 0,16-1 0,3-1-49,1-5 1,3 3 0,3-6-1,2 1 13,-2 5 1,-2-4 0,-2 1 0,-2 3 83,-4 1 1,-4-1 0,-10 1 0,-3 5 63,-6-1 0,-6 6 1,-6 1-1,-8 1-27,-7 4 1,0-4 0,-8 0 0,-4 0-111,-6 1 0,2-7 1,-6 0-1,4-7-128,5-8 0,-5-6 0,12-6 1,-1-8-469,5-7 0,11 0 0,7-9 1,3 1-576,2 2 1,6-4 1176,-1 8 0,9 0 0,-4 5 0</inkml:trace>
  <inkml:trace contextRef="#ctx0" brushRef="#br0" timeOffset="548">664 629 6290,'10'-2'4234,"-5"-3"-3769,5 3 1,-8-8 0,6 6-223,0-2 0,-5 0 0,9 6-62,2 0 0,-5-7 0,3-3-169,2 0 1,-5 1 0,1 3-1,0-4-132,-1 0 0,-3-3 0,6 5-328,1-2 1,-3 4 55,2-5 0,-6 7 351,5-2 1,-7 6-1,4 4 173,0 2 1,-6 7 0,3-1 0,-3 4 147,-2 1 1,0 6 0,0 1 0,0-1-89,0 2 0,0-5 1,0 3-1,0-2-308,0 2 0,0-3 0,0 3-1740,0-3 1,0-3 1855,0 0 0,0-7 0,0-2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6:38.36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88 192 8062,'0'-11'1614,"0"-1"889,0 1-1963,0 1 1,0 23-1,0 15-397,0 1 0,0 8 0,0-4 1,0 7-58,0 5 0,0-6 1,0 2-1,0-5-263,0-1 1,5 0-1,1 0 1,-2-2-464,-2-4 1,4-4 0,0-7-544,-2-1 1,0-7 1182,1-4 0,5-12 0,8-4 0</inkml:trace>
  <inkml:trace contextRef="#ctx0" brushRef="#br0" timeOffset="249">0 140 13126,'24'-6'189,"-1"0"1,8-1-1,-2 1 1,4-4-59,2 0 1,8-5 0,1 3 0,1-1-404,-4 1 0,1-2 0,-3 7 0,-4-1-925,-4 0 0,-10 2 1,3 6 1196,-5 0 0,-9 8 0,-2 2 0</inkml:trace>
  <inkml:trace contextRef="#ctx0" brushRef="#br0" timeOffset="483">105 437 10070,'-8'-2'1334,"8"-2"-930,10-2 0,0 1 0,3 3 0,5-2-475,3-2 0,4 0 1,-1 6-1,3-2-1123,0-4 1,4 2 0,-6-5 1193,2 1 0,3-6 0,4 5 0</inkml:trace>
  <inkml:trace contextRef="#ctx0" brushRef="#br0" timeOffset="965">577 559 8511,'-2'-9'2153,"-4"3"0,4 2-1826,-4-2 1,6 4-1,4-6-253,2 1 0,7 5 0,-1-4 1,4 2-109,1-2 1,2 4 0,3-4 0,1 4-12,-2 2 0,-1 0 0,-3 0 52,1 0 0,-1 2 0,-1 4 51,-5 6 1,-3-3 0,-8 3-1,0 4-39,0 5 0,-6-2 0,-1 5 0,-3-5 13,-4-1 1,1 5 0,-1 0-1,2-2-48,-1-1 1,5-3 0,2 1 8,4-1 0,2-5 0,2-2 1,4-3-79,6-3 1,9-2 0,4-4 0,3-2-533,3-1 1,0-9 0,0 4 0,-2-1 616,2-1 0,2 0 0,2-5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6:36.44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155 88 8214,'-2'-16'1031,"-3"4"1,3 3 572,-4 3-1439,4 4 1,2 8-1,0 11-84,0 3 0,0 7 0,0 2 0,0 6-11,0 6 0,0-3 1,0 9-1,0 2-274,0 1 0,0 2 1,2 1-1,2-3-70,2-3 1,1 1 0,-3-7 0,2-4-2162,-2-6 2435,6-6 0,-1-7 0,9-1 0</inkml:trace>
  <inkml:trace contextRef="#ctx0" brushRef="#br0" timeOffset="267">16 175 8474,'0'-10'1117,"7"2"1,5 8 0,4-1-860,1-5 0,8 2 0,6-6 1,6 0-431,4 1 0,8-1 1,-3-4-1,5 3-247,1-3 1,-5 1 0,-1-1-1,-1 4-1540,-6 3 1959,1-7 0,-20 12 0,5-6 0</inkml:trace>
  <inkml:trace contextRef="#ctx0" brushRef="#br0" timeOffset="533">51 542 8380,'-16'-2'1130,"3"-2"846,1-2-1509,8 0 1,-2 6 0,12 0 0,6 0-326,3 0 1,10 0-1,5-2 1,4-2-458,7-1 0,-4-7 0,4 4 1,-2-2 314,1-3 0,-3-3 0,6-1 0</inkml:trace>
  <inkml:trace contextRef="#ctx0" brushRef="#br0" timeOffset="1184">470 786 9179,'0'-10'3663,"0"1"-3292,0 3 0,2 4 0,4-6-198,5 0 0,5 5 1,1-9-169,1-2 0,-1 5 1,1-3-255,-1-2 0,-1 5 0,-3-1-266,-1 2 0,-1-3 63,7 5 0,-8 2 0,-5 10 372,-3 5 0,-2 11 0,0 3 0,0 0 87,0 0 1,0 6-1,0-1 1,2 3-86,4 1 1,-4-6 0,4-3 0,-4-2-1309,-2 0 1386,8 1 0,1-7 0,9 1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6:42.34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51 7903,'-6'-11'1102,"0"-1"0,-2 8 2130,3-2-2253,3-3-1146,-6 7 1,10-4-824,4 12 1,-2-4-1,5 5 990,-1 1 0,6 2 0,-5 7 0</inkml:trace>
  <inkml:trace contextRef="#ctx0" brushRef="#br0" timeOffset="317">333 156 7964,'7'-17'508,"-5"5"1,4 0 1114,-4-1 1,-2 3-399,0-2 0,2 9 570,4-3-1722,-4 4 1,11 4-864,-7 4 0,6 3 0,-4 7-4577,1-5 5367,-5 5 0,12-6 0,-6 7 0</inkml:trace>
  <inkml:trace contextRef="#ctx0" brushRef="#br0" timeOffset="533">717 121 8838,'0'-17'1137,"0"-1"1,2 3 188,4 3 1,-4 2 0,5 6-762,1-1 0,-4 1-2354,8 10 1789,-1 3 0,7 9 0,-1-1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6:40.34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175 298 12496,'-10'2'588,"4"3"1,4 5-1,2 8 1,0-1-429,0 1 0,0 5 0,0 2 1,0 2-232,0 4 0,0 4 1,0 4-1,2 2-262,4-2 1,-2-4 0,6-4 0,-1-6-960,1-6 1,-4 1-1450,5-15 2741,1-6 0,-2-9 0,-2-8 0</inkml:trace>
  <inkml:trace contextRef="#ctx0" brushRef="#br0" timeOffset="235">0 245 12544,'8'-9'492,"3"3"1,5 2-276,1-2 1,9 2-1,3-7 1,4-3-120,2-2 1,2-1-1,1 0 1,5-3-569,2-3 0,-6 3 1,1-1-1,-3 6-1291,-2 3 0,-8 8 1761,-3-2 0,3-3 0,0-1 0</inkml:trace>
  <inkml:trace contextRef="#ctx0" brushRef="#br0" timeOffset="470">122 472 8579,'-17'0'1865,"5"6"-544,1 0-848,7 0 1,-4-4-1,10 2-277,4 1 0,3 1 1,11-6-1,1-2-91,2-3 0,8 3 0,-3-6 0,1 2-781,0 0 0,-2-5 0,4 3 676,-2-2 0,-7-2 0,3-5 0</inkml:trace>
  <inkml:trace contextRef="#ctx0" brushRef="#br0" timeOffset="1152">507 664 11876,'17'0'-392,"-5"0"0,-1 0 692,3 0 0,1 2-132,3 4 0,-8 4 0,-5 7-95,-3 1 1,-2-1 0,0 1-1,-2-1-70,-3 1 1,1 3-1,-6-2 1,0-3-88,1 0 0,3-3 0,-4 1 0,2-3-200,4 3 175,-5-6 1,9-1-39,0-7 0,7 0-249,11 0 0,-1 0-152,1 0 439,-1 0 0,-1 8 201,-5 4 0,-3 3 0,-10 1 1,-2-3 52,-1-1 0,-9-6 0,2 4-675,-3-3 1,-3-1 0,1-6-1084,-1 0 1613,1 0 0,0 0 0,-1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6:43.6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122 157 8352,'0'-17'3496,"0"7"-3234,-7 3 1,5 16 0,-6 7 0,2 7-159,0 4 0,0 4 0,6 8 1,0 4-346,0 1 1,0-3 0,2 6-1,2-1-260,2-1 1,2 3 0,-4-7 0,3-2-1506,3-2 2006,-6-2 0,12-8 0,-7-2 0</inkml:trace>
  <inkml:trace contextRef="#ctx0" brushRef="#br0" timeOffset="252">0 140 12087,'18'-10'0,"1"4"140,4 5 0,4-5 1,8-2-1,2 0-372,4 0 1,2-5 0,5 3-1,-3-1-710,-3-1 1,-1 2 941,-6-1 0,0-5 0,0 6 0</inkml:trace>
  <inkml:trace contextRef="#ctx0" brushRef="#br0" timeOffset="519">35 559 8278,'-10'-8'3986,"3"5"-3654,7-9 0,1 8 0,5-2-92,6 4 1,5 2 0,7 0-1,3 0-585,0 0 1,6-6 0,-2 1 0,6 1-1774,4 2 2118,-1-6 0,3-2 0,2-7 0</inkml:trace>
  <inkml:trace contextRef="#ctx0" brushRef="#br0" timeOffset="1118">646 664 13684,'6'12'0,"0"-1"167,-2 3 1,-2-4 0,-2 3-1,0 5-52,0 3 1,6 2 0,-1-5-1,1-1-136,2 1 1,-6-1 0,6-1 28,-1-5 0,-3-3 0,8-8 0,2 0-130,1 0 0,1-8 0,-3-5 0,-1-7-162,1-3 0,9 0 0,1 5 0,-4 1 18,-5-1 1,2 7 0,-5 1 0,5 2 139,1 4 1,-5 2 0,-1 2 118,3 0 0,-6 8 0,0 4 0,-3 5-253,1 6 0,0-3 0,-6 3 0,0-3-1254,0-3 1514,8 1 0,1 7 0,9 2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6:55.778"/>
    </inkml:context>
    <inkml:brush xml:id="br0">
      <inkml:brushProperty name="width" value="0.08571" units="cm"/>
      <inkml:brushProperty name="height" value="0.08571" units="cm"/>
      <inkml:brushProperty name="color" value="#849398"/>
    </inkml:brush>
  </inkml:definitions>
  <inkml:trace contextRef="#ctx0" brushRef="#br0">1118 10985 7064,'12'8'0,"-1"4"0,-7-3 0,4 1-846,0-2 718,-6-2 35,6-6 1,-10 0-1,-4 0 67,-6 0 7,4 0 1,-5 2 22,7 3 0,0-1 8,6 8-12,8-8 0,-6 11 0,6-5 0</inkml:trace>
  <inkml:trace contextRef="#ctx0" brushRef="#br0" timeOffset="1950">1188 11108 6680,'10'11'1480,"-3"-1"-836,1-2 0,-4 3 1059,8-5 431,-8 8-1217,3-12 1,-7 7 846,0-3-54,0-4-1262,-7 6 0,-3-14-427,-8 0 1,1-7-1,0 1-28,-1-3 1,6 3 0,1 0 0,-3-1-132,-1-3 0,-3-1 1,1-1-1,-1 1 188,1-1 1,-1 1-1,3-1 1,1-1-35,3-4 0,-1 7 0,-4-5 0,3-1-26,1 3 0,6 0 0,-3 1 1,-1 1-78,0-1 1,6 1-1,-3-1 1,1 1 16,0-1 0,0 1 0,6-3 0,-2-1 158,-4-2 0,4-2 1,-5 3-1,1-3-51,0-2 0,-2 0 1,4-4-1,-3 2-45,-3-2 0,6-1 0,-4 1 0,2 2-38,1-2 0,-1 4 0,6-2 0,-2 0 27,-4 2 1,4-4 0,-4 5 0,4 1-2,2 0 0,0-6 1,0 4-1,0-2 41,0 0 0,0-1 0,0-4 1,0-1 22,0 0 1,0 0 0,0 0 0,0-2 5,0-4 0,0 10 1,0-4-1,0 4 52,0 4 1,2-6 0,2 6 0,2-2-40,-2 0 1,-2 5-1,-2-5 1,0-2-32,0-2 1,0-2-1,0 0 1,0 0-83,0 1 1,0-7 0,0-2 0,0 0 36,0 1 1,0-5-1,0 6 1,0 1 43,0-3 1,0 6-1,0-4 1,2 4 26,4 3 1,-4-1-1,5 0 1,-1 0-52,0 0 0,6 0 0,-7 0 0,1 0 2,2 0 1,-6-6-1,6-1 1,-2-1-9,-1 0 0,1 1 0,-6 1 0,2-4-9,4 1 0,-4-5 1,4 6-1,-4 1 165,-2-1 0,0-9 0,0 3 0,0 1-54,0-3 1,0 6 0,0-1 0,0-1-188,0 3 1,0-1-1,0 6 1,0-3 15,0-3 0,0-2 1,2-3-1,1 1 2,3 3 0,6-1 0,-4-5 0,-1-1 107,1 1 1,4 0 0,-6-3 0,-1-1 120,3-2 1,-6-6-1,4 6 1,-4-1 0,-2-1 0,0 0 1,0-8-1,0 2-77,0 0 1,-6-4 0,0 10 0,0 0-39,-1 0 1,3-4-1,-6 6 1,2 1-44,4 3 1,3 2 0,1-3 0,0-1-3,0-2 0,0 0 0,0 5 1,0 1-28,0-1 0,-6 1 0,0 0 0,0 1-56,-2 5 0,4-5 0,-7 5 0,-3-3 31,-1 3 0,3-3 1,0 8-1,-1 1 84,-3-3 0,-1 6 1,-1-4-1,-1 6 127,-4 6 1,3-4 0,-3 4 0,2-2-137,-3 2 1,5-4 0,-6 4 0,1-4-176,1-2 0,-6 0 1,4 0-1,0 2-142,-1 4 0,-5-4 0,2 6 0,-4 0 52,-2 3 1,6 5 0,2 1 0,2 3 321,3 3 1,-3-1 0,2 7 67,2 2 1,1 2 0,3 0-198,-1-4 0,1 4-187,-1-3 1,7 3-409,-1 2 600,8 0-294,-4 0-56,8 0 1,2 0 568,4 0 0,4 0-136,7 0 1,1 0 0,-1 0 147,1 0 1,-7 0 0,1 0 0,2 0 7,1 0 0,3 0 0,-1 0 1,1 0-79,-1 0 1,0 0 0,1 0-1,1 0-118,5 0 0,-5 0 0,6 0 0,-1 0 38,-1 0 1,0-2 0,-4-2 0,3-4 27,1-2 1,0 5 0,-5-5-1,-1 0 17,1 0 0,-3 5 0,-1-7 1,-2 0 5,1 3 0,3-7 0,1 4-21,1-3 1,-3-3 0,-1 1 0,-3-2-70,3-5 1,-4 3 0,-1-8 0,1 0-84,0 2 0,-6-6 1,3 3-1,-1-1 100,0 2 1,2-4 0,-4 6 0,1-2 30,-1 0 0,4 6 0,0-4 0,0-1-37,-1 1 0,5 4 0,-6-6 0,0-2-24,1-2 1,-5-2 0,6-2 0,-2-2-125,0-2 1,0-1 0,-6 1 0,0-4 156,0 1 1,0-5-1,0 8 1,0 3 90,0 1 0,0-4 0,0 0 0,0 2 110,0 3 1,0 1 0,0 0 0,0 0-156,0 0 0,0 2 0,0 2 0,0 2-248,0-2 1,0-8 0,0-2 0,0 2 47,0 2 1,0 2 0,0-1 0,0-3 25,0-2 0,0 0 0,-2 6 1,-2 0 203,-2 1 1,-2-7-1,4 0 1,-3 2 207,-3 2 0,6 2 1,-2 0-1,2 1-145,-2-1 0,5 2 0,-5 2 0,4 3-145,2 3 1,0-6-1,0 4 1,0-2-228,0 0 1,0 2 0,0-4 0,0 1 23,0-1 0,0-2 1,0-2-1,0 1 144,0-1 1,0 2-1,0 2 1,0 3 180,0 3 0,0-4 1,0 4-1,0-2 55,0-4 0,0 3 1,0 1-1,2 0-278,4 0 0,-3-2 0,7-6 0,0 0-140,0 0 0,-5 0 0,5 0 0,0 0 155,-1 0 1,-3 2-1,4 2 1,-2 4 67,-4 2 1,-2 2 0,-2 5 419,0 1-279,0 7 0,1 2 0,5 8-92,6 0 0,3-2 1,3-2-1,-1-3 43,1-3 0,-1-2 0,3-7 0,1-2-57,2-3 1,1 1 0,-7 4 0,1-3 86,-1-1 0,1 2 0,-3 7-241,-3 2 0,-5 7-2520,-7-7 893,0 8 0,8-4 0,4 8 45,3 0 1,5 0-1,3 0 1704,6 0 0,4 0 0,2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6:58.628"/>
    </inkml:context>
    <inkml:brush xml:id="br0">
      <inkml:brushProperty name="width" value="0.08571" units="cm"/>
      <inkml:brushProperty name="height" value="0.08571" units="cm"/>
      <inkml:brushProperty name="color" value="#849398"/>
    </inkml:brush>
  </inkml:definitions>
  <inkml:trace contextRef="#ctx0" brushRef="#br0">141 4644 9004,'-12'-9'6256,"0"3"-5960,9 4 0,-3 2-149,12 0 0,5 0 1,12 0-1,7 0-60,3 0 1,7 0 0,3 0 0,0 0-189,-1 0 0,5 0 0,-4-2 0,-1-2-519,1-2 1,-4-5 0,-10 3 0,-6 0-1202,-3 0 1,-5-5-644,-3 1 2464,-12 4 0,-18-7 0,-9 5 0</inkml:trace>
  <inkml:trace contextRef="#ctx0" brushRef="#br0" timeOffset="232">53 4836 9002,'0'9'2102,"0"-3"1,0-12-1782,0-5 1,-2-7 0,-1-7-1,-3-10-277,2-9 0,2-9 0,0-5 0,-2-4-540,-2 0 0,0-6 0,5 4 0,-3-4-493,-2-2 0,0 10 1,6 6-1,0 9 989,0 8 0,0-2 0,0 12 0</inkml:trace>
  <inkml:trace contextRef="#ctx0" brushRef="#br0" timeOffset="466">351 4714 8318,'0'10'2314,"0"-2"1,0-30-1,0-9-2341,0-9 0,-2-3 0,-2-8 0,-2-3-555,2 0 0,-4-1 0,1 3 1,-1 0-2833,0-1 3414,-6 1 0,5 7 0,-9 2 0</inkml:trace>
  <inkml:trace contextRef="#ctx0" brushRef="#br0" timeOffset="866">543 3911 8318,'-18'0'1464,"7"0"-853,-1 0 0,8-2 1,-4-2-1,3-4-416,-1-1 0,0-3 1,4-6-1,-2-1-79,-2-4 1,0 1 0,4-5-1,-1 2 37,-3 4 0,-2-5 0,4 3 0,-2 2 91,2 1 0,-5 3 1,-1-1-47,0 1 1,-5 7-384,3 4 1,-1 6 0,-1 6-190,2 6 0,8 3 1,-1 3-1,3-1 111,2 1 1,0 5-1,2 0 1,3-1 277,7-3 1,-2-3 0,1-3 0,3-3 397,2-2 1,7 3 0,0-5 0,-2-2 1,-1-2 1,-1-4 0,3-6 0,1-7-622,-2-7 1,-7-11-1,-3 0 1,1-5-857,-2-1 0,-2-4 0,-8 0 1,0 1 1061,0-1 0,-8-5 0,-2 3 0</inkml:trace>
  <inkml:trace contextRef="#ctx0" brushRef="#br0" timeOffset="1349">490 2968 8318,'-17'0'657,"5"0"521,1 0 1,-1 0-271,-6 0 1,7 0-636,-1 0 1,6 0 0,-3 2-28,1 3 0,2 5 1,6 8-215,0-1 1,0 1-1,0 1 1,0 2-131,0 3 1,8-1 0,3-6 0,5 1 64,1-1 1,1-1-1,-1-3 1,1-3 2,-1-2 0,1-2 0,-1-6 0,1 0 30,-1 0 0,-5-2 0,-2-4 0,-1-8 1,1-7 1,-6 0-1,2-7 1,-4 1-2,-2 0 1,-8 4-1,-4-4 1,-1 1 102,1 5 0,-4 2 0,5 1 0,-5 3 25,-1 3 1,5-2-1,2 7-975,3-3 173,-7 6 0,14-4 508,0 8 0,2 0 1,10 0 128,1 0 1,3 0 0,-1-2 82,-3-3 0,2-7 1,-9-9-1,-1-5-664,-2-1 0,-2-2 0,0-8 1,0-2-628,0-1 1245,0-1 0,0-2 0,0-1 0</inkml:trace>
  <inkml:trace contextRef="#ctx0" brushRef="#br0" timeOffset="1632">141 2426 8318,'-8'-10'325,"4"3"0,-7 5 843,-3-4 0,4 4 601,-1-4-1711,7 4 0,-2 2 0,12 0 10,6 0 0,11 6 1,8 2-1,8 0 39,7-1 0,5 1 0,1-4 1,1 2 178,-1-2 0,-2-2 0,-1-2 1,-4 0-125,-3 0 1,-1-2 0,-8-2-1,-6-4-742,-9-2 0,-3 5 0,-9-7-362,-2-2 0,-4 5 0,-8-1 0,-9 2 942,-11 4 0,-5 2 0,-1 2 0</inkml:trace>
  <inkml:trace contextRef="#ctx0" brushRef="#br0" timeOffset="1799">333 2601 14421,'0'-18'-119,"-2"1"1,-2-1 0,-1-1-755,1-4 0,0-6 1,0-10-1,-2-4-2511,2-1 3384,-6 5 0,1-12 0,-9 7 0</inkml:trace>
  <inkml:trace contextRef="#ctx0" brushRef="#br0" timeOffset="2183">386 2042 8885,'0'-10'1383,"0"-5"0,1 13-1110,5-4 0,4 4 0,7 2 0,1 0 94,-1 0 0,1 0 1,-1 0-1,3 0-39,3 0 0,-4 0 0,5-2 0,-3-4-83,2-5 1,-9-7 0,1-3 0,-3-4-276,-2-3 0,-6 1 1,0-4-1,-8 2-112,-8-2 1,-5 0 0,-5 2 0,-3 6-146,-2 3 0,-4 3 0,-8 1 0,-2 5 49,2 5 1,8 4-1,4 4 1,2 2-12,4 1 0,3 3 1,7-2-336,5 6 1,6-3 0,7 1 0,9-2-238,5-4 0,10-2 0,-3-4 1,1-6 445,0-10 1,-6-7-1,4-12 1,-2-1 374,-3-3 0,-3-8 0,-1 5 0,-1-9 0</inkml:trace>
  <inkml:trace contextRef="#ctx0" brushRef="#br0" timeOffset="2550">368 1238 8318,'10'2'3727,"-4"4"-2419,3-4 1,-5 6-1001,8-8 0,-1 0 0,7 0 1,-1 0-200,1 0 1,-1 0-1,1-2 1,1-2 81,4-2 1,-3-1-1,3 3 1,-3-2-194,-3 2 0,1 2 0,-1 2 0,-2-2 198,-3-4-153,4 4 1,-22-5 0,0 7 0,-10 0-270,-7 0 1,-2 0-1,-6 0 1,2 0 106,-2 0 0,6 0 0,1 0 0,3 0-141,-2 0 0,7 0 1,-5 0-189,-1 0 1,7-8 0,5-4 0,2-3 25,5-3 0,1-1 0,2-5 1,0-5-227,0-4 1,2-2 0,1 0 0,3 1-1362,-2-1 2009,-2 0 0,-2 0 0,0 0 0</inkml:trace>
  <inkml:trace contextRef="#ctx0" brushRef="#br0" timeOffset="2897">543 767 8353,'-18'0'831,"3"-2"-185,3-4 0,4 2 1,6-5-1,-1-1-191,-3 0 1,-6 4 0,6-5 0,0-3-296,-1-1 0,3-1 1,-6 2-1,0 3-225,1-3 1,3 1-1,-6-1-68,-1 2 0,3 9 0,-2-3-39,-1 4 1,5 10-1,2 3 1,4 5 118,2 1 1,8 6-1,4 1 1,5-1 119,6 2 1,3-5 0,5 1 0,-2-5-61,2-5 0,-4-5 0,2 4 0,0-3 245,-2-3 0,4-4 1,-7-5-1,-3-9 98,-2-7 1,-9-1 0,-4-9 0,-4-4-1713,-2-4 0,-2-1 1,-2 3-1,-6-2 1362,-5-2 0,-7-7 0,-12 3 0</inkml:trace>
  <inkml:trace contextRef="#ctx0" brushRef="#br0" timeOffset="3230">386 138 9324,'0'18'2626,"-6"-7"291,0 1-1246,-8-8-2201,5 11 1,-1-11 406,4 8 1,4-6-316,2 5 1,2 1 425,4 5 0,4-1 0,7-4 301,1-7 0,-1 3 1,0-2-14,1-2 0,-1-4 1,1-6-1,-1-6-221,1-3 1,-1-10-1,1-5 1,-1-3-300,1-1 1,-1 1 0,1 3-1,-1 5 101,1 0 0,-3 11 0,-1-1 0,-3 5 240,3 6 1,-1 6 0,1 10 0,-4 11-26,-3 8 1,5 4-1,-6 0 1,-2 0-601,-2 0 1,-2-6 0,0-2 527,0-2 0,-16-1 0,-3-7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17.59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1 611 6259,'0'-9'5727,"1"1"-5122,5 8-558,-4 0 0,6 2 0,-8 4 0,0 5 123,0 5 1,0 1 0,0 1-1,0 1-206,0 5 0,0-3 0,0 8 0,0 2-305,0 2 1,0-4-1,0-2 1,0 0-3365,0 1 3705,-8-7 0,6 12 0,-5-6 0</inkml:trace>
  <inkml:trace contextRef="#ctx0" brushRef="#br0" timeOffset="299">1 210 8349,'0'-18'5906,"0"1"-4688,0-1-2585,0 9 0,0 3 1,0 12 1366,0 5 0,7 5 0,3 1 0</inkml:trace>
  <inkml:trace contextRef="#ctx0" brushRef="#br0" timeOffset="716">542 1013 7827,'-10'0'2505,"2"0"-27,8 0-1915,0-8 0,0-1 0,0-9 0,0-1-151,0-4 0,-1-5 0,-3-9 0,-4-3-234,-2-7 1,6-3 0,-3-3 0,1-1-277,0-4 0,0 3 0,6-5 0,0 4-491,0 4 1,10-5 0,5 13 0,9-1-148,3 4 1,-4 6 0,6 4 0,0 4-216,-2 2 1,6 4-1,-5 9 1,-1 6-55,-4 4 1,-4 2 1004,-1 0 0,-1 0 0,1 0 0</inkml:trace>
  <inkml:trace contextRef="#ctx0" brushRef="#br0" timeOffset="999">367 629 11955,'29'0'-267,"2"0"0,6 0 267,8 0 0,5-8 0,3-2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19.45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278 227 8267,'6'-11'2648,"-1"-1"-2234,1 8 0,-6 4 0,0 12 0,0 5-137,0 7 1,0 5 0,0 9 0,0 5-176,0 2 1,0 1-1,0 7 1,0-1-90,0 1 0,0-1 0,0-2 0,0-3-214,0-6 0,0-1 0,0-5 0,0-7-1432,0-7 0,8-11 1633,4-5 0,3-10 0,3-5 0</inkml:trace>
  <inkml:trace contextRef="#ctx0" brushRef="#br0" timeOffset="268">16 280 8582,'-8'-18'2396,"6"1"-2012,-4-1 0,12 9 1,6 3-1,5 2-167,6-2 0,7 2 0,8-5 0,5-1-187,2 0 0,7 0 0,8-3 1,2 1-57,4-1 0,2-3 1,2-1-1,-2 1-769,-4 4 1,-4 3 0,-9 5 0,-3-2-1612,-1 2 2406,-8-6 0,3 1 0,-7-9 0</inkml:trace>
  <inkml:trace contextRef="#ctx0" brushRef="#br0" timeOffset="583">86 629 8330,'-12'0'1384,"0"0"1,10 0-649,2 0 1,16 0 0,13-2-583,4-4 0,6 4 0,5-5 1,11 1-664,5 0 0,2-6 1,4 4-1,0-1 509,6-5 0,-2-9 0,7-4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22.09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36 7448,'-8'-10'3259,"6"-6"-1715,-5 14-1285,7-5 0,0 9 0,2 2 0,3 3-96,7 3 1,-2-4 0,1 5 0,5 3-242,5 2 0,1-5 0,5 1 0,0 1-291,0 3 1,8-1 0,6-1 0,0-2-270,1 1 0,-5 1 1,4-1-1,-6-3-1849,-6-2 2487,-4-2 0,0 2 0,3 1 0</inkml:trace>
  <inkml:trace contextRef="#ctx0" brushRef="#br0" timeOffset="498">455 280 9167,'-10'0'1526,"0"0"-1350,5 0 1,-5 2 0,-8 4-14,1 6 1,-6 3 0,-3 4 0,-1 5-113,-4 5 0,-2-2 1,-2 2-1,0 2-410,0 2 1,8 0 0,4-4 0,5-5 358,7-5 0,-5-2 0,7 1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23.69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280 121 8305,'-10'-2'1872,"5"-4"-1083,-5 4 1,8-7 253,-4 3-701,4 4 1,4-12 0,4 8-1,5 1 51,5-3 0,-4 6 0,1-6 0,5 2 9,3 0 1,4-1 0,-3 3 0,1-2-254,-2 2 0,4 0 1,-1 0-1,-3-1-596,-1 1 0,-3 4 1,0 4 127,1 1 0,-8 9 1,-5-2-1,-3 3-68,-2 3 1,-5-1 0,-5 2-1,-4 3 352,-5 1 1,-8 6 0,1-4 0,-1 1 296,-4-1 1,6 4-1,0-6 1,2-1 20,-1-3 1,7-3 0,7-3-133,2-1 0,4-8 0,12 1-133,10-3 0,1-2 0,10 0 1,2 0-99,2 0 0,0 0 1,-2 0-1,-4 2-48,-1 4 1,-3-2 0,-4 8 0,1 1-86,-3 3 1,-3 7 0,-14 2-1,0 2 108,0 5 0,-10 1 0,-5 1 0,-9 1 2,-3 0 0,-4-2 1,-8-2-1,-2-3 126,3-3 1,-5-10-1,0-9 1,-1-4-211,-5-2 0,1-2 1,1-6-1,8-7-619,8-7 1,6-9 805,8 2 0,-1-4 0,1-2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25.97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 8587,'-2'11'1867,"-2"3"-1225,-2 5 1,1 3 0,5 13 0,0 7-449,0 7 1,1 5 0,3 3 0,2 1-153,-2-2 0,4-4 1,-2-5-1,-1-6-151,3-4 0,-6-10-2561,4-4 2670,-4-11 0,-2-12 0,0-10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26.25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1 210 8216,'0'-18'98,"0"1"229,0-1 0,5 7 0,3 1 1,2 0 127,3 1 1,3-1 0,1-4 0,3 5-419,3 1 0,4-6 1,8 5-1,-2-3-155,-4 0 0,4 3 0,-4-3 1,2 6-11,-1 4 0,1 2 0,-8 0-91,-2 0 1,-1 2 0,-5 4 0,-1 6-215,-3 3 0,-7 3 0,4-1-1161,0 0 1594,-6-7 0,13 6 0,-5-7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26.69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16 297 8216,'0'-11'890,"0"-1"1,-2 2-1,-2-3-399,-1 1 1,1 8 0,10-1-231,5 3 1,5 2 0,1 0 0,1 0 31,-1 0 0,1 0 1,1 0-1,2 0-193,3 0 1,1-6 0,-4-2 0,4 0-124,3 0 0,-7-5 1,2 1-1,-3-1-342,-3 1 1,1-3 0,-1 3 0,-1-4-86,-5-1 0,3 5 0,-8 1 209,-3-3 0,-3-2 276,-5-1 0,-5 7 0,-8 4 0,-1 5 93,-4 1 1,3 7-1,-5 5 1,2 3 68,0 3 1,-3 5-1,5 2 1,-2 1 38,1-1 0,9 6 1,3-4-1,2 2-89,4 0 0,3-7 0,4 1 0,7-4-117,8-1 0,17-3 0,1-3 0,7-6-506,6-4 1,1-2-1,2-2 1,1-4-1741,-1-6 2216,-7-3 0,5-10 0,-5-3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27.24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1 8189,'0'11'1000,"-2"-1"-522,-4-2 1,4 5 0,-6-1 0,2 3-63,1 3 1,-1 7-1,6 6 1,0 8-68,0 8 0,0 13 0,2 8 0,2 5-207,1 1 0,9-4 1,-4-8-1,1-8-80,1-5 0,-8-16 0,4-2-154,-1-10 0,-5-9 1,4-18-251,-4-5 1,-2-13 0,0-5 0,0-4-44,0-2 0,0 0 0,0 0 1,0 0 77,0 0 1,-6 1-1,1-1 1,1 0 368,2 0 1,2 0-1,0 0 1,0 0 23,0 0 0,2 0 1,3 2-1,7 2-109,4 2 1,3 2 0,2-2 0,5 5-13,1 5 1,2 2-1,6 1 1,0 4-28,0 7 1,-2 5-1,-2 5 1,-4 7-76,-2 4 1,-7 7 0,-9 0 0,-1 0 119,-4 3 1,-2-7 0,-4 6 0,-4-1 70,-6-1 1,-5 2-1,-4-4 1,-5 3-30,-1-3 1,-2-7-1,-6-5 1,0 1-257,0 0 1,0-6-1,0 1 1,1-3-371,-1-2 1,7 0 0,5-2-978,4-3 1578,9-5 0,10-15 0,10-2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27.6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18 123 12648,'0'17'285,"0"1"1,-2-1 0,-1 3 0,-3 1-64,2 2 1,2 1-1,2-7 1,0 1 29,0-1 1,0 1 549,0-1-922,0-7 1,0-10 0,0-12-1,0-3-49,0-3 1,6-1 0,2-3 0,-1-1-143,1 2 0,4-4 1,-5 1-1,3 3-117,4 1 1,-1 3-1,3 0 1,-1-1-127,5 1 0,3 5 0,-2 2 0,5 1-60,1-1 1,2 6 0,6-2-1,0 4 614,0 2 0,0-8 0,0-1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28.00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1 228 13244,'17'0'350,"3"0"1,1-2 0,4-2-201,3-2 0,1-5 1,8 3-1,1-2-137,3-3 1,-6-3 0,-8-1-1,-2-1-255,-3 1 0,1 5 1,-5 0-1,-9-1-21,-5-3 1,-6-1 0,-6 1 105,-9 5 1,-8 3 0,-10 8 0,0 0-30,0 0 1,0 8 0,0 5 0,2 7 202,4 3 0,-2 8 1,8-2-1,3 4 112,7 2 0,5-6 1,8 0-1,4 0 88,7-2 0,5 4 1,17-7-1,6-5-373,3-5 0,11-1 0,7-7 0,0-2-541,0-2 1,-3-8-1,-9-2 1,-3-3 696,-3-9 0,-1-5 0,-6-10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28.3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280 123 8242,'0'-18'612,"0"1"1503,0-1 1,0 7-1496,0-1 0,0 6 1,-2-3-751,-3 1 0,1 0 0,-8 4-260,-1-2 0,-3 1 0,-3 5 0,-3 0 71,-1 0 0,-2 5 1,3 3-1,-1 2 64,2 3 0,3 3 1,5 3-1,3 3 299,2 1 0,2 0 0,8-5 1,4-1 137,6 1 0,9-1 1,4 1-1,1-1-16,-1 1 1,6-1 0,-4 0 0,0 1-124,-3-1 0,-5 7 0,-2-1 0,-1-2-2,-4-1 0,-5-3 0,-7 1 0,-2-1-84,-3 1 1,-13-3 0,-11-1 0,-4-5-292,-2-1 1,2-2-1,2-6 1,4 0-418,2 0 0,1-2 0,7-4 0,1-5-187,5-5 1,3-1 937,8-1 0,16 1 0,3-1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29.07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1 190 9286,'8'-9'951,"-4"1"1,7 8-508,3 0 1,1 0-1,3 0 1,-1 0-375,1 0 1,5 0 0,0 0-1,1 0-218,1 0 1,-6-6 0,4-2 0,-5-1 81,-6-5 1,1 4-1,-7-1 1,0-3-56,2-1 1,-6-3 0,1 3 0,-5 1 36,-3 2 1,-11 9 0,1-3-1,-7 4-10,1 2 1,-4 0 0,1 2 0,1 6 117,-2 9 0,5 2 0,-1 9 1,6-1 232,3 0 0,8-4 0,-2 6 1,4 0 165,2-1 0,8 3 0,6-8 0,7-2-184,8-1 0,4-9 0,4-1 0,2-2-177,2-4 1,7-8-1,-1-6 1,1-4-424,-1-5 0,-5-10 1,-7 2-1,0-2-280,0 0 0,-8-1 0,-3-4 0,-7 1-60,-5 3 1,-5 5-1,-7 8 229,0-1 0,-1 3 566,-5 3 0,2 6 171,-8 12 1,8 4-1,-1 7 1,3 1 256,2-1 1,0 3 0,0 1 0,0 2-63,0-1 1,2-3 0,3 0-256,7 5 1,3-5-1,5 4 1,1-5-244,3-6 1,-1-5-1,-4-7 1,3-2-231,1-3 1,2-5 0,-4-8 0,3 1-73,-3-1 0,-2-5 1,-1-2-1,-3 0 57,-3-1 1,4 3 0,-7 6 0,1-1-178,-4 1-12,4-1 567,-9 9 0,7 9 0,-8 11 0,0 5-74,0 1 0,0 7 0,0 1 0,2 0 464,4 0 1,-2 4 0,8-3 0,3-1-533,6 0 0,1-8 1,7-7-1,4-2-579,6-4 1,5-4 0,9-6 0,-3-8-714,-3-7 1339,3-6 0,-5-16 0,7-1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29.34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70 51 8022,'-5'-12'367,"-1"0"896,2-1 0,0 5-1036,-2 2 1,4 12-1,-4 7 1,3 9-68,-3 7 0,4 17 0,-6 9 0,2 5 47,0 6 0,1 2 1,5 4-1,0 1-108,0 3 1,0-8-1,0-10 1,0-5-258,0-7 0,5-5 0,3-12-857,2-6 1,0-13-1,3-10-1005,-1-10 2020,-8-5 0,3-10 0,-7-3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29.4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0 123 8024,'2'-17'875,"4"-1"0,-2 8 0,8 3 0,3 1-307,7 0 0,5 0 0,10 6 0,3 0-655,7 0 0,5-6 0,6-1 87,7-3 0,2-2 0,3-5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30.35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280 105 8079,'2'10'1431,"4"-4"-426,-4-4 0,11-4-543,-7-4 1,6-4-1,-6-7-380,-2-1 1,-3 7 0,-1-1-92,0-2 0,-1 5 0,-5-1 1,-8 2-24,-7 4 0,-1 2 0,-7 2 0,-2 2-83,-2 4 0,4 10 1,0 7-1,0 0 66,2 3 0,2-5 1,9 6-1,4 0 23,7 0 1,3-5-1,4 1 1,3-6 77,7-5 1,9-4 0,5-8 0,1 0 86,4 0 1,-4-2 0,0-2 0,0-4-18,0-1 1,-5-3 0,1-6-1,-3 1-151,-3 0 1,0-1 0,-1 1 0,-2-1-76,-3 1 0,-7 5 0,2 0-391,-4-1 163,-2 5 1,0 2 0,-2 12 0,-2 6 300,-2 3 1,0 5 0,6 1 0,0 2-25,0-1 1,2-3-1,4-2 1,6 1-150,3-1 1,5-7 0,1-4 0,4-4-348,2-2 0,3 0 0,4-4 1,1-6-799,0-7 1349,-7-5 0,4-11 0,-4-3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30.6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78 8079,'0'-17'0,"0"0"848,0-1 1,0 6-492,0 1 1,0 9-1,0 4-102,0 13 0,0 5 0,-2 11 0,-2 6-150,-2 7 1,-8 9 0,5 3 0,-1 2-6,4-2 0,-2 5 0,3-3 0,-1 0-25,-2 2 0,6-11 1,-4 1-1,4-5-180,2-6 1,2-10 0,2-6-1,4-6-652,2-5 1,-5-4-1,7-10 1,0-4-116,-3-6 1,5-5 0,-8-6 871,-2-6 0,5-4 0,1-2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30.8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18 11216,'19'0'657,"2"2"1,5 2-616,1 1 0,10 1 1,9-6-1,5 0-401,1 0 1,0 0 0,1-2 0,-3-2 358,-3-1 0,-4-9 0,-8 4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31.07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28 8079,'10'-8'1360,"3"4"758,-7-7-1903,0 7 1,-6 4 0,0 12 0,-2 3-41,-4 3 1,2 7-1,-5 4 1,-1 4-73,0 2 1,4 0 0,-3-2-1,-1-2-498,0-2 1,6-6 0,-1 4-854,3-1 1,2-9 0,2-9 108,3-6 1,3-8 1138,4-17 0,3-12 0,-5-10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31.22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86 8902,'0'-17'1495,"0"-1"0,0 7 184,0-1 0,0 6-1703,0-6 0,2 9-1685,4-3 0,-2 6 1709,7 6 0,9 3 0,7 9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31.65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227 132 8079,'0'-17'1372,"0"-1"-69,0 1 0,0 5 1,0 0-98,0-1-2342,0-3 879,0-1 1,-7 9 0,-5 6 0,-5 8-56,-7 4 1,5 7-1,-6 8 1,1 1 270,1-1 0,0 6 0,5-2 0,3 4 216,3 2 0,4-6 0,8-2 0,2 0 29,4 1 0,6-7 0,9 0 0,6-7-5,6-8 1,-2-4-1,12-2 1,-2-2-226,0-4 1,-3-4-1,-7-7 1,-1-3-112,1-3 0,-12-2 0,-3-6 0,-7 3-39,-5 3 1,-2-6 0,-4 2-1,-6-2 131,-9 2 0,-8 4 1,-12 9-1,-2 5 12,-2 5 0,0 4 1,7 2-1,-1 4-321,0 7 1,8 3 0,3 15 0,7 2-192,5 2 0,4 4 0,10 0 0,4 0 145,6-4 0,11-4 1,6 0-1,4-6 400,2-3 0,0-11 0,0-3 0,0-4 0,0-10 0,0-1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32.02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87 34 9173,'-17'0'1061,"-1"0"1,7 7-1,1 5 1,2 4-931,4 1 1,1 3-1,-1 1 1,-2 4-262,2 2 1,2-5 0,2 1-1,2-4-195,4-1 1,-2-3-1,7-3 1,5-6-58,5-4 1,-1-2 0,3-2-1,-2-4 125,3-6 0,-3-5 0,6-5 0,0-3 139,0-2 1,-5 4 0,3-4 0,-2 1 154,1 5 1,-1 2 0,-8 1 0,-1 1 179,-2-1 1,-7 9-32,7 3 1,-8 6-1,2 8 1,-6 7 368,-6 6 0,4 8 0,-4-3 0,4 1-80,2 4 1,2-4-1,4 0 1,8-2-413,7-3 1,6-3 0,10-3 0,4-5-2132,5-5 1,11-4 2067,1-2 0,16-8 0,-3-1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39.90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420 224 8580,'0'-18'460,"6"1"0,-1-1 468,-1 1 0,-2 5 0,-2 1-206,0-3 0,0-2-709,0-1 0,0 0 1,-2-1-51,-4 1 0,-3 7 0,-11 4 1,-3 2-147,-6-2 1,-4 4-1,-2-1 1,0 5 227,0 3 0,0 15 1,0-1-1,2 4 106,4 3 1,0 3 0,10-4-1,5 0-16,4 0 0,5 5 0,8-7 1,7-2-44,8-1 0,13-11 1,2-3-1,5-4-74,1-2 0,-2 0 0,-2-2 0,-2-4 19,-4-5 0,2 1 0,-7-2 1,-5-1-1,-5-3 0,-1 5 1,-7-1-1,0-2-35,2-1 1,-7 3-509,5 1 0,-6 7 1,-6 0 249,-5 8 1,3 5 0,2 9 0,4-1 82,2 1 1,2-1 0,4 1-1,6-1-32,3 1 0,5-3 0,1-1 0,4-5-323,2-1 1,-3-2 0,5-6 0,2 0-1435,2 0 1962,-6-8 0,6-1 0,-6-9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40.62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437 105 8748,'0'-18'1611,"0"7"-1025,0-1 1,0 6 63,0-5 1,6 5 857,0-6-1352,0 8 1,-8-9-1,-4 7-182,-5 2 0,-11 2 0,-3 2 1,-2 2-132,-4 4 1,-2-2 0,-2 7 0,0 3-48,0 2 0,8-1 1,4-1-1,5-3 63,6 3 0,5 1 0,7 3 102,0-1 0,7 1 0,7-1 0,5 1-74,5-1 1,7 1 0,-4-1 0,2 1-138,0-1 1,-2 0-1,2 1 1,-5 1 125,-5 5 0,-3-5 0,-3 4 1,-3-1 94,-2 1 0,-4-6 0,-10 3 0,-8-9 72,-7-3 1,-1-2 0,-7-6-1,-2 0-121,-2 0 0,-2-6 0,0-2 0,2-1-233,4-5 1,-2-1 0,8-3 0,2 3-232,1 3 0,5 2 542,3 5 0,-3 10 0,5-3 0</inkml:trace>
  <inkml:trace contextRef="#ctx0" brushRef="#br0" timeOffset="435">1014 210 11260,'-8'-10'805,"4"-4"0,-8 9-731,-1 1 0,3 2 1,-1 2-1,-3 0-15,-2 0 0,-3 0 1,-2 2-1,-5 4 48,-1 5 0,4 5 0,-4 3 0,2 2-28,3 3 1,5 1 0,5-4 0,6 3-133,4-3 0,6 4 1,8-3-1,11-5-384,8-3 1,6-9 0,2 5 0,2-2-62,-2-4 0,-3-2 1,-3-2-1,-2 0-1097,-1 0 1,-9-6 1594,2 0 0,-3-15 0,-3 1 0</inkml:trace>
  <inkml:trace contextRef="#ctx0" brushRef="#br0" timeOffset="784">1363 192 8725,'-8'-17'1606,"6"7"1,-5 4-1399,7 12 0,0 10 0,0 7 0,-2 0 38,-4 2 0,4-3 1,-4 7-1,4 0-38,2-2 0,0-2 0,0-7 0,0-1 141,0 1 0,0-1 13,0 1 0,2-9 0,2-5-533,2-8 1,5-7-1,-3-11 1,0-1-238,0 2 1,3-4-1,-3-1 1,0 1 9,0 0 0,5 2 0,-3 5 0,2 1-83,-1-1 1,3-1 0,7-1-1,4 1 36,3 3 0,-5 3 0,8-3 0,4 3-52,4 1 0,1 6 1,-3-3 496,4 1 0,-4-6 0,6 5 0</inkml:trace>
  <inkml:trace contextRef="#ctx0" brushRef="#br0" timeOffset="1184">1922 314 12044,'17'-9'262,"1"1"1,-1 6-272,1-4 0,5 2 0,2-5 1,1-1-192,-1 0 1,4-1-1,-6-7 1,-2 1-195,-1-1 0,-3 7 1,-1-1 139,-4-2 1,-5-1-1,-9-1 125,-3 5 0,-11 3 0,-9 8 0,-2 2 85,-4 4 0,3 3 0,1 9 0,0-1 42,0 1 1,6 5 0,-1 2-1,7 1 221,3-1 0,8 4 1,-2-4-1,6 0-3,6 1 0,6 3 0,11-6 1,8-4-281,8-5 1,6-1-1,7-7 1,0-2-366,1-2 0,5-10 0,0-3 0,-2-7-452,-1-5 1,-11-4 880,-3-8 0,-4 0 0,-2 0 0</inkml:trace>
  <inkml:trace contextRef="#ctx0" brushRef="#br0" timeOffset="1584">2586 192 10598,'1'-9'1805,"5"3"-1607,6 4 1,-2 2 0,1 0-1,5 0-194,5 0 1,-1-6 0,5 0 0,-2 0-352,0-1 1,3 3 0,-5-8-1,2-2-231,-1-1 1,-5 3 0,-3 1 157,-3-3 0,-11 0 482,-6 3 0,-3 3 1,-16 8-1,-1 2 186,-3 4 1,2 5 0,0 11 0,2 3 93,3 2 1,3-4 0,3 5 0,5-1-57,5 0 1,4-6 0,2 5-1,4-3-238,7 0 1,5 0-1,17-5 1,6-3-325,3-3 0,1-4 0,6-8 1,1-2-554,-1-4 1,-3-9 0,1-11-1,-6-1 829,-5-4 0,-8-2 0,-3-2 0</inkml:trace>
  <inkml:trace contextRef="#ctx0" brushRef="#br0" timeOffset="2018">3371 18 8897,'-9'7'1127,"-1"-3"1,6 8 0,-2 1-723,2 3 1,1 1-1,-1 1 1,-2-1-669,2 1 0,2-1 0,4 1 0,4-1 28,5 1 1,-1-3 0,2-1 0,1-4 77,3-3 1,1-1-1,1-6 1,-1 0-72,1 0 1,-1-8 0,-1-3 0,-3-5 215,-1-1 1,0-1-1,5 1-11,1-1 0,-1 3 0,-1 1-371,-5 3 1,5 5 351,-5-6 1,-1 8-1,0 0 1,-2 8 203,-5 8 1,5-2 0,0 1 0,0 3 10,-1 1 1,9 3-1,-1-1 1,7-1-410,-1-5 1,6 5-1,4-6 236,8-1 0,6-1 0,7-8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38.58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243 130 8334,'0'-17'1624,"0"-1"-452,0 1 1,-2 5-844,-4 1 0,4 5-5,-4-6 0,2 8-346,-2-2 0,-3 5 1,-9 1-1,1 1-114,-1 5 1,1 4-1,-1 7 1,1 3 53,0 3 1,-1 4 0,1 10 0,-1 2 24,1 2 0,7 0 1,4-7-1,6 1 33,6 0 0,6-2 0,9-4 0,6-7 24,6-9 1,-2-5 0,12-8 0,-2-2 108,-1-4 0,-1-5 0,-8-11 1,-4-3 54,-1-2 1,3-2 0,-8-6 0,-5 0-56,-9 0 1,-5 0 0,-2 0-1,-2 0-99,-3 0 0,-13 8 0,-11 4 0,-4 3-202,-2 3 1,-6 7-1,-1 4 1,-1 5-215,0 1 0,4 9 0,8 7 0,4 7-122,2 4 1,9 2 0,11 6 0,3 0-136,2 0 0,9-2 0,9-6 0,9-9 663,6-10 0,10 1 0,1 1 0</inkml:trace>
  <inkml:trace contextRef="#ctx0" brushRef="#br0" timeOffset="433">662 95 8564,'6'-17'166,"-1"-1"0,1 1 1007,-6 0-503,0-1 0,0 10-89,0 8 0,0 14 0,-2 11-262,-3 2 0,3-3 0,-6 5 0,2 0-79,0-2 1,0 4-1,6-8 1,0-1-221,0-3 1,0-1-1,2-1 1,4-1-71,6-5 1,3 3 0,3-8 0,-1-3-120,1-1 1,5-4 0,2-3 0,0-9-18,1-7 1,3 1-1,-6-3 1,-2 4 25,-1 1 0,-5 1 0,-1-1 0,-4 1-195,-3-1 0,-1 1-276,-6-1 386,0 9 1,0 9 0,0 11 294,0 5 1,0 1 0,2 1 0,6-1-16,9 1 0,3-7 1,11-1-1,4 0-608,4-1 1,15-5 0,-2 4 572,3 0 0,7-6 0,0 6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43.706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53 342 15172,'-8'-10'51,"4"2"1,-5 12 311,1 8 0,0 1 0,4 18 0,-1 4-335,1 4 0,2 10 1,2-5-1,0 3-360,0-1 0,0-5 1,0 4-1,0-4-620,0-8 0,0-6 0,2-12-2372,3-3 3279,5-4 1,8-16-1,-1-2 1</inkml:trace>
  <inkml:trace contextRef="#ctx0" brushRef="#br1" timeOffset="183">18 45 8567,'-8'-18'4162,"6"1"-4245,-5 7 1,16 10 0,7 12 82,5 3 0,3 3 0,-7-1 0</inkml:trace>
  <inkml:trace contextRef="#ctx0" brushRef="#br1" timeOffset="569">664 324 8452,'0'-17'2839,"0"5"-1117,0 0-1911,0 1 1,-2 1 0,-3 4-328,-7 4 1,2 10 0,-1 4 0,-5 3 104,-5 3 0,7-1 0,-3 3 0,3 1 197,4 2 1,-3 1 0,7-7 255,2 0 1,4 1-1,6-1 1,6-1 324,3-4 1,3 3 0,1-3 0,2 1-189,3-1 1,1 3 0,-4-5 0,1 2-110,-7-1 1,1 1 0,-11 6 0,-1-1-28,-2 1 1,-4-1 0,-5 2 0,-9 3-128,-5 1 1,-12 0 0,0-7-1,-8-3-127,-4-1 0,6-8 0,-1 2 0,5-4-228,6-2 0,3-8 0,11-4 439,3-3 0,5-10 0,7-3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46.241"/>
    </inkml:context>
    <inkml:brush xml:id="br0">
      <inkml:brushProperty name="width" value="0.17143" units="cm"/>
      <inkml:brushProperty name="height" value="0.17143" units="cm"/>
    </inkml:brush>
    <inkml:brush xml:id="br1">
      <inkml:brushProperty name="width" value="0.22857" units="cm"/>
      <inkml:brushProperty name="height" value="0.22857" units="cm"/>
    </inkml:brush>
  </inkml:definitions>
  <inkml:trace contextRef="#ctx0" brushRef="#br0">262 1091 8452,'2'-18'1192,"4"1"0,-4 5 0,4 1-1051,-5-3 1,1 4-1,2-1 1,2-3-123,-2-1 0,-2-3 0,-2 1 8,0-1 0,0 1 1,0-1-1,-2 3-134,-4 3 1,0-1 0,-9 7 0,-5 2-70,1 2 1,-6 2 0,0 4-1,-3 6 49,-3 7 1,6 10-1,2-2 1,3 3-61,3 3 1,1 2 0,5 2 0,5-2 125,4-4 0,4 2 0,4-8 0,7-2 121,9-1 0,-1-11 0,8-3 0,2-4 103,2-2 0,-4-8 1,0-3-1,3-5-22,0-1 1,-2-8-1,-3-5 1,-2-3-129,-4-1 0,-1-1 0,-3-2 0,1-2-149,-1-2 0,-1-5 0,-3 3 0,-3 0-42,-2 1 1,-1 3 0,-3 8 0,2 3 5,-2 3 216,-2 2 0,-4 13-221,-4 4 1,4 12-1,-5 8 1,1 5 220,0 5 0,-6 1 1,6-2-1,1 4 35,-3 0 1,6 8-1,-6-2 1,2 6 46,0 0 1,1-2 0,5-2-1,2 2-149,3 3 1,5-3 0,8 2-1,1-6-256,4-4 1,-1-8-1,7 1 1,2-9-194,2-7 0,0-6 0,-2-6 0,-4-7-564,-2-9 1036,-2 3 0,-5-14 0,-1 6 0</inkml:trace>
  <inkml:trace contextRef="#ctx0" brushRef="#br0" timeOffset="267">961 777 9047,'0'-18'1234,"0"6"-856,0 1 0,0 9-137,0 2 1,0 13 0,-2 13-148,-4 1 1,4 2-1,-6 6 1,2 0-224,0 0 1,1-6 0,5 0 0,-2 0-693,-4-2 0,4 4 0,-2-7-573,8-3 1394,-2-9 0,21-5 0,-3-7 0</inkml:trace>
  <inkml:trace contextRef="#ctx0" brushRef="#br0" timeOffset="432">961 497 8797,'-6'-12'962,"0"1"0,-2 7 1,4-4 1067,-2 0-2405,1 6 0,7-5 1,1 5-1,5-2-2377,2-2 2752,2 0 0,5 6 0,1 0 0</inkml:trace>
  <inkml:trace contextRef="#ctx0" brushRef="#br0" timeOffset="783">1310 1091 8864,'8'10'1563,"-6"-3"1,7-7-687,-3 0 1,-4-2-523,4-3 1,-2-5 0,0-8-91,1 1 1,1-6-1,-6-3 1,0-1-90,0-4 1,0-2 0,2-4 0,2-3-286,2-7 0,6 2 1,-5-1-1,3-3-292,4-1 1,7-2-1,4-1 1,0 3-160,1 3 0,5 4 0,-2 8 1,4 1 65,2-1 1,-8 15 0,-4 9 0,-3 7-272,-3 4 1,0 7 0,-1 7 0,-2 7-557,-3 8 1321,-7 4 0,12 2 0,-7 0 0</inkml:trace>
  <inkml:trace contextRef="#ctx0" brushRef="#br0" timeOffset="1033">1310 777 8461,'-18'9'1133,"9"1"-571,3-4 1,4-2 0,4 5 0,4-1-93,5-4 1,7-2 0,5-2 0,6 0-519,4 0 0,8 0 0,0 0 0,-2 0-368,-3 0 1,-1-6-1,-2 0 1,-2 0-892,-2-1 1307,-7-3 0,11-7 0,-6-1 0</inkml:trace>
  <inkml:trace contextRef="#ctx0" brushRef="#br0" timeOffset="1384">2131 1196 8360,'-10'-12'1782,"4"0"0,2 7-1409,-2-7 1,5 6 221,-5-6 1,6 7-180,6-7 1,-5 0 0,5-5-1,-2-1-157,2 1 0,-4-2 0,6-3 1,-1-3-125,5-2 0,-2-2 0,1-6 0,3-2-289,2-4 0,3 2 1,2-5-1,3-1-407,-3 0 1,6 1-1,2-5 1,4 3-102,2-3 0,-6 7 0,-2 1 0,1 6-46,-1 6 1,-4 4 0,4 7 0,-2 3-1502,-3 3 2209,-3 4 0,-1 8 0,-1 0 0</inkml:trace>
  <inkml:trace contextRef="#ctx0" brushRef="#br1" timeOffset="1666">2113 829 12417,'-17'0'-72,"5"0"0,0 2 1557,-1 4-1401,5-4 1,2 5 0,12-7 0,8 0-194,7 0 1,6 0 0,8 0 0,2-2-363,4-3 1,-4 3 0,3-6 0,-1 2 431,2 0 1,-4-7-1,6 3 1</inkml:trace>
  <inkml:trace contextRef="#ctx0" brushRef="#br0" timeOffset="1900">2882 777 10287,'-18'1'387,"1"5"0,5 4 0,0 9 0,1 5-501,1 5 0,-3-2 0,7 2 1,2 2-681,2 2 1,2 0 0,0-4 0,0-5 57,0-5 0,2-7 1,4-3 735,5-1 0,5-10 0,1-8 0</inkml:trace>
  <inkml:trace contextRef="#ctx0" brushRef="#br0" timeOffset="2081">3004 462 8764,'-8'-17'1150,"-3"-1"1,3 7-1,0 1 273,0 2-1937,6 2 1,-5 8 0,8 4 513,5 6 0,12 11 0,9 4 0</inkml:trace>
  <inkml:trace contextRef="#ctx0" brushRef="#br0" timeOffset="2384">3528 777 8290,'6'-18'92,"-1"1"1,-1-1 313,-2 1 0,-2 5 0,0 0 446,0-1 1,-2 3 0,-3 0-687,-7 3 1,2 1 0,-1 6 0,-3 0-346,-2 0 1,-1 8 0,0 5-1,-3 7 20,-3 3 1,3 8 0,-1-4 0,6 2 108,3 0 1,6-2-1,-4 3 1,3-7 21,3-4 1,2-1 0,4-1 0,4-1-82,5-5 0,12 3 1,7-8-1,1-2-524,-2-2 1,4-2 0,-4-2-1,2-2-1554,-2-2 2187,-4-8 0,0-3 0,3-10 0</inkml:trace>
  <inkml:trace contextRef="#ctx0" brushRef="#br0" timeOffset="2723">3912 777 8290,'0'-12'567,"0"0"538,0-1 1,0-3 1047,0-1-2183,0 7 0,-2 2 0,-2 10-28,-2 4 1,1 4-1,5 7 1,0 1 146,0-1 1,0 6-1,0 1 1,0-3 8,0-2 0,0 5 1,2-1-1,3-4 22,7-5 0,4 1 0,1-5 0,0 0-245,1-4 1,7-4 0,4-2-1,4-2-220,2-4 0,0-4 1,0-9-1,0-3-119,0-1 0,-8-8 0,-2 2 0,-3-2-193,-5 2 1,2 2-1,-13 5-30,-2-1 0,-4 2 0,-6 9 687,-5 6 0,-5 4 0,1 4 0,3 4 0,-3 4 0,5 7 0</inkml:trace>
  <inkml:trace contextRef="#ctx0" brushRef="#br0" timeOffset="3031">4803 270 8290,'0'-12'1352,"0"1"1,-2 9-897,-4 2 1,4 10 0,-6 13 0,2 6-175,1 4 0,-7 10 1,4 5-1,0 6-133,1 5 1,-5-1-1,4-4 1,1 1-485,-1-3 0,2-4 1,6-13-1,0-2-409,0-3 0,2-7 1,4-12-565,5-5 1,-1-4 0,0-4 1307,-2-4 0,5 4 0,-3-13 0,7 5 0</inkml:trace>
  <inkml:trace contextRef="#ctx0" brushRef="#br0" timeOffset="3364">5239 200 8290,'0'-17'1133,"6"5"37,0 0-639,0 9 1,-6-3-1,0 12-158,0 5 1,0 13 0,0 5-1,0 4-55,0 2 1,-6 1 0,0 5 0,0 6-103,-1 3 0,5 3 0,-4-3 0,4-1-239,2-3 0,0-5 0,0 4 0,0-3-511,0-3 1,0-4-1,2-6 1,2-6-773,2-3 1,7-5-1,-1-3 392,3-6 0,3-4 1,-1-2 913,1 0 0,-1-16 0,1-3 0</inkml:trace>
  <inkml:trace contextRef="#ctx0" brushRef="#br0" timeOffset="3565">5082 584 8290,'10'0'1456,"5"0"0,-3 0-1190,4 0 0,11 0 0,8 0 1,9-1-831,7-5 1,11 2 563,8-8 0,7-7 0,11-8 0</inkml:trace>
  <inkml:trace contextRef="#ctx0" brushRef="#br0" timeOffset="4235">6532 43 8449,'9'-17'1530,"1"5"-1038,-4 0 1,-4 10-1,4 2-32,-4 10 0,-10 8 0,-4 7 1,-3 10 1,-3 9 0,-7 16 0,-4 10 1,-6 10-349,-6 5 0,19-34 1,0 1-1,-5 3 1,-1 1-1,0 3 0,0 0-14,-1 2 0,0 0 0,-3 2 0,0-1 0,3-4 1,1 0-1,3-7 0,0-1-45,-18 37 1,8-17 0,6-12 0,8-5-56,7-7 0,-9-3 0,4-8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3:57:52.124"/>
    </inkml:context>
    <inkml:brush xml:id="br0">
      <inkml:brushProperty name="width" value="0.17143" units="cm"/>
      <inkml:brushProperty name="height" value="0.17143" units="cm"/>
    </inkml:brush>
    <inkml:brush xml:id="br1">
      <inkml:brushProperty name="width" value="0.22857" units="cm"/>
      <inkml:brushProperty name="height" value="0.22857" units="cm"/>
    </inkml:brush>
  </inkml:definitions>
  <inkml:trace contextRef="#ctx0" brushRef="#br0">1 682 8517,'9'-2'1817,"-3"-4"0,-4 6-1299,-2 0 1,0 10 0,0 11 0,0 4-405,0 3 0,0-5 1,-2 6-1,-2 2-420,-2 2 1,1 0-1,5-2 1,0-4-458,0-2 0,5-1 0,3-7 0,2-1-2725,3-5 3488,-5-3 0,8-16 0,-7-1 0</inkml:trace>
  <inkml:trace contextRef="#ctx0" brushRef="#br0" timeOffset="165">140 350 8290,'-9'-17'0,"3"-1"1533,4 1 0,2 5-784,0 0 0,2 10-3037,4 2 1,3 6 2287,9 6 0,-1 3 0,1-5 0</inkml:trace>
  <inkml:trace contextRef="#ctx0" brushRef="#br0" timeOffset="765">420 734 8194,'0'-11'943,"0"-1"1,0 6-546,0-5 0,0 9 0,0 2 76,0 9 0,-6 9 0,0 3 0,2 4-250,2 3 0,2-7 1,0 4-1,0-2-187,0 1 1,0-1-1,0-6-30,0 1 0,2-3-193,4-3 0,4-4 0,7-10 0,-1-4 25,-5-6 1,5-5 0,-5-4 0,5-5-77,1-1 0,-1 6 1,-2-4-1,-3 1 69,3 1 1,-5 2 0,1 7-549,-2 2 461,6 1 1,-13 3-1,5 8 422,-4 10 0,-2 1 0,0 5 1,2 3 152,4 1 0,-4-1 0,4-1 0,-4-1-89,-2 1 1,6-1-1,1-1 1,1-3-137,0-1 0,5-6 1,-1 3-1,4-1-245,1-4 0,0-8 0,3-4 1,1-1-178,3-5 0,-1-2 1,-6-3-1,1-2 25,-1-3 1,1 1 0,-3 6 0,-1-1 84,-3 1 1,-5-1 0,4 1 70,-2-1 90,-2 9 1,-6 9 0,0 13 311,0 9 0,0-3 0,1 4 0,3-3-76,2-3 1,2 5-1,-2-3 1,3-4-383,1 1 0,6-2 0,-3-1 0,7-3-604,3-2 1,2-3 0,-3-5 805,1 0 0,8-15 0,-4-5 0</inkml:trace>
  <inkml:trace contextRef="#ctx0" brushRef="#br0" timeOffset="1285">1572 595 8290,'-7'-18'1103,"5"6"-852,-4 1 1,2 7 0,0 0 0,-2 10 418,2 11 1,0 9 0,1 10 0,-3 5-188,2 6 0,2 11 1,2 8-1,-2 8-74,-4 7 1,4 5-1,-4-1 1,4-4-141,2-5 1,0-12 0,0-9 0,0-13-176,0-13 1,2-9-278,4-9 1,-2-5-1,6-12 1,-2-5-242,-5-5 1,5-3 0,0-4 0,0-7 41,-1-3 1,-1-2 0,-6 1 0,0-3-150,0-4 0,0-4 0,2-5 1,2 1 104,2 3 0,6-1 1,-5-5-1,3 1 185,4 5 0,9-3 0,4 10 0,4 5 113,4 2 1,-10 11-1,10 0 1,-4 7 257,-4 8 0,4 4 1,-7 2-1,-3 2 87,-1 4 1,-3 4-1,0 7 1,-1 1 4,-4-1 1,1 1 0,-7-1 0,-4 1-81,-6-1 0,-6-5 0,-9-1 0,-2 3 119,-3 2 1,-7-5 0,2-1 0,-4-2-344,-2-4 0,6 3 1,2-1-1,2-2-677,3-2 0,3-2 0,2 0 0,-1 0-1898,1 0 2657,7 0 0,2 0 0,8 0 0</inkml:trace>
  <inkml:trace contextRef="#ctx0" brushRef="#br0" timeOffset="1701">2411 630 8290,'0'-12'237,"0"0"423,0-1 0,0 3 76,0-2 1,-6 1-235,0-7-499,0 8 1,-2 3 0,-3 7 13,-5 0 0,-1 6 0,-3 1 1,-1 5 36,-2 7 0,-3 1 0,5 9 0,-2 2 74,1 2 1,3 8 0,4-3 0,3-3-61,6-4 1,4-3 0,6 1 0,6-6-134,7-4 1,12-9 0,2-4-1,6-6-55,4-6 0,6 0 0,-7-9 0,-3-7-24,-6-3 1,0-4-1,-7-6 1,-5 0-151,-5 0 0,-1 0 0,-7 0 1,-4 2 242,-6 4 0,-12 4 1,-9 10-1,-4 3-40,-8 6 1,2 6-1,-7 6 1,3 8-391,4 7 1,-2 0-1,14 10 1,3 4-408,7 4 1,5 2 887,8-6 0,0 0 0,0 0 0</inkml:trace>
  <inkml:trace contextRef="#ctx0" brushRef="#br0" timeOffset="2132">2917 560 8290,'0'-18'1335,"0"1"0,0 5 0,0 0-412,0-1-1124,0 5 27,0-7 0,-8 13 0,-3-4 0,-5 4-113,-1 2 0,-7 0 1,1 2-1,2 2 136,1 2 0,5 7 0,1-3 0,3 1 258,-3 1 1,6 0 0,2 5-22,4 1 1,4-3 0,4-1 0,6-3-51,3 3 1,9 2 0,1 1 0,2 0-184,4 1 0,-4-6 0,0-1 0,-1 3 129,-5 1 1,-2 1 0,-3-3 0,-4-1 56,-7 2 0,-5 1 0,-7 3 0,-11-1-60,-9 1 0,-6-1 1,-2 0-1,-2-1-135,-4-4 1,7 1 0,-3-7-1,8-2-706,3-2 1,5-4 380,9-4 1,7 2 0,10-7-1,7-3 481,4-2 0,9-9 0,2-2 0</inkml:trace>
  <inkml:trace contextRef="#ctx0" brushRef="#br0" timeOffset="2517">3441 577 8383,'0'-17'0,"0"-1"593,0 1 1,0-1-1,0 1-221,0-1 1,-2 9-1,-2 1-337,-2 0 0,-7 6 1,1-4-178,-3 4 1,-3 2-1,1 0 1,-1 2 95,1 4 0,-7 4 0,1 7 0,2 1 110,1-1 1,3 1 0,1-1 0,3-1 218,1-5 1,8 5-1,-2-4 1,6 3-207,6 3 1,4-3 0,9-1 0,3-3-46,1 3 0,8-1 0,-4 1 0,2-2-132,0 1 1,-7 1 0,3-1 0,-4-1-84,-3 2 0,1 1 0,-13 3 177,-2-1 0,-10-1 1,-7-3-1,-9-1-110,-7 1 1,-4-3-1,-2 0 1,0-2-66,0-5 0,0-1 1,2-2-1,4 0-310,6 0 0,6-2-134,5-3 1,8-5 624,16-8 0,7 1 0,16 0 0</inkml:trace>
  <inkml:trace contextRef="#ctx0" brushRef="#br0" timeOffset="2767">3668 595 8163,'10'-18'2568,"5"1"-2241,-13 7 1,6 10-1,-8 12 1,-2 5-86,-4 6 1,4-1 0,-4 7 0,3 0-193,-3-2 1,4 0-1,-4-5 1,4 1-122,2-2 1,0-1 0,0-3-1187,0 1 0,0-7 1257,0 1 0,8-8 0,1 3 0</inkml:trace>
  <inkml:trace contextRef="#ctx0" brushRef="#br0" timeOffset="2931">3790 141 8517,'0'-18'833,"0"6"565,0 1-1398,0-1 0,0 10 0,0 4 0</inkml:trace>
  <inkml:trace contextRef="#ctx0" brushRef="#br0" timeOffset="3717">4122 53 13349,'6'12'363,"0"-1"0,7 3 0,-3 7 0,2 5-266,-1 1 1,7 4 0,5 10 0,-2 3-119,-1 1 0,-3 11 1,1-3-1,-1 1-121,1 0 1,-7-9 0,-1-4 0,-2-6-323,-4-6 0,-4 2 1,-6-10-118,-6-5 1,-3-7 0,-3-9-52,1 0 0,-1 0 491,1 0 1,5 0-1,2 2 213,3 4 1,-7-4 607,2 4 732,5-4-1306,-1-2 0,10-2 0,2-4 139,2-6 1,1-1 0,-3-1 203,2 2 1,0 7-456,-6-7 38,0 8 1,-2-2-143,-4 12 1,4-2-18,-4 8 1,2-8 454,-1 1-616,3-3-1,-6 6 125,8-6 1,0 4-272,0-12 303,8-4 1,-4-1 0,7-1 7,3-2 0,1 1 1,3-1-1,-1 3 76,1-3 1,1 4-1,2 1 1,5 1-37,1 4 1,0 2 0,4 2 0,-4 0 87,-2 0 0,5 8 0,-9 3 0,-4 5 50,-3 1 0,-10 3 0,2 1 0,-4 4 132,-2 3 0,-8-5 0,-4 4 0,-3-2-131,-3-3 1,-5-3 0,-2-2-1,-1 1-315,1-1 0,-6-7 0,2-4 0,-4-4-197,-2-2 0,0 0 0,0-2 457,0-4 0,-7-11 0,-3-11 0</inkml:trace>
  <inkml:trace contextRef="#ctx0" brushRef="#br1" timeOffset="4200">4786 1 9791,'-10'8'1012,"2"-5"-351,8 9 1,-6 0-1,1 7-133,1 4 0,0 1 1,0 9-1,-2 6-67,2 3 1,2 13-1,2 11 1,0 7-192,0 9 1,2-5-1,4-3 1,6-8-474,3-8 1,3-9 0,-1-7 0,1-5-858,-1-9 0,1-15 0,-1-7 285,1-4 0,-1-10 0,-2-4 1,-1-5 763,-2-6 1,-1-4 0,7-8 0</inkml:trace>
  <inkml:trace contextRef="#ctx0" brushRef="#br0" timeOffset="4484">4995 699 8949,'18'0'-8,"-7"0"74,1 0 1,0 0 0,5 0 356,1 0 1,-1-2 0,1-1 0,-1-3-419,0 2 1,1 2 0,-1 0-22,1-4 1,-3 2-1,-3-7 135,-6-3 0,-4-1 0,-4-3-34,-4 1 0,-6 1 0,-9 4 0,-2 7 199,1 3 1,3 4-1,2 3 1,1 9 141,4 7 1,3 1-1,5 5 1,-2 0 12,2 0 0,12 0 1,9 4-1,12-3-609,10-3 1,14 4 0,13-8 169,7-5 0,22-7 0,-41-9 0,-1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5:01.6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53 307 8088,'-12'0'0,"1"0"-152,-3 0 115,6 0 0,1-2 1000,7-3 620,0 3-219,0-6-1086,7 8 0,-3-6 0,6-2-219,-2-1 1,3 3 0,-3-6 0,2-1-40,3-3 1,3-1 0,3-1 0,3 1 23,1-1 0,2-5 0,-3 0 0,3 1-8,2 3 1,-4 3-1,4 3 1,-1 3-33,-5 2 1,0 3 0,1 5 0,1 1 37,-2 5 0,-3 4 0,-5 9 1,-3 5 59,-2 5 1,0 0 0,-5 4 0,3 4 28,-2 0 1,-8 1 0,-3 1 0,-3 2-42,-4-2 0,-7-2 1,-4-2-1,-1 1-45,1 5 0,-6-10 1,4 4-1,-2-2-41,0 0 1,6 2-1,-5-2 1,3-2-56,4-2 0,1-5 0,5 3 1,1-2-90,3-4 1,5-3 0,-4-5-35,2-1 1,4-2 250,10 1 1,-2-3-1,8-8 1,1 0 73,3 0 0,3-6 0,3-2 0,3 1-50,2-1 0,2-4 1,6 5-1,0-3 0,0-4 0,0 5 0,0-3 1,0 0-215,0 3 1,-2-1-1,-2 6 1,-4-2-95,-2 2 0,-2 2 0,-5 2-1450,-1 0 0,1 2-12,-1 4 0,-5-4 1669,0 4 0,-1-4 0,7-2 0</inkml:trace>
  <inkml:trace contextRef="#ctx0" brushRef="#br0" timeOffset="300">1066 866 8029,'2'12'1892,"4"0"295,-4-9 472,5 5-1924,-7-8-1178,0 0 0,0-8 0,0-1 0</inkml:trace>
  <inkml:trace contextRef="#ctx0" brushRef="#br0" timeOffset="766">1642 133 8005,'0'-18'-1609,"0"1"6024,0-1-3372,0 1 1,-2 9-811,-3 8 0,3 10 1,-4 11-1,4 4-162,2 3 0,0-1 0,0 4 0,0-2-85,0 2 0,0-6 0,0 0 0,0-1-73,0-1 0,8 0 1,3-7-1,5-3 29,1-1 0,8-8 1,3 2-1,1-4-101,0-2 1,6 0 0,5 0 0,-1 0-503,-2 0 1,-8-6 0,-2-2-1,-1 0 661,-5 1 0,-2-7 0,-1 4 0</inkml:trace>
  <inkml:trace contextRef="#ctx0" brushRef="#br0" timeOffset="1016">1992 28 8005,'9'-8'886,"-3"-3"-425,-4 3 1,-10 8 0,-3 13 0,-3 9-177,2 7 1,-3 4 0,3 4 0,-1 3-105,1 7 1,-2 4 0,7 3 0,-1 2-131,0 2 0,2 1 1,6-9-1,0-1-260,0-3 1,6-9-1,2 0 1,0-8 208,-1-4 0,7-2 0,-4-5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5:04.8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122 206 8219,'12'-6'-347,"0"0"1,-8-2 2233,1 3-438,5 3-704,-8-6-568,6 8 0,-8 2 0,0 6 1,0 7 57,0 7 1,0 9 0,0 0 0,0 5-196,0 5 1,0 2 0,0-2-1,0 3-300,0 1 0,0-2 0,0-10 0,0-2-212,0-2 1,6-8 0,0 2 0,-3-3-968,-1-3 0,-2-5-228,0 0 1667,8-9 0,-6-3 0,6-9 0</inkml:trace>
  <inkml:trace contextRef="#ctx0" brushRef="#br0" timeOffset="352">35 223 8219,'0'-17'0,"0"-1"274,0 1 1,0 5 0,2 1 190,4-3 1,-4 4 0,6-1-174,-1-3 1,-3 1 0,8-1-1,2 2-68,1-1 1,10 3-1,6 0 1,6 3-77,4 3 1,7-4-1,-1 2 1,3 4-229,3 6 0,-3 14 0,-3 11 0,-6 6-8,-5 5 0,-8 5 1,-5 9-1,-6 4-28,-5 7 1,-6 0 0,-14 1 0,-9-3-31,-11-3 1,-5 4 0,-1-6 0,-3-4 6,-4-5 0,4-6 0,-6-9 0,3-1 67,-1-3 1,-6-7 0,7-12 0,1-5-89,2-4 1,2-2 0,2-2 0,4-4-254,6-5 0,3-5 1,5-3-1,3-4-972,6-7 1385,4 5 0,2-15 0,0 3 0</inkml:trace>
  <inkml:trace contextRef="#ctx0" brushRef="#br0" timeOffset="668">996 468 8304,'11'0'1115,"1"0"1,-8 8 0,2 3-777,-4 5 1,-2 3-1,-2 4 1,-2 7-216,-2 3 0,-2 1 1,4 1-1,-1 0-433,1 0 0,2-6 0,2-1 0,2-3-917,3-4 1,-1-3 508,8-7 0,-2-5 1,3-12-1,-3-7 717,-2-9 0,-2-5 0,-6-8 0</inkml:trace>
  <inkml:trace contextRef="#ctx0" brushRef="#br0" timeOffset="817">1013 241 8304,'0'-18'2217,"0"1"0,0 5-2257,0 1-1040,0 7 1,2-4 0,4 8 1079,6 0 0,3 8 0,3 1 0</inkml:trace>
  <inkml:trace contextRef="#ctx0" brushRef="#br0" timeOffset="1433">1397 468 11208,'0'17'245,"0"1"1,0-1-1,0 1-83,0-1 1,0 6-1,0 1 1,0-1-143,0 2 0,0-5 1,0 3-140,0-4 1,0-1 0,2-3 73,4-3 1,-2-4 0,8-10-95,1-4 0,1 2 0,-1-10 0,-1-3-70,2-4 0,1-5 0,3 3 1,-1-4-52,1 0 0,5-4 1,0 8-1,-2-1 206,-1-1 0,3 6 1,0-5 243,-1 5 1,-3 9 0,-1 4-37,-1 4 1,-7 12 0,-4 6-1,-4 7 258,-2 4 1,0 2 0,0 6 0,0 0-122,0 0 1,0-6 0,0 0-1,0 0-356,0-2 1,2-3-1,1-11 1,3-1-22,-2 2 0,6-9 0,1-3-13,5-6 1,1-11 0,1-1 0,-1-7-185,1-4 1,1-2 0,3-6 0,1 2 56,-2 4 1,-1-4-1,-3 6 1,3 0-73,3 3 0,-8 3 1,7 0 121,-1-3 1,0 9 267,-3 9 1,-8 6 0,-5 8-1,-3 7 268,-2 7 0,0 9 0,0-2 0,0 2-235,0-2 1,0 2-1,0-6 1,0 2-342,0 4 0,0-5 0,0-3 0,0-4-379,0-1 0,8-9 1,4-3 594,3-4 0,3-2 0,-1 0 0</inkml:trace>
  <inkml:trace contextRef="#ctx0" brushRef="#br0" timeOffset="1818">2498 608 8173,'5'11'0,"3"-1"665,2-2 300,-6-3 1,11-5-765,-3 0 1,5-1 0,5-5 0,1-4-98,-2 0 1,7-5 0,-1 3 0,2-3-311,0-3 1,-8 1 0,5-1 0,-3 1-159,0-1 1,-2 1 0,-9-1 0,-4 1 86,0-1 0,-6 1 1,1 0-1,-6-1 248,-9 1 0,-9 7 0,-5 4 0,-1 4 101,-4 2 0,0 0 0,0 2 0,2 4 226,-2 6 0,4 9 0,0 4 0,1 0 90,5 1 0,4 5 0,5-2 0,6 4 30,4 2 0,2 5 0,2 1 0,6-4-265,9-6 0,8 0 0,10-8 0,2-1-336,4-3 0,-2-9 0,5-4 0,1-6-538,0-6 1,-8-4-1,-1-9 1,-4-5 720,-1-5 0,-6-4 0,0-2 0</inkml:trace>
  <inkml:trace contextRef="#ctx0" brushRef="#br0" timeOffset="2236">3196 398 8013,'16'-2'968,"-5"-4"1,3 2-674,-8-7 0,0 9 3,-6 2 1,0 8 0,-2 9 0,-2 2-270,-2 5 1,0-3-1,6 8 1,0 0-10,0-2 1,0 6 0,0-5 0,0 1-62,0 0 0,0-8 0,2 2 0,4-3-102,6-3 1,3-1 0,3-5 92,-1-5 0,0-4 0,1-4 1,-1-4-100,1-5 0,-7-5 0,1-1 1,2-3-132,1-3 0,3 2 0,-1-6 1,1-1 37,-1 1 0,-5 4 1,-1-4 202,3 2 1,-6 1-1,-1 9 269,1 3 0,-8 4 0,2 10 89,-6 4 0,-7 4 0,5 9 0,2 3 19,2 1 1,2 6 0,0-6 0,0 1-296,0 1 1,2-8-1,4 3 1,7-7-500,9 1 0,5-6 0,8-3 0,0-3-732,0-2 0,5-7 1188,1-5 0,8-11 0,-5-5 0</inkml:trace>
  <inkml:trace contextRef="#ctx0" brushRef="#br0" timeOffset="2651">4349 433 8013,'0'-18'835,"-2"7"1,-2-1-283,-2-1 1,-2 3-1,5-2-377,-3-1 0,-8 3 1,3 0-50,-5 2 0,4 3 0,1 5 1,-3 0-70,-1 0 1,-3 0-1,1 0 1,-1 0-36,1 0 1,-1 2-1,1 3 1,-1 5 69,1 0 0,7 5 0,2-3 5,1 4 0,5 1 0,-4 0 1,4 1-29,2-1 1,8 3 0,1 1-1,3 2-74,0-1 0,5-3 0,6 1 1,-1 3-266,-3 6 0,4 2 0,1 0 0,-3-4 520,-1-2 1,-3 1 0,0-5-110,1 2 0,-8 1-138,-5-7 1,-10-7 0,-7-4-1,-5-4-282,-7-2 1,-3-8 0,-8-2 0,2-2-316,4 1 0,-4-1 0,6-5 1,0 1 592,3 4 0,-3-3 0,0 5 0</inkml:trace>
  <inkml:trace contextRef="#ctx0" brushRef="#br0" timeOffset="2969">4628 433 8012,'12'0'1062,"0"0"-489,-1 0 1,-1 2-62,-4 4 1,-4 3-1,-4 9 1,-2 1-194,-2 5 1,-2-3 0,4 8 0,-1 0-239,1-2 0,2 6 0,2-6 0,0 3-328,0-1 0,0-8 0,2 2-1051,3-3 0,-1-5-1979,8-3 3277,-8-4 0,4-16 0,-8-2 0</inkml:trace>
  <inkml:trace contextRef="#ctx0" brushRef="#br0" timeOffset="3116">4698 171 8012,'12'-18'1216,"-1"1"1,-7 5 1135,2 1-2352,-4 7 0,-10 4 0,-1 10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5:08.94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280 156 8166,'17'0'68,"-5"0"1,-2-2 446,-3-4 1,1 4 0,-4-6-12,2 1 0,0 3 0,-6-8-232,0-2 1,-2 7 0,-2-1 0,-4 2-226,-2 0 1,-1 1 0,-7 5 0,1 0-154,-1 0 0,-1 0 0,-3 1 1,-1 5-47,2 6 0,-4 3 0,1 3 1,3-1 101,2 1 0,1 5 1,1 2-1,-1 3 81,1 3 1,7 2 0,4 0 0,4-2-16,2-2 0,2-2 0,6 2 1,7-6-9,7-3 0,9-11 0,0-3 0,6-4-16,4-2 1,-3-8 0,-7-3 0,-1-7-11,1-5 1,0-4-1,-2-8 1,-8 0-1,-7 0 0,-7 0 0,-7 0 1,0 0-10,0 0 0,-3 8 0,-7 6 1,-8 5-94,-1 5 1,-8 7-1,0-2 1,-1 6-329,5 6 1,-2 5-1,2 11 1,1 3-1205,3 2 1652,1 2 0,9 6 0,1 0 0</inkml:trace>
  <inkml:trace contextRef="#ctx0" brushRef="#br0" timeOffset="467">891 51 8087,'8'-10'877,"-6"-5"263,3 3-800,5 4 0,-10 3-168,0 10 0,0 11 0,-8 9 0,3 0 24,-1 1 0,-6 7 0,6 0 0,0 5 6,-1 1 1,5-2 0,-4-4 0,4-2-43,2-2 1,2-2-1,4 2 1,5-5-82,5-5 1,3-9 0,3-4 0,3-4-152,2-2 0,-4-2 1,5-6-1,-1-8-228,0-5 0,2-10 0,4 2 0,-4-4-83,-6-2 0,3 0 1,-3 2-1,-2 2-52,-1 2 1,-9 8 0,-1-3 259,-2 5 0,-4 9 238,-10 4 1,2 12-1,-8 8 1,1 5 253,1 4 0,0 9 0,6-5 0,-1 2-72,1 0 0,4 0 1,4 4-1,3-2-225,3-2 0,4-8 0,9 3 1,6-7-488,4-5 1,2 1 0,2-7-1,2-4-309,1-6 1,7-5 775,-6-9 0,7-7 0,-3-2 0</inkml:trace>
  <inkml:trace contextRef="#ctx0" brushRef="#br0" timeOffset="950">2096 173 8087,'2'10'1989,"4"-4"-1536,-4-4 0,5-4 1,-5-4-374,4-6 1,-4-3 0,4-3-172,-4 1 1,-2-1 0,-2 3-1,-4 1-52,-5 3 0,1 5 0,-2-4 0,-3 2 194,-7 5 0,3 1 0,-6 2 1,1 0 188,1 0 1,-6 7-1,4 5 1,0 5-63,-1 7 1,-3-3 0,6 8 0,2 0-66,1-2 0,5 5 0,3-7 0,6 0-44,4 0 1,4 4 0,4-7-235,6-7 1,9 1-1,4-10 1,0-3-76,1-1 0,3-7 0,-4-3 0,0-2 18,0-4 0,5-1 0,-7-3 0,-2 1 66,-1 0 1,-3-1 0,1 1 232,-1-1 1,-5 3 176,-1 3 1,-9 6-112,-2 12 0,0 4 0,-8 7 0,3 3-9,-1 3 0,0-2 1,6 6-1,2 1-169,4-1 1,-2-6 0,7 2-1,5-3-329,5-3 1,0-7-1,9-4 1,1-4-480,2-2 0,7-2 0,1-4 843,-2-6 0,-2-11 0,-2-4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5:15.49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71 165 7328,'-10'-8'-1236,"0"6"1671,5-3-182,3-5 1,-6 0 3,8-7 0,0 5 0,0 0 175,0-1 1,0 3 152,0-2 0,2 7 103,4-7 1,-4 6 539,3-5-846,-3 7 0,-2 9 0,-2 15-130,-3 5 0,3 6 0,-4 8 0,2 4-120,-2 1 1,4 9 0,-4 9 0,2 2-337,-1 2 0,3 6 0,-4-10 0,4-2-296,2-8 1,0-1-1,0-13-1231,0-5 849,0-5 0,2-26 0,2-8-103,2-8 1,-1-3 984,-5-1 0,0-7 0,0-2 0</inkml:trace>
  <inkml:trace contextRef="#ctx0" brushRef="#br0" timeOffset="317">420 497 8553,'0'-18'1870,"0"7"-1021,0-1 1,0 10 0,0 2-532,0 10 0,0 7 0,0 5 1,0 3-172,0 2 0,-2 2 1,-2 6-1,-2-2-248,2-4 0,3 4 0,1-6 0,0 3-767,0-1 0,0-8 0,0 2 1,0-3-2122,0-3 2989,0-7 0,0-2 0,0-8 0</inkml:trace>
  <inkml:trace contextRef="#ctx0" brushRef="#br0" timeOffset="483">507 252 8307,'0'-17'1644,"0"-1"-640,0 1 0,2 1-1141,4 5 0,-2 3 137,8 8 0,-8 16 0,3 3 0</inkml:trace>
  <inkml:trace contextRef="#ctx0" brushRef="#br0" timeOffset="783">979 43 8093,'0'-18'1333,"0"7"-661,0-1 1,0 10-1,-2 4-398,-4 14 0,4 9 0,-4 12 0,2 3-88,-1 7 0,3 11 0,-6 6 0,2 4-65,0 2 1,-5 0 0,5-2 0,2-2-230,2-2 0,2-10 1,0-1-1,0-11-503,0-5 1,0-10 0,2-5-1652,4-9 1382,-4-5 0,5-18 0,-7-5 880,0-7 0,-7-9 0,-3 4 0</inkml:trace>
  <inkml:trace contextRef="#ctx0" brushRef="#br0" timeOffset="966">717 619 8018,'0'-11'338,"0"-1"0,2 8 0,2-4 0,3 2 447,3 1 0,2-1 0,5 6 0,3 0-747,3 0 0,-2 0 1,8 0-1,2-2-831,2-4 1,-3 4 0,-1-4 0,2 2 792,2-1 0,-6 3 0,-2-6 0</inkml:trace>
  <inkml:trace contextRef="#ctx0" brushRef="#br0" timeOffset="1483">1381 567 7740,'1'-16'788,"5"5"1,-4-5 146,4 4 0,-4 7-838,-2 5 0,-8 9 0,-1 13-169,-1 1 1,0 2-1,6-3 1,-2 3 41,3 2 0,-5-6 1,2 3-1,2-3 38,2 2 1,2-3-1,2 3 23,4-4 1,4-3 0,7-5 0,1-5-107,-1-4 1,2-2 0,3 0 0,3-2-142,2-4 1,-4-3-1,5-9 1,-1 1 90,0-1 0,-6-5 1,3 0-1,-5 1 135,-2 3 0,-5 2 1,-2-1-1,-1 1 237,1-1 0,-6 7-158,2-1 0,-4 10 1,-2 2-1,0 10 185,0 5 1,0 10-1,0 4 1,0 6 30,0 6 1,0 12 0,0 11 0,0 5-57,0 7 0,0 2 0,0 5 0,0-1-62,0 1 0,-8-7 0,-4-6 0,-5-12-85,-6-10 1,1-5 0,-7-12 0,-2-6-70,-2-7 0,-2-12 0,0-2 0,0-8-341,0-8 1,2-9 0,4-5-1,6-1-210,4-4 0,1-2 0,3-2 0,3-2-193,6-3 0,12 1 0,8-6 0,7-1-144,8-5 1,12 3-1,7-11 855,9 5 0,12-6 0,-29 29 0,0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5:17.92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1 540 8080,'5'-17'8,"1"-1"1,0 1 645,-6-1 0,6 6 0,2 3 773,1 1-1158,-5 2 0,10 14 0,-8 6 0,-2 5 11,-3 4 1,-1 8-1,0-2 1,0 4-112,0 2 1,0-6-1,0 1 1,0-1-104,0-2 1,0 4-1,0-8 1,0-2-70,0-1 1,0-8-153,0-1 0,0-9 1,0-2-1,0-10-10,0-5 1,0-5 0,0-3 0,2-4 17,4 0 0,-2-6 0,6 6 0,0-2 5,-1-1 1,1 3-1,4-4 1,-3 2-120,3-2 1,1 6 0,3 0 0,1 1-136,4 1 0,-1 0 1,5 7-1,-2 3-148,-4 1 1,5 8 0,-1-2 0,0 4 543,0 2 0,-1 8 0,1 10 0,2 9 0</inkml:trace>
  <inkml:trace contextRef="#ctx0" brushRef="#br0" timeOffset="400">525 610 8604,'11'0'1377,"1"0"0,-1 0 1,7 0-1102,-1 0 1,1 0-1,-1 0 1,3-2-90,3-4 0,-2 2 0,8-7 1,1-1-182,-3 2 0,4-5 0,-8 3 0,-2-3-282,-1-3 0,-3 1 1,-1-1-197,-5 1 0,-3-1 0,-12 3 165,-7 3 0,-3 4 0,-15 8 1,-2 2 191,-2 4 1,-2 4 0,2 7 0,2 3 198,2 3 0,8-2 0,-3 8 1,5 2 69,1 2 1,3-4-1,3 1 1,6 1-19,4 2 1,10-6 0,6-4 0,7-4-225,8-1 0,6-8 1,4-5-1,4-3-402,1-2 0,-3-2 1,4-3-1,-3-7-870,-3-4 1,-8-7 1359,-2 0 0,0-8 0,6 4 0</inkml:trace>
  <inkml:trace contextRef="#ctx0" brushRef="#br0" timeOffset="967">1555 697 8230,'10'-17'1407,"3"-1"-719,-7 1 0,2 1 0,-4 3-315,2 1 1,-1 0 0,-7-3-374,-3 3 0,-5-1 1,-8 5-1,1 0-27,-1 0 1,-5 3-1,-2 5 1,0 0-47,0 0 1,-5 0 0,7 0 0,0 1-21,-2 5 0,3 4 0,-5 9 0,2 5 111,4 5 1,3-2 0,4 2 0,5 2-55,1 2 1,2 0 0,6-4 0,0-6-85,0-3 1,10-3 0,7-1 0,9-5-14,1-5 0,6-6 1,-4-6-1,4-5-129,2-5 0,0-7 1,0-2-1,-2-2 179,-4-4 1,4-2 0,-4-4-1,2-2 157,-2-2 1,-2-5-1,-6 3 1,3 0-27,-3 1 1,-1-5 0,-5 6 0,-1 4 98,-3 6 0,-5 0 1,4 6-1,-2 0 49,-5 0 1,-1 7-160,-2 6 0,-2 9 0,-1-1-60,-3 8 0,-8 5 0,2 11 0,-3 3-83,-2 6 1,-1 4 0,3 2 0,1 2 220,2 4 1,1 3 0,-5 9 0,3-1-15,1 0 1,8 1-1,-2-1 1,4-1-163,2-5 0,0-3 0,2-10 0,4-4-364,6-6 1,3-5-1,5-7 1,1-7-1546,2-8 1970,1-5 0,-7-9 0,0 1 0</inkml:trace>
  <inkml:trace contextRef="#ctx0" brushRef="#br0" timeOffset="1351">2061 610 8132,'0'-18'1051,"0"1"1,0 5-439,0 1 0,0 9-454,0 2 1,0 7 0,-2 11 0,-1-1-80,-3 1 0,0 5 0,6 2 1,0 1 26,0-1 0,0 0 0,0-4 0,0 3-120,0-3 0,2-2 0,2-1 1,4-1-5,1 1 0,3-9 0,5-3 0,3-4-146,3-2 0,-2-2 0,7-4 0,-3-5-57,-4-5 1,4-3 0,1-2 0,-1-5-15,0-1 1,-4 0 0,-7-4-1,-2 2-36,1-2 1,-5 6 0,-2-1-194,-4 1 1,-2 6 42,0-5 0,-2 13 1,-2 7-1,-4 6 420,-2 4 0,7 7 0,-13-3 0,6 7 0</inkml:trace>
  <inkml:trace contextRef="#ctx0" brushRef="#br0" timeOffset="1720">2935 627 8012,'11'-6'567,"-1"-1"137,-2-3 1,-1 6-1,-3-4-343,2 1 0,0-3 1,-6-8-246,0 1 0,0 5 0,-2 3-119,-4 1 1,-3-4 0,-9 6 0,1 3-13,-1 1 1,-5 2 0,0 2 0,-1 3 25,-1 7 1,6 4-1,-7 1 1,5 0 51,4 1 0,-5 5 1,13 2-1,-1 1-18,4-1 1,4 4 0,2-6-1,2-1-155,4-3 0,4-2 0,9 1 1,2-3-276,3-3 0,7 2 1,-2-8-1,2-3-100,-2-1 1,4-9 0,-4-5 0,4-6-54,2-5 1,0 2-1,0-8 1,-2-2 537,-4-2 0,2-2 0,-8 0 0,16 0 0,-2 0 0</inkml:trace>
  <inkml:trace contextRef="#ctx0" brushRef="#br0" timeOffset="1951">3563 121 8092,'10'-23'0,"-2"-1"252,0 3 0,-7 2 1997,5 1-1846,-4 8 1,-2 5 0,0 10-186,0 7 0,-8 5 0,-1 7 0,-3 5 29,1 4 0,-1 8 1,-6 3-1,1 5-86,-1 5 1,7 4 0,-1 0 0,-1 5-373,-3-1 0,1 4 1,1-8-1,4-4-393,3-5 0,1-7 0,6-9 0,0-4-886,0-5 1,0-15-326,0-9 1815,7 0 0,-5-23 0,6 4 0</inkml:trace>
  <inkml:trace contextRef="#ctx0" brushRef="#br0" timeOffset="2134">3301 540 8106,'0'-17'1877,"0"-1"0,8 8-1462,4 5 1,3-3-1,3 2 1,-1 2-477,1 2 0,5 2 0,2 0 0,2-2-269,4-4 0,2 4 0,4-5 1,2 1-1008,2 0 0,0-6 0,-6 7 1337,-1 1 0,9-6 0,2 0 0</inkml:trace>
  <inkml:trace contextRef="#ctx0" brushRef="#br0" timeOffset="2385">4070 470 8931,'-2'12'1038,"-2"-1"0,-4 5-600,-2 5 0,5 1 0,-7 7 0,0 2-387,3 2 0,-5 2 0,6 0 1,1-2-521,-1-4 1,2 2-1,6-8-997,0-2 0,2-9 213,4-6 1,-2-12 1252,7-6 0,1-11 0,5-4 0</inkml:trace>
  <inkml:trace contextRef="#ctx0" brushRef="#br0" timeOffset="2533">4244 278 8025,'0'-17'2357,"-2"-1"-1588,-3 1 1,3 5-2984,-4 0 2214,4 8 0,10 4 0,1 10 0</inkml:trace>
  <inkml:trace contextRef="#ctx0" brushRef="#br0" timeOffset="3002">4803 557 8034,'8'-17'309,"-6"0"1,6 1 234,0 4 0,-7 3-515,5 3 1,-12 4 0,-5-6 0,-5 2 49,-1 0 1,-1 1 0,-1 5 0,-2 2 224,-3 3 1,-5 5 0,4 8 0,0-1 70,0 1 0,-5 1 0,7 2 0,2 4-7,1 3 0,3 1 0,-1 6 0,3 0-292,3 0 0,5-2 0,7-2 0,1-4-202,5-2 0,6-8 0,11-7 0,6-2-312,4-4 0,2-4 0,0-6 1,-2-8-21,-4-7 1,4 0 0,-6-8-1,1-2 325,-5-2 0,-4 3 0,-1 1 1,-3 0 97,-3 2 0,-4-6 0,-8 6 0,-2 0 63,-4 3 1,0 5-1,-9 4 1,-5 3-165,1 6 1,-8 4 0,-1 2 0,1 2-232,4 4 1,-2 9 0,1 9 0,3-3-68,2-2 1,7 7-1,2 1 1,3 0 433,3-4 0,2 3 0,4-3 0,4-2 0,-1-3 0,13-7 0,-5-3 0,13-8 0</inkml:trace>
  <inkml:trace contextRef="#ctx0" brushRef="#br0" timeOffset="3386">5135 470 7899,'10'-12'58,"-4"1"0,-2-1 1265,1 2-595,-3 3 1,4 9-440,-12 3 0,2 5 0,-7 10 0,-1 3 17,2 6 1,-3-2 0,5 2 0,-2 2 7,-3 2 0,3-4 0,0 1 0,3-1-110,3-2 0,2-2 0,2-8 0,0 1-136,0-1 1,2-7-1,4-4 1,7-4-424,8-2 1,1-2 0,5-4-1,0-6-20,0-3 1,2-8 0,6-3 0,0-1 87,0-4 1,-2 4 0,-2 0-1,-4 2 83,-1 3 0,-3 3 0,-8 1 125,-3 1 1,-6 9 0,-10 8 141,-2 10 1,-13 7 0,1 5 0,1 3 59,3 2 1,-1 2 0,5 4 0,0-2-212,5-2 1,3-7 0,4 1 0,3-2-882,7 3 0,19-13 969,10 1 0,15-8 0,6-4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5:31.99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0 123 8163,'0'-12'0,"2"1"0,2-3 746,2-1 1,0 3 1769,-6 0-2088,0 8 1,5-1 0,1 10-237,-2 7 1,-2 4 0,-2 3 0,0 2-65,0 3 1,0 7-1,0-2 1,0 2-157,0-2 1,0 2 0,2-8 0,2 1-143,2 1 0,1-6 0,-1 4 0,6-5-7,3-6 0,5 1 0,1-7 0,4-2 39,3-2 1,1-2 0,6 0 0,0 0-317,-1 0 0,-1 0 0,-1 0 0,-3-2-862,2-4 0,-4 4 1316,2-4 0,-8 4 0,5 2 0</inkml:trace>
  <inkml:trace contextRef="#ctx0" brushRef="#br0" timeOffset="250">472 36 8032,'0'-12'134,"-2"2"1398,-4 3-1010,4 1 1,-8 10 0,6 7 0,-3 13-126,-3 7 0,4 11 1,-4 7-1,1 7-292,-1 8 0,4 6 1,-4 4-1,3 3-282,3 3 0,-4-14 1,2-4-1,2-14-744,2-13 0,10-7 921,4-11 0,3 0 0,3 1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5:30.9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0 193 7892,'6'-12'579,"0"0"1,0 7-1,-4-5 1,2 0-161,1 0 1,1 5 0,-4-5 0,2 0-214,2 0 1,7 5 0,-1-7 0,4 0-71,1 3 1,1-7 0,-1 6 0,2 1-85,5 3 0,-3-2 0,8 2 0,2 2-60,2 3 1,-6 2 0,-3 5 0,-5 6-54,-2 3 0,-1 11 1,-4 1-1,-7 2 77,-3 0 1,-4 2 0,-3 8 0,-7 4 15,-4 1 0,-9-3 0,-4 4 0,-4-3 26,-2-3 1,0 4 0,0-2-1,2-3 41,4-1 0,-2-2 0,6 2 0,0 0-45,0-2 0,9 2 0,10-14 0,4-2-115,2-1 0,2-3 1,4-1-81,6-5 0,3-3 0,5-8 0,1-2 66,2-4 0,8-1 0,-4-7 1,3 2-70,-1-1 0,0-3 1,6 1-1,-2 1-290,-4 3 1,4 7 0,-6-2 0,2 4-1953,0 2 2386,-8 0 0,12 0 0,-5 0 0</inkml:trace>
  <inkml:trace contextRef="#ctx0" brushRef="#br0" timeOffset="300">908 786 10880,'0'-9'3243,"0"1"-3243,0 8 0,0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5:42.07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0 482 7702,'0'-12'3561,"0"1"-2880,0 7 0,0-2-423,0 12 1,0 5 0,0 11-1,0 3-91,0 2 1,0-4 0,2 7 0,2-1-38,2-2 0,0 4 1,-6-8-1,0-2-259,0-1 0,0-3 64,0 1 1,6-10-101,-1-8 0,3-10 0,-4-11 0,2-5-33,-2-1 0,0 4 0,-1-4 0,3 0-73,-2-1 1,4 1-1,0-2 1,-1 4 4,1 0 1,6 5 0,-5-3-1,3 4 25,0 1 1,1 1 0,9 1 0,1 3-160,-2 1 0,5 2 1,-1-1-1,2 5-42,4 4 1,2 2 0,2 0 0,0 0 441,0 0 0,0 0 0,0 0 0,0 0 0</inkml:trace>
  <inkml:trace contextRef="#ctx0" brushRef="#br0" timeOffset="400">367 622 7976,'10'2'901,"-4"3"1,-3-3-1,3 6-506,6 0 1,3-6 0,3 4 0,1-4-33,5-2 0,3 0 1,10 0-1,1-2-188,3-4 1,0-4 0,-6-7 0,0-1-85,0 1 0,-2-3 0,-4-1 0,-6-2-320,-4 1 1,-3 3-1,-4 1 1,-7 1-208,-3 0 1,-2 5 0,-2 2-1,-5 2 32,-11 5 1,-1 1 0,-8 2-1,-1 0 244,1 0 1,4 7 0,-4 7 0,0 5 151,0 5 1,5 7-1,-1-4 1,5 2 217,7 0 1,-3 0 0,8 6-1,2 0 29,3 0 1,14 0-1,7-2 1,7-2-339,10-2 0,-1-15 1,9-1-1,0-5-250,-1-2 0,3-2 0,3-10 0,-3-6-1374,-6-3 1723,3-11 0,-7-1 0,6-8 0</inkml:trace>
  <inkml:trace contextRef="#ctx0" brushRef="#br0" timeOffset="934">1659 622 8099,'12'-12'1639,"-2"0"-1077,-3-1 0,5 3 0,-4-2-266,2-1 1,-7 3 0,3-1-187,-4-3 0,-2-2 1,0-1-150,0-1 0,-8 7 1,-5 1-1,-7 2-89,-3 4 1,-6 3 0,4 1-1,-2 0 68,-4 0 1,3 1 0,-1 5-1,0 8 67,2 7 1,2 1-1,7 7 1,1 2 50,-1 2 1,9 2 0,3-2-1,4-2-68,2-2 1,8-8-1,3 2 1,7-5-114,5-6 1,4-5 0,8-7 0,0-2-90,0-3 0,0-5 0,0-10 0,0-3 100,0-6 0,0-6 0,0-4 1,0-3 68,0-3 0,-1 0 0,-1-3 0,-3 3 155,-7 3 1,-4-1 0,-3 4 0,-3 0-18,-1 6 0,-8 0 0,2 10 0,-4 2-51,-2 1 1,0 9 0,-2 1-134,-4 2 1,2 8 0,-8 8 0,1 3 79,1 9 1,-11-1-1,3 10 1,-1 4 118,-1 6 0,5-2 1,1 6-1,3-2 35,-3-1 1,4 9 0,1-3 0,1 5-186,4 1 0,2-1 1,2-3-1,2-3-324,4-3 0,4-9 1,9-9-1,4-7-353,6-5 1,-2-4-1,3-8 717,1 0 0,-6-16 0,0-3 0</inkml:trace>
  <inkml:trace contextRef="#ctx0" brushRef="#br0" timeOffset="1316">2410 430 8099,'10'-2'795,"-2"-2"1421,0-2-2013,-7 0 1,5 8 0,-10 4 0,-3 5-126,-3 5 0,4 3 1,-4 5-1,1 3-21,-1 0 1,6 6 0,-2-4-1,4 4-95,2 2 0,0-2 0,0-2 0,2-4 30,4-2 1,6-1 0,9-9 0,4-3-48,3-6 1,-5-4-1,6-4 1,2-4-112,2-6 1,-4-5 0,-2-6 0,0-5-20,1 1 0,-7-8 0,2 4 0,-3-4-152,-3 2 1,-7 4 0,-4-2 0,-4 4-81,-2 2 0,0 1 0,0 7-201,0 0 0,-2 7 402,-4 4 0,2 12 0,-6 5 0,2 5 216,5 1 0,8 1 0,5-1 0</inkml:trace>
  <inkml:trace contextRef="#ctx0" brushRef="#br0" timeOffset="1911">3371 517 8099,'6'-12'1844,"-1"1"1,7-1-1105,-6-6 1,0 7-681,-6-1 0,-2 2 0,-4-1-118,-6 5 0,-5 4 0,-4 2 1,-3 0 49,3 0 1,0 2-1,-1 4 1,-1 5 86,2 5 1,-5 7 0,3 3 0,2 1 96,1 4 1,9 2 0,1 2 0,2 0-147,4 0 0,4-1 0,6-1 0,8-3-370,7-7 0,2-4 0,10-3 1,4-5 66,0-5 0,6-6 0,-2-6 1,-1-5-31,3-5 0,-6-9 0,4-4 0,-5-4 215,-1-2 1,0-2 0,0-2 0,0-1 236,0 1 1,-8 0 0,-1 0 0,-3-4-1,0-1 0,0 3 0,-5-4 0,-3 3-49,-3 3 0,4 2 1,-7 2-1,3 2 105,0 4 1,-9 4 0,3 7-215,-4 1 0,-4 1-127,-4 5 0,3 11 0,-9 11 1,-2 5 206,-1 1 1,-1 9 0,3 3-1,1 4 237,-2 2 1,5 1 0,-3 3 0,0 4 90,3 2 1,-5 1 0,8 7 0,1-3-421,-3-3 1,6 3-1,-4-5 1,4-1-410,2-3 1,0-6 0,2-6-245,4-6 0,-2-11 1,7-6-555,3-4 0,-6-12 0,-3-5 1228,-3-7 0,-2-9 0,0 4 0</inkml:trace>
  <inkml:trace contextRef="#ctx0" brushRef="#br0" timeOffset="2031">3650 395 8099,'-9'0'3687,"3"0"-3409,12 0 1,5 0-1,11 0-769,1 0 1,2-2 0,-2-2-1,5-4-383,-1-2 0,6 6 0,-4-3 874,4-1 0,2-2 0,0-7 0</inkml:trace>
  <inkml:trace contextRef="#ctx0" brushRef="#br0" timeOffset="2297">4314 395 11070,'-10'17'1020,"2"2"1,3 5-802,-1 5 1,-2 4-1,4 2 1,-2 0-230,2 0 0,3-6 0,1-2 1,-2 0-590,-4 0 1,4-5-937,-4 1 1,6-13 127,6-10 1,-4-8 1406,4-10 0,3-15 0,1-3 0</inkml:trace>
  <inkml:trace contextRef="#ctx0" brushRef="#br0" timeOffset="2447">4454 203 8099,'0'-18'1239,"0"6"-79,0 1 1,-2 7-4097,-4-2 2936,4 4 0,-6 2 0,8 0 0</inkml:trace>
  <inkml:trace contextRef="#ctx0" brushRef="#br0" timeOffset="2931">5030 482 8099,'0'-12'876,"0"1"0,0 5 0,0-6-583,0-1 0,-8 5 0,-3 2-82,-5 4 0,-1-4 0,-1 0 0,-1 3 71,-5 1 0,5 9 1,-6 5-1,1 5 77,1 7 0,-6-3 1,6 8-1,1 2-108,3 2 0,4 2 1,3 0-1,6 0-221,4 0 0,4-2 1,4-2-1,6-4-265,3-2 0,4-3 1,5-11-1,5-5-170,4-4 1,2-4-1,0-4 1,-2-5-189,-4-5 0,4-7 1,-4-2-1,2-2 403,-2-5 1,-4 0 0,-9-3 0,-5 0 300,-5 0 1,-4 0 0,-4 2 0,-6 2 83,-9 2 0,-8 9 0,-10 1 1,0 7-149,0 4 0,-2 3 1,-2 5-1,-1 3-374,1 9 1,4 2-1,6 15 1,5 2-196,5 2 1,4 4 0,3 2 0,6 1 85,4-1 1,4-4 0,6-6-1,9-4 222,10 1 1,6-13 0,2 3 0,2-7 213,4-5 0,4-2 0,7-2 0</inkml:trace>
  <inkml:trace contextRef="#ctx0" brushRef="#br0" timeOffset="3297">5519 430 8092,'10'1'1212,"-5"5"1,-5 2 0,-3 6 0,-5-3-900,-2 3 0,0 3 0,-3 5 0,3 3-196,2 2 0,-3-4 0,5 5 0,2-1-68,2 0 1,2 0-1,0 2 1,0-6-189,0-3 0,2-9 1,4-1-1,5 0-101,5 0 1,-4-7-1,1 3 1,5-6-16,3-6 1,2 3 0,-3-9 0,1-2 18,2-1 0,8-3 0,-1 1 0,1-1-4,-2 1 1,4 0 0,-6-1 0,2 1 297,0-1 0,-2 1 0,2 1 804,-5 4-614,-5 5 1,-11 16-1,-6 7 1,-8 7 198,-4 4 1,6 1 0,-2 3 0,5-2-712,1 2 0,0-4 0,3 0 0,9-2-964,11-3 1,10-5-1,8-5 1228,6-6 0,3 3 0,3 1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5:34.5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159 322 8351,'0'-17'1282,"0"-1"0,0 7-458,0-1 1,0 10-538,0 2 1,0 16 0,2 13-60,4 4 0,-4 4 0,4 1 0,-2 5-179,2 2 1,-4 7 0,3 6 0,-3-1-439,-2-3 0,0-2 0,0-1 0,0-5-585,0-5 0,0-6 0,0-6-1858,0-6 2832,0-11 0,8-20 0,2-11 0</inkml:trace>
  <inkml:trace contextRef="#ctx0" brushRef="#br0" timeOffset="333">55 340 8306,'-8'-18'1048,"-4"1"0,2 5 1794,-1 1-2588,-1-1 0,10-4 1,8 5-1,10 5-104,7 4 0,4-4 1,10 0-1,4 1-13,5-3 1,7 6-1,3-6 1,4 2-103,2 0 1,-4 3 0,6 10 0,0 9-92,-1 5 1,-5 12 0,-14 2 0,-9 12-227,-9 9 0,-9 6 0,-7 8 0,-10 2-23,-10 3 0,-15-3 1,-10 4-1,-8-4 175,-1-3 0,-5-12 0,6-7 0,-1-5 46,-5-6 0,1-4 0,1-6 0,6-8-116,4-7 1,4-7 0,2-7 0,4 0-323,2 0 0,2-5 1,7-5-1,3-4 522,1-5 0,0-10 0,-5 2 0</inkml:trace>
  <inkml:trace contextRef="#ctx0" brushRef="#br0" timeOffset="618">1155 707 8102,'10'-8'1837,"-5"-4"-1353,-3 4 1,-2 3-1,0 12 1,0 11-259,0 9 1,-6 6 0,1 2 0,-1 2-172,-2 3 1,6-3 0,-4 4-1,4-4-586,2-2 0,0-8 0,0-4 1,0-3-1783,0-3 2313,0-7 0,8-2 0,2-8 0</inkml:trace>
  <inkml:trace contextRef="#ctx0" brushRef="#br0" timeOffset="786">1190 322 8555,'0'-11'2690,"0"-1"-5280,0 8 2590,0-4 0,8 16 0,1 2 0</inkml:trace>
  <inkml:trace contextRef="#ctx0" brushRef="#br0" timeOffset="1402">1626 724 8127,'0'-17'497,"0"-1"1324,0 1-1423,0 7 0,0 10 1,0 12-1,0 5-227,0 6 0,0 4 1,0 6-1,0-2-12,0-1 1,0-3 0,0 2 0,0-6-136,0-3 0,0-3 0,2-1-169,4-5 0,-2-3 0,8-8 0,-1-2-57,-1-4 1,6-5 0,-5-13-1,5-3 28,1 0 1,1-6-1,-1 4 1,1-4 91,-1-2 0,0 6 1,3 2-1,1 1 14,2 5 0,-5 2 0,-6 1 9,1 1 1,1 9 0,-3 8 328,-5 10 0,2 7 0,-2 6 0,-2 7-2,-2 3 1,-2 1 0,0 1-1,-2 0-25,-4 0 0,4-2 0,-4-4 0,4-5-233,2-5-1,0-2 1,2-1-96,4-4 1,4-7 0,7-12-56,1-11 1,5-1 0,0-10-1,-2-2-110,-1-2 0,3-2 1,2 0-1,1 0-60,-1 0 0,0 0 1,-4 2-1,3 2 89,-3 2 1,4 8 0,-3-3 0,-5 5 27,-3 1 0,-9 9 170,7 3 1,-8 12 0,2 7 0,-6 9 380,-6 7 1,4 4 0,-6 2 0,2-2 13,1-4 0,-1 4 0,6-4 0,-2 4-449,-4 2 0,4-6 0,-4-2 0,4-2-489,2-3 0,6-3 1,2-3 566,2-5 0,1-3 0,7-8 0</inkml:trace>
  <inkml:trace contextRef="#ctx0" brushRef="#br0" timeOffset="1803">2674 811 8010,'10'-17'853,"-2"5"-218,-8 1 1,7-1-1,5-4-536,4 5 1,1-5-1,1 5 1,-1-3-131,0 2 0,7-3 0,-1 3 0,-2-3-110,-1-3 0,-3 1 0,-1-1 31,-5 1 0,-3 5 0,-8 1 146,0-3 0,-2 6 0,-4 2 0,-7 4-17,-9 2 1,3 0 0,-6 0 0,2 2 45,-1 4 0,-1 4 0,4 7 0,-3 3 53,3 3 0,2 4 1,3 8-1,3 0 170,1 0 0,8 0 0,-2 0 0,4-2-71,2-4 0,8 2 0,6-8 0,7-1-332,8-3 0,4-3 0,4-5 0,2-5-293,1-4 0,7-4 1,-4-6-1,-1-7-327,1-7 0,-2-7 0,-6 4 1,-2-2-309,-4-4 0,-4 0 1043,-7 2 0,7-12 0,2 4 0</inkml:trace>
  <inkml:trace contextRef="#ctx0" brushRef="#br0" timeOffset="2203">3355 549 9342,'0'-9'914,"0"1"1,0 21 0,0 5 0,-2 3-790,-3 4 0,3 3 1,-4 7-1,4 0-74,2-1 1,0-1 0,0-2 0,0-3-116,0-3 1,2-2-1,2-5 1,3-1 27,3 1 1,2-9 0,5-5 0,1-6-245,-1-4 0,1-13 0,-1 0 0,3-5-141,3-1 0,-4-6 1,4 2-1,-3-4 66,-3-2 0,1 0 0,-3 2 0,-1 4 150,-2 6 0,-3 3 0,3 3 47,-6-1 1,-6 11 374,-6 7 1,2 13-1,-8 12 1,1 3 237,1 3 1,0 0-1,6 0 1,-1-4-181,1-2 1,2 4 0,4-6 0,2-1-450,1-3 0,9-1 0,0-3 0,5-3-323,4-6 0,8-4 0,-2-2 0,4-2-601,2-4 0,2-4 1098,4-7 0,-4-9 0,6-1 0</inkml:trace>
  <inkml:trace contextRef="#ctx0" brushRef="#br0" timeOffset="2602">4281 532 8023,'10'-8'247,"-5"-4"1,-3 3 0,-2-3 657,0-1 1,0 3-537,0-2 1,-7 2-416,-5-1 1,-4 3 0,-1 8 197,0 0 0,-1 2 0,1 4 0,-1 5 47,1 5 1,5 1-1,0 1 1,1-1-52,1 1 1,2-1 0,8 1-1,0-1-127,0 1 1,8-1 0,4 1 0,3-1-244,3 1 1,-1-1 0,3 1 0,1-1 81,2 0 0,6 1 1,-5 1-1,-3 3 40,-2 1 0,-7 0 1,-2-5-1,-3-1 150,-3 1 0,-2-1 0,-4 1 0,-4-1-14,-5 0 0,-7-7 1,-5-4-1,-4-4-455,0-2 1,-6 0-1,4-2 1,-2-4 418,2-5 0,-4-13 0,5-3 0</inkml:trace>
  <inkml:trace contextRef="#ctx0" brushRef="#br0" timeOffset="3319">4752 514 11178,'-1'18'881,"-3"1"0,-2 5-820,2 5 1,0 4 0,0 0 0,-2-2-377,2-2 1,3 0 0,1 4 0,0-4-518,0-6 1,0-9-1,1-4-972,5-3 1804,-4-1 0,14-14 0,-7-1 0</inkml:trace>
  <inkml:trace contextRef="#ctx0" brushRef="#br0" timeOffset="3486">4805 252 8609,'0'-17'933,"0"0"1,-2 7 0,-2 2 87,-2 0-1745,0 6 0,12-3 1,2 8 723,2 3 0,1 8 0,7-4 0</inkml:trace>
  <inkml:trace contextRef="#ctx0" brushRef="#br0" timeOffset="3903">5451 637 7511,'0'-18'-76,"0"7"1,0-1 1842,0-2 0,0-1-1543,0-3 0,-2 3 0,-4 1-252,-5 3 1,-5 7-1,-1-2 1,-1 4-62,1 2 1,-3 8-1,-1 3 1,-4 5 50,-2 1 1,3 7-1,-3 1 1,2 2 165,4 4 0,3 2 0,4 2 0,5 0 110,1 0 0,2-2 0,8-4 1,4-6-141,6-3 0,5-3 1,6-1-1,6-5-220,4-5 1,2-4 0,0-4 0,0-4-126,0-5 1,-2-5-1,-2-3 1,-4-3 11,-1-1 1,-5-8-1,-7 4 1,-5-2 97,-1 0 0,-2 1 0,-6-3 0,-2 4 65,-4 2 0,-6-4 1,-11 8-1,-6 3-158,-4 5 0,-2 9 0,0-2 1,0 4-140,0 2 1,6 10-1,2 7 369,2 10 0,-6 6 0,4 2 0</inkml:trace>
  <inkml:trace contextRef="#ctx0" brushRef="#br0" timeOffset="4353">5992 567 8209,'12'-16'231,"0"5"0,-8-5 0,1 4 926,-3-3 1,4 3-426,0 1 1,-2 9-643,-10 2 1,2 9 0,-7 13 0,-1 3-4,2 2 1,-3-4-1,7 7 1,0 1-57,-2 2 1,6 0 0,-4-2 0,4-4-30,2-2 0,0 4 1,2-8-1,4-3 37,6-4 1,5-11 0,7 3 0,3-4-188,0-2 1,6-8-1,-4-3 1,4-7-94,2-5 1,-2 2-1,-4-8 1,-4-1-106,1 3 0,-13 0 1,5 6-1,-5-3-107,-3 3 0,3 2 194,-7 1 1,-2 9 251,-10 3 0,4 12 0,-5 7 1,1 7 147,0 3 1,0 8 0,6-2 0,0 4-195,0 2 1,6-6 0,4-2-1,3-2-169,7-3 1,9-3 0,2-3-1,6-5-355,3-5 1,9-4 0,-2-6 576,3-7 0,2-1 0,1-13 0</inkml:trace>
  <inkml:trace contextRef="#ctx0" brushRef="#br0" timeOffset="4819">7250 672 8373,'10'-8'699,"-5"-4"0,-3-3 0,0-1-152,4 4 1,-4-3-537,4 3 0,-6-1 0,-4-1 0,-4 4-67,-2 3 1,-1-1 0,-7 4-1,1-2-38,-1 2 0,-1 2 1,-2 2-1,-5 2 182,-1 4 0,0-2 0,-4 8 1,2 3 219,-2 7 1,6-1-1,1 6 1,5 0 103,2 0 0,5 1 0,2 3 0,2-4-243,5-2 0,3 4 0,5-6 0,9-3-364,7-7 1,1 1 0,9-8-1,4-2-217,3-2 0,3-8 0,-8-2 0,-2-2 121,-2-3 0,-5-9 1,3-1-1,-2 0 82,-4-2 0,-7 5 1,-4-3-1,-3 4 256,-3 1 1,-2 1-1,-2-1 320,0 1 1,-2 7-340,-4 4 1,-1 6 0,-7 6 0,4 6-4,3 3 0,1 8 1,6 1-1,0-1-43,0 2 1,8-5 0,5 3 0,7-4-237,3-1 0,6-1 1,-4-1-1,4-5-510,8-5 0,-2-4 0,8-2 764,-1 0 0,3-15 0,8-5 0</inkml:trace>
  <inkml:trace contextRef="#ctx0" brushRef="#br0" timeOffset="5119">7966 43 7368,'0'-18'-176,"0"7"1883,0-1 1,-2 10-1252,-4 2 1,4 14 0,-6 13-1,3 4-166,-1 6 0,-6 11 0,4 3 0,-1 7-32,-5 4 1,4 0-1,1 4 1,1-2-137,4 2 1,2 0 0,2-4 0,0-9-521,0-11 0,0-13 0,0-3 0,2-5-1282,4-4 0,4-5 894,7-18 1,-5-3-1,-3-9 786,-1 1 0,-2-1 0,-6 1 0</inkml:trace>
  <inkml:trace contextRef="#ctx0" brushRef="#br0" timeOffset="5369">8175 567 8191,'0'-18'3062,"0"11"-2760,0 7 0,-1 7 0,-3 13 0,-2 1-224,2 2 0,0 6 0,0-3 0,-2 1-209,2 4 1,3-6 0,1-2 0,0-3-576,0-3 0,0 1-1857,0-1 2563,0-7 0,0 5 0,0-5 0</inkml:trace>
  <inkml:trace contextRef="#ctx0" brushRef="#br0" timeOffset="5533">8298 270 8106,'-10'-18'1839,"4"1"0,-2 5-1256,3 1-4312,-1 7 3729,6 4 0,0 10 0,0 7 0</inkml:trace>
  <inkml:trace contextRef="#ctx0" brushRef="#br0" timeOffset="5833">8717 130 10381,'0'25'680,"-6"3"0,-2 8 0,0 5-360,1 6 0,-5 11 0,6 6 0,0 2-103,-1-2 1,5 2-1,-4-8 1,4-3-200,2-7 0,0-7 0,0-12 0,2-6-2144,4-3 1333,-4-11 1,11-3-1,-7-12 1,-2-5-474,-2-5 0,-2-7 1266,0 0 0,-8-8 0,-2 3 0</inkml:trace>
  <inkml:trace contextRef="#ctx0" brushRef="#br0" timeOffset="5999">8542 497 13053,'14'-6'0,"1"0"-270,5 2 1,9 1 0,0-1 0,4-4-2486,2-2 2755,0 6 0,0-11 0,0 5 0</inkml:trace>
  <inkml:trace contextRef="#ctx0" brushRef="#br0" timeOffset="6499">9119 567 7975,'1'-16'281,"3"3"2244,2 1-2221,0 8 1,-8-4-1,-2 10-123,-2 4 1,-7 4 0,3 7 0,0 1 39,5-1 0,-3 1 1,2-1-1,2 1-85,2-1 1,2 1-1,0-1 1,0 1-162,0-1 1,8-5 0,4-3 0,3 1-165,3 0 1,5-6 0,2 1 0,0-3-173,0-2 1,5 0-1,-7 0 1,-2-2-86,-1-3 0,-3-5 0,1-8 350,-1 1 1,-1 0-1,-5-1 587,-5 1-246,-4-1 0,-2 10 18,0 8 1,0 14-1,0 13 1,0 4 496,0 6 1,0 12 0,0 5 0,2 14-285,4 11 0,-4 9 1,3 3-1,-3 4-104,-2 2 1,-2-8 0,-5-1-1,-9-13-188,-5-9 1,-10-10 0,2-13 0,-4-12-348,-2-9 1,0-9 0,0-15-1,-2-6-443,-4-9 0,2-8 0,-5-10 0,1-2-113,4-4 1,4-3 0,4-11 0,4-1-1462,2-2 2180,9 0 0,1-3 0,5-1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5:56.99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0 604 10967,'18'9'305,"7"-1"0,4-8 0,4 0-314,2 0 1,8 2 0,5 2-1,7 2-325,3-2 0,6-2 1,-4-2-1,0 0-443,0 0 1,-4 0 776,-9 0 0,4-8 0,-7-2 0</inkml:trace>
  <inkml:trace contextRef="#ctx0" brushRef="#br0" timeOffset="649">856 482 8305,'0'-12'1457,"0"0"1,0 6-942,0-5 1,2 7-369,4-2 1,3 4-1,9 4 1,-1 2-137,1 2 0,5 5 1,2-3-1,3 2-80,3 3 1,2-3 0,3 2 0,3-1 12,2-1 1,6 4-1,-7-6 1,-1-1-108,-2 1 1,-4 4-1,-2-6-782,-2-3 946,-8 7 1,-3-6-1,-14 6 1,-8-1 57,-8 1 1,-11-4-1,-4 6 1,-2 1-10,0 3 0,0-5 0,-6 1 0,0 2 102,0 1 1,0 1 0,0-3-1,2-3-54,4-2 0,-2 3 0,6-3 0,-1 0-65,1 0 1,8-3 0,5-5-4,-2 0 0,-1 0-109,-3 0 1,9-2 0,3-3-78,4-7 1,0-4 0,-2-3 0,-2-2-67,2-3 0,2-1 0,2 4 0,0-4-116,0-3 1,0 5-1,0-4 1,0 0 336,0 0 0,8-2 0,2-6 0</inkml:trace>
  <inkml:trace contextRef="#ctx0" brushRef="#br0" timeOffset="1367">2236 377 8391,'0'-18'1044,"0"1"1,0 9-1,0 8-589,0 10 0,0 7 0,-2 7 0,-2 5-134,-2 4 1,-6 7 0,7 3 0,-1 2-202,-2 3 1,4 3 0,-6 1-1,3 0-358,3 1 1,2-9-1,2-3 1,0-6-1081,0-6 1,0-4 183,0-7 1,2-8 0,2-8 1133,1-12 0,9-2 0,-4-13 0</inkml:trace>
  <inkml:trace contextRef="#ctx0" brushRef="#br0" timeOffset="1783">2131 412 8391,'0'-18'0,"0"1"0,0-1 428,0 1 0,2-1 0,4 1 1,5-1 232,5 1 0,3 0 1,5-1-1,7 1-496,7-1 1,5 3 0,6 1 0,-3 4-195,3 3 0,-7 1 0,-1 6 0,-4 2 23,-2 3 1,-8 5 0,-6 10-1,-7 3-269,-8 6 1,-6 4 0,-8 4 0,-9 2 45,-11 1 1,-5 3 0,-1-4 0,-1 2 73,0-3 1,-6-1 0,-2-4 0,1-2 107,-1-2 0,2-7 1,8-1-1,2-5 105,2-5 0,8-7 0,-3 2 15,5-4 0,9-4 0,4-4 0,6-3-269,6-1 0,4-6 0,7 7 0,1-3 102,-1 0 1,3 8 0,1-1 0,2 3 124,-1 2 0,3 7 0,0 5 0,0 4 234,1 1 0,3 1 0,-4 1 1,2 2-190,4 3 0,-4 1 0,2-4 0,1 0-187,-3-5 0,6 1 0,-4-7 0,2 2-128,-2-1 1,-4-7-1,-5 2 239,3-4 0,-4-2 0,6 0 0</inkml:trace>
  <inkml:trace contextRef="#ctx0" brushRef="#br0" timeOffset="2199">2987 848 8179,'9'-11'183,"-1"1"206,0 2 0,-4 2 0,5 4 0,1-1 298,0-3 1,2 0-1,5 6-487,0 0 1,1 0 0,1 0 0,3 0-181,1 0 1,0 0 0,-5 0-1,-1 0-130,1 0 1,1-8 0,2-4-1,3-3-87,-3-2 0,-7-1 1,-3 1-1,1-1-67,-2 1 1,-1-1-1,-5 1 144,2-1 1,-8 3-1,-10 1 1,-5 4-29,-6 3 0,-5 1 1,-6 6-1,-1 0 62,0 0 1,2 8-1,2 5 1,3 7 371,3 3 1,2 6 0,6-4 0,-1 2-65,1 4 0,7-3 1,4-1-1,6 0 40,6 0 1,6-6-1,11 3 1,8-5-302,8-1 1,5-9 0,9-3 0,1-4-646,4-2 0,-3-2 1,3-4-1,-4-5-1955,-1-5 2639,-9-1 0,-1-9 0,-8-1 0</inkml:trace>
  <inkml:trace contextRef="#ctx0" brushRef="#br0" timeOffset="2549">4017 656 9946,'0'-8'786,"0"8"1,-6 4 0,0 12 0,1 5-401,-3 4 1,6 6 0,-6 10-1,2 6-199,0 3 0,-1 8 0,3 3 0,-2-1-178,2 0 0,2-2 0,0-7 1,-2-7-873,-1-9 1,-1-2-734,6-10 1,0-9 645,0-14 1,0-14 0,0-9 949,0 2 0,-8-14 0,-2-2 0</inkml:trace>
  <inkml:trace contextRef="#ctx0" brushRef="#br0" timeOffset="2830">3877 726 7944,'2'-19'0,"2"-3"140,2-1 1,2 2 0,-4 7 0,3 2 557,3-1 0,-4-1 1,7 1-1,5 1-287,3-2 0,5 7 0,-3-1 0,6 2-231,4 0 1,2 0-1,0 6 1,0 0-117,0 0 1,-2 6 0,-4 2 0,-8 2-220,-7 3 0,-1 5 0,-7 3 0,-2 2-22,-2-1 1,-12-1 0,-5 0 0,-9 3 86,-3-3 1,-2 4 0,-6-1 0,0-3 24,0-2 1,2-1-1,2-3 1,2-1-131,-2-2 0,4-9 0,0 3 0,2-4-274,3-2 1,9-8-1,3-3 1,2-5-1320,4-1 1788,2-1 0,10-7 0,2-2 0</inkml:trace>
  <inkml:trace contextRef="#ctx0" brushRef="#br0" timeOffset="3230">4576 499 12467,'-10'19'334,"4"5"0,-1-3 0,1 8 0,0 2-212,-2 2 0,6-4 0,-5 0 0,1 1-102,0-3 0,0-2 0,6-8-192,0 1 119,0-8 0,0-10 0,0-12 1,0-4-164,0-1 0,2-6 0,2-1 0,4 1-225,1-2 1,1 5 0,4-5 0,-3 2 63,3 0 0,1-1 0,3 7 0,1-1 162,5 1 1,-3-1-1,8 3 1,2 1 34,2 3 0,8 7 0,0-2 0,-3 4-199,-1 2 1,-2 0-1,0 2 1,-2 2 378,-4 2 0,4 0 0,-13 1 0,5 3 0</inkml:trace>
  <inkml:trace contextRef="#ctx0" brushRef="#br0" timeOffset="3580">5100 726 8134,'-2'12'1880,"-4"-1"-1506,4-7 1,-4 4-1,12-8-113,6 0 0,9 0 0,2-2 0,1-4-89,1-5 0,-4-5 0,8-1 0,2-1-196,2 1 1,0-1 0,-4 1 0,-3-1-141,-1 1 0,-8-1 1,3 1-1,-9-1-91,-3 1 1,-2-1 0,-8 3 120,-4 3 0,-11 5 1,-10 7-1,-2 0 41,-1 0 0,1 7 0,-6 5 0,2 3 111,4 3 0,-2 5 0,8 2 1,2 1 103,1-1 0,11 6 0,3-4 1,4 2-59,2 0 0,8-5 0,5 3 0,8-4-136,9-7 0,8-1 0,5-9 0,2-2-433,3-2 1,3-4 0,-1-6 504,-3-9 0,11-9 0,-4-9 0</inkml:trace>
  <inkml:trace contextRef="#ctx0" brushRef="#br0" timeOffset="3979">6060 464 8908,'0'-17'2803,"0"5"-2404,0 0 1,0 7-611,0-7 0,-7 8 0,-5-4 1,-4 2-27,-1 1 1,-1-1 0,-1 8 0,-2 2 358,-3 1 1,-1 9-1,4-2 1,-2 3 156,1 3 1,9-1 0,1 1 0,0-1 96,3 0 1,1 1-1,10-1-229,4 1 0,3-1 0,9-1 0,1-3-254,5-1 1,-3-6 0,6 6-1,0 1-50,0 3 1,-5-5-1,-1 1 1,-5 2 136,-5 1 0,-5 3 0,4-1 1,-2 0 22,-5 1 0,-8-1 0,-7 1 0,-4-3-146,-1-3 0,-6-4 0,-3-8 1,1 0-262,0 0 1,-4 0 0,6-2 0,1-4-200,3-6 1,3-3 0,5-3-1,5 1 603,4-1 0,2 1 0,0 0 0</inkml:trace>
  <inkml:trace contextRef="#ctx0" brushRef="#br0" timeOffset="4380">6165 674 8010,'12'0'1089,"-1"0"1,-5 0 0,6 0-577,1 0 0,5 0 1,3 0-1,5-2-284,1-4 1,2 2 0,8-8 0,1 1-97,3 1 1,0-6-1,-8 7 1,-4-3-333,-6 1 0,-3-1 1,-5-6-145,-3 1 1,-8-1 0,-16 3 54,-11 3 0,-8 5 0,-4 7 1,0 0 149,0 0 0,0 5 0,2 3 0,2 2 220,2 3 0,8 3 0,-3 3 0,7 3 26,5 1 0,4 6 1,8-4-1,2 2 15,4 5 0,6-5 1,11 0-1,8-2-144,8-4 1,0-7 0,5-4 0,1-3-397,0-3 0,-1-2 1,3-6-1,-4-5-416,-1-9 0,-7-5 0,2 2 0,-8-5-654,-4-1 1487,-1-2 0,-7-6 0,1 0 0</inkml:trace>
  <inkml:trace contextRef="#ctx0" brushRef="#br0" timeOffset="4746">6899 534 8163,'11'-6'0,"-1"-2"408,-2-1 1,0 3 1935,-3-6-1928,-3 8 1,6 4-1,-8 14 1,0 5-224,0 5 1,0 1 0,0-2 0,0 4 9,0 0 0,0 4 1,0-7-1,0-3-89,0-1 0,0-3 0,0 0-199,0 1 0,8-8 0,3-5 0,5-5-195,1-5 1,1-5 0,-1-8 0,3-1-71,3-4 1,-2 1 0,7-7-1,-3 0 92,-4 2 1,0-4 0,-1 8 0,-1 1-19,-3 3 1,-5 1 0,3 3 376,-2 3 0,-8 6 355,1 12 1,-5 10 0,-4 9-1,-1 2-100,1 4 1,2-4 0,2 1 0,0-1-303,0 0 1,2-6-1,4 3 1,5-5-847,5-2 0,1-1 0,1-4 0,-1-7-322,1-3 0,-1-6 1,1-5 1113,-1-9 0,8-11 0,2 2 0</inkml:trace>
  <inkml:trace contextRef="#ctx0" brushRef="#br0" timeOffset="5029">7702 10 8049,'10'-2'3103,"-4"-4"-2718,-5 4 1,-6 14 0,-3 15-132,-2 8 1,0 6 0,-3 11-1,1 3-92,-1 3 0,-1 10 0,0 9 1,5 1-184,1 0 0,-4-11 1,7-8-1,1-7-27,2-5 1,2-12 0,2-14-596,4-8 0,-3-7 0,7-12-268,-2-5 0,0-5 0,-5-3 1,3-4 910,-2-7 0,-10-2 0,-3-3 0</inkml:trace>
  <inkml:trace contextRef="#ctx0" brushRef="#br0" timeOffset="5146">7475 394 10250,'0'-17'1821,"2"-1"1,6 3-1167,9 3 0,4-1 1,14 7-1,12 0-1616,13-2 1,22-2 960,-31 2 0,2-1 0,10-3 0,2-1 0,6-1 0,0 1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7:33.10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384 123 13009,'10'-17'136,"-4"-1"1,-6 3 0,-4 1 0,-4 2-315,-2-1 0,-1 5 1,-9 0-1,-1 3 25,-2-1 0,-6 0 1,3 8-1,-1 2 125,-4 2 0,0 13 0,0-2 0,4 5 237,2 3 0,1-4 0,7 8 0,1 1-23,5-3 0,3 4 1,10-8-1,4-2-90,5-1 0,7-5 0,5-3 0,6-6-167,4-4 0,2-4 0,0-4 1,0-6-107,0-3 0,-2-8 1,-2-1-1,-4 1 110,-2-2 0,-1 3 0,-9-5 1,-3 2 56,-6 4 0,-4 7 0,-2 2 26,0-1 1,-2 5-1,-4 2-60,-6 4 1,-3 10 0,-1 6 110,5 7 0,-3-2 1,8 5-1,2-5-40,2-1 1,2-1-1,0 0 1,2 1-198,4-1 0,12-5 0,11-2 1,6-2-1261,5-5 1,5-1 1429,7-2 0,1-15 0,-1-5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7:33.76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139 156 8021,'17'-17'-286,"-1"-1"26,-5 1 1,5-1-1,-6 1 1591,-1-1 0,5 1 731,-8-1-1714,0 9 1,-6 3 0,0 12 0,-2 5 182,-4 5 0,2 11 1,-8 6-1,-3 10-149,-7 7 1,3 1-1,-4 13 1,3 0-253,3-2 0,-1 8 0,1-4 0,-1 1-163,1-4 0,7-9 0,3-8 0,1-7-925,0-8 0,2-7-376,10-13 1,4-3-1,5-10 92,-3-4 1,1-3 1241,-7-9 0,8 1 0,-5-1 0</inkml:trace>
  <inkml:trace contextRef="#ctx0" brushRef="#br0" timeOffset="451">523 593 8167,'27'-8'192,"-2"-2"1,-7-7 183,-1-1 1,-7 7 0,-2 1 0,-2 0 813,-1 1-950,1-3 0,-6 0 0,-2 3-208,-4 1 1,-3 2 0,-9 8-103,1 4 0,-6-2 0,-1 7 1,3 3 125,2 1 0,1 5 0,1 1 0,-1 4 105,1 3 1,-1-7 0,3 4 0,3-2-1,6 1 1,4 5-1,2-4 1,0 0-87,0 0 0,10-1 0,7-7 0,11-1-12,5-5 0,2-3 1,-1-8-1,1 0-48,0 0 0,0-8 0,-2-5 1,-4-9-159,-5-7 0,-7 2 1,-3-2-1,-5-2-27,-1-2 1,-4-2 0,-10 2 0,-5 2 15,-5 2 0,-3 8 0,-5-3 0,-5 7-19,-4 5 1,4 4-1,0 10 1,0 4-248,2 6 1,2 5 0,7 7 0,1 5-185,-1 4 0,8 7 0,5 1 0,5-4 263,5-6 1,1 0-1,10-8 1,5-1 340,4-3 0,4-7 0,6-1 0,8-7 0,2 4 0</inkml:trace>
  <inkml:trace contextRef="#ctx0" brushRef="#br0" timeOffset="967">1117 488 8397,'0'-18'2065,"0"7"-162,0-1-1634,0 8 1,-2-2 0,-2 12-69,-2 6 1,0 3-1,4 3 1,-2 1-35,-1 5 1,-1-3 0,4 8 0,-2 2-22,-2 2 0,0-4 0,6-2 0,2 1-160,4-1 1,-2-6-1,10 2 1,3-3-119,4-3 1,10-7-1,-1-4 1,3-4-28,1-2 1,1-8 0,0-6 0,0-7 15,0-8 0,-6 2 1,-3-2-1,-5-2 108,-6-2 0,-7 3 0,2 1 0,-2 0 99,-5 2 1,-3 4 0,-5 9 0,-7 4 26,-3 3 0,3 1 1,0 6-1,-1 2-75,-3 4 1,4 3-1,3 9 1,1-1 2,4 1 1,2 5-1,2 0 1,0 1 112,0 1 1,2-6-1,4 5 1,6-5 27,3-2 0,10 1 0,4-1 0,4-1-120,2-5 1,8-3 0,4-8 0,1 0-195,-1 0 1,1-9 0,-7-7-1,-2-5-86,-2-1 1,-10-5 0,-4 0 0,-5-2-103,-7 0 0,-3 7 1,-8-1-1,-2 2 118,-4-2 1,-4 3 0,-5-3-1,1 5-169,3 7 1,-1-3 0,-3 6 0,1 1-745,2-1 0,7 2-498,-7 6 1635,8 0 0,4 8 0,10 2 0</inkml:trace>
  <inkml:trace contextRef="#ctx0" brushRef="#br0" timeOffset="1384">2182 645 8167,'12'0'1605,"-1"0"-497,-7 0 1,12 0-738,-5 0 1,5 0 0,1 0 0,1 0-80,-1 0 1,7-8-1,-1-1 1,0-3-224,2 0 1,-3 1-1,5-5 1,-2 3-296,-4 1 1,-3 0-1,-4-5 1,-5-1-398,-1 1 1,-4-1-1,-10 1 351,-6 0 1,-9 7-1,-4 4 1,-2 4 130,-4 2 1,-2 0 0,-2 2 0,2 4 139,4 5 0,-2 5 1,7 3-1,3 3 154,2 1 0,3 2 0,4-3 1,7 3 16,3 2 0,2-4 0,2 4 1,5-1-98,11-5 0,7-2 0,10-1 0,2-3-373,4-3 0,3-4 0,7-8 0,-3 0-340,-1 0 0,-1-2 0,5-6 0,-5-7-1540,-5-7 2180,-4-9 0,-2 4 0,0-8 0</inkml:trace>
  <inkml:trace contextRef="#ctx0" brushRef="#br0" timeOffset="1717">2916 418 8167,'9'-2'1003,"-3"-4"1,-2 4-687,2-3 1,-4 5 0,4 5-99,-5 7 1,-1 4-1,0 3 1,0 2 122,0 3 0,0 5 0,-1-4 1,-3 2 10,-2 4 0,0-4 1,6 0-1,0-1 49,0-5 1,0-2 48,0-1 1,2-8-450,4-5 0,2-10 1,5-7-1,-1-6-245,1-5 1,-5-2-1,0-6 1,-2 4-100,0 2 0,5-5 0,-5 7 0,0 2-103,2 1 1,-5 3 0,9-1-26,2 1 0,7 5 1,4 3-1,4 1-3,8 4 1,8 2 0,13 2-1,8 0-1673,8 0 2146,5 0 0,16-8 0,2-1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7:31.91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18 418 7942,'12'-16'-511,"-1"5"2138,-7-5 1,6 14-950,-4-4 0,-4 6 0,3 6 0,-3 8-80,-2 7 0,0 0 1,0 9-1,0-1-257,0-2 0,-5 6 0,-1-6 0,0 2-372,-2 0 0,6-2 1,-6 2-1,3-3-1080,-1-1 1,0-6 0,4 5-1228,-4-5 1,4-7 1282,-4-1 1,5-17 1054,1-5 0,7-12 0,3-12 0</inkml:trace>
  <inkml:trace contextRef="#ctx0" brushRef="#br0" timeOffset="167">123 51 8089,'-2'-12'1564,"-2"1"1477,-2-3-3245,0 6 1,6 3-28,0 10 1,0 5 0,2 6 0,2-3 230,2-1 0,8-1 0,-5 7 0</inkml:trace>
  <inkml:trace contextRef="#ctx0" brushRef="#br0" timeOffset="584">437 435 8126,'8'-17'195,"-6"5"0,6 0 1182,-1-1 0,-5 3-423,4-1-928,4 7 0,-8 4 1,2 11-1,-6 7 77,-4 5 1,-6 2 0,6 6 0,3-4-169,1-1 0,-4 3 0,0-4 0,2 0 65,2 1 0,2-3 0,2-8 48,4-3 1,0-4 0,9-8 0,5 0-27,-1 0 0,8-8 0,2-6 0,4-5-174,2-4 1,0-6-1,0 3 1,0 1-52,0 0 1,-6 0 0,-2 5 0,-3 1-819,-9 3 775,3 3 1,-17 5 0,5 8 273,-4 10 0,-2 11 0,-2 2 0,-2 1-68,-1 1 1,-1-6 0,8 5 0,2-3-245,1 2 0,9-3 0,-2 3 0,3-4-201,3-1 0,1-7 0,2 1 1,5 0 484,1-3 0,-6-1 0,12-8 0,-6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7:29.80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348 621 8048,'10'2'938,"-5"4"1,-1-4 747,2 4-733,-4-5 0,8-1-490,-4 0 0,-5-1 0,5-5-343,-4-6 0,-2-3 1,0-3-172,0 1 0,-2 1 1,-4 3-1,-5 3-313,-5 2 0,-1-4 1,-3 7-1,-3 1-3,-6 2 0,2 4 0,-2 4 0,-2 7 212,-2 8 0,0 1 0,2 7 0,4 2 215,1 2 1,9 2 0,7-2 0,2-2-25,4-2 0,4-8 0,6 5 0,6-5 64,3-4 0,11 3 0,3-14 0,4-3-64,2-1 0,0-9 0,0-7 1,0-5-27,-1-5 1,1-9 0,0 0 0,-2-7-90,-4-5 1,2 4 0,-7-5-1,-1-3-152,2-1 0,-5-8 0,3-1 0,-4 3-60,-1 2 0,-7 3 0,-1 3 0,0 5 138,0 6 0,-7 6 153,3 14 1,-4 9 0,-4 8 0,-4 10 122,-5 5 1,-5 10 0,-3 4 0,-2 6 108,-3 6 1,1-2-1,5 8 1,1 1-175,0 3 1,1 7 0,2-2-1,5-4-102,1-3 0,-4-3 1,7 5-1,3-5-350,5-5 1,7-6 0,8-8-1,1-7-535,4-7 1,-3-9 0,3 0 928,-4-8 0,-1-13 0,-1-10 0</inkml:trace>
  <inkml:trace contextRef="#ctx0" brushRef="#br0" timeOffset="517">1064 621 8202,'10'-8'-987,"-1"-1"1857,-3-9 0,-4 6 0,4 1-40,-4-3 1,0 5-714,4-3 1,-4 0 0,1-3-126,-6 3 1,-7 2 0,-8 6 0,1-1 17,-1 1 1,-1 2 0,-4 4 0,-4 2-21,-1 1 0,-3 9 0,6-2 0,0 3 115,0 3 1,1 5 0,7 2-1,-1 2-10,1 4 0,5-5 1,3-1-1,1-2-40,4 0 1,2 7 0,4-9-1,4-4-65,5-3 0,7-10 1,5 2-1,4-4 0,1-2 0,5-2 1,-6-6-1,2-8-196,0-5 1,-6-4-1,4 3 1,-1-3 4,-5-2 1,-7 0-1,-3-4 1,1 4 213,-2 1 0,-3 3 205,-7 6 1,-2 1 0,-2 6-174,-1 10 1,-9 8 0,2 10-1,-1 1 34,1 4 1,-1 3 0,5 5 0,0-4-84,0-2 0,2 4 1,6-6-1,0-1-37,0-3 0,8-1 0,6-3 0,5-3-497,5-6 0,7-4 0,-2-2 0,4-2-218,2-4 1,0-4-1,-1-9 1,-1-3 755,-3-1 0,3-16 0,-6 2 0</inkml:trace>
  <inkml:trace contextRef="#ctx0" brushRef="#br0" timeOffset="767">1780 97 8422,'0'-35'1856,"0"8"-730,0 4-1141,0 11 1,-8 39 248,-3 20 0,-5 11 0,-1-6 0,-1 3 45,1 3 0,-3 4 0,1 8 1,-1-2-242,5-4 1,1-4 0,-1-8 0,3 1-483,6-1 0,4-13 0,2-6-1652,0-6 988,0-4 0,2-21 0,2-7 1108,2-9 0,-8-11 0,-8-2 0</inkml:trace>
  <inkml:trace contextRef="#ctx0" brushRef="#br0" timeOffset="950">1343 551 8202,'6'-11'1104,"0"-1"-175,-2-2 1,6 7 0,1-1 0,5 2-345,1 0 0,8-2 0,6 4 0,6-1-671,4 1 1,2 2 0,-3 0-1,5-2-1028,0-2 1,-1 0 0,-5 6 0,2 0-2363,-2 0 3476,-2 0 0,-2 8 0,-1 2 0</inkml:trace>
  <inkml:trace contextRef="#ctx0" brushRef="#br0" timeOffset="1383">2444 586 8202,'9'-2'430,"-3"-4"1157,-4-5 1,4-5-571,0-1 0,-1 5-914,-5 0 0,-9 3 0,-7-3-207,-5 6 0,-4-2 0,1 3 1,-3 1 17,0 2 1,-12 4 0,6 4 0,0 5 150,2 5 1,2 1 0,-6 3 0,2 1 63,4 2 0,4 6 0,9-3 0,5-1-22,5 0 0,4 4 0,2-6 0,2-1-118,4-3 1,3-3 0,11-3-1,3-3 0,6-2 0,-2-2 1,2-8-1,3-4-130,1-6 0,1-5 0,-1-5 1,-2-1-29,-1 2 1,-9-4-1,4-1 1,-2 1-82,1 0 0,-7 2 0,-7 5 390,-2 1 1,-4 7 85,-10 4 0,-4 12 1,-7 7-1,-1 9 41,1 7 0,5-2 0,2 2 0,3 0-195,3-2 0,2 5 1,4-9-1,5-2-421,11-1 0,9-5 0,14-3 1,7-6-1354,9-4 0,5-4 1702,8-4 0,-1-19 0,1-12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7:27.80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455 35 7348,'11'-11'2115,"1"-1"-1311,-8 8-581,4-4 0,-10 16 1,-2 4-1,-4 3-5,-2 3 1,6 1-1,-3 4 1,1 7-64,0 3 0,-6 3 1,5 5-1,-1 4-232,0-1 0,-4 7 0,5-5 0,-1 5-106,0 1 1,-3-5 0,3-4 0,0-5-229,0-5 0,1-7 1,3 1-2206,-2-2 1208,0-9 1408,6-16 0,0-10 0,0-8 0</inkml:trace>
  <inkml:trace contextRef="#ctx0" brushRef="#br0" timeOffset="267">1 524 7954,'0'10'1896,"7"-4"1,7-10 0,7-4-1463,8-1 0,6-1 1,4-4-1,4 3-529,1-3 0,3-3 0,5-5 0,1-1-351,-1 2 1,-1 1 0,-3 3 0,-3-1-904,-2 1 1,-1-1 0,-5 1 1348,-2-1 0,4-7 0,-12-2 0</inkml:trace>
  <inkml:trace contextRef="#ctx0" brushRef="#br0" timeOffset="716">856 35 8278,'0'-9'1129,"0"3"0,0 12-582,0 5 1,0 14-1,-2 8 1,-1 8-398,-3 4 1,-8 3-1,4 9 1,-1 1-115,-1-2 1,6-2 0,-3-3 0,1-5-56,4-5 0,2-6 0,2-6-150,0-5 0,2-13 0,4-5 55,5-4 1,-1-4-1,2-4 1,1-5-73,3-5 0,3-3 0,3-3 1,1-1-78,-2 2 0,5-7 1,-1-1-1,0-2-83,0 2 1,4-4 0,-3 6 0,-1 0 402,0 4 1,-2 3 0,-5 5 174,-1 3 0,-5 4 0,-2 12 0,-3 8 266,-3 11 1,-4 8 0,-6 6 0,-3 4-112,-1 5 0,-6-1 1,7 0-1,-3-3-436,0-3 1,9-2-1,-3-4 1,4-4-556,2-6 1,2-5 2,4-7 0,3-5 1,9-12-1,1-5-1309,4-5 1910,-11-1 0,19-16 0,-11-4 0</inkml:trace>
  <inkml:trace contextRef="#ctx0" brushRef="#br0" timeOffset="1050">1433 542 9091,'2'-16'2693,"3"3"-2192,7 1 1,-2 8 0,1-2 0,5 2-277,5-1 0,-1 3 0,5-6 0,-2 2-262,1 0 0,-1-5 1,-4 3-1,1-2-388,-3-3 1,4-3-1,-11-1 145,0-1 0,-2 1 1,-8-1-1,-2 3 224,-4 3 1,-6-2 0,-9 9 0,-4 1 118,-3 2 0,-1 8 0,-4 1 1,2 5 200,2 7 1,8 1 0,-2 9 0,3 2-11,3 2 0,1 2 0,5 2 0,5 2-232,4 1 0,11-5 1,11-8-1,13-1-330,12-5 1,19-9-1,9-8 1,13-10 307,-36-1 0,1-4 0,0-4 0,0-3 0,6-4 0,-1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7:36.76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298 698 8656,'9'-8'655,"5"4"1,-6-6-272,1 3 1,-5-7-1,4 2-181,0-3 0,-6-3 0,3 1 0,-3-1-93,-2 1 0,0-1 1,0 1-1,-2 1-160,-3 5 0,-5-3 1,-8 6-1,1 1-110,0-1 0,-3 2 1,-1 6-1,-4 2 62,-3 4 1,1 4 0,-4 7-1,4 2 133,2 5 1,2-3-1,5 8 1,1 0 113,-1-2 0,8 5 0,5-7 0,3 0-98,2 0 1,7 2 0,7-7-1,5-7-47,5-3 1,7-4-1,-2-6 1,4 0-36,2 0 1,-2-10 0,-2-5 0,-2-9 20,2-3 1,0-2 0,0-8 0,-4-2 67,-2-1 0,1-7 0,-5 4 0,2 1-24,-1-1 0,-9-4 0,-3 7 0,-2 1-48,-4 2 1,3 2 0,-1 2-1,-2 4-259,-2 6 0,4 3 1,0 3-79,-2-1 1,-4 9 259,-6 3 0,-2 6 1,-6 4-1,3 5 51,-3 7 0,-1-2 0,-1 11 0,2 0 91,3 4 1,-1 4 0,-3 4 0,1 2 138,2 2 1,9 5 0,-3-3 0,4-1-175,2 1 1,0 4 0,2-7 0,4-1-120,5-2 0,7-10 0,3-3 0,4-7-60,2-5 1,3-5 0,3-7 0,-2-1-345,-2-5 1,-8-4-1,2-9 1,-3-3-469,-3-1 1,-5-2 974,-1 1 0,1-3 0,6-8 0</inkml:trace>
  <inkml:trace contextRef="#ctx0" brushRef="#br0" timeOffset="249">1049 383 7984,'0'-17'2383,"0"-1"-2015,0 1 1,-6 9 0,0 8-1,2 10-17,2 5 1,-4 11 0,-2 3 0,1 4-301,-1 2 1,-4 1-1,5 3 1,-1 2-341,0-2 0,0-8 0,4-4 0,-1-2-788,1-3 0,2-9 1,4-3 450,4-2 1,-3-4 0,7-12 0,0-10 625,-1-9 0,3-6 0,6-2 0</inkml:trace>
  <inkml:trace contextRef="#ctx0" brushRef="#br0" timeOffset="399">1171 51 9131,'-10'-17'2305,"2"5"-2341,8 1-1651,0 7 1,0-2 1686,0 12 0,0 4 0,0 7 0</inkml:trace>
  <inkml:trace contextRef="#ctx0" brushRef="#br0" timeOffset="1017">1398 471 7984,'11'-6'580,"1"0"0,-6-8 712,6 3-991,-9 3 0,5 2 0,-8 12 1,-2 6 140,-4 3 1,3 8 0,-9 3 0,0 1-180,3 4 0,-1-4 0,6 0 0,-2-2-29,2-3 0,2 3 0,2-2-280,0-1-121,0-3 0,8-9 1,4-6-1,3-8-190,3-8 1,-1-9 0,1-5 0,-1-1 83,1-4 1,1-2 0,2-2 0,5 0 21,1 1 1,-6 1 0,2 1 0,-1 5 204,1 2 0,-4 2 0,5 5 0,-5 3 204,-1 3 0,-7 4 0,-1 10 18,-2 4 1,-3 10-1,-6 9 1,-3 2 266,-2 4 1,-6 2 0,4 2 0,1-2-24,-1-4 1,-4 2 0,6-8 0,3 1-248,1 1 0,2-6-284,0 5 0,7-13 1,5-5-177,4-4 0,7-16 0,0-3 0,0-4-104,3-5 1,-7 5-1,6-6 1,-1 0-28,-1 0 1,0-2-1,-5-4 1,-1 3 197,1 7 0,-1-2 1,0 2-32,1 1 428,-8 3 0,-3 11 1,-7 8 225,0 10 0,-5 7 1,-3 5-1,0 3-33,0 2 1,1 0 0,3 4 0,-2-4-387,2-1 1,2 3-1,4-6 1,2-2-370,2-1 0,7-5 0,1-3 0,7-4-488,8-1 1,-2-7-1,4 2 1,4-7-1531,4-5 2403,2-10 0,2-7 0,1-8 0</inkml:trace>
  <inkml:trace contextRef="#ctx0" brushRef="#br0" timeOffset="1381">2411 523 10287,'19'0'195,"2"0"0,5 0-162,1 0 0,-4-8 0,6-1 0,2-5-109,2-4 1,-6 9 0,-3-13 0,-5 1 79,-1 2 0,-3-1 0,-3 3 94,-6-1 0,-6 3 1,-8 3 4,-10 6 0,1 4 1,-6 2-1,1 2-12,-1 4 0,4 6 0,-5 9 0,5 2 46,1-1 0,1 5 0,0 0 0,1 2 63,4 0 1,5-2 0,7 5-1,0-5-195,0-2 0,2 0 0,5-5 0,11-1-169,9-4 1,0-9 0,2 0 0,2-4-287,2-2 0,2-8 0,0-3 0,0-5-235,0-1 1,0-9 0,-2-1 0,-4-2 104,-6 0 0,-9 8 0,-4-4 580,-3-1 0,7-1 0,-4-8 0</inkml:trace>
  <inkml:trace contextRef="#ctx0" brushRef="#br0" timeOffset="1781">2987 366 7703,'10'-18'-627,"3"7"1907,-7-1 0,0 6-745,-6-5 1,0 9-330,0 2 1,0 7-1,0 11 1,0-1 233,0 1 1,-6 5 0,-2 2 0,1 2-36,-1 5 1,-4 1 0,4-1-1,1 0-226,-1-3 1,2-6-1,6 4 1,0-2-246,0-3 1,0-3 0,2-3 0,6-5-195,9-5 1,1-4 0,7-2-1,0-4-41,4-8 1,4-1-1,0-14 1,-2 0-109,-2-1 1,-1-1 0,1-6-1,-4 0 78,0 1 0,-11 6 1,1 3-1,-3 2 52,-2 0 1,-6 5 357,1 6 1,-5 9 0,-5-1 103,-7 8 0,2 5 0,0 9 0,1 1 223,-1 4 1,6-1-1,-2 7 1,4 0-284,2-2 1,0 4-1,0-6 1,0 1-279,0-1 0,8 2 1,4-8-1,5-3-513,7-1 0,-3-5 0,8 0 1,2-2-259,2-4 0,2-3 0,0-2 926,0-5 0,8-12 0,1-9 0</inkml:trace>
  <inkml:trace contextRef="#ctx0" brushRef="#br0" timeOffset="2164">3948 383 7984,'0'-17'117,"0"5"1,0 1 875,0-3 0,0-2-491,0-1 1,-2 1-1,-2 3-432,-2 1 0,-2 8 0,2-2-36,-5 5 0,-5 1 0,-1 1 0,-1 5 218,1 6 1,-1 3 0,1 3-1,-1-1-11,1 1 0,5 5 0,3 0 0,1-1-96,4-3 0,2 4 1,2 1-1,0-3-62,0-1 1,8-3-1,3 0 1,7 1-246,5-1 0,-3 1 0,3-1 0,-4 1-75,-1-1 0,-1 1 0,-1-1 0,-3-1 162,-1-5 1,-8 5-1,2-5 102,-4 5 1,-10 0-1,-4-5 1,-5-5-93,-7-4 0,-3 4 1,-8 0-1,2-3-411,4-1 1,-2-2 0,6 0-1,0 0-932,0 0 0,3-2-741,11-3 2149,3-5 0,16-15 0,1-2 0</inkml:trace>
  <inkml:trace contextRef="#ctx0" brushRef="#br0" timeOffset="2431">4297 436 7984,'8'-10'1225,"-4"-4"-306,7 9-518,-7-1 0,2 8 0,-10 3 0,-4 7-33,-1 4 1,3 9 0,-4 4 0,0 2-178,1-2 0,5 4 0,-4-4 1,2 2-555,0-2 0,0-1 1,5-7-1512,-5 2 1,4 0 690,-4-5 0,4-10 1183,2-8 0,8-8 0,1-10 0</inkml:trace>
  <inkml:trace contextRef="#ctx0" brushRef="#br0" timeOffset="2580">4489 139 8754,'0'-18'1443,"-8"1"-3402,6 7 1959,-5 2 0,-1 8 0,-2 0 0</inkml:trace>
  <inkml:trace contextRef="#ctx0" brushRef="#br0" timeOffset="3047">4926 506 8040,'0'-12'702,"-2"2"-344,-4 2 1,2-3 0,-8 3 58,-1-2 1,-3 6 0,-1-1-5,-1 3 0,1 2 0,-1 0 0,1 2-18,-1 3 1,1 11 0,-1 9 0,1 2-214,0 4 0,1 2 0,2 0 0,5-2-213,1-1 1,2-3 0,8 4 0,4-6-221,6-6 0,5 1 1,4-12-1,5-1-141,1 1 1,2-4-1,4-8 1,-2-4 104,-2-1 0,-2-9 0,4-7 0,-4 0 173,-1-1 0,-3-5 0,-6 2 0,-1-2 72,-4 2 0,-5-4 0,-7 6 0,0 0 5,0 4 1,-7-3 0,-7 5 0,-5 3-177,-5 5 1,-7 9-1,2-2 1,-4 6-34,-2 6 0,2 4 0,2 9 0,4 2 1,2 3 0,1 7 1,9-4-1,1 2 99,3 0 1,7-2 0,-2 2 0,6-5-53,6-5 1,5-1 0,13-3 0,5-3 50,4-6 1,4-4-1,2-2 147,1 0 0,9-16 0,-5-3 0</inkml:trace>
  <inkml:trace contextRef="#ctx0" brushRef="#br0" timeOffset="3397">5362 488 7984,'12'-15'117,"-1"3"0,-5 2 1,4 4 1420,-2-5-821,-2 3 0,-8 0-443,-4 8 0,2 2 0,-8 4 0,1 6 11,1 3 1,-6 8 0,5 1 0,-3-1 2,3 2 1,-3 0 0,8 6 0,0-3-210,-1-3 1,5 0 0,-4-4-1,6 3-193,6-3 1,3-3 0,9-7 0,-1-5-97,1-4 1,7-2-1,6 0 1,6-2-170,4-4 1,5-5 0,-5-11 0,-2-3 124,-2-2 0,-10 5 1,-4-1-1,-4 4-67,-1 1 1,-8 1 512,-5-1 1,-5 9-1,-5 5 173,-7 8 1,-2 5-1,3 11 1,3 1 21,0 2 1,6 7 0,-2-5 0,8 0-453,8 0 0,13 4 0,10-5 0,12-3-600,9-2 0,12-3 665,8-5 0,15 5 0,-2-6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7:46.59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158 455 8088,'17'-8'61,"-5"4"0,-2-7 598,-2-3 1,-3 4-7,-5-1 1,0 9 0,0 2-321,0 10 1,-5 13 0,-3 8 0,-2 6-4,-3 3 1,3 11-1,0 1 1,0 8-292,1 3 0,5 10 0,-2-5 0,2 0-388,-2-2 1,4-10-1,-3 3 1,3-9-1323,2-9 0,2-10 490,3-20 0,-1-5 1181,8-12 0,-8-11 0,4-10 0</inkml:trace>
  <inkml:trace contextRef="#ctx0" brushRef="#br0" timeOffset="300">1 507 8125,'10'-17'1358,"-3"-1"-988,1 1 1,0-1 0,5 3 0,-1 1-78,2 3 0,9-1 0,6-5 1,6 1-213,6 4 1,-3-3 0,9 5 0,2 1-151,1 3 0,-5 4 0,-7 2 0,-5 2-201,-3 4 1,-11 5 0,-2 11 0,-9 3 51,-6 2 0,-10 2 1,-5 6-1,-9-2 185,-7-4 0,0 4 0,-4-4 0,-4 2-44,0-2 0,-5 2 0,1-7 1,0-3-165,-1-2 0,11-7 0,-4-2 0,4-3-299,3-3 0,11-4 0,11-5-504,4-7 1044,2-4 0,16-1 0,3-1 0</inkml:trace>
  <inkml:trace contextRef="#ctx0" brushRef="#br0" timeOffset="666">699 333 8125,'6'11'723,"0"1"1,0-6 18,-6 5 1,0 1 0,-2 6-338,-4-1 0,4 8 0,-6 4 0,3 2-211,-1-1 1,-6 3 0,6-6 0,0 2-154,-1 0 1,5-8 0,-4 3 196,4-5-292,2-9 0,6-12 0,2-14 0,-1-7-82,1-4 1,4 0 0,-5-5-1,3 3-136,4-2 0,-5 0 0,1 0 0,0 4-202,0 2 1,-1 0-1,5 3 1,-2-1 25,1 2 1,3 3 0,3 5 0,2 3 165,3 2 0,7 0 0,-4 4 0,2-1-219,0 1 1,-2 8 500,2 1 0,4 17 0,-5-3 0</inkml:trace>
  <inkml:trace contextRef="#ctx0" brushRef="#br0" timeOffset="1066">1171 507 7387,'0'18'3272,"2"-3"-2814,4-3 0,-2-4 0,7-8 0,3 0-182,1 0 0,3 0 0,-1-2 0,3-2-177,3-2 0,-2-7 0,6 1 0,1-4-162,-1-1 0,-6-1 0,2 1 0,-3-1-36,-3 1 0,-7 0 0,-2 1 0,-2 2-693,-1 3 0,-1 1 0,-8-3 1,-5 3 496,-7 2 0,1 2 0,-14 6 0,-3 0 215,-1 0 0,0 8 1,2 4-1,2 3 211,-2 3 0,6 5 1,2 2-1,3 0 196,3 1 1,7 3 0,4-4 0,4 0 10,2 0 0,8 1 0,6-5 0,9 0-233,12-5 1,0-1 0,8-9 0,-3-2-481,1-2 0,2-2 0,-4 0 0,-1-2-1874,-5-4 2249,2-3 0,-7-17 0,6-1 0</inkml:trace>
  <inkml:trace contextRef="#ctx0" brushRef="#br0" timeOffset="1449">2027 280 8394,'-10'-2'2153,"4"-3"0,-2 1-2366,3-8 1,-3 8 0,2-2-127,-6 4 0,-3-3 0,-3-1 233,1 2 1,-1 2-1,1 2 1,1 2-4,5 4 1,-3-2 0,8 7 0,1 1 231,-3-2 0,6 5 0,-4-3 0,6 3 145,6 3 0,4 1 1,7 2-1,0 3-80,1-3 1,1 6 0,3 2 0,1 2-77,-2-1 0,-3 3 0,-5-4 0,-3 2-83,-2-2 1,-2 2-1,-6-8 1,-2-2-72,-4-1 0,-4-3 0,-7-1 0,-1-5-172,1-5 1,-6-4 0,-1-4 0,1-2-371,-2-1 0,5-11 0,-1 1 0,5-7 96,5 1 1,7 0 0,-2-1 487,4-1 0,2-8 0,0 4 0</inkml:trace>
  <inkml:trace contextRef="#ctx0" brushRef="#br0" timeOffset="1835">2219 542 8155,'15'-2'1204,"-1"-2"-798,-2-1 0,-7-1 0,7 6 0,2 0 89,1 0 1,3-6 0,-1 0 0,2 2-270,5 2 1,1 0 0,6-1 0,-4-5-153,-2-2 0,1 4 1,-5-5-1,2-3-187,-1-2 0,-9 5 1,-3-1-1,-2-1-210,-4-3 1,-3 4 0,-2 1 0,-5-1-20,-6 2 0,-3 1 1,-5 5-1,-1-2 124,-3 2 1,-7 2-1,4 2 1,-2 2 150,0 4 0,6 4 0,-4 7 0,1 1 166,5-1 1,2 3 0,3 1 0,3 4 287,1 2 1,8 2 0,0 4 0,6-2-161,4-2 0,13-1 1,1 1-1,5-6-301,6-4 1,4-3-1,4-4 1,1-7-419,-1-3 1,4-2 0,-2-2-1,-2-3-761,-3-7 0,-3-9 1253,-4-3 0,4-7 0,-5 4 0</inkml:trace>
  <inkml:trace contextRef="#ctx0" brushRef="#br0" timeOffset="2185">2952 368 8155,'-7'17'2129,"5"-5"-1784,-4-1 0,4-5 0,2 6 18,0 1 0,0 5 0,0 3 1,0 3-155,0-3 1,0 4 0,0-2 0,0 1-74,0 1 1,0-6-1,0 5-31,0-5-269,0-2 0,2-7 0,2-6 0,1-8 30,-1-7 1,-2-7 0,-2-3 0,2-5-156,4-1 1,-4 6-1,4-4 1,-4 1-40,-2 1 1,2 0-1,2 5 1,3-1 7,3-4 1,0 3 0,3-1 0,-1 5 215,2 5 1,7-1-1,4-3 1,2 3-155,4 6 1,2 4 0,2 2-1,0 0 258,0 0 0,8 0 0,1 0 0</inkml:trace>
  <inkml:trace contextRef="#ctx0" brushRef="#br0" timeOffset="2539">3598 472 9063,'0'-17'883,"0"7"1,0 4-1,0 12 1,0 8-542,0 7 0,0 1 0,0 5 0,0 0-235,0 0 1,0-6-1,0 3 1,0-3-26,0 2 0,0-9 1,2 3-178,4-1 1,4-8-94,7-3 0,1-5 0,-3-5 0,-1-9-120,-2-7 1,-1-1 0,7-5 0,-1 0-112,1 0 1,5-2 0,2-4 0,0 2-110,1 2 1,3 1 0,-4-1 0,0 6-588,0 4 1,-1 1 1114,-7 1 0,1 7 0,-1 2 0</inkml:trace>
  <inkml:trace contextRef="#ctx0" brushRef="#br0" timeOffset="2802">4157 420 8068,'10'-8'-469,"4"4"1,-7-5 1715,3 1 0,-4-4-237,6 6 1,-9 3-606,3 8 0,-10 5 0,-3 10 0,-1 1-332,0 2 0,0 2 0,4-3 0,-1 3-300,1 2 0,2-6 1,2 3-1,0-5-809,0-1 0,0-7-1183,0 1 2219,0-8 0,8 4 0,1-8 0</inkml:trace>
  <inkml:trace contextRef="#ctx0" brushRef="#br0" timeOffset="2970">4349 71 8068,'0'-12'1109,"0"0"-254,0-1 1,0 3 0,-2 0 25,-3 3-643,3 1 0,-6 8 1,8 4-1842,0 5 1603,8 5 0,9 1 0,10 1 0</inkml:trace>
  <inkml:trace contextRef="#ctx0" brushRef="#br0" timeOffset="3385">4681 350 7990,'8'-10'1032,"-6"-5"0,6 15 0,-10 0-734,-4 10 0,2 7 0,-6 4 0,3 3-94,3-3 0,-4 4 0,2-1 0,2-3-143,2-2 0,2-1 0,0-1 1,0 1-145,0-1 1,2-7 0,4-4-185,6-4 0,3-2 0,3-2 0,1-6-40,4-9 0,-1-1 0,7-7 1,0 2-23,-2-1 1,4-5 0,-6 4 0,1 0 65,-1-1 1,-2 5 0,-7 8 84,-5 1 0,1 10 334,-12 2 1,2 10 0,-12 11-1,0 4 154,1 2 1,5 1 0,-2 3-1,4-4-246,2-2 1,0 4 0,2-6-1,4-1-527,6-3 0,3-3 0,4-5 0,5-5-47,5-4 0,6-4 0,4-4 0,3-7 510,3-9 0,-6 3 0,3-14 0,-7 6 0</inkml:trace>
  <inkml:trace contextRef="#ctx0" brushRef="#br0" timeOffset="3903">5589 385 8063,'10'8'1934,"0"-6"-1572,-4 4 0,-4-6 1,3-6-108,-3-6 0,-2 2 0,0-1-409,0-3 1,-2 1 0,-2-1-1,-3 4 90,-3 3 0,4-1 1,-5 4-1,-3-2 202,-2 2 0,-1 2 0,0 4 1,-1 2 98,1 2 1,1 8 0,2-3 0,3 5 16,-3 1 0,5 1 0,-1-1 0,2 1-324,4-1 0,2 0 0,2 1 1,2-1-258,4 1 0,4-1 1,7-1-1,1-3 10,-1-1 0,6-6 0,1 4 0,-3-3 170,-2-3 1,-1-2-1,-1-2 1,1 0 149,-1 0 1,1 6 0,-3 2 244,-3 1 1,3 5 0,-5 9 0,2 6 46,-1 4 0,-5 4 0,4 4 0,0 6 264,-1 3 1,1 16 0,2 4 0,-6 2-86,-5 0 0,-1-3 0,-1 3 0,-5 0-221,-6-2 1,-11-10 0,-6-15-1,-4-5-167,-2-7 1,-6-7-1,-2-15 1,1-5-142,-1-4 1,-4-12 0,7-5-1,1-9-215,2-3 1,8 0 0,2-4 0,1 2-105,5-2 1,9-2-1,7 0 1,3 2-341,2 2 1,7-2 0,7-8-1,7-2 168,8 2 1,6-3 0,8 1-1,9 2 296,11 2 1,12-3 0,7-1 0,5 2-37,-41 20 1,1 1 0,44-17 0,-41 18 0,-1-1 71,2 1 1,-1-1 0,-2 1 0,-1-1-1,1 1 1,-1-1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7:43.79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18 814 8038,'9'-2'3344,"-3"-4"-2304,-4 4 0,-2-2-746,0 16 0,0 0 0,-2 13 0,-2 0-517,-2 4 0,-1-2 1,3 1-1,-2-1-212,2 0 0,2-6 0,2 2 0,0-3-2606,0-3 3041,0-7 0,0 6 0,0-7 0</inkml:trace>
  <inkml:trace contextRef="#ctx0" brushRef="#br0" timeOffset="572">664 534 8053,'0'-11'1654,"0"-1"0,-2 8-1249,-4-1 1,2 3 0,-6 4 0,3 3-240,3 7 1,-6 9 0,0 5 0,1 1-155,3 4 0,-2 2 0,2 0 0,2-2-113,2-2 1,4-2 0,2 2 0,4-6-69,2-3 0,3-5 1,11-3-1,3-6 59,0-4 1,6-10-1,-4-4 1,2-5 28,-2-6 0,2 1 0,-7-5 0,-3 0-137,-2 0 0,-7 3 1,-2-3-1,-3 2 233,-3 4 1,-2 1-1,-4 5 64,-4 3 0,3 4 0,-9 8 0,0 2-33,3 4 1,-5 4 0,6 9 0,0 5 67,1 5 0,1 4 0,6 0 0,0-2 105,0-2 0,8 0 1,5 4-1,9-4 15,7-6 1,6-3 0,3-5-1,5-3-137,2-6 0,-1-4 0,5-4 1,-4-4-110,-3-6 1,-7-5 0,-8-5-1,-1-3-251,-5-2 1,-4 4 0,-5-4 0,-6-1-421,-4 1 1,-4 0 0,-4-4-1,-6 2 109,-3-2 1,-3 4 0,1 0 0,1 1 81,5 5 1,-5 9-1,6 5 492,1-1 0,1 8 0,8 0 0,0 10 0,0 5 0,0 10 0,0 2 0</inkml:trace>
  <inkml:trace contextRef="#ctx0" brushRef="#br0" timeOffset="1072">1781 273 7418,'0'-12'2403,"0"0"0,0 10-2226,0 2 0,-5 10 0,-1 13 1,0 6 94,-2 4 0,6 10 0,-3 4 1,3 5-173,2 6 0,0 2 0,0 3 0,0-9-101,0-6 1,5-9 0,5 0-1,2-8-77,1-8 1,13-11 0,-9-6 0,4-6-135,5-6 1,1-10 0,6-9 0,-2 0-97,-2 0 1,-2-6-1,4 2 1,-4-2-101,-2 1 0,5 3 1,-7 6-1,-4-2-954,-5 1 993,1 3 1,-15 11 573,0 8 1,-2 8 0,-7 9-1,1 3 163,4 3 1,-4-2-1,3 7 1,1-1-85,2 0 1,4-4 0,2 4-1,3-1-362,3-5 0,7-2 0,7-3 0,-1-5-256,2-5 1,0-4-1,7-4 1,-3-4-347,2-5 1,-6-5 0,0-3 679,0-4 0,-5-5 0,5-6 0</inkml:trace>
  <inkml:trace contextRef="#ctx0" brushRef="#br0" timeOffset="1305">2655 552 10206,'-10'8'1219,"2"3"0,2 5-1035,1 1 0,-1 7 1,6 1-1,0 2-405,0 4 1,0 0 0,0-2 0,0-5-753,0-5 1,0-2 0,2-1 74,4-4 1,1-7-1,7-10 898,-2-7 0,-9-11 0,13-5 0,-6-6 0</inkml:trace>
  <inkml:trace contextRef="#ctx0" brushRef="#br0" timeOffset="1455">2742 203 8074,'-12'0'1120,"1"0"0,5 0 1224,-6 0-3198,8 0 0,-3 7 48,7 5 1,2 2-1,3-3 806,7-5 0,4 4 0,1 0 0</inkml:trace>
  <inkml:trace contextRef="#ctx0" brushRef="#br0" timeOffset="1721">3126 45 8074,'10'-7'0,"4"-3"1605,-9-7-1072,1 7 1,-6 12 0,-2 13 0,-2 9-102,-1 3 0,-7 4 1,4 10-1,0 5-182,1 5 1,-5 3-1,6 2 1,0 4-163,-1 2 0,5 2 0,-4 4 0,4-5-69,2-11 0,0-7 0,0-11 0,2-2-859,4-9 1,-3-8-177,9-15 1,-6-2-1,4-3 1,-3-9 1015,-3-7 0,-2 1 0,-2-5 0</inkml:trace>
  <inkml:trace contextRef="#ctx0" brushRef="#br0" timeOffset="2038">3248 622 8074,'18'10'630,"-6"3"596,-1-7 1,1 0-776,5-6 0,1 0 0,-1 0 1,1 0-320,-1 0 0,6-8 1,3-2-1,-1-1-113,0-1 0,4 0 0,-3-5 0,-1-1-165,0 1 0,-2-1 0,-5 1-301,-1 0 1,-7-1-1,-4 1 1,-4-1 171,-2 1 1,-8 5 0,-6 2 0,-5 3 256,-4 3 0,-8 2 0,3 2 0,-1 2 309,0 4 0,8 3 0,-4 11 0,1 3 299,1 6 1,6-2 0,7 2 0,2 2-29,4 2 0,2 6 0,6-2 0,8-4-417,11 0 1,16-8 0,9-3 0,9-9-1393,7-7 0,11-6 1247,7-6 0,11-19 0,-44 7 0,-1-1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7:41.3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333 35 8117,'9'12'694,"-3"0"731,4-8-700,-8 3 0,11-9-324,-7-3 0,0 1 0,-8-6-310,-4 2 1,2-3-1,-7 3 1,-3 0-92,-1 0 1,-5 2 0,-1 6-1,-2 0-156,1 0 1,3 2 0,0 4 0,-3 4-77,-1 0 1,2 5-1,7-3 1,4 3 115,3 3 0,-5-1 1,6 1-1,4-1 109,6 1 1,6 5 0,7 0 0,3-1 18,3-3 1,2 4 0,6 1 0,-4-1 32,-1 2 0,3 0 0,-6 6 0,-4-2 103,-5 2 1,-6 2 0,-8 2 0,0 0-120,0 0 1,-10-2 0,-6-2 0,-7-4-71,-4-1 0,-2-5 0,-4-9 0,2-7-214,2-3 1,2-2 0,-4-2 0,3-3-340,3-7 1,2-11 0,7-6 0,5-4 593,5-2 0,4 0 0,2 0 0</inkml:trace>
  <inkml:trace contextRef="#ctx0" brushRef="#br0" timeOffset="566">734 420 8117,'0'-18'375,"0"1"1,0-1 0,0 1 1457,0-1-1437,0 9 1,0 9-1,0 13 1,0 9 59,0 7 0,0 11 1,0 7-1,-2 5-183,-3 7 0,3 3 1,-4 11-1,4 7-139,2 7 1,0 4-1,2-3 1,2-3-156,2-3 1,1-7 0,-3-13 0,2-11-1427,-2-14 1130,-2-10 0,-2-27 1,0-10-1,0-11-107,0-6 1,-6-8 0,-2-6 0,1 0-99,-1-1 0,0-3 0,4-7 0,-4-1 206,-1 1 0,5-1 0,-2 1 0,4-2 241,2-5 0,0 5 0,0-6 0,4 2 58,8 0 0,1-1 0,14 9 0,0 1 186,1 3 0,1 9 0,6 2 0,0 10 136,0 5 0,1 5 0,1 3 1,0 6-58,-4 4 0,-10 4 1,-1 4-1,-7 8-159,-3 7 1,-8 4 0,2 6 0,-6-2 91,-6 3 1,-4 2 0,-7 5 0,-1 2-88,1-2 1,-7-4-1,1-4 1,0-2-267,-2 2 1,3-6-1,-5-3 1,2-7-287,4-3 0,-5-8 0,3 1 0,2-7-218,1-9 0,5-1 0,3-13 676,6 0 0,-3-10 0,-1-10 0</inkml:trace>
  <inkml:trace contextRef="#ctx0" brushRef="#br0" timeOffset="1083">1677 402 8069,'2'-17'295,"4"-1"0,-4 7 0,4-1 247,-4-2 0,-2-1 1,-2-1-387,-4 5 0,-4-3 1,-7 8-168,0 2 1,-7-3-1,1 1 1,0 2 73,-3 2 1,5 2 0,-6 2 0,0 4 113,0 5 0,5 5 0,-1 1 0,4 3-20,1 3 1,6 4 0,3 6-1,1-2 9,4-2 0,2 0 0,2 4 1,2-3-184,4-7 0,4-4 1,7-1-1,3-3-132,3-3 1,-2-4 0,6-8 0,0-2 20,1-4 0,-5-4 1,4-9-1,-2-3 25,-3-1 0,-3-8 1,-1 4-1,-1-2 64,0 0 0,-5 2 0,-2-3 0,-2 7 329,-5 4 1,-1 7-124,-2 0 0,-2 11 0,-1 2 0,-5 13 107,-2 7 0,4 10 0,-3-1 1,1 3-30,4 1 0,2 1 0,4-2 0,4-2-308,5-1 1,5-9 0,1 0 0,3-7-444,3-8 0,4-4 1,8-2-1,0-2-334,0-4 0,0-10 1,0-9-1,0-2-1478,0-4 2318,-8 6 0,6-8 0,-6 5 0</inkml:trace>
  <inkml:trace contextRef="#ctx0" brushRef="#br0" timeOffset="1383">2376 367 7976,'0'-17'438,"0"5"1,0 0 826,0-1 0,0-3-989,0-1 0,0 5 0,-2 1-472,-4-3 0,-3 6 0,-9 2 1,1 4 130,-1 2 1,-1 6 0,-3 2 0,-3 4 133,-2 7 1,6-1 0,-3 7 0,5-2 169,2 0 0,7 8 0,4-3 0,4 1 39,2 0 0,0-2 0,2 2 0,6-6-239,9-3 0,3-3 0,9 1 0,2-3-691,2-3 0,0-4 0,-2-8 0,0 0-1843,6 0 2495,-10-8 0,21-10 0,-11-9 0</inkml:trace>
  <inkml:trace contextRef="#ctx0" brushRef="#br0" timeOffset="1700">2655 402 9379,'10'0'3732,"6"0"-3482,-5 0 0,-1 0 0,2 0 0,1 0-49,3 0 0,1 0 0,3 0 0,1-2-130,2-4 0,3-1 0,-5-7 1,2 2-219,-2-1 1,-1-3 0,-3 1 0,-1 1-288,-4 3 0,-5-1 1,-7-6-1,-2 3 168,-3 3 0,-7 4 0,-9 8 0,-5 0 244,-1 0 0,0 8 0,-4 4 0,4 3 478,2 3 1,-5 7 0,7 2-1,4 2-107,5 0 1,6 1-1,8 5 1,2-2-407,4-4 1,12 2 0,15-8-1,9-4-801,11-5 1,18-6 0,7-10 857,11-4 0,-40-5 0,-1-3 0,5-5 0,-1 1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7:54.71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53 497 7924,'12'-6'3725,"-1"0"-1885,-7 1-1453,4 5 0,-8 1 1,-2 5-1,-2 6-26,-2 3 0,-5 5 0,3 1 0,0 4-156,0 3 0,-3 1 0,3 6 0,0-2-281,1-4 0,1 2 1,6-8-1,0-2-86,0-1 0,2-5 53,3-3 1,5-6-1,8-12 1,-1-6-191,1-3 1,-1-8 0,1-3 0,-1-1-24,0-4 1,-1 4 0,-2 0 0,-3 2-51,3 3 1,1 1 0,3-1 0,-3-1 124,-3 2 0,2 7 1,-7 5 148,3 1 0,-4 2 0,3 8 1,-1 4 346,-4 5 1,-2 7 0,-2 3 0,0 4 176,0 3 0,0-5 0,0 4 1,0 0-132,0 0 1,0-5 0,0 1 0,0-4-42,0-1 0,0-1-381,0 1 0,8-8 1,3-7-1,5-6-84,1-9 1,1-4 0,-1-1 0,3-3-20,3-3 0,-2 2 1,7-6-1,-3 0-30,-4-1 0,1 7 1,-1-2-1,2 3 126,-2 3 1,-3-1 0,-4 3-1,-5 1 182,-1 3 1,0 7 80,-2-2 1,-4 12 0,1 7 0,-5 9 87,-3 7 0,-3-2 0,4 2 0,-2 0 291,2-2 0,2 6 0,2-6 0,0 1-518,0-5 1,0 2 0,0-2-897,0-1 0,8-11 0,4-5 113,3-4 0,3-8 0,-3-1 0,-1-3 118,-2-4 0,-7-1 0,5-3 0,-2-1 675,-4-4 0,-2 3 0,-2-5 0</inkml:trace>
  <inkml:trace contextRef="#ctx0" brushRef="#br0" timeOffset="367">1083 567 8184,'0'-18'426,"0"7"583,0-1 0,0 6-792,0-5 1,0 9 0,-1 2 41,-5 9 0,2 7 0,-6 3 1,2 3 44,5 1 0,-5 6 0,2-4 0,2 1-125,2-1 0,2 4 0,0-6 1,2-2-161,4-1 0,4-3 0,7-1 0,2-4-162,5-7 1,-3-3 0,8-2 0,2-2-89,2-3 1,0-5-1,-2-10 1,-4-1 19,-1-2 1,-3-6 0,-6 3 0,1 1-28,-1 0 1,-7 2-1,-4 3 1,-4-1-83,-2-2 0,-2-1 0,-4 9 0,-4 1-434,1 3 0,-1 7-51,4-2 0,4 6 805,-4 6 0,12-2 0,6 5 0,3-1 0,11 6 0,1-5 0</inkml:trace>
  <inkml:trace contextRef="#ctx0" brushRef="#br0" timeOffset="684">1887 514 10653,'0'-9'542,"0"-7"1,-8 14-1,-4-4 1,-3 5-276,-3 1 1,1 7 0,0 5 0,-1 3 29,1 3 0,-1 7 1,1 2-1,-1 2-250,1 1 1,7-1 0,4 4 0,4-2-127,2-2 0,8-8 0,4 0 0,5-5-468,6-4 1,5-8 0,8-1 0,3-6-102,2-9 1,0-4 0,-4-3 0,0-2 64,-3-3 0,5-5 0,-10 4 0,2-2-159,-1-4 0,-7 4 742,-12-3 0,5 1 0,-6-6 0</inkml:trace>
  <inkml:trace contextRef="#ctx0" brushRef="#br0" timeOffset="1084">2428 60 8112,'12'-7'127,"-2"-5"322,-3-4 0,1 5-203,-2-1 0,-4 10 0,2 2 64,-8 10 1,0 7-1,-6 5 1,1 5 77,-1 6 1,4 0-1,-6 12 1,1-1 96,1 1 0,0-1 0,6 5 0,-1-3-275,1 3 1,2-6 0,2-3 0,0-5-103,0-6 1,2 3-1,4-11-531,5-6 1,5-5 0,1-10-31,1 0 1,-1-8-1,1-3 1,-1-5 31,1-1 1,-1-1 0,0 1 0,1-1 48,-1 1 1,1-1 0,-1-1 0,1-2 73,-1-3 1,1 7-1,-1 5 176,1-1 688,-1 5 0,-7 2 0,-4 12 0,-6 7-89,-6 9 1,2-1 0,-6 8 0,2 0-23,5-1 0,1 3 0,4-8 0,5-2-836,11-1 1,9-9 0,14-1 0,7-2-3504,9-4 3884,12-18 0,11-5 0,7-16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7:53.44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333 243 8097,'11'0'-619,"1"0"0,-6 0 2029,6 0-853,-9 0 1,7 0 106,-4 0 1,-4-2-246,4-3 0,-4 1-335,-2-8 0,-2 2 0,-4-3-155,-6 1 0,-3 8 0,-3-3 0,1 1-116,-1 0 1,-1 0-1,-2 8 1,-5 2 17,-1 2 0,4 7 1,-4 1-1,0 5 117,-1 5 1,7 7 0,-2-4 0,3 2 70,3 0 1,1 0 0,5 4 0,5-2 21,4-2 0,4-7 0,4-1 0,7-7 18,9-9 1,-1-3 0,8-2-1,0 0-29,-2 0 1,4-13-1,-5-5 1,1-3-29,4-4 0,-6-3 1,-2-4-1,-3 0-22,-3 3 0,1 0 0,-3-4 0,-1 4 1,-3 6 1,-7 3 0,2 3 77,-4 0 1,-4 7 0,-2 6-43,-2 8 0,-5 7 1,3 13-1,0 3-23,1 0 1,1 6 0,6-6-1,0 2-77,0 0 0,0-5 0,2 3 0,2-2-228,1-4 1,15-7 0,-3-4 0,5-2-404,3-5 1,0-3 0,6-5 713,-2-7 0,-8-11 0,5-5 0</inkml:trace>
  <inkml:trace contextRef="#ctx0" brushRef="#br0" timeOffset="433">909 174 8137,'0'-18'-619,"0"6"1,0 1 0,0-3 1360,0-1 0,0 3 1,0 0-1,-2 1-375,-4 1 1,2-4-1,-5 7 1,-1-1-288,0 0 1,-1 0 0,-7 5-1,1-3-225,-1 2 0,1 4 1,-1 4 157,1 2 0,1 7 0,5-1 0,3 3-215,0 3 0,6 1 0,-4 2 0,6 3 345,6-3 1,4-1-1,7-3 1,3 2-20,3 5 1,-3-5-1,3 4 1,-2-3-78,2-3 1,-3 3 0,3 1 0,-5 2 8,-7-1 1,3-3 0,-8-2 0,-2 1-23,-3-1 1,-1 1 0,-1-1 0,-7-1-64,-10-4 0,-1-3 0,-8-5 0,0 2-361,-1-2 0,1-4 1,-2-6-1,4-6-237,0-3 0,13-3 0,-2 1 0,7-3 627,1-3 0,8 4 0,8-6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7:57.34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0 428 8018,'10'-8'1104,"-2"4"273,-8-8-930,0 9 1,0-3-1,0 12 1,0 5-95,0 5 1,0 7 0,0 2 0,0 4-169,0 8 1,0-2 0,0 8 0,0-2-42,0-1 0,0 1 0,0-6 0,0 0-283,0 0 0,0-8 0,0-4 1,0-3-1013,0-3 709,0-7 0,0-6 0,0-14 1,0-7 111,0-3 0,0-7 1,0-2-1,-2-2 121,-4 2 0,4-4 0,-4 4 0,4-2 161,2 2 1,0-2 0,0 5 0,0 1 138,0 0 1,6 2 0,2 5-1,1 1-53,5-1 0,2 7 0,3 1 0,2 2-160,3 4 1,7 2-1,-2 2 1,6 0-387,5 0 1,-3 0 507,4 0 0,-4 8 0,-2 2 0</inkml:trace>
  <inkml:trace contextRef="#ctx0" brushRef="#br0" timeOffset="434">454 760 8082,'6'11'987,"0"1"1,2-8 32,-3 2 1,-1-4-518,8-2 0,0-2 0,5-4-408,1-6 0,-1 2 0,0 1 0,1-1-100,-1 0 0,1-1 0,-1-7 0,1 1-207,-1-1 0,1 1 1,-1-3-1,-1-1-617,-5-2 1,3-1-1,-8 7 1,-2 0 401,-2-1 0,-4 3 0,-4 3 1,-8 6 528,-7 4 0,-4 2 1,-6 2-1,1 6 198,-1 9 1,4 3-1,0 9 1,2 2 167,4 2 1,1 0 0,5-2 0,3-2-64,6 2 1,6 0 0,6 0 0,8-4-291,7-1 0,8-11 0,12-9 0,5-4-341,5-2 1,7-2 0,2-6 0,0-9-571,0-10 0,-1-1 0,-9-1 0,-3-2 796,-7-2 0,-3-2 0,-2 0 0</inkml:trace>
  <inkml:trace contextRef="#ctx0" brushRef="#br0" timeOffset="734">1345 9 8073,'10'-8'1137,"-3"8"1,-7 0-662,0 10 1,-5 7 0,-3 8 0,-2 10-35,-4 10 1,7 5-1,-1 5 1,2 3-289,0 6 1,-1 6 0,3 2 0,-2-1-1,2-3 0,2-11 1,4-5-1,2-11-742,2-10 0,7-8-254,-1-11 1,1-12 0,-1-12 0,-4-5-585,0-7 1,-6 3 1425,3-8 0,-3 0 0,-2-6 0</inkml:trace>
  <inkml:trace contextRef="#ctx0" brushRef="#br0" timeOffset="1067">1502 690 8073,'18'0'1036,"-1"0"0,0 0-593,1 0 0,-1-2 0,1-2 0,-1-4-145,1-2 1,1-1 0,3-5-1,1 3-233,-2 1 1,-1 2-1,-3-3 1,-1 1-100,-5-1 1,5-3 0,-7-1-610,1-1 0,-4 1 365,-12-1 0,-6 3 1,-9 3-1,-2 6 140,1 4 0,-3 2 1,0 2-1,0 4 314,0 6 0,-1 3 0,5 3 0,-2 1 364,1 4 0,9 3 0,3 5 0,2-4-55,4-2 1,3 4 0,2-4-1,7 1-258,10-1 0,7-2 0,12-7 0,4-5-447,5-5 1,6-4 0,5-4 0,1-6 219,-2-9 0,-1-8 0,-3-10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8:07.8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157 470 8535,'-9'8'792,"-1"-2"1,6 10 0,-4 5-304,-1 4 1,-1 12 0,-4 12 0,5 9-102,1 12 0,-6 7 1,5 12-1,-1 5-271,4 5 0,-2-4 0,2 0 0,3-6-71,1-7 0,2-13 0,0-26-330,0-8 132,0-12 1,0-13-1,0-16 1,0-7-152,0-5 0,0-7 0,0-4 0,0-6-179,0-6 1,-6-2-1,0-5 1,2 1 96,2-1 0,2-3 0,0-3 0,0-4 144,0-6 0,0 2 0,4 0 1,6 1 96,7 5 0,12-4 0,0 4 0,4 5 319,2 9 1,2 7-1,4 6 1,4 7 114,-1 9 0,1-1 0,-6 8 0,-1 4 0,-5 6 0,0 0 0,-9 8 0,-5 3-41,-5 7 0,-7-1 0,-7 6 0,-1 0-169,-5 0 1,-4-3-1,-9 3 1,-5-2-83,-5-4 0,-4 5 1,-2-3-1,0 0-249,0 2 1,-5-11-1,-1 3 1,0-1-438,-2 0 0,12-7 0,-2-3-287,6-4 0,6-4 975,9-4 0,5-3 0,7-9 0</inkml:trace>
  <inkml:trace contextRef="#ctx0" brushRef="#br0" timeOffset="432">1118 645 7978,'0'-17'274,"0"-1"0,0 1-362,0-1 0,0 7 0,-2-1 330,-4-2 0,-4 7 0,-7-1 1,-1 2-159,1 0 0,-6 0 0,-3 6 1,-1 2 58,-4 4 1,4 4 0,0 7 0,0 3 110,0 3 0,3-2 0,-3 8 0,2 3-42,4 0 0,7 3 0,4-2 0,3-2 21,3-1 0,2-3 1,4 2-1,3-6-225,7-3 0,6-11 1,5-3-1,6-4-328,4-2 0,8-2 1,-1-4-1,-1-7 115,-2-9 1,-8 1 0,-2-8-1,-1-2-61,-5-2 0,-7 4 1,-5 0-1,-1-2 79,-4-2 1,-10 0 0,-6 2 0,-5 3 142,-6 3 0,-4 4 0,-8 9 1,0 6-93,0 4 0,0 4 0,2 6 0,2 10-129,2 9 1,7 6-1,1 2 1,5 0-357,5-1 0,7 1 621,-2 0 0,12 0 0,4 0 0</inkml:trace>
  <inkml:trace contextRef="#ctx0" brushRef="#br0" timeOffset="833">1450 593 7978,'9'-8'362,"1"-2"1,-6-7 260,2-1 1,0 7 0,-8 1-333,-4 2 1,-4-3-1,-7 5-175,-1 2 1,1 2-1,-1 2 1,1 0-91,-1 0 1,1 0-1,-1 0 1,1 2-27,0 4 1,-1-2 0,1 5 0,-1 1 21,1 0 1,5 1-1,2 7 1,3-1 21,3 1 1,2-1-1,2 1 1,2-1-74,3 1 0,5-1 0,8 0 0,1 1-185,4-1 1,3 7 0,5-1 0,-2-2 144,2-1 1,-6-1 0,-2 2-1,-3 3 121,-3-3 1,-5-7 0,-3-3 0,-1 3-44,-4 1 0,-10-3 0,-5-2 0,-7-2-4,-5-5 0,2-1 0,-9-2 0,1 0-304,2 0 1,-4-5-1,8-3 1,2 0-406,1 0 1,8-5 0,3 1-901,1-3 1604,2-3 0,6-7 0,0-2 0</inkml:trace>
  <inkml:trace contextRef="#ctx0" brushRef="#br0" timeOffset="1233">2131 505 7978,'0'-17'117,"0"-1"70,0 1 0,0 0 0,-2 1 200,-4 4 1,-4 3 0,-7 5 0,-1-2-168,1 2 1,-2 2 0,-3 2 0,-3 0-36,-2 0 1,-2 8-1,-4 4 1,2 1-46,2-1 0,7 3 1,-1-3-1,4 3-106,1 3 0,6-3 0,3-1 0,1-2-141,4 1 0,2 3 0,4-1 0,2-1 0,2-2 0,13-1 0,-1 7 0,1-1 50,0 1 0,5 1 0,1 2 1,0 3 104,0-3 0,-1 0 0,-7 1 0,1 1 22,-1-2 1,-7-1 0,-4-3 0,-4 1-71,-2-1 0,-2-1 0,-6-5 0,-10-5-158,-9-4 0,0-2 0,-2 0 0,-2 0-334,-2 0 1,0-8 0,4-3-1,4-7-251,-1-5 0,13 3 1,-3-3 742,7 4 0,3 1 0,6 1 0</inkml:trace>
  <inkml:trace contextRef="#ctx0" brushRef="#br0" timeOffset="1500">2428 505 8129,'-2'-9'855,"-4"3"0,2 14 0,-8 7 0,-1 8-652,-3 5 1,5-5 0,-1 6 0,0 2-342,3 2 1,-1-4 0,6-2 0,-2-1-1220,2-5 531,2-2 1,4-9-1,4-6 826,6-8 0,3-6 0,3-7 0</inkml:trace>
  <inkml:trace contextRef="#ctx0" brushRef="#br0" timeOffset="1664">2602 156 8931,'-9'-8'1416,"-7"6"-1416,14-5 0,-13 7 0,5 0 0</inkml:trace>
  <inkml:trace contextRef="#ctx0" brushRef="#br0" timeOffset="2130">2899 16 9595,'0'20'1335,"0"1"1,-2 6-767,-4 6 1,-3 8-1,-9 17 1,1 6-213,-1 4 1,1 2-1,-1 0 1,3 0-172,3 0 1,-1-16 0,7-7 0,2-11 309,2-6-667,2-13 1,6-13 0,2-14 0,1-7-462,5-3 0,3-1 0,5 0 0,1-5-34,-2-1 0,7 4 0,1-4 1,4 0 197,2-1 0,-1 7 0,3-2 0,2 3 328,2 3 0,5-1 0,-5 3 0,-2 3 304,-2 6 1,-8 5 0,-4 2 0,-3 7 311,-7 10 0,-9 1 1,-2 10-1,-8 4 94,-8 6 0,-5-2 0,-5 4 0,-5-6-67,-6-6 1,0 4 0,-11-6 0,1 0-494,4-4 1,2-3-1,2-5 1,0-3-459,1-6 1,1-4-1,3-2 1,7-2-148,4-4 0,7-4 0,2-7 1,3-1-417,3 1 0,4-1 0,6 1 0,3-1 1011,1 1 0,13-1 0,-3 1 0</inkml:trace>
  <inkml:trace contextRef="#ctx0" brushRef="#br0" timeOffset="2430">3790 16 8929,'0'-9'1019,"0"3"1,-2 12 0,-2 7-535,-2 9 1,-7 5 0,1 12 0,-4 5-34,-1 9 1,0 11-1,-3 0 1,-1 6-252,-2 5 1,-1-3 0,7 2 0,1-10-293,5-12 1,1-7 0,6-12-1067,-2-4 0,2-12 0,10-13-184,6-8 1,1 0-1,1-9 1341,-2-6 0,-1 1 0,7-7 0</inkml:trace>
  <inkml:trace contextRef="#ctx0" brushRef="#br0" timeOffset="2946">3930 628 8156,'0'-12'2243,"2"2"-1893,3 3 0,-1-1 0,8 4-150,1-2 1,9-6-1,1 5 1,0-1-80,3 0 1,-5-4 0,6 5 0,-2-1-257,-3 0 1,1-5 0,-4 3 0,-5-2-259,-4 1 0,-5-1 0,-8-5 239,-9-1 0,-2 8 0,-15 5 0,-2 3 50,-2 2 1,-6 2 0,3 3 0,3 9 1062,0 7 1,7 6-1,3 8 1,6 0-164,5 0 1,6 6 0,14 0 0,11-2-1039,14-3 1,22-3 0,22-5 0,-28-18 0,3-3-351,9-2 0,2-2 1,13-5-1,4-2 307,8 0 1,4-4 0,-25 0 0,1-3 0,1-1 0,1 0 0,1 0 0,-1-1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8:06.8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315 297 8025,'9'-8'49,"5"5"1,-6-7 485,1 2 1,3-6 250,5 3 0,-7 1-176,-4-2 1,2 7-436,-3-7 0,-1 2 0,-9-3-224,-7 1 0,-4 8 0,-1-2 0,-3 4-59,-3 2 0,2 2 0,-8 4 0,-2 6-22,-2 3 1,0 3 0,2 1-1,4 5 44,1 5 0,3 2 0,6 0 1,-1-2 147,1 2 0,7-6 0,4 0 14,4 1 0,10-7 1,4 2-1,5-7 49,6-8 0,-1-6 1,7-6-1,0-6-61,-2-3 1,4-5-1,-6-1 1,2-4-85,5-2 0,-7 3 0,0-5 0,-2 0-112,1 2 0,-3-4 1,-8 8-1,-3 1-44,-2 3 94,-2 1 1,-8 11 0,-2 7 0,-4 11 263,-2 11 1,1 7 0,-5 10-1,4 3-160,3 3 1,1-8-1,6 0 1,2-6-99,4 0 0,-1 0 0,11-4 0,5-8-133,5-5 1,3-10 0,6 2 0,0-6-462,-1-6 0,3-10 0,2-9 1,2-2-289,-2-4 0,-8 4 958,-2-2 0,-8-1 0,4-5 0</inkml:trace>
  <inkml:trace contextRef="#ctx0" brushRef="#br0" timeOffset="365">1188 140 8084,'0'-17'661,"0"-1"429,0 1 0,0 5-653,0 0 0,0 1 1,-2-5-328,-4 5 0,2 1 1,-8 6-1,-1-2-214,-3 2 1,-3 2 0,-4 2 0,-5 0-134,1 0 0,-4 2 1,6 4-1,0 6 42,0 3 0,1 3 1,7-1-1,1 1 307,5-1 1,3 6 0,8 1 0,2-3 30,4-2 0,3 5 0,11-1 0,1 0 8,2 2 1,7-3-1,-5 5 1,0 0-147,0 0 0,-2-5 0,-7 3 0,-4-2-10,-7 0 0,-3 7 1,-2-7-1,-2-2-105,-3-1 0,-11-3 0,-9-1 1,-2-5-231,-4-5 1,4-4-1,-1-2 1,3-2-224,4-4 0,-3-9 0,5-11 0,5 1 563,5 0 0,3-6 0,6 4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8:01.11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18 629 9584,'0'-7'1171,"0"7"-756,0 9 0,0 15 1,0 5-1,0 4-434,0 2 0,0 0 1,0 0-1,0-1-379,0 1 0,0 0 1,0-2-1,2-4-593,4-5 1,-2-11 0,7-5-411,3-6 1401,1-6 0,-5-21 0,-2-2 0</inkml:trace>
  <inkml:trace contextRef="#ctx0" brushRef="#br0" timeOffset="169">1 402 8149,'0'-11'1556,"0"-1"1,0 6-1540,0-5 1,0 5 0,2-4-1895,3 2 1,-1 3 1876,8 5 0,0 0 0,5 0 0</inkml:trace>
  <inkml:trace contextRef="#ctx0" brushRef="#br0" timeOffset="585">350 769 8149,'10'-17'86,"-3"-1"1,-7 1 403,0-1 0,2 7 0,2-1 1297,2-2-1673,0 7 1,-6 7 0,0 11-1,0 7 87,0 5 1,0 4 0,0 10 0,0 2-69,0 2 0,0-1 0,0-7 0,0-3-120,0-7 1,0-4-1,2-1 83,4-1 1,3-7 0,9-6-1,-1-8 1,1-8 0,5-11 1,0-6-1,-1-4-271,-3-2 1,-2 0-1,1 0 1,-1 2-135,1 4 1,-3-2-1,-1 8 1,-4 1-1024,-3 3 946,7 1 1,-12 11-1,4 7 1,-4 9 497,-2 7 1,0 9 0,0 4 0,0 4 48,0 2 0,6 0 0,-1 0 1,1-2-258,2-4 0,-4 2 1,6-6-1,-1-1-219,1-5 1,2 0 0,5-13 0,0-2-325,1-2 0,5-2 0,1-2 638,-3-4 0,6-11 0,0-10 0</inkml:trace>
  <inkml:trace contextRef="#ctx0" brushRef="#br0" timeOffset="885">1206 1066 10115,'-10'-2'685,"4"-4"1,2-3 0,0-11-1,-1-3-337,1-6 1,0-4 0,0-6 0,-2-6-162,2-7 1,2-6-1,2 0 1,0-5-155,0 1 0,8-6 0,6 6 1,7 0-644,8 4 0,4 4 0,4 1 0,4 5-108,5 7 0,-3 2 1,0 16-1,-3 2-270,1 1 0,-2 11 988,-10 3 0,4 4 0,-6 2 0</inkml:trace>
  <inkml:trace contextRef="#ctx0" brushRef="#br0" timeOffset="1135">979 804 7986,'-10'2'2815,"4"4"-2462,4-4 1,10 6 0,5-10 0,9-4-306,7-6 1,4-3-1,2-3 1,2 1-738,3-1 0,3 1 689,4-1 0,3 1 0,-5-1 0</inkml:trace>
  <inkml:trace contextRef="#ctx0" brushRef="#br0" timeOffset="1535">1764 822 7545,'0'-18'1642,"0"6"-1463,0 1 1,0-1-261,0-5 0,-7 1 0,-7 5 188,-7 5 1,1 4-1,-5 2 1,0 2 49,-4 4 0,4 3 1,-1 11-1,3 1 96,0 2 1,0 8 0,7-2 0,4 2-32,7-1 0,3 1 0,4-6 0,3 0-165,7 0 1,11-7 0,6-9-1,4-1-165,2-4 0,0-2 0,0-4 1,-2-4-136,-4-5 1,2-7-1,-7-3 1,-3-4 21,-2-3 1,-9-1 0,-4-6 0,-4 2 38,-2 4 0,-2-2 0,-4 6 0,-8 0-104,-7 0 1,0 7 0,-6 8 0,-1 3-91,1 3 0,0 4 0,-2 6 0,6 7 376,3 9 0,3-1 0,-1 8 0,1 0 0,-1 6 0</inkml:trace>
  <inkml:trace contextRef="#ctx0" brushRef="#br0" timeOffset="1918">2061 717 8033,'0'-10'1926,"0"16"0,0 13-1466,0 7 0,0-3 0,0 6 0,0 2-375,0 2 1,0 2 0,0-2 0,0-2 100,0-2 0,0-8 0,0 3-62,0-5 1,8-11-246,4-8 0,-4-10 0,-1-11 0,-1-4-108,0-3 0,6-1 0,-7-6 0,1 0-212,2 0 0,-6 1 1,4 1-1,-2 2 55,1 1 0,-1 7 0,6-4 0,0 2 117,-1 3 0,3 3 1,7 2-1,3-1 63,1 1 1,2 7 0,-1 4-1,3 4-192,0 2 0,4 0 0,-6 2 1,0 4 397,1 6 0,-3 3 0,2 3 0,2-1 0</inkml:trace>
  <inkml:trace contextRef="#ctx0" brushRef="#br0" timeOffset="2516">2777 734 11110,'-9'18'0,"3"-1"256,4 1 1,2-1-1,-2 1 1,-2-1-54,-2 0 1,0 1 0,6-1-205,0 1-568,0-1 0,8-7 148,4-4 0,-2-10 0,1-4 0,1-1 168,-2-5 0,5-4 0,-3-3 1,3-2 139,3 2 1,-1-5 0,1 3-1,-1 2 206,1 1 1,-7 3-1,1-1 112,1 1 0,-3 7 0,0 6 81,-2 8 0,-3 8 1,-5 11-1,0 6 271,0 4 0,-1 2 0,-3 0 0,-2 0-326,2 0 0,2-2 0,2-2 0,0-4-226,0-2 0,2-3 0,4-11-72,5-5 1,5-4-1,1-4 1,1-6-238,-1-9 0,1-3 0,-1-7 1,1 0-11,-1 0 0,1 4 0,-1-4 1,1-1 15,-1 1 1,-1 6 0,-3-2-1,-3 3 65,-2 3 1,3-1 0,-3 3 124,2 3 0,-6 2 1,3 6 226,1-1 0,-4 5 0,6 7 0,-3 5 152,-3 7 1,4-1 0,-2 7-1,0-2-31,1 1 1,-5 5 0,4-6 0,-4-2-172,-2-1 1,2-3-1,2 1 1,2-1-622,-2 1 0,0-9 1,1-3-184,7-4 0,-2-2 1,1 0 734,3 0 0,9-8 0,4-1 0</inkml:trace>
  <inkml:trace contextRef="#ctx0" brushRef="#br0" timeOffset="3051">4087 822 7260,'12'-10'-440,"-2"2"1204,-3 0 1,1 6-1,-4-5-114,2-1 1,0-2-358,-6-7 0,-2 5 1,-4 2-1,-6 1 51,-3-1 1,-3 6 0,-1-4-1,-3 2-105,-1 1 1,-2-1-1,4 6 1,-3 0-193,3 0 1,2 0 0,-1 0 0,-1 2-51,-2 4 0,3 5 1,7 11-1,-5 3 42,-1 2 1,9 0 0,-7 4-1,3-2-17,4 2 1,1 2 0,5 0 0,-2-4-142,2-5 0,10-7 0,5-3 0,7-5-201,5-1 0,-1-4 0,7-10 1,2-5-6,2-5 0,2-7 1,-2-2-1,-2-1 231,-2 1 1,-8-4-1,4 4 1,-1-2 220,-1-4 0,-6 5 1,-7 3 226,-2 4 1,-4 9-264,-10 4 0,-2 6 0,-5 8 0,1 7-29,-2 7 1,7 7 0,1-4 0,4 2 14,2 4 1,0-3 0,0 1 0,0 0-140,0-2 1,2-2 0,4-7 0,7-3-463,8-3 1,-1-4-1,5-8 1,0 0-158,4 0 1,6-14 0,4-5 0,2-5-750,-2-1 1430,-10-6 0,4 4 0,-6-8 0</inkml:trace>
  <inkml:trace contextRef="#ctx0" brushRef="#br0" timeOffset="3318">4803 228 7953,'-11'-12'1940,"1"0"-1495,2-1 1,0 5-176,3 2 1,3 6 0,-6 8-76,0 10 1,6 3 0,-6 12 0,3 6 132,-1 3 1,-6 7 0,4 9 0,-1 6-38,-5 4 1,4 8 0,-1-1-1,-3-1-242,-1-2 0,5-10 1,4-6-1,4-9-1193,2-12 283,0-8 1,2-17 0,2-6 0,2-8-46,-2-8 0,-2-3 0,-2-3 906,0 1 0,7-9 0,3-1 0</inkml:trace>
  <inkml:trace contextRef="#ctx0" brushRef="#br0" timeOffset="3500">4506 717 8415,'-7'-18'1108,"5"9"0,-4 1 1,12 8-1044,5 0 1,1-2-1,3-2 1,7-2-146,3 2 1,-2 0 0,6 1-1,2-3-542,2 2 0,4 0 0,2 0 1,0-2 621,-6 2 0,10-5 0,-6-1 0</inkml:trace>
  <inkml:trace contextRef="#ctx0" brushRef="#br0" timeOffset="3734">5187 682 7953,'0'-10'1077,"-5"4"1,-3 14-1,0 10-895,0 9 0,-3 6 1,5 2-1,0 0-261,-2-1 0,6 1 0,-3 0 0,3-2-529,2-4 1,0 2-1,0-7-435,0-3 0,0-11-300,0-10 1343,7-8 0,3-17 0,8-2 0</inkml:trace>
  <inkml:trace contextRef="#ctx0" brushRef="#br0" timeOffset="3882">5310 367 8336,'-18'-9'2412,"7"1"-2872,-1 8 460,8 0 0,-4 8 0,8 1 0</inkml:trace>
  <inkml:trace contextRef="#ctx0" brushRef="#br0" timeOffset="4315">5799 734 7931,'9'-11'476,"-3"-1"1,-4 0-34,-2-5 0,0 5 1,-2 3-293,-4 1 0,-3 2 1,-9 6-1,1 0 15,-1 0 0,1 0 0,-3 2 0,-1 4 57,-2 5 1,-2 5-1,3 3 1,-1 3-78,2 1 1,1 8 0,3-2 0,-1 4-95,1 2 0,7 0 0,4-2 0,4-2-198,2-2 0,2-10 1,4 1-1,8-9-215,7-3 0,0-2 0,9-8 0,-1-4-41,-2-5 0,6-11 1,-6-3-1,2 0 241,0 0 1,-7-6 0,1 1 0,-6-1 176,-5 2 0,-2-2 0,-7 6 1,3 0 19,-2 0 0,-12 1 0,-7 7 0,-8-1-3,-5 1 1,-1 7 0,-4 4 0,2 4-251,2 2 1,2 2-1,-4 4 1,4 8-108,2 7 1,3 0 0,11 9 0,5 1-16,4 2 0,2 0 1,0-4 338,0-6 0,15 4 0,5 0 0</inkml:trace>
  <inkml:trace contextRef="#ctx0" brushRef="#br0" timeOffset="4715">6078 699 7916,'0'-17'282,"0"5"538,0 1 1,0 9-128,0 2 1,-2 7 0,-2 11 0,-3 1-395,-3 5 1,6 1 0,-4 6 0,2-2-110,1 2 1,-1-4 0,6 0 0,0-1-114,0-5 0,0-2 0,0-1 0,2-3-178,4-3 1,3-4 0,9-8 0,-1-2-246,1-4 0,1-4 1,2-7-1,5-3 53,1-3 0,0 2 0,4-6 0,-4-1 25,-2 1 0,4 4 0,-5-4 0,-3 2 51,-1 3 1,-9 5 0,1 3 471,1 2 1,-5 11-39,-2 1 0,-4 7 0,-4 13 0,-2 1 100,-2 2 1,0 6 0,6-3-1,0 1-570,0 4 0,0-6 0,2-2 0,4-3 253,6-3 0,19 1 0,6-1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7:59.12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0 610 8167,'10'-8'1860,"-4"-4"-1035,4 4 0,-8 3-393,3 10 0,-3 11 1,-2 9-1,0 2-166,0 4 0,0-3 0,2-1 0,2 0-252,2 0 1,8-6-1,-5 3 1,3-7 40,0-5 1,1-4 0,8-8 0,5-2-98,1-4 1,-4-6 0,4-11 0,-1-6-183,-5-4 1,0-2-1,1-2 1,1-2-195,-2-2 0,-7 1 1,-3 5-1,1 0-449,-2 0 1,3 8-1,-7 3-287,-2 5 0,-2 11 1154,-2 8 0,-8 16 0,-1 11 0</inkml:trace>
  <inkml:trace contextRef="#ctx0" brushRef="#br0" timeOffset="521">839 610 8167,'9'-2'1028,"-3"-4"1,2 2-381,-2-8 1,0 1-609,-6-7 1,-2 3 0,-4 1-218,-6 2 0,-3 3 1,-3-3-1,1 6 7,-1 4 0,-1 2 1,-2 0-1,-3 2 35,3 4 1,-4 4-1,1 7 1,1 3 262,-2 3 0,7-2 1,-1 7-1,7-1 124,5 0 0,1-4 0,6 4 0,2-1-86,4-5 0,3-2 1,11-3-1,1-5-146,2-5 0,6-4 0,-3-2 0,-1 0-103,0 0 1,-2-8 0,-5-3 0,-1-5-67,1-1 1,-1-6-1,1-1 1,-1 1 13,1-2 0,-9 3 1,-1-5-1,-2 2 137,0 4 0,0 1 69,-6 3 1,-2 7-65,-4 4 1,2 14 0,-6 8-1,2 7 199,5 4 0,1 0 0,2 4 0,0-4 60,0-1 1,2 3-1,3-6 1,9 0-176,7 3 0,1-15 0,7 3 1,2-7-222,2-1 0,2-2 0,0-10 0,0-5-348,-1-5 1,-4-7-1,-3-2 1,-2-2-377,-4-5 1,-3 7 0,-5 2 853,-1 4 0,-8-7 0,4-1 0</inkml:trace>
  <inkml:trace contextRef="#ctx0" brushRef="#br0" timeOffset="933">1398 452 8706,'0'-7'1167,"0"7"1,0 9-800,0 7 0,0 7 0,0 4 0,0 4-157,0 6 0,0 2 0,1-4 1,3 2-202,2 4 0,8-10 0,-5 2 0,3-6-76,0-6 1,1-9-1,9-6 1,1-4-37,-2-2 0,1-8 0,-1-6 0,2-7-105,-1-8 1,3-4-1,-2-2 1,-2 2-108,-1 4 1,-3-4 0,1 4 0,-3-2-248,-3 2 0,2 3 0,-9 9 251,-1-1 1,-2 11 379,-2 7 0,-6 9 0,1 13 0,-1 3 451,-2 2 1,6 2 0,-4 4 0,4-2-91,2-2 0,2 0 0,2 4 0,4-2-329,2-1 0,1-9 1,7 2-1,-1-5-289,1-7 1,1-3 0,2-8 0,3 0-569,-3 0 1,4-10 0,-2-5 0,-1-8-1664,-3-5 2418,-1 7 0,-1-20 0,1 4 0</inkml:trace>
  <inkml:trace contextRef="#ctx0" brushRef="#br0" timeOffset="1183">2410 68 8167,'0'-11'-18,"0"-1"406,0-2 0,0 5 0,-1-1 182,-5 2 1,2 4-538,-8 10 1,8 12-1,-3 11 1,1 6 129,0 5 1,-6 11-1,6 9 1,1 4 65,-3 8 1,6-2 0,-4 7-1,4-1-174,2 0 1,0-10 0,0-14 0,2-9-862,4-6 1,-2-12 182,7-8 0,-1-15 0,2-13 623,-6-5 0,-4-17 0,-2-4 0</inkml:trace>
  <inkml:trace contextRef="#ctx0" brushRef="#br0" timeOffset="1333">2096 505 13428,'8'-10'322,"4"4"0,5 4 1,8 2-1,12-2-339,14-3 0,11-5 17,13-8 0,13 1 0,9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8:20.728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36 53 8314,'-10'0'2393,"0"0"-969,5 0-598,3 0-345,-6 0-228,8 0 1,2 0-88,4 0 0,-2 0 0,7 0 0,5 0 13,5 0 1,0 0 0,9 0 0,1 0-9,2 0 1,9 0 0,5-2-1,5-2-64,6-1 0,5-3 0,8 4 0,5-2-138,6 2 1,3 0 0,2 0 0,1-1 43,-1 1 0,0 2 0,-1 2 0,-5 0-6,-5 0 0,-4 0 1,-5 0-1,-3 0 37,-5 0 1,-3 2-1,0 2 1,4 1-6,3-1 0,-5 4 1,6-2-1,0 0-33,-2 1 0,8-5 1,-2 4-1,5-4-1,1-2 1,6 6 0,1 0 0,5-2-33,1-2 1,0-2 0,1 0 0,-1 0 36,0 0 1,2 0 0,3 0 0,3 0-15,2 0 1,-4 0 0,4 0 0,2 2-16,-48 0 0,1 1 0,43-1 1,-44 1-1,1 0 0,47-1-18,-2-2 0,2 2 0,-48 0 0,0 0 0,0 1 0,-1 0 9,49 1 1,0-2 0,-47-2 0,1 0 0,0 0 0,1 2 24,1 0 0,0 1 0,-1-2 0,-1 0 0,2 2 0,1 0 1,-2-2-1,0 0-27,2-1 1,-1 0-1,0 0 1,1 0-1,3 0 1,0 0-1,0 0 1,0 0 42,-2 0 0,-1 0 0,-1 0 0,1 0 1,-1 0-1,0 0 0,4 1 0,0 0-18,5 2 0,-1 0 0,-5-2 1,0 0-1,1 2 0,0 0 0,0-2 1,-1-1-17,3 1 0,0-2 0,1 2 0,0 0 0,4 1 0,0 0 0,-1 1 0,0 0 4,-2-1 0,0 0 1,0-1-1,-1 0 0,-1-1 1,2 0-1,1 0 1,2 0-78,4 0 0,-1 0 0,-2 0 0,-2 0 0,3 0 0,0 0 0,-2 0 0,0 0 44,1 0 0,0 0 0,-1-3 1,0 0-1,0 0 0,0 0 1,-2 1-1,0-2 68,-4 0 0,0 1 0,2 2 0,-1 0 0,-3-2 0,0 0 0,3 1 0,0 0-26,4-1 1,-2 0 0,-4 2 0,-1 0-1,0-2 1,0 1 0,-2 0 0,-1 2 12,0-1 0,0 2 0,1-1 0,-1 0 1,4 0-1,0 0 0,1 0 0,-1 0 0,-2 0 1,-2 0 0,-3 0 0,-1 0 0,46 0-1,0 0 74,0 0 0,-11 0 0,-1 0 0,-5 0 94,-7 0 1,-3 5-1,-8 1 1,-9-2 188,-11-2 0,-13 0-98,-5 4 357,-13-4-545,-3 5-262,-8-7-5516,0 0 4388,-8 0 1,5 0 1313,-9 0 0,0 8 0,-5 2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8:25.941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245 53 7913,'10'-8'-338,"-3"6"0,-7-13 0,0 5 1</inkml:trace>
  <inkml:trace contextRef="#ctx0" brushRef="#br0" timeOffset="1300">0 280 7495,'6'-12'-148,"2"3"576,2 1 0,-5 0-304,7 2 1,0 4 0,3-5 0,-1 1 127,-2 0 0,-7 0 1,7 6-1,0-2 32,-3-4 0,7 4 0,-5-3-86,5 3 0,1 2 0,1 0-44,-1 0 0,1 0 0,-1 2 0,3 1-8,3 3 1,-2 2-1,7-4 1,-1 2-51,0-2 1,2 3-1,6 1 1,0 0 13,0 0 1,6-2-1,1-5 1,3 3-25,3 2 1,3 0 0,1-6-1,1 0 20,-1 0 1,6 0-1,2 0 1,1 0-9,-1 0 1,6 0 0,-2 0 0,4 0-126,1 0 1,1 0-1,0 0 1,0 0 19,0 0 1,0 0 0,0 0 0,-1 0 35,1 0 0,0 0 0,0 0 0,2 0-1,3 0 0,3 0 0,4 0 0,-7 0-27,-3 0 0,0 0 0,4-2 0,3-2-38,1-2 1,3 1 0,-5 5 0,1 0-33,5 0 0,-1-2 1,1-2-1,-3-2 32,3 2 1,1 0-1,2 0 1,1-2 55,-1 3 1,0-1 0,1 0 0,-1-2 67,0 2 0,4-4 0,-1 2 0,-5 3-57,0 1 1,1-4-1,1 0 1,0 0-16,1-2 1,-1 7-1,-2-7 1,1 2 11,1 0 1,-3-6 0,7 7 0,-6-1 14,-3-2 1,-7 6 0,7-6 0,-1 3 27,-1-1 0,3-6 1,-7 6-1,-2 2-30,-2 2 1,1-3 0,-1-1 0,-6 0-59,-4-2 1,-4 6 0,-3-4 0,-1 3 65,-2-3 1,3 4 0,-14-4-1,-5 2 58,-5-2 0,1 4 0,-9-3-48,-2 3-614,-9 2-1253,-4 0 94,-8 0 1,-2 0 1714,-4 0 0,-4 0 0,-7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8:29.524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16 228 8381,'-10'0'743,"4"0"1,12 0 0,8-2-263,7-4 1,6 4 0,10-4 0,4 4-187,6 2 0,5-5 0,6-1 0,8 0-66,8-2 0,-2 6 0,3-4 0,-3 3-4,-2-3 1,-6 4 0,-2-4-1,-2 4-16,-3 2 0,-3 0 1,-2 0-1,1 0-18,-1 0 1,2 2 0,3 2-1,1 2-35,-2-2 0,6-2 0,2-2 0,4 0 31,2 0 1,0 0-1,-2 0 1,0-2 34,2-4 0,-10 4 1,8-4-1,-4 4-35,-2 2 1,-4 0-1,4 0 1,-2-2-59,-3-4 0,-3 4 0,-2-3 0,3 3-12,3 2 1,4 0 0,8 0 0,2 0-126,3 0 0,1 0 0,7 0 0,3 0 10,-3 0 1,-7 0 0,1-2 0,1-2-59,4-2 1,-5 0 0,1 6 0,-3 0 53,1 0 0,8-2 0,-5-2 0,1-2-9,-5 3 1,-1 1 0,0 2 0,5-2-4,7-4 1,-9 4-1,11-4 1,-3 4-23,1 2 1,-3-6 0,0 1 0,3 1-56,-3 2 1,1 2 0,3-2 0,0-2 29,1-2 0,-3 0 0,-2 4 0,-1-2 43,1-1 0,-3-1 0,0 4 1,-3-2-1,-3-2 1,-8 0 0,-4 6-1,0-2 99,0-3 1,-13 3-1,-3-4 1,-9 4-34,-8 2 0,-4 0 0,-7 0-142,-1 0 0,-9 0-467,-8 0 222,0 8-1272,-8-6-2630,8 5 4241,0-7 0,-7 0 0,-3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8:34.4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18 175 8845,'-10'0'3039,"2"0"0,10 0-2372,4 0 0,6 0 1,9 0-1,6 0-197,6 0 1,0 0 0,16 0 0,5 0-246,8 0 0,14 0 0,5 0 0,7 0-538,5 0 0,-10 0 1,3 0-1,-7 0-1253,-5 0 1,-18 0 0,-11 0-1,-12 2 1566,-10 4 0,-4 4 0,-1 7 0</inkml:trace>
  <inkml:trace contextRef="#ctx0" brushRef="#br0" timeOffset="517">1258 18 9988,'0'-10'1238,"2"2"0,3 8-1113,7 0 0,4 0 0,1 0 1,2 2 13,5 4 1,3-2-1,8 6 1,0-1-131,0 1 1,-2-4 0,-4 4-1,-6-1-411,-4 1 1,-3-4 0,-4 6 198,-7 1 1,-3 3 0,-4-1-1,-5-1 95,-11-3 1,-1 1-1,-10 6 1,-2-1 54,-2 0 1,4-1 0,1-2-1,1-5 183,0-1 0,6 4 0,-3-7 0,5-1 47,2-2 0,-1-2 0,1 0 0,-1-2-273,1-3 1,5-5 0,2-8 0,3 1-182,3-1 1,2-5-1,2 0 1,0 0-1002,0-3 0,0 7 1278,0-4 0,8-4 0,1-1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8:35.82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263 647 7977,'5'-17'0,"1"-1"-142,-2 1 0,-2 5 1,0 0 790,4-1 0,-4-3 1110,4-1-1209,3 7 1,-7 4-223,4 12 1,-4 10-1,-2 9 1,-2 2-37,-4 4 0,4 10 1,-5 5-1,1 5-290,0 1 1,0 1-1,6 1 1,0 2-228,0 2 1,0-1-1,0-11 1,0-5-381,0-4 1,0-10-1,2-6-673,4-7 0,4-8 1,5-14 1277,-3-9 0,-5-16 0,-7-12 0</inkml:trace>
  <inkml:trace contextRef="#ctx0" brushRef="#br0" timeOffset="218">1 490 9800,'5'-12'531,"1"1"0,2 7 1,-2-2-1,5 4-122,5 2 1,15-2 0,6-2-1,8-2-441,9 2 1,6 3 0,10-1 0,2-2-871,3-2 1,-5 0 0,2 4 0,-8-4 901,-4-5 0,-2-5 0,-5-1 0</inkml:trace>
  <inkml:trace contextRef="#ctx0" brushRef="#br0" timeOffset="653">1048 979 8977,'0'-18'2145,"0"7"-1469,0-1 0,0 1-710,0-7 0,0 1 1,-1 1-103,-5 4 1,2 3 0,-8 5 0,-1-2 36,-3 2 1,-1 2-1,-3 4 1,-1 4 127,-2 6 0,-3 3 1,5 5-1,-2 3 132,1 6 0,5 4 1,3 2-1,5 0 36,1 0 0,2-8 0,8-2 1,6-4-231,9-3 0,3 1 0,9-13 1,4-2-138,6-2 1,-3-12-1,5-5 1,-4-9-60,-2-3 1,-8-2 0,-4-6 0,-3-2 127,-3-3 1,-7 9 0,-6-4 0,-8 4-88,-8 3 1,-5 5-1,-6 12 1,-7 5-414,-3 4 0,-1 4 601,-1 4 0,0 11 0,0 10 0</inkml:trace>
  <inkml:trace contextRef="#ctx0" brushRef="#br0" timeOffset="1566">2201 927 8026,'0'-18'262,"0"6"973,0 1 0,2 5-367,4-6 0,-4 6-729,4-5 1,-4 9-1,-4 2-106,-4 10 0,4 5 1,-6 5-1,2 3-80,0 6 1,-1-2 0,3 2 0,-2 0-62,2-2 0,4 5 0,4-7 0,4 0 75,1 0 1,3-7-1,8-7 1,1 1 141,2-2 0,6-5 0,-4-10 0,1-7-57,-1-4 0,6-7 0,-4-2 0,0-2-86,-3-4 1,-7-4-1,-3-4 1,-5-2-203,-1 2 1,-2 10 0,-6 4 0,0 2-1078,0 0 0,-8 1 478,-3 11 0,1 5 0,0 12 835,2 5 0,-5 13 0,3 3 0</inkml:trace>
  <inkml:trace contextRef="#ctx0" brushRef="#br0" timeOffset="2016">2865 839 8026,'2'-17'61,"2"-1"889,1 1 0,1 5 1360,-6 1-2092,0 7 0,-8 11 1,-1 17-266,-1 7 0,-4-2 0,7 0 0,-1 2-168,0 2 1,-3 2 0,5 0 0,2-2 10,2-4 1,2-2 0,0-6 226,0 3 1,8-3 0,3-9-1,5-8-70,1-8 0,3-6 0,1-9 0,4-3-110,2-1 1,-5-8 0,3 2 0,-2-4 50,1-2 1,5 0 0,-6 0 0,-2 2 24,-1 4 1,-9 4-1,1 7-234,2 1 1,-7 9 242,-1 8 1,-4 10 0,-2 13-1,-2 6-19,-4 4 0,4 2 0,-5 0 0,1 0 280,0 0 1,0 0 0,6-2-1,0-2-426,0-2 1,0-8-1,2 1 1,4-9-947,6-7 1183,3-4 0,10-2 0,2 0 0</inkml:trace>
  <inkml:trace contextRef="#ctx0" brushRef="#br0" timeOffset="2583">3738 961 7935,'0'-17'186,"0"0"1,0 5 0,0 0 0,0-1 516,0-3 0,0-1 0,0-1-439,0 1 0,0-1 0,-2 3-230,-4 3 1,0-1 0,-9 7 0,-5 2-98,1 2 0,-8 2 0,0 2 0,-2 4 14,-1 5 0,3 13 1,-2 3-1,6 2 175,4 0 1,1 0 0,3 6-1,3 0 46,6 0 1,4-2-1,2-2 1,2-4-322,4-2 0,11-3 0,12-11 0,4-5-251,2-4 0,0-4 0,2-6 0,2-9-28,2-10 0,-1-2 0,-7-4 0,-1-4 195,-3 0 1,-2-6 0,2 0-1,-4-1 31,0-5 1,-5 5 0,3-1-1,-4 2 11,-1 5 0,-3 1 0,-1 4 0,-2 4 103,1 5 0,-5-1 299,-2 2 146,-4 7 1,-10 9 93,-4 7 1,3 0 0,-1 1 0,0 3-1,1 2 0,3 8 0,-4-3-200,2 5 0,-3 1 0,3 3 0,0 3 27,0 6 1,-5 4 0,3 2-1,-2 2-86,1 4 0,5-2 0,-6 9 0,1 2-196,1 1 0,2 3 0,6-13 0,-2-2-551,-1-2 0,-1-10 0,6-4 0,2-5-239,4-7 1,-3-3 0,9-8 793,2 0 0,1-8 0,3-1 0</inkml:trace>
  <inkml:trace contextRef="#ctx0" brushRef="#br0" timeOffset="2935">4122 1049 8247,'12'-10'1373,"-1"4"0,-5 2 0,6 0-1262,2-1 0,7-7 0,2 4 0,0 1-286,3-1 1,-5-6-1,6 4 1,0-1-39,0-1 0,-5 1 1,1-7-1,-5 1-85,-7-1 1,3 1-1,-8-1 50,-2 1 0,-4-1 0,-6 1 0,-6 1 194,-3 5 1,-5 3 0,-3 8 0,-4 0 87,0 0 0,-5 2 1,9 4-1,2 5 12,1 5 0,-3 7 1,2 2-1,3 2 446,5 5 0,9 1 1,-2 3-1,4 1-127,2-2 1,2 2 0,4-12 0,6 1-492,3-1 0,4-4 1,5-9-1,5-6-316,4-5 1,-4-2 0,0-3 0,2-6-832,2-6 0,-4 3 1273,0-10 0,0-12 0,6-2 0</inkml:trace>
  <inkml:trace contextRef="#ctx0" brushRef="#br0" timeOffset="3268">4716 769 8129,'0'-17'862,"0"7"0,-6 10 1,0 14-1,2 5-797,2 4 0,2 9 0,-1-3 1,-3 4 216,-2 2 1,0-6 0,6 0 0,0 0 148,0-2 1,0-2-1,0-7 720,0-1-1232,0 1 0,0-11 0,0-7 1,0-9-259,0-7 0,6-3 0,0-5 0,-1-3 50,3 0 1,-4-6 0,6 6 0,0-2-122,-1 0 1,-5 7 0,4-1 0,0 2-14,3-2 0,3 3 0,-1-1 0,1 5-39,5 5 1,1 5 0,7-4 0,0 2-578,0 4 1039,2 2 0,6-5 0,0-3 0</inkml:trace>
  <inkml:trace contextRef="#ctx0" brushRef="#br0" timeOffset="3635">5327 787 11298,'0'-12'283,"0"1"0,-2 7 1,-2-4-1,-3 2-233,-3 0 1,-2 0 0,-5 6-57,-1 0 0,1 0 0,-1 2 1,1 2-1,-1 2 0,7 8 1,1-3 73,2 5 0,3 3 0,5 3 1,2 1-7,3-2 1,5 4-1,9 1 1,3-1-38,1 0 0,0 6 1,-5-4-1,-1 2 60,1 1 1,-7-7-1,-1 4 1,-2 0-6,-4 0 1,-4-5-1,-6-1 1,-6-5-212,-3-5 0,-5-7 1,-3 2-1,-6-4-178,-4-2 0,4-2 0,0-4 1,0-6-529,1-3 1,3-1 0,8 3 836,-1 1 0,1-7 0,-1-8 0</inkml:trace>
  <inkml:trace contextRef="#ctx0" brushRef="#br0" timeOffset="3968">6008 298 7795,'2'-16'0,"2"3"541,2 1 90,0 8 1,-8-4 0,-2 10 0,-4 6-61,-2 10 1,-1 7 0,-7 12 0,1 3-55,-1 7 0,-1 5 0,-2 7 1,-1 7-261,7 7 0,-3 7 0,7 5 0,-3-3-336,3-7 1,3-12-1,8-11 1,0-9-1169,0-7 209,0-16 0,0-12 0,0-20 0,0-4-467,0-1 0,0-2 1505,0-5 0,-8-3 0,-2-8 0</inkml:trace>
  <inkml:trace contextRef="#ctx0" brushRef="#br0" timeOffset="4133">5607 804 7949,'0'-11'1253,"0"-1"1,7 2-1,5-1-774,4 5 0,7 2 0,4 0 1,4-2-827,6 2 0,10-3 0,-1 1 0,6 0-932,7-2 0,-3 0 1279,8-3 0,-8-12 0,4 3 0</inkml:trace>
  <inkml:trace contextRef="#ctx0" brushRef="#br0" timeOffset="4602">6585 979 7825,'7'-18'325,"-5"1"1,4 0 298,-4-1 0,-2 1 0,0-1-458,0 1 1,-2 1-1,-2 3 1,-3 3-90,-3 2 0,-8-4 0,-5 7 1,0 1 155,-2 2 1,-1 2 0,-5 0 0,2 2-79,-2 4 0,0 3 0,0 9 0,4 1 27,2 4 1,1-1 0,7 7 0,1 2 38,5 2 0,-3 2 1,8-2-1,2-4-285,2-6 1,4-3 0,4-3 0,8-1-230,7-5 0,1-3 0,7-8 0,2-2-121,2-4 0,2-5 0,0-11 0,-1-3 91,1-2 0,-2-2 0,-2-6 0,-1 0 243,1 0 1,-8 6 0,-4 2 0,-7 1 1272,-4 5-1151,-3 2 0,-6 9 1,-5 6-1,-4 10 55,0 11 1,-5 7 0,3 7 0,-1-2-79,1 2 0,2 2 0,6 2 0,-1-2-74,1-4 1,2 2-1,4-8 1,3-1-359,7-3 1,4-3-1,1-5 1,3-5-435,3-4 0,-2-4 0,8-4 847,2-5 0,2-13 0,2-3 0</inkml:trace>
  <inkml:trace contextRef="#ctx0" brushRef="#br0" timeOffset="5002">7021 857 8450,'8'-18'3525,"-6"1"-3224,6-1 1,-8 11 0,-2 8-39,-4 15 0,4 3 1,-4 10-1,2 3 227,-2 1 0,5 1 0,-5 1 1,4-2-197,2-4 1,0 3 0,0-9 0,2 0-270,4 2 1,-3-7 0,9-1-1,2-9-361,1-6 0,8-2 1,1-2-1,-1-4-208,2-5 0,-5-13 0,3-3 0,-2-2 85,3 0 0,-7 0 0,2-4 0,-5 2-17,0 2 0,-5 7 0,1-1-597,-2 4 1242,-2 1 1,-6 10-1,0 10 1,-2 12 51,-4 7 1,4 4 0,-4-1-1,4 3 64,2 0 1,0 4 0,0-8-1,0-1-665,0-3 0,2-1 0,4-3 0,6-1-1039,3-3 0,8-7 1419,1 2 0,14-12 0,-1-3 0</inkml:trace>
  <inkml:trace contextRef="#ctx0" brushRef="#br0" timeOffset="5633">7947 909 7854,'-6'12'-579,"0"-1"1,0-5-160,6 6 738,0-8 203,0 3 1040,0-7-556,8 0 1,-6-1-25,4-5 1,-4 2 670,-2-8 0,0 6-878,0-5 1,0-1-1,-2-3-437,-4 3 0,2-2 1,-7 7-1,-3-1 114,-2 0 1,-1-4 0,0 7 0,-1 1-92,1 2 1,-7 4 0,1 4 0,0 5 138,-2 5 0,5 7 1,-3 2-1,3 2 78,3 4 0,5 2 0,3 2 0,1 0-204,4 0 0,4-6 0,6-2 0,7-3-530,9-9 0,-1 1 0,6-10 0,0-3-342,1-1 0,1-11 0,6-7 0,0-7 141,-1-4 1,1-2 0,0-6 0,-2-2 381,-4-4 0,2 2 0,-7-5 0,-3 1 110,-2 4 1,-1-4 0,-3 3 0,-3 1 5,-6 2 1,2 2 0,-2 0 0,-3 2 8,-1 4 1,-2 2 0,0 6 181,0-3 0,-2 1 407,-3 6 0,3 5 615,-4 0-314,-4 8 1,6 4 0,-5 12-1,-1 5-56,0 7 0,4 3 1,-3 8-1,-1 2-183,0 3 1,-1 7 0,-5 9 0,2 3-323,3-3 1,1 4-1,-2-4 1,7-3-550,3-5 0,2-9 389,0 2 0,7-12 0,3-4 0</inkml:trace>
  <inkml:trace contextRef="#ctx0" brushRef="#br0" timeOffset="6466">9047 612 7937,'8'-17'24,"-4"-3"0,5-1 0,1-4 218,0-2 1,0 5-1,3-1 1,-3 4 808,-2 1 1,3 1-274,-5-1 0,0 10-564,-6 8 0,0 16 0,-2 13 0,-4 4 30,-6 2 0,-1 8 0,-1 5 0,3 6-228,-3 5 0,4 1 1,1-4-1,1 2-28,4-1 1,-4-3 0,2-4 0,3-3-133,1-6 1,7-12 0,3-6 0,2-5 39,3-7 1,3-3-1,1-10 1,1-6-16,-1-9 1,7-3 0,-1-9 0,-2-2-189,-1-2 0,3-2 1,0 2-1,-1 2-16,-3 2 0,-1 8 0,-1-2 1,0 3-204,1 3 0,-1-1 1,1 3 327,-1 3 1,-7 6 0,-2 14 0,-2 8 321,-1 5 1,1 8-1,-6-4 1,0 2 48,0 4 0,0 2 0,0 0 1,0-2-206,0-1 1,0-9 0,2 2-1,4-3-615,6-3 1,3-7 646,3-4 0,7-5 0,2-1 0</inkml:trace>
  <inkml:trace contextRef="#ctx0" brushRef="#br0" timeOffset="6882">10130 839 7937,'0'-17'984,"0"-1"-68,0 1 1,0-1-762,0 1 0,-8 7 0,-4 4 0,-3 4-366,-3 2 0,-1 2 0,-2 4 0,-4 6 159,-3 3 0,5 9 0,-4 1 0,2 2 332,3 4 1,3 8 0,3 2 0,3-3 57,1-1 1,8-2 0,-2-2 0,6-4-97,6-5 1,10-1-1,9-6 1,2-7-331,4-6 1,2-6-1,2-6 1,-2-7-223,-4-7 1,2-9-1,-7 4 1,-3-2 34,-2 0 0,-3-6 1,-4-6-1,-7 4-8,-3 6 0,-4-2 1,-3 6-1,-7 0 106,-4 4 1,-3 11-1,-4 6 1,-5 4-36,1 2 0,-4 8 1,8 6-1,2 5-126,1 4 0,3 14 0,1-2 0,5 4 118,5 4 0,4-6 0,4 3 0,4-3 220,5-2 0,13 0 0,3 0 0</inkml:trace>
  <inkml:trace contextRef="#ctx0" brushRef="#br0" timeOffset="7299">10497 857 7937,'0'-18'1882,"-2"9"-501,-4 3 1,4 8-1006,-4 9 1,-2 1-1,3 13 1,1 0-249,2 4 0,2 3 1,0-1-1,0-2-95,0 2 1,0-4 0,2 0-1,3-2-178,7-3 0,4-9 0,3-3 0,2-2-88,3-4 1,7-3-1,-2-2 1,4-5 4,2-6 0,0-5 0,-2-5 1,-4-3 21,-6-2 1,2 0 0,-3-4-1,-5 3-337,-3 3 1,-10-4 548,1 6 0,-5 2 1,-5 9-1,-7 6 326,-4 4 1,1 10 0,1 4-1,3 3-119,-3 3 1,6 1 0,2 2 0,5 5 74,1 1 1,0 0-1,1 2 1,5-6-171,6-3 1,5 3-1,7 0 1,5-3-240,4-7 1,4-5 0,3-10 0,7-4-186,3-5 1,3-13 0,-1-5-1,-1-6-514,-5-6 1,-3 3 0,-8-9 819,0-1 0,-8-3 0,-2-1 0</inkml:trace>
  <inkml:trace contextRef="#ctx0" brushRef="#br0" timeOffset="8082">12715 403 8029,'0'-18'-247,"2"1"184,3-1 1,-3 7-1,4-1 1,-2-2 133,2-1 0,-4-3 1,6 1 371,-1-1 0,-5 7 1,4-1 1942,-4-1-1608,-2 5 1,-2 2-442,-4 12 0,-3 11 1,-11 12-1,-1 8-206,-3 10 1,-1 1-1,4 18 1,-2 4-300,1 4 1,3 7 0,3-3 0,3 0-224,1-1 0,8-5 0,-2-14 0,6-13-213,6-12 0,-2-16 1,8-11 29,1-4 1,-3-4 0,0-6 0,-2-7 573,-5-6 0,-1-11 0,-2 5 0</inkml:trace>
  <inkml:trace contextRef="#ctx0" brushRef="#br0" timeOffset="8249">12295 752 9462,'12'0'1145,"0"0"0,1 0-788,3 0 0,11-2 1,8-2-1,10-4-846,5-1 0,4-3 0,3-6 0,1 1-1254,-2 0 0,-3 3 1743,-7-3 0,5 3 0,-7-11 0</inkml:trace>
  <inkml:trace contextRef="#ctx0" brushRef="#br0" timeOffset="8699">13116 385 8057,'0'-17'833,"0"7"0,-6 6 0,-1 16 0,-3 11-663,-4 8 0,1 12 0,-1 3 1,3 7-149,-3 5 1,6 2 0,2 6 0,4-4 92,2-2 1,0-7 0,0-9 0,2-3-29,4-8 1,4-8-1,7-13 1,1-6-74,-1-4 0,1-2 0,-1-4 0,1-6-108,-1-7 0,6-7 1,1 1-1,-3-4-390,-1 0 0,-3-4 1,0 5-1,-1 1-25,-4 0 0,3 2 0,-5 5 0,1 1 144,1-1 0,-8 1 505,2-1 0,-4 11 19,-2 7 0,-8 9 1,-2 13-1,-1 3 186,-1 2 1,8 2-1,-2 4 1,4-2-149,2-2 1,0-5 0,2 3-1,4-2-506,6-4 1,9-3 0,4-5-1,3-3-139,3-2 0,-2-2 0,2-8 0,2-4 448,-2-6 0,0-3 0,4-3 0</inkml:trace>
  <inkml:trace contextRef="#ctx0" brushRef="#br0" timeOffset="8999">13693 927 12663,'17'-8'252,"1"4"0,-1-6 1,0 0-425,1 1 0,-1-1 0,1-4 0,-3 3-69,-3-3 0,2-1 0,-9-3-77,-1 1 1,-4 1 0,-6 5 0,-5 5 397,-5 4 1,-3 2-1,-4 2 1,-5 4 487,1 5 1,2 5-1,8 3 1,-1 5-91,1 5 1,7-2-1,4 2 1,6 0-273,6-2 0,8 4 0,15-8 1,13-3-930,13-7 0,11-5 0,13-8 723,9 0 0,-36-6 0,2-3 0,0-1 0,-1 0 0</inkml:trace>
  <inkml:trace contextRef="#ctx0" brushRef="#br0" timeOffset="9965">15264 752 8008,'6'-12'195,"0"1"1,0 5-1,-4-6 1388,4-1-1055,-4 5 0,5 2 0,-7 12-169,0 5 0,0 7 0,-2 3 0,-2 4-106,-1 3 1,-1-5 0,6 4 0,0 0-192,0 0 1,0-5-1,0 1 1,0-4-16,0-1 1,8-3-1,3-3 1,5-6-158,1-4 0,3-2 1,1-2-1,4-4-133,2-6 1,-5-11 0,3-4-1,-2-2-58,1 0 1,-1 2 0,-6-4 0,1 3 4,-1 3 0,-1 2 1,-3 5-1,-3 1-492,-2-1 646,-2 9 0,-6 3 0,0 12 1,0 7 291,0 9 1,-2 5 0,-2 8 0,-2 0 176,2 0 0,2 0 0,2-2 0,0-2-77,0-2 1,2-8 0,4 2-1,6-5-40,3-7 1,3-3 0,1-8 0,2-2-266,3-4 0,7-5 0,-2-12 0,4-7-32,2-3 1,-6-1 0,0 1 0,0 1-195,-2 3 0,-2 6 0,-7-4 0,-3 2-106,-3 3 1,-4 3-192,-8 1 0,0 11 520,0 7 1,-8 7 0,-2 11 0,-1 1 384,-1 5 1,8-3 0,-2 8 0,4 2-28,2 2 0,0-4 0,0 0 0,0 0-148,0-1 1,8-3 0,4-8 0,3 1-288,3-1 0,1-7 1,4-4-1,7-6-187,3-6 0,7-12 0,3-9 0,0-2-137,-1 0 1,-1 2 0,-8-4 0,-4 4 458,-6 1 0,5-5 0,-1 4 0</inkml:trace>
  <inkml:trace contextRef="#ctx0" brushRef="#br0" timeOffset="10582">16958 769 7973,'12'-17'973,"0"-1"1,-8 1 0,1-1-517,-3 1 0,-2 0 0,0-1-425,0 1 1,0 5 0,-2 2 0,-3 1-70,-7-1 0,-9 6 0,-5-2 1,-1 4-122,-4 2 0,0 2 0,0 2 1,2 6 69,-2 5 0,4 1 0,0 13 0,-1 0 258,1-2 1,12 6 0,-1-4 0,6 4 10,7 2 1,1-8-1,4-3 1,3-5-26,7-1 1,11-3-1,6-3 1,4-6-205,2-5 1,0-8-1,0-5 1,0-3-127,0-3 1,0-5-1,-2-2 1,-2-3 115,-2-3 0,-8 4 0,3-2 0,-7 0-67,-5 2 1,-4 2 21,-8 7 1,-2 8 0,-4 5 0,-6 5 37,-3 5 0,-3 5 0,3 10 0,1 1 86,3 2 1,1 8 0,-2-4 0,6 2 43,4 1 1,2-3 0,0 2-1,2-6 97,4-3 1,6-3-1,11-1 1,6-3-172,4-1 1,8-8 0,0-1 0,-1-4-467,3-5 0,0-14 0,3 3 1,-7-3-748,-8 1 1222,2 2 0,-6-9 0,8-1 0</inkml:trace>
  <inkml:trace contextRef="#ctx0" brushRef="#br0" timeOffset="10815">17570 542 8314,'0'-9'3483,"0"5"-3262,0 15 1,-6 1 0,0 13 0,2 0-509,2 5 0,2 3 1,0 1-1,0 1-39,0 0 0,0-6 0,0-1 0,2-3-567,4-4 1,-2-9 0,7-6-554,3-4 1446,2-2 0,1-16 0,1-3 0</inkml:trace>
  <inkml:trace contextRef="#ctx0" brushRef="#br0" timeOffset="10965">17657 298 12577,'0'-10'-1168,"0"2"1,0 8-1</inkml:trace>
  <inkml:trace contextRef="#ctx0" brushRef="#br0" timeOffset="11332">17884 612 7973,'12'-6'1363,"-1"1"-20,-7-9-1037,4 12 0,-8-4 0,0 12 0,-2 8-50,-4 7 0,2 0 1,-5 8-1,1 0 3,4-1 0,-4 3 0,2-8 0,2 0-165,3 3 0,6-13 0,3 5 0,2-5-253,3-3 1,9-2 0,3-10 0,2-4-22,4-6 1,8-9-1,2-4 1,-4-3-194,-6-3 1,0 4 0,-6-2-183,2-2 0,-7 6 482,-3 2 1,-9 11 0,-14 8 161,-6 8 1,-1 8 0,-1 11 0,4 4 285,3 0 0,1 6 0,6-6 1,2 2-421,4 1 1,5-9 0,13 2-1,5-3-759,4-3 0,15-7 804,5-4 0,11-4 0,-2-2 0</inkml:trace>
  <inkml:trace contextRef="#ctx0" brushRef="#br0" timeOffset="12054">20050 158 7938,'9'-27'-46,"5"6"0,-6 7 0,-1-2 160,1 3 0,-2-1 0,-6-3 1169,0-1-684,0 9 0,-2 3 1,-4 14-144,-5 9 0,-5 8 0,-1 12 0,-1 4-68,1 6 0,5 5 0,0 6 0,-1 4-169,-3 0 1,5 4-1,1-6 1,2 1-381,4-1 1,2-4 0,2-9 0,0-9-1073,0-7 1,8-7 336,4-13 0,-3-7 1,1-13-1,-2-11-137,-4-5 0,-4-2 1033,-6-2 0,-12-12 0,-9 4 0</inkml:trace>
  <inkml:trace contextRef="#ctx0" brushRef="#br0" timeOffset="12098">19665 560 7938,'0'9'4232,"2"-1"-4017,4-8 1,10-2 0,9-2-1,2-3-519,4-3 1,4-2 0,4-3 0,4 1-618,1 3 0,1 1 1,3-4-1,-3 3 921,-2-3 0,5-1 0,-3-3 0</inkml:trace>
  <inkml:trace contextRef="#ctx0" brushRef="#br0" timeOffset="12532">20242 647 10264,'2'10'1134,"3"-4"0,7-4-895,4-2 0,3 0 0,4 0 0,4 0-136,1 0 0,10-8 1,-3-4-1,2-3-146,0-3 0,-2-1 1,-2-3-1,-2-1-260,-2 2 1,-9-4-1,-1-1 1,-7 1-64,-5 0 1,-3 7 0,-10 7 0,-5-1 71,-5 2 0,-3 3 0,-4 9 0,-5 3 332,1 7 0,-6 6 0,6 5 0,-2 6 232,0 4 1,9 2 0,1-2 0,7-2 43,5-2 0,1 0 0,6 4 0,2-2-165,4-2 1,11-7 0,12-1-1,6-7-514,6-9 1,2-3 0,5-2 0,-1-2-436,1-3 0,-3 1 0,-1-8 0,-1-4-1504,-4-5 2304,-10 2 0,12-14 0,-4 6 0</inkml:trace>
  <inkml:trace contextRef="#ctx0" brushRef="#br0" timeOffset="12832">21394 577 8506,'0'-17'398,"0"-1"0,0 1 0,0-1-103,0 1 0,0 5 1,0 1-250,0-3 1,-7 4 0,-5 1-262,-4 1 1,-1 2 0,-2 6 0,-5 0 341,-5 0 1,2 8 0,-2 5 0,-2 7 120,-2 3 1,4 2 0,2-3 0,3 3 12,9 2 0,-1 0 0,10 4 1,3-4-145,1-1 1,9-3 0,7-4 0,7 1-658,8-3 1,4 3 0,2-15 0,2-1-212,4-2 1,2-4 0,5-3 0,-3-7-41,-3-4 1,-1-7 790,-6 0 0,8-16 0,1 2 0</inkml:trace>
  <inkml:trace contextRef="#ctx0" brushRef="#br0" timeOffset="13265">21883 53 8276,'0'-17'1578,"-2"1"-1198,-3 5 1,1 3-185,-8 8 0,6 4 1,-3 6-1,-1 9-19,0 6 1,0 4-1,-3 8 1,1 4 184,-1 5 1,-1 5-1,2 1 1,5 1-62,-1-1 0,6 0 0,-4 1 1,4-3-158,2-3 0,8-6 1,4-12-1,5-8-247,6-7 0,-1-1 1,5-9-1,0-6-396,0-8 1,2-7-1,4-6 1,-2-6-16,-2-4 1,-7 4 0,1 1-1,-4 1 87,-1 0 0,-1 0 1,-1-2-1,-3 5-179,-1 5 1,-8 2 456,2-1 1,-6 8 143,-6 5 0,2 10 0,-6 7 1,1 6 480,-1 5 1,4-2-1,-4 8 1,3 0-55,3-1 1,2 3-1,2-8 1,2-2-154,4-1 0,3 1 0,11-2 0,1-5-574,2-4 1,8-5 0,-1-5 0,3-1-776,1-5 0,3-4 1,0-9-1,0-3 1080,-4-1 0,-2-8 0,4 4 0</inkml:trace>
  <inkml:trace contextRef="#ctx0" brushRef="#br0" timeOffset="13865">22652 333 10575,'-2'9'665,"-2"-1"0,-2 0-430,2 4 1,0 3 0,0 3 0,-1 1-14,1 4 0,0 4 1,0 8-1,-2 0-35,2 0 0,2-2 0,2-2 0,0-4-179,0-1 0,6-3 0,2-8 0,2-3-134,3-6 1,9-4 0,1-4-1,0-4-294,2-6 1,1-5-1,5-6 1,-4-4-9,-2-1 0,4-5 0,-6 6 0,-1-2-25,-3 0 1,-3 8-1,-3-5 362,-1 1 270,-8 6 1,2 1 0,-10 14 171,-2 8 1,-8 6 0,5 9-1,-1 3 113,4 1 1,4 8 0,2-4 0,0 2-151,0 1 0,0-7 1,2 4-1,4-2-293,6-3 1,3-3 0,5-4 0,1-3-394,2-6 1,8-4-1,-4-2 1,2 0-36,1 0 0,-7-8 1,4-4-1,-2-3 4,-3-3 1,-3 1 0,-2 0-1,3-3 70,3-3 0,-3 3 1,3-3-1,-2 4 226,2 1 1,-3-1 0,3-2 0,-3-1 146,-3 7 1,0-3 0,1 9 248,-1-1 1,-9 4 199,-8 12 1,-8 4 0,-9 7-1,1 0 213,5 1 0,-3 5 0,6 0 0,1 1-413,-1 1 1,2-6 0,6 5-1,0-5-202,0-1 1,2-1 0,4-1-449,6-5 0,3 3 0,4-8 1,3-3-978,1-1 1,0-2 0,-5 0-165,-1 0 0,1-7 1502,-1-5 0,1-4 0,-1-1 0</inkml:trace>
  <inkml:trace contextRef="#ctx0" brushRef="#br0" timeOffset="14065">23542 36 7978,'-11'-12'3322,"-1"1"-2470,8 7-2224,-4-4 0,10 8 1372,4 0 0,4 0 0,7 0 0</inkml:trace>
  <inkml:trace contextRef="#ctx0" brushRef="#br0" timeOffset="14598">24171 542 7921,'18'0'0,"-1"0"0,-1-2 0,-3-2 465,-1-1 0,-6-3 1,3 2-140,-1-6 1,-2 3 0,-6-3 0,-2-1-151,-4-3 1,-5-1 0,-11-1 0,-3 1 45,-2-1 1,-2 6 0,-6 3-1,2-1-62,4 0 1,-4 7 0,4-3-1,-2 4-109,1 2 0,-1 8 0,8 3 0,2 7 30,1 5 1,11 4 0,3 8 0,4-2-97,2-4 0,2 4 0,2-4 0,5 2-96,7-2 1,-1-5 0,13-11 0,-1-3-176,0-2 0,2-3 0,4-5 0,-2-1 23,-2-5 0,0-4 0,4-7 0,-2-1 63,-2 1 1,-7 5 0,1 0-147,-4-1 517,-1-3 1,-8 10 0,-6 10-1,-6 14 370,-4 7 0,-8 4 0,3 8 0,-5 4 33,-1 5 0,-1 11 0,3 1 0,1 0-215,2 2 0,1 2 1,-7 8-1,1-2-404,-1-4 1,1-4-1,1-9 1,3-3-1413,1-1 0,6-18 179,-5-6 1,7-15 0,0-18 514,8-7 1,0-10 0,7 1-1,3-3 763,1-8 0,11 2 0,1-7 0</inkml:trace>
  <inkml:trace contextRef="#ctx0" brushRef="#br0" timeOffset="14881">24573 542 7921,'6'-23'0,"-1"0"-231,-1 1 0,-2 3 0,0 3 15,4 5 1306,-4-5 1,6 16 0,-10-2-633,-4 6 0,2 16 0,-6-3 0,1 3-1,-1-1 0,6 4 0,-2 2 0,4 1-136,2-1 1,0-2 0,2-5-1,4-1-262,6 1 1,3-1 0,5-1-1,3-5-204,6-5 1,6-4 0,4-2 0,3 0-431,3 0 0,-6-8 0,2-5 0,-4-7 18,-3-3 0,-6-6 1,-7 4-1,-7-1-377,-9 1 0,-3-4 0,-2 6 934,0 1 0,-7-5 0,-3 0 0</inkml:trace>
  <inkml:trace contextRef="#ctx0" brushRef="#br0" timeOffset="15265">25219 542 7921,'17'0'1984,"-5"0"-1463,0 0 0,-6 0 0,5 0-265,3 0 0,-5 0 0,3 0 0,2 0-113,1 0 0,3 0 0,-1-2 1,1-3-191,-1-7 1,1 2 0,-1-1 0,-1-3-249,-5-2 0,3-1 1,-8 0-1,-3-1 14,-1 1 1,-4 1 0,-5 2-1,-9 3 132,-5-3 0,-10 7 0,2 1 0,-2 4 272,2 2 1,-4 2 0,5 4 0,-1 7 209,0 8 1,10 1 0,-1 5 0,9 0 98,3 0 1,2 2 0,8 6-1,4-2-373,6-4 1,11 2-1,8-7 1,8-3-280,7-2 0,1-9 0,3-4 0,5-4-531,-1-2 0,0-2 0,-1-6 0,-1-7-779,0-7 1,-5-7 1529,0 6 0,-9-16 0,5 2 0</inkml:trace>
  <inkml:trace contextRef="#ctx0" brushRef="#br0" timeOffset="15615">26040 333 8593,'0'-18'577,"0"9"-511,0-7 1,-2 8 0,-2-5-82,-2 1 0,-7 8 0,1-2-173,-4 4 0,-1 2 1,-1 0-1,1 0 572,0 0 0,5 2 0,0 2 0,1 4 204,1 2 1,-4-4-1,9 5 1,1 3-189,2 1 0,2 3 0,2-1 0,3 1-332,7-1 0,9 6 1,5 1-1,1-1-202,4 2 1,2-3 0,2 5 0,0 0-39,0 0 1,-8-4 0,-4 5-1,-5-3 206,-7-4 0,-3 0 0,-12-1 0,-8-1 20,-11-3 1,-10-8-1,-8 1 1,-3-1-8,-1-4 1,-3-2 0,7-4 0,4-2-2145,6-2 1,0-2 2096,8 3 0,7-5 0,8-8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8:55.84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402 175 7961,'18'-8'289,"-6"6"0,-3-6 576,-1 0 0,-2 5 1,-6-9-383,0-2 0,0 5 0,0-3-403,0-2 1,-6 5 0,-2-3 0,-3 0-175,-9 3 1,3-1 0,-8 6-1,-1-2-285,-3 2 0,-4 2 0,0 2 0,2 0 155,2 0 1,8 2 0,-4 4 0,1 6 150,1 3 0,2 3 0,9 1 0,6 3 115,4 1 1,2 8-1,4-2 1,6 4 127,7 2 0,14 6 0,2-1 0,6 1-45,0 2 0,-2 2 0,-2 5 0,-2-1-2,-4-3 0,-4 1 0,-9 3 0,-5-1-33,-5-3 1,-6-7 0,-6 2-1,-7-4-39,-9-2 0,1-8 0,-8-6 0,-2-5-35,-2-5 1,-2-7-1,0 2 1,2-4-115,4-2 1,-2-2 0,7-6-1,3-7-211,2-7 1,3-7-1,5 4 1,5-2-196,4-4 0,4-8 1,4-2-1,5 2-527,5 3 1,1 6 1030,1 1 0,7 0 0,2-6 0</inkml:trace>
  <inkml:trace contextRef="#ctx0" brushRef="#br0" timeOffset="331">839 157 8010,'10'-17'199,"-2"5"0,-6 2 1601,3 3-1386,-3-7 1,6 14 0,-10 2-1,-2 12-77,-2 7 1,-7 16-1,3 0 1,-2 5-142,1 7 0,1 9 0,-3 6 1,1 4-236,-2 2 0,7-2 0,-1-4 0,2-6-577,0-4 1,0-9 0,6-6-366,0-8 0,2-16 0,2-15 415,2-9 1,0-7 0,-6-1 0,0-3 565,0-3 0,0 2 0,0-8 0,-16-1 0,-3-4 0</inkml:trace>
  <inkml:trace contextRef="#ctx0" brushRef="#br0" timeOffset="481">560 611 7638,'-10'0'1142,"2"0"1,22 0 0,5 0 0,6-2-1158,6-3 0,2 1 1,4-8-1,2-2-541,2-1 1,9-3 0,1 1 555,5-1 0,2-7 0,-5-2 0</inkml:trace>
  <inkml:trace contextRef="#ctx0" brushRef="#br0" timeOffset="964">1485 611 7947,'6'-17'1289,"0"-1"0,6 1-907,-7-1 1,3 3 0,-4 1-140,2 3 1,0 5-351,-6-6 0,-8 2 0,-4-1 0,-3 5-19,-3 4 1,-5 2 0,-2 2 0,-2 2 83,-4 2 0,3 9 1,-1 1-1,0 5 120,2 0 1,-4 7 0,8 1 0,1 4 128,3 2 1,3 0 0,5-2 0,5-2-55,4-2 0,4-6 0,4 2 1,7-5-226,9-11 1,5-5 0,8-4 0,2-2-23,3-4 0,-3-3 0,2-11 0,-6-3-7,-4-6 1,-6 0-1,5-2 1,-3-2-3,-4 2 1,-9 2 0,-4 0 0,-3 5 234,1 5-204,0 1 1,-14 11 0,-1 7 96,-1 9 0,-4 9 0,8 3 0,3 4 42,1 3 0,2-1 1,0 4-1,0-4-73,0-2 0,2 4 0,3-4 0,9 1-160,7-1 1,1-8 0,7-7 0,2-2-344,2-4 0,2-2 0,0-4 509,0-4 0,7-12 0,3-9 0</inkml:trace>
  <inkml:trace contextRef="#ctx0" brushRef="#br0" timeOffset="1264">2184 35 7947,'-2'-16'329,"-4"5"0,2 3-82,-7 8 0,5 4 0,-4 8 0,2 11-48,4 8 1,-3 6 0,1 3 0,0 9 41,-2 7 1,6 6 0,-5 6 0,1-4-17,0-5 1,0-7 0,6-5 0,0-7-343,0-3 1,2-12-427,4-7 1,-2-8 0,5-12-271,-1-4 1,-2-4 0,-6-7 812,0-1 0,0-7 0,0-2 0</inkml:trace>
  <inkml:trace contextRef="#ctx0" brushRef="#br0" timeOffset="1414">1852 472 12989,'19'-6'271,"5"0"0,3 0 1,10 4-1,4-4-731,5-5 1,6-5 0,9-1 0,7-3 459,5-3 0,3-4 0,-6-8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8:52.6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33 8230,'0'-11'3763,"0"-1"-3327,-7 8 1,5-2-1,-4 12 13,4 6 0,2 3 1,0 5-1,0 3-178,0 6 1,0 10-1,0 2 1,0-1-198,0 3 1,0-6-1,0 6 1,0-4-131,0-5 0,0 3 1,2-13-1,2-3-481,1-2 1,9-3 309,-2-4 0,3-7 0,1-10 0,-3-7-44,-1-4 1,0-7 0,5-2 0,1-2-23,-1-4 0,-1-2 1,-3-2-1,-1 0 61,1 0 0,1 2 0,0 2 0,-5 4 81,-1 1 0,-2 3 309,-6 6 0,0 9 0,0 8 52,0 10 0,0 13 1,0 8-1,0 6 76,0 4 1,6 1 0,1-3 0,3 2-176,4-2 1,7-4 0,2-4-1,1-4-148,1-2 1,2-9 0,8-11 0,0-3-83,0-2 1,-2-2-1,-2-3 1,-4-9 36,-2-7 0,-2-5 1,-7-5-1,-2 2-13,-3-2 1,-7-2 0,2-2-1,-4 0-73,-2 0 0,0 0 0,-2 1 1,-4-1-30,-6 0 1,-3 6 0,-3 1-1,1 5-5,0 8 1,5-1 74,0 10 1,8 2-1,-1 10 1,3 8-321,2 7 1,2 6 0,1 8-1,5 0 447,2 0 0,9 8 0,8 1 0</inkml:trace>
  <inkml:trace contextRef="#ctx0" brushRef="#br0" timeOffset="435">1328 260 7966,'0'-17'240,"0"-1"365,0 1 0,-2 1 1,-2 3-343,-2 1 0,-7 8 1,1-3-170,-3-1 1,-3 6-1,1-4 1,-1 4-44,1 2 1,-3 0 0,-1 2-1,-2 4 60,1 6 1,3 3-1,2 3 1,-1-1 132,1 0 1,1 9-1,5 1 1,5 2-13,4 0 1,2-2 0,0 4 0,4-4-249,7-1 0,3-3 0,15-8 1,0-3-212,-2-6 1,10 2 0,-6-2-1,0-5-106,2-4 1,-2-7 0,-2-10-1,-3-1 48,-1-2 0,-12-8 0,3 2 0,-6-4 72,-7-2 0,-1 0 0,-2 2 0,-3 2-33,-9 2 1,-2 7 0,-15-1 0,-2 6-69,-2 5 0,0 4 0,2 10 0,4 4-60,2 6 1,1 9 0,9 4 373,3 2 0,-3 10 0,5 8 0</inkml:trace>
  <inkml:trace contextRef="#ctx0" brushRef="#br0" timeOffset="801">1747 138 7966,'-8'-10'1933,"7"1"-1378,-5 3 1,4 6 0,0 0 0,-2 10-213,-2 5 1,0 5 0,4 3 0,-1 6-188,-3 4 1,0-4-1,6 0 1,0 0-55,0-2 0,0 1 0,0-7 70,0 2 1,2-1-284,4-11 1,-2-5-1,5-12-72,-1-5 0,4-11 0,-7-1 1,-1 2-219,-2 1 0,4-3 0,0 0 0,0 1 63,1 3 1,-5 1 0,6 1 0,-2-1-35,0 1 1,5 0-1,-3-1 1,2 3 60,4 3 0,1-8 1,4 7-1,3-1-99,1-1 1,8 7 409,-2 2 0,4-3 0,2-1 0</inkml:trace>
  <inkml:trace contextRef="#ctx0" brushRef="#br0" timeOffset="1250">2271 121 7823,'0'-10'1888,"-2"2"1,-2 10-1406,-1 4 0,-1 4 0,4 7 1,-2 3-251,-2 3 0,0 4 0,6 8 0,0 0-210,0 0 0,0 0 0,0-2 1,0-2-24,0-2 1,0-8-1375,0 2 1046,0-3 0,2-16 0,2-6 1,2-6-19,-2-6 0,-2 5 1,-2-3 204,0-1 1,0-3-1,2 0 293,3 5 0,-3-5 9,4 5 0,2 1 0,0-2-96,1-1 0,1 3 0,4-2 0,-3 1 3,3 1 0,7-5 0,5 3 0,-1-4-90,0-1 0,6-1 0,-2 1 0,4-2-271,2-5 0,-2 5 1,-4-2-1,-6 5 293,-3 4 0,-3 1 0,1-7 0</inkml:trace>
  <inkml:trace contextRef="#ctx0" brushRef="#br0" timeOffset="1467">2341 400 10664,'-10'8'1987,"5"-6"-1766,10 4 1,11 1-1,9-1 1,0-2-338,1-2 0,5 0 0,-2 2 0,4 2 116,2-2 0,0 5 0,-1 1 0</inkml:trace>
  <inkml:trace contextRef="#ctx0" brushRef="#br0" timeOffset="2099">3616 121 9987,'0'-10'2601,"0"-6"-2601,0 14 0,8 2 0,1 10 0</inkml:trace>
  <inkml:trace contextRef="#ctx0" brushRef="#br0" timeOffset="2248">3651 418 9879,'10'7'1921,"-3"-5"0,-5 6-1921,4-8 0,4 8 0,7 1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9:00.37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1413 8046,'5'-18'-1759,"3"3"2201,2 3 0,-6 2 0,3 7 0,-1-5 25,0-2 1,2 4 0,-4-5-242,2-3 0,-1 4 0,-3 1 0,2-1 18,2 0 0,0-1 1,-8-5-162,-4 4 1,2-1 0,-7 7 0,-3 0-156,-2-2 1,-3 7 0,-2-5 0,-5 4 12,-1 2 1,4 8 0,-4 3 0,0 5-196,0 1 0,3 6 0,-3 3 0,2-1 102,3 0 1,5 6-1,3-4 1,5 1 104,1-5 1,2-2 0,6 0 12,0 3 0,8-7 1,6-7-1,7-2 15,8-4 1,-2-4-1,2-4 1,2-4-26,2-2 0,2-1 0,0-7 0,0 1 11,0-1 1,-6 3 0,-2 1 0,0 4 67,1 3 1,-13 1-1,3 6 41,-3 0 0,-7 8 1,-2 5-1,-4 8 111,-2 9 0,-2 5 1,-4 5-1,-4 7-96,0 3 0,-5 9 1,3-1-1,-1 0-47,1 2 0,-2-4 0,7 6 1,-1-3-89,0-9 0,-3 1 1,5-13-1,2-3-1122,2-4 497,2-9 0,2-7 0,4-17 669,5-13 0,-3-3 0,8-22 0,-7 3 0</inkml:trace>
  <inkml:trace contextRef="#ctx0" brushRef="#br0" timeOffset="367">856 1238 8046,'0'-17'0,"0"5"0,-2 2 335,-4 3 0,2 1 0,-5 8 1,1 4 88,4 5 1,-4 7-1,0 5 1,1 6-290,-1 4 1,-4 4 0,6 0 0,3 0-57,1-4 0,4-4 1,1 0-1,7-6-74,6-3 1,-1-5-1,14-3 1,2-6-33,2-5 0,0-2 1,-2-5-1,-2-8 15,2-7 1,-3-1 0,-1-5-1,-2 0-180,-4 0 1,-7 4 0,-4-5 0,-3 1-165,-3 0 0,-2 6 0,-2-3 0,0 5-413,0 2 0,-2-1 1,-3 3 88,-7 3 0,2-2 680,-1 9 0,7 7 0,-12 15 0,6 10 0</inkml:trace>
  <inkml:trace contextRef="#ctx0" brushRef="#br0" timeOffset="767">1345 1483 8046,'10'2'0,"-3"1"615,1 3 0,-4 0-215,8-6 0,-7 0 0,7 0 0,2 0-150,1 0 1,3 0 0,-1 0 0,1-2-71,-1-4 1,1-3 0,-1-9 0,0 3-96,1 3 1,-1-3 0,-1 3 0,-2-4-178,-3-1 0,-7-1 0,2 1 1,-4-1-93,-2 1 1,0 0 0,0-1 0,-4 3-17,-8 3 1,-1 2-1,-14 6 1,-1-1-59,1 1 1,-8 9 0,-5 9 0,-1 5 197,-2 5 1,8 7-1,-2-2 1,8 4 274,4 2 0,2 2 1,7 1-1,4 3 51,7-2 0,10-8 0,9-4 0,9-2-180,12-3 1,6-11-1,9-5 1,1-4-332,3-2 0,3-8 0,-5-3 0,0-7-264,1-5 1,-9 2 0,-3-6 0,-4-1-746,-2 1 0,-8 0 1254,-4-2 0,-3-4 0,-3 6 0</inkml:trace>
  <inkml:trace contextRef="#ctx0" brushRef="#br0" timeOffset="1166">2131 1343 8046,'15'-18'190,"-1"3"0,-4 1 148,-3 3 0,-1 5 1,-6-6-1,2 1 326,4 1 1,-4-6-358,4 5 0,-6-3 0,-6 1-286,-6 1 1,-5 8-1,-5-2 1,-1 4-201,2 2 0,1 0 1,3 2-1,-1 4 59,1 6 0,5-3 0,3 3 0,-1 2 71,0 1 1,6 3-1,-1-1 142,3 1 0,4 5 0,3 0 0,7-2-34,4-1 0,1-3 1,2 1-1,3-1-34,1 1 1,2-1 0,-3 1-1,1-1-9,-2 1 1,-1-7 0,-5 1-1,-3 1 24,-6 3 0,-4 1 0,-2 1-177,0-1 0,-10-5 0,-8-2 1,-9-1-49,-6 1 1,-2-4 0,0 4 0,0-3-260,1-3 0,1-2 0,3-2 0,7 0-241,4 0 1,9-2 0,4-4 684,4-5 0,2-12 0,0-5 0</inkml:trace>
  <inkml:trace contextRef="#ctx0" brushRef="#br0" timeOffset="1500">2760 819 7927,'7'-17'1,"-3"-1"1793,8 1-1286,-8 7 0,3 4-251,-7 12 0,-7 4 0,-3 9 1,-2 6 163,1 10 1,-1 8-1,-3 11 1,1 4-120,2 6 0,3 4 0,-5 2 0,4 2-270,3 4 1,-5-6 0,6-3-1,2-12-392,2-12 1,2-14 0,0-6-317,0-4 0,6-11 0,0-8 0,-2-10-141,-2-5 0,-2-3 0,0 1 0,0-1 414,0 1 0,-8-6 0,-4-1 0,-3 1 403,-3-2 0,-7 5 0,-2-5 0</inkml:trace>
  <inkml:trace contextRef="#ctx0" brushRef="#br0" timeOffset="1650">2410 1325 8046,'-6'-11'855,"1"-1"0,-1 6-328,6-5 1,8 7-1,5-2 1,7 2-245,3-2 1,8 2 0,-2-5 0,6-1-294,6 0 1,1-1 0,7-5 0,-3 3-413,3 1 0,7 0 1,4-5-1,1-1-1910,-1 1 2332,-2-1 0,2 1 0,2 0 0</inkml:trace>
  <inkml:trace contextRef="#ctx0" brushRef="#br0" timeOffset="2700">3668 1308 8447,'-8'10'1540,"6"-1"-178,-4-3-791,4-4 0,4 6-380,4-8 1,11-8 0,13-3 0,4-7-86,7-5 0,6-4 1,13-10-1,12-4-121,13-6 1,-37 19 0,1-2 0,7-2-1,3 0 1,2-2 0,2 0-155,2-1 1,2 0 0,3 0-1,1 1 1,-3-1 0,-2 2-1,2 0 1,0 2-136,-1 1 1,0 1-1,0 0 1,-2 0-1,-7 3 1,-2 2-1,-7 3 1,-4 1-551,24-13 1,-16 14 0,-20-1 340,-4 7 1,-14 9 0,-24-4 512,-15 8 0,-3 0 0</inkml:trace>
  <inkml:trace contextRef="#ctx0" brushRef="#br0" timeOffset="3250">5536 190 8270,'-17'0'2718,"7"0"-2543,2 0 0,22 0 1,3 0-109,3 0 0,1-2 0,1-2 0,3-1-213,2 1 1,2 2-1,6 2 1,0-2 123,0-4 1,-6 4-1,-2-4 1,-2 4-263,-3 2 1,-5 8 0,-5 4 0,-6 3 168,-4 3 1,-4 1 0,-4 3 0,-8 3 229,-7 2 0,-6 2 0,-8 4 1,2-2 29,4-2 0,-4-7 0,6 1 1,-1-4 103,5-1 1,6-7 0,3-1 70,2-2 1,8-4-639,-1-10 1,3-4 0,2-7 0,2-1-99,3 1 0,-3-7 0,4 1 0,-4 2-20,-2 1 1,-6 1 0,-1-2 0,-3-3 435,-4 3 0,-1 2 0,-3 1 0</inkml:trace>
  <inkml:trace contextRef="#ctx0" brushRef="#br0" timeOffset="3916">6584 86 8013,'12'-2'1880,"-1"-4"-1231,-7 4 1,4-4 0,-8 14-415,0 9 1,-6 3 0,-1 9-1,-1 4-236,0 6 0,-4-1 0,7 7 0,1 0-58,2-1 0,-4 1 0,0 1 1,2-5-478,2-4 0,2-10 1,2-3-314,4-5 1,-2-9 0,8-7 143,1-6 1,-5-13-1,-2-9 705,-4-2 0,-2-2 0,0-6 0</inkml:trace>
  <inkml:trace contextRef="#ctx0" brushRef="#br0" timeOffset="4216">6444 103 8867,'2'-16'2253,"4"3"-2031,6 1 0,5 6 0,7-3 0,5 1-136,4 4 0,9-4 0,7 2 0,5 1-140,4-3 1,7 6 0,-7-4 0,-2 6-335,-2 6 1,-5 4 0,-6 5 0,-12-1 133,-10-3 0,-2 7 0,-13 5 1,-6-1 17,-10-3 1,-3-2 0,-16 3 0,-4 1 208,-6 2 0,0 1 1,-5-9-1,-1-1-71,0-3 0,5-5 1,-5 4-1,2-2-83,4-4 1,4-2-1,6-2-379,6 0 0,6-2 560,5-4 0,4-12 0,8-9 0</inkml:trace>
  <inkml:trace contextRef="#ctx0" brushRef="#br0" timeOffset="4617">7719 120 8160,'-9'-1'1496,"1"-3"-1105,0-2 1,4 0-1,-5 4-203,1-4 1,-6 2 0,3-5 0,-5 1-18,-1 4 0,-1 2 0,-1 2 0,-5 0-110,-5 0 1,-4 6 0,-2 2 0,0 3 72,1 9 1,-1-1 0,0 10 0,2 2 53,4 2 1,3 2 0,11 0-1,3 0-132,6 0 1,6-2 0,6-2 0,8-6-348,7-5 0,8 1 0,12-11 0,4-1-391,-1-3 1,7-4 0,-7-2-1,1-2-378,-4-4 0,1 2 0,-3-5 1060,-6 1 0,2-13 0,-8 1 0</inkml:trace>
  <inkml:trace contextRef="#ctx0" brushRef="#br0" timeOffset="4952">8348 68 7303,'10'-2'2698,"-4"-4"-2296,-4 4 0,-8-3 0,-2 10 0,-2 7 27,-3 4 0,-9 3 1,-1 4-1,0 6-128,-2 4 0,3 4 0,-7 2 1,0 2-178,2-2 0,0-3 0,7-1 0,1-2-432,3-4 1,9-3-538,-5-9 0,10-9-562,2-8 1,8-8-1,7-11-1075,-3-5 2482,3 5 0,-13-14 0,6 6 0</inkml:trace>
  <inkml:trace contextRef="#ctx0" brushRef="#br0" timeOffset="5184">8348 68 8013,'2'-10'786,"4"5"1,-4 5 0,4 5-1,-4 7-442,-2 4 1,1 9-1,3 4 1,2 4-151,-2 2 1,6 6-1,-1-1 1,3 1-323,0 2 1,-3-6-1,5 1 1,-2-5-924,1-4 0,-3-7-2702,2 1 3753,-9-11 0,-3-12 0,-9-10 0</inkml:trace>
  <inkml:trace contextRef="#ctx0" brushRef="#br0" timeOffset="5367">8051 347 11819,'18'0'151,"-1"0"1,8 0-1,6 0 1,8 0-575,8 0 0,3 0 0,5 0 0,3 0-2624,6 0 3047,-4 0 0,16-7 0,-5-3 0</inkml:trace>
  <inkml:trace contextRef="#ctx0" brushRef="#br0" timeOffset="6468">3545 1483 8325,'0'9'831,"0"-1"1,8-8 0,2 2-571,0 4 1,5-4 0,-3 6 0,5-3-34,6 1 1,5 6 0,7-4 0,1 1-168,5 5 1,0-4 0,11 1 0,9 3-88,4 1 1,5-3 0,2-2 0,2-1-80,2 1 1,1-6 0,-5 4-1,-4-2-85,-12-1 1,-9 3 0,-12-4-1,-2 4 53,-4 2 0,-4-1 0,-9 5 0,-3-3-53,-1 3 0,1-4 0,9-1 0,3 1 35,2 0 1,0-6 0,4 2 0,-2-5 14,2-1 0,2 0 1,0 0-1,-3 0-214,-7 0 1,-10 0-506,-1 0 267,-8 0 0,2 0 592,-12 0 0,-4-7 0,-7-3 0</inkml:trace>
  <inkml:trace contextRef="#ctx0" brushRef="#br0" timeOffset="7116">5449 1692 8725,'-10'0'819,"3"0"1,8 0 0,5 0-642,6 0 1,3 2 0,5 2 0,3 2-11,6-2 0,4 0 1,4 0-1,2 1-66,2-1 0,-1 4 0,-5 0 0,-2 0-277,-4-1 1,-3 1-1,-9-4-26,1 2 0,-11 5 0,-7-3 57,-9 2 0,-13-4 1,-3 5-1,-2 1-22,-4-2 1,-2 5 0,0-3 0,2 3 216,2 3 0,2-1 1,-4-1-1,3-3 33,3-1 1,2-2-1,5 3 1,1-3 137,-1-2 1,7-2 0,-1-6-150,-1 0 1,3-8 0,0-4 0,2-3-132,5-3 0,-5-1 0,0-3 0,0-3-165,1-2 0,-5 6 1,4-3-1,0 3-769,1-2 1,-5 3-1218,6-3 2209,0 4 0,6 1 0,0 1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9:08.50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63 8013,'6'-12'1303,"0"0"46,0 8-1045,-6-3 1,0 9-1,0 5 1,0 9-45,0 5 0,-6 10 1,0-2-1,2 4-55,2 2 0,-3 6 1,-1 2-1,2 1-69,2 5 0,2-4 0,2-1 0,4-3-77,5-8 1,5 0-1,3-12 1,4-5-203,7-8 0,3-6 1,2-2-1,-3-4 21,-2-8 0,1-2 1,-6-13-1,0 0-43,0 0 0,-1-2 1,-7-6-1,-1 0 36,-5 0 1,3 0 0,-6 0 0,-1 0-88,1 0 1,-2-5-1,-6 1 1,-2 4-68,-4 4 1,2 4 0,-5-3-719,1 7 304,-6 12 1,12 13 0,-4 15 696,5 10 0,1 6 0,0 2 0</inkml:trace>
  <inkml:trace contextRef="#ctx0" brushRef="#br0" timeOffset="698">787 185 8013,'0'-18'858,"0"1"1,0 5 952,0 1-1777,0 7 0,0-2 1,0 12-1,0 5 61,0 5 1,-6 7 0,-2 2 0,0 3 11,1 3 0,-1 2 1,4 2-1,-2 0-60,2-1 1,0-6 0,1-3-52,-3 0 0,0-5 0,8 1-18,4-8 1,-2-5-1,5-10 1,1-6-126,0-9 0,-1-2 0,5-9 0,-4 1 5,-3 0 0,5 4 0,-6-6 0,-2-2-88,-2-2 1,0-2-1,2 2 1,1 2-6,-1 2 1,-2 1 0,-2-3 184,0 2 1,0 8 9,0-2 1,0 15 0,0 12 226,0 11 0,0 14 0,0 1 0,0 3 146,0 1 0,0 1 0,0 0 0,2-2-135,4-4 1,4 2 0,7-7 0,1-5-63,-1-5 0,8-1 1,6-7-1,6-4-110,4-6 0,5-7 0,-3-11 0,0-3-180,0-2 0,-3-2 0,-7-4 0,-4 2-133,-5 2 0,-5 5 1,-1-3-1,-3 2-254,-3 4 1,-3 1 303,-3 3 1,-6 1 301,0 4 1,-2 7 0,-7 10 186,1 7 0,0 9 1,4 5-1,-2 1 82,2 4 1,3 2 0,1 2 0,0 0-168,0 0 1,0 4 0,0-1 0,0-3-347,0-2 0,7 2 1,5-12-1,2-1-537,-3-3 1,5-9 0,-5-4-95,5-4 1,-1-4 0,-1-4 0,-4-6 809,-3-3 0,-1-10 0,-6-3 0</inkml:trace>
  <inkml:trace contextRef="#ctx0" brushRef="#br0" timeOffset="1048">2062 45 8916,'-10'-8'1248,"0"6"1,6-1-943,-1 6 1,-9 7-1,2 8 1,-3 1-137,-3 4 1,1 6 0,-1 10 0,-1 4-15,-4 2 0,3-5 0,-3 5 0,4-2-377,1-5 1,3-3 0,1-5-739,2-7 0,9-8 30,-3-9 0,12-14 0,5-17-214,5-2 1,-7 4 1142,-3-6 0,4-1 0,0-4 0</inkml:trace>
  <inkml:trace contextRef="#ctx0" brushRef="#br0" timeOffset="1282">2044 28 8013,'0'-10'1158,"0"2"1,0 10 0,0 6-1,0 7-969,0 7 0,8 7 0,2-2 0,1 4-74,1 6 0,0 8 0,3-3 1,-1 1-346,-3 0 1,-1-3 0,4-5 0,-3-2-974,3-3-359,-6-5 1,-1-18-809,-7-7 2370,-7-7 0,-3-18 0,-8-3 0</inkml:trace>
  <inkml:trace contextRef="#ctx0" brushRef="#br0" timeOffset="1448">1747 342 8013,'16'12'-1191,"-3"-3"2519,-1-1 0,-6-2-824,6-6 0,-1 0 0,7 0 1,-1 0-359,1 0 0,5 0 1,2-2-1,2-4-415,4-5 0,2 1 1,4 0-1,2 1-659,2-1 0,-1 4 0,-5-4 928,0 3 0,8-15 0,2 3 0</inkml:trace>
  <inkml:trace contextRef="#ctx0" brushRef="#br0" timeOffset="1748">2621 63 8165,'9'-12'1447,"-3"0"-820,-4 8 1,-2 12-164,0 16 0,-6 1 0,-2 6 0,1 4-77,-1 4 0,-6 9 0,5-1 0,-1 1-262,4-1 1,4 1-1,2-5 1,0-2-243,0-4 1,0-6 0,0-14-780,0 1 1,2-9 0,2-5-72,2-8 1,5-5 0,-5-9 0,-2-1 136,-2-5 1,-2 3 829,0-8 0,-8 0 0,-1-6 0</inkml:trace>
  <inkml:trace contextRef="#ctx0" brushRef="#br0" timeOffset="2033">2533 98 8013,'8'-10'1135,"-6"0"1,6 4-760,-1-5 1,-3 3 0,10 0 0,3 2-114,5 1 0,11-7 0,2 6 0,9 2-61,7 2 1,1 4-1,0 4 1,-1 6-186,-5 3 0,1 5 0,-12 1 1,-8 4-103,-5 2 0,-13 1 0,-3 1 0,-6-4 42,-6 0 1,-11-6 0,-14 5 0,-8-5-90,-8-1 1,-5-3-1,-4-1 1,-5-5-142,-1-1 0,0 4 0,0-6 1,8-2-936,5-3 1,11-1 301,-3 0 0,21-1 906,15-5 0,18-4 0,14-7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9:11.55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71 8013,'0'-18'-607,"0"1"1256,0 7 0,0 0 581,0 5-337,0 3-625,0-6 0,6 10 1,0 4-1,-2 5-66,-2 5 0,3 1 0,3 3 0,4 3-85,7 6 0,1 6 1,11 6-1,6 7-16,7 8 1,10 9 0,9 8-1,-28-35 1,1 0-73,3-1 1,0 0-1,-1-2 1,0 0 0,1-3-1,1 0 1,40 26 131,-1-4 1,-11-15-1,2-6 1,-4-6-46,-4-6 1,0-1-1,-5-5 1,1-1-19,-2-2 0,-7-1 0,-3 7 0,3-1-225,1 1 0,-5-7 0,-6 1 0,-6 1-145,-4 3 1,-2 1 0,4-1-1,-4-2-1,-2-3 1,4-7-1,-3 2 1,1-4 93,4-2 0,2 0 1,2 0-1,-2 0-294,-4 0 0,-4-6-1761,-8 0 1455,-7-7 0,-4 11 1,-12-4 778,-5 4 0,-5 2 0,-1 0 0</inkml:trace>
  <inkml:trace contextRef="#ctx0" brushRef="#br0" timeOffset="631">2183 1171 8055,'0'-12'2185,"0"1"-1315,0 7-498,0-4-199,0 8 1,8 8-155,4 3 0,3-1 0,3 2 0,-1 1-61,0 3 0,3-4 0,1-1 0,2 3 33,-1 1 0,-3-3 1,-1-2-1,-3-1-45,-3 1 0,1-4 1,-5 5 22,2 3 0,-8-6 0,-2 0 0,-10-3 10,-5 1 0,-5 2 1,-1-4-1,-4 2 27,-3-2 1,-1 5-1,-6 3 1,2 2 45,4-3 1,-4 5 0,6-5 0,-2 5 17,0 1 0,8-1 0,-3-5 267,5-5 0,9-6-496,4-6 0,12-5 1,4-11-1,2-3-71,-1-2 1,-7-2 0,2-6 0,-4 0-316,-2 0 1,-2 6 0,-4 2 0,-6 2 544,-3 3 0,-10 3 0,-2 1 0</inkml:trace>
  <inkml:trace contextRef="#ctx0" brushRef="#br0" timeOffset="1416">3021 1014 8013,'6'-12'944,"0"0"1,2 7 371,-2-7-988,-4 8 1,5 4 0,-7 14 0,0 5 86,0 4 0,0 8 0,0 1 0,0 6-77,0 9 0,0 3 1,-2 5-1,-1 3-168,-3 6 1,0-2-1,6 2 1,2 0 34,4-2 1,3-4-1,11-11 1,3-8-238,6-8 0,6-12 0,6-9 0,3-4-535,1-8 1,-2-6 0,-8-11 0,0-3-418,0-1 0,-8-6 0,-4 6 1,-6 1-89,-5 3 1,-4-4 0,-8-1 1071,0 3 0,0-6 0,0 0 0</inkml:trace>
  <inkml:trace contextRef="#ctx0" brushRef="#br0" timeOffset="1666">2882 1450 8013,'-10'-7'1317,"2"3"816,8-8-1904,0 8 1,2-9-1,4 7 1,6 2-265,3 2 0,8-4 0,3 0 0,1 1-490,4-3 1,2 6 0,2-6-1,0 2 525,0 0 0,0-15 0,0 2 0</inkml:trace>
  <inkml:trace contextRef="#ctx0" brushRef="#br0" timeOffset="2117">4017 1188 8140,'0'-17'547,"0"-1"0,-2 3 43,-4 3 0,2 5 0,-5 5 1,-1-2-435,0-2 0,-2 0 1,-5 6-1,0 0-407,-1 0 1,1 2-1,-1 2 1,1 4 62,-1 1 1,1 3-1,1 5 1,3 1 92,1-1 0,8 1 0,-2-1 0,4 3 135,2 3 1,8-4 0,6 7 0,5-3 158,4 0 1,8 6-1,-1-3 1,3 1-5,1 4 1,1-4-1,-2 2 1,-4 2-100,-5 2 0,-5-4 0,-3-2 0,-5-1-109,-5-5 1,-6 2 0,-8-3 0,-7-7-101,-6-3 1,-11-4-1,1-6 1,-5 0-250,-5 0 1,2-8 0,8-4 0,2-3-77,-2-3 0,6 1 0,3-1 1,9-1-254,7-4 1,4 3-1,2-3 691,0 4 0,0 1 0,0 1 0</inkml:trace>
  <inkml:trace contextRef="#ctx0" brushRef="#br0" timeOffset="2763">4506 1223 8318,'-2'-9'561,"-4"3"1,2 4-1,-5 4 1,1 6-30,4 9 0,-6 8 0,0 10 1,-1 2-203,-1 4 0,6-2 1,-3 7-1,1 1-227,4-3 0,2-1 0,2-10 1,0-4 136,0-6 1,2-5-285,4-6 0,-2-7 0,5-10 0,1-9-268,0-7 1,-6-1 0,2-5 0,-3 2-125,3 4 1,-4-5 0,4 1 0,-4 0 30,-2 0 0,0-4 0,0 3 0,0 1 142,0 0 1,0-4 0,0 5 0,0 1 158,0-2 1,0 6-1,0-5 543,0 5 0,-2 3-311,-4 5 0,4 5 1,-4 12-1,6 5 383,6 5 1,-2 9-1,8 4 1,-1 4-166,-1 2 0,11 6 0,-3 0 0,3-1-221,4 3 1,1-6 0,7 4 0,0-6-179,4-6 1,1 2-1,-3-10 1,0-3 25,0-5 1,-2-9-1,-2 2 1,-6-6-19,-5-6 1,-1-4 0,-11-7-1,0-1-194,0 1 1,-3-6 0,-5-1 0,0 1 57,0-2 0,0 4 1,0-7-1,0 1 18,0 0 0,-2 6 0,-1-5 1,-3 3-15,2 0 1,-4-6-1,0 4 1,1-1-247,-1 1 1,0 2 0,4 5-1490,-2 1 1606,0 7 0,6 4 0,0 12 0,0 6 306,0 3 0,0 3 0,0-1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9:21.02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53 210 6063,'0'-10'1535,"0"1"-372,0 3 392,0 4-646,0-14 1,2 14 246,4-3-800,-4 3 1,5 4-1,-7 3-195,0 7 0,-2 4 0,-1 3 0,-5 4-173,-2 6 1,6 2 0,-2 0 0,4-1-135,2 1 0,0 2 1,0 1-1,2-1-88,4-3 1,6 1 0,9-8 0,4-2-203,3-1 1,1-11 0,4-3 0,-2-4 33,-2-2 0,0 0 1,4-2-1,-2-4-169,-2-5 0,-8-5 1,3-3-1,-3-3-934,2-1 1505,-3-8 0,5 4 0,-8-8 0</inkml:trace>
  <inkml:trace contextRef="#ctx0" brushRef="#br0" timeOffset="301">0 158 7971,'0'-12'1037,"0"0"0,2 8 0,4-1-740,6 3 1,11 0 0,6-2-1,6-2-157,6 2 1,4 0 0,9-2 0,2-3-323,2-1 1,-5-4 0,-9 7 0,-1-1-1289,-4 0 0,-4 0 1470,-6 3 0,-4-5 0,-7-8 0</inkml:trace>
  <inkml:trace contextRef="#ctx0" brushRef="#br0" timeOffset="516">88 332 7971,'2'10'236,"4"-4"1,3-4 0,9-2 361,-1 0 1,1 0 0,1 0-1,4-2-278,6-4 1,4-2 0,2-5 0,2 1-624,4-2 0,-4-1 1,4-1 302,-5 5 0,7-13 0,2 5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9:40.61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88 14489,'18'-10'201,"-1"-3"1,0 5 0,1 0-246,-1 1 0,3-5 1,3 6-1,6 0-184,4-2 0,-4 7 0,0-5 0,1 4-44,-3 2 1,0 8 0,-8 5 0,-1 7 188,-9 3 0,1 8 0,-4-2 0,-4 4 255,-6 2 1,-12 0 0,-9 0 0,-2 0 199,-4 0 0,-8 0 0,-2-2 0,5-2-54,5-2 0,-2-6-1,3 4 1,-1-2-83,2-3 1,10-5 0,9-3-188,2-3 0,5-7 0,8 2-17,7-4 0,5-2 1,7 0-1,3 0-297,0 0 1,4-2 0,-6-2 0,1-4-249,-1-1 1,6 5-1,-4-4 1,0 2-97,-4 0 1,3 1-1,-3 5 1,-2 0-378,-1 0 0,3 0 0,0 0-819,-1 0 1806,-3 0 0,-1 0 0,-1 0 0</inkml:trace>
  <inkml:trace contextRef="#ctx0" brushRef="#br0" timeOffset="384">942 490 15438,'0'-10'-220,"0"2"220,0 8 0,0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9:51.89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0 575 8101,'6'-17'-87,"0"-1"0,0 1 2999,-6-1-2424,0 8 1,0 5 0,0 10 0,0 9-22,0 7 0,0 12 0,0 10 0,0 2-175,0 3 1,0 3 0,0 1-1,0-2-112,0-3 0,0 2 0,0-11 0,2-5 83,4-7 0,-3-9 0,9-5-110,2-7 0,-5-18 0,1-10 0,0-10-301,0-8 1,-7 2 0,3-6 0,-4 1-67,-2-1 1,0 6 0,0-1 0,0 3-272,0 2 0,0 2 0,-2 4 0,-2 5-514,-1 5 0,-1 2 589,6-1 1,7 3 0,7 3 0,5 6 182,5 4 1,7 2 0,-2 0 0,4 0 56,2 0 1,0 0 0,0 0 0,0 0-409,0 0 0,-2 6 1,-2 0 577,-2-2 0,-8 5 0,4 1 0</inkml:trace>
  <inkml:trace contextRef="#ctx0" brushRef="#br0" timeOffset="400">559 767 9735,'10'-8'1114,"0"6"1,-5-3-771,7 3 0,4-4 1,1 0-1,2 0-295,5-2 0,-5 5 1,6-9-1,-1-2-74,-1-1 0,2-3 1,-3 1-1,-1-1-128,-6 1 0,1-1 0,-10 1 0,0 0-158,1-1 1,-7 1-1,-2 1 104,-13 4 1,-5 5 0,-7 7 0,0 2 83,0 3 1,-2 7-1,-6 9 1,2 5 219,4 1 1,-2 2-1,8 6 1,3 0 126,7 0 0,5 0 0,8 0 0,0-1-57,0 1 0,15-5 0,9-3 0,9-2-370,7-4 0,7-9 0,9-6 1,2-4-277,-1-2 1,-3-8 0,-2-4 0,-1-3 478,-5-3 0,5-15 0,-7-4 0</inkml:trace>
  <inkml:trace contextRef="#ctx0" brushRef="#br0" timeOffset="916">1677 715 8594,'0'-18'571,"0"1"0,0-1 0,0 1-120,0-1 0,0 7 1,0-1-232,0-2 1,-2 1-1,-4 1 1,-5 5-94,-5-1 0,-9 6 0,-4-4 1,-4 6 30,-2 6 0,0-2 1,0 9-1,0 5-204,0 3 0,2 8 1,6-4-1,7 3 21,7 3 1,9-4-1,-2 0 1,4-2 4,2-3 1,10-3-1,5-4 1,11-3-217,7-6 1,-2-4-1,11-4 1,-1-4-246,0-6 1,0-3-1,-6-4 1,-2-3 40,-4-1 0,4-8 0,-6 0 0,0-6 48,-4-4 0,-3-2 1,-3 3-1,-1-7 260,-5-3 0,3 3 1,-6 3-1,-1 1 49,1 4 1,0 8 0,-4 4 0,2 2 2317,-2 3-849,-2 11 1,-2 5-1011,0 12 0,-6 3 1,-2 11-1,0 1-98,0 2 0,-5 8 1,1 0-1,-1 6-55,1 4 0,-4 6 1,7-5-1,-3 3-365,0 3 0,7 3 1,-5 1-1,2-1-444,4-5 1,2-3 0,4-8 0,4-2-991,6-4 1,3-10 1575,3-7 0,7-8 0,2 4 0</inkml:trace>
  <inkml:trace contextRef="#ctx0" brushRef="#br0" timeOffset="1283">2131 627 7497,'2'-17'1241,"4"-1"0,-4 7-16,4-1 1,-5 6-977,-1-5 1,-1 15 0,-3 3 17,-2 13 0,-6 1 0,4 8 0,1 2-86,-1 2 0,2-4 0,6-2 1,0 1-137,0-1 1,6-6 0,2 2-1,3-3-128,9-3 1,-1-5 0,10-2 0,2-3-161,2-3 0,4-10 0,2-7 0,2-6 77,-2-5 1,-8-5-1,-4 4 1,-2-2-164,-4-4 1,-9 4-1,-6-1 1,-4 1-222,-2 0 1,-2 6 0,-4-3 0,-6 5-328,-3 2 1,3 7 0,0 4 876,-1 4 0,3 4 0,-1 4 0,7 4 0,-4 7 0</inkml:trace>
  <inkml:trace contextRef="#ctx0" brushRef="#br0" timeOffset="1599">3057 575 8068,'17'0'177,"-5"0"2312,-1 0-1498,-7-8 1,4 4-839,-8-7 1,0 5 0,-2-4-1,-4 2-188,-5 5 1,-5 1 0,-1 2-1,-1 2 127,1 3 1,-7 5-1,1 8 1,0-1 96,-2 0 0,5 9 0,-3 3 1,4 4-79,1 2 1,8 0-1,5 0 1,3-1-305,2 1 1,7-5 0,7-5 0,7-4-154,8-5 1,6-11 0,4-1-1,4-8-414,1-7 0,1-13 1,4-3-1,-5-2 760,-1 0 0,5-8 0,-3-7 0</inkml:trace>
  <inkml:trace contextRef="#ctx0" brushRef="#br0" timeOffset="1850">3685 51 8112,'0'-17'3427,"0"-1"-3169,0 8 0,0 5 1,0 12-1,0 9 40,0 5 0,-2 12 0,-1 2 1,-5 12 97,-2 9 1,4 2-1,-3 10 1,-1 6-33,0 3 0,4 5 1,-5 5-1,-1-3-293,2-9 1,3-7 0,7-17 0,0-5-1329,0-5 0,1-20 208,5-9 1,-4-10-1,6-10 1,-2-7-281,0-7 1,-2-7 1328,-10 6 0,-4-16 0,-7 2 0</inkml:trace>
  <inkml:trace contextRef="#ctx0" brushRef="#br0" timeOffset="2016">3388 627 10819,'18'0'712,"5"0"0,0 0 1,1-2-767,1-3 0,8 1 0,10-6 0,-1 0-686,1 1 0,6-1 1,-5-4-1,5 3 740,3-3 0,-3-9 0,11-4 0</inkml:trace>
  <inkml:trace contextRef="#ctx0" brushRef="#br0" timeOffset="2233">4209 575 10717,'-17'8'599,"5"3"1,1 11 0,-1 3-506,2 2 1,-3 2 0,7 6-1,0 0-485,-2 0 1,6-8 0,-4-4 0,4-3-954,2-3 0,8-7 1344,4-4 0,3-4 0,3-2 0</inkml:trace>
  <inkml:trace contextRef="#ctx0" brushRef="#br0" timeOffset="2383">4297 278 8942,'-8'-10'163,"6"3"-163,-6 7 0,8 0 0,0 0 0</inkml:trace>
  <inkml:trace contextRef="#ctx0" brushRef="#br0" timeOffset="2799">4855 558 7900,'10'-18'696,"-2"6"-357,-8 1 1,-2 7 0,-4-4-268,-6 0 0,-9 6 0,-4-3 0,-2 5 307,-4 5 0,0-1 0,0 10 0,2 3 81,-3 5 1,-1 9 0,0-2-1,4 6-81,6 6 1,4-5-1,3 5 1,5-4-327,5-2 1,17-8-1,9-4 1,7-5-261,10-7 1,4-3 0,7-8 0,-3-4-284,-3-7 1,5-3-1,-6-13 1,-4 0 241,-6 0 0,-6-2 0,-8-6 0,-1 0 193,-5 0 1,-3 0 0,-8 0 0,-2 2-44,-4 4 0,-9 4 0,-10 9 0,-2 4-38,-5 7 0,-6 3 1,-3 4-1,2 3-221,2 7 0,2 11 1,2 6-1,4 4-148,6 2 0,9 0 0,5 0 1,1 0 504,4 0 0,4-8 0,6-3 0,11 3 0,10 0 0</inkml:trace>
  <inkml:trace contextRef="#ctx0" brushRef="#br0" timeOffset="3199">5240 505 11257,'0'18'566,"-6"-1"1,0 2 0,2 3-284,2 1 0,2 8 1,-2-4-1,-2 0-30,-1-3 0,-1 1 1,6-2-1,2-3-298,3-7 1,-1 1 0,8-8-1,2-2-403,1-3 1,8-2 0,3-5 0,-1-8-195,0-7 1,6 1 0,-2-5 0,4 0 293,2-4 0,-6 2 0,-2-1 0,-1 3 321,-5 4 1,-4 2 0,-3 3 443,-2 4 1,-10 7 64,-2 10 0,-8 5 0,-8 9 0,5 5-12,5 5 1,-2 4 0,2 0 0,2-2-608,2-2 1,8-2 0,4 2 0,6-5-2665,9-5 2801,6-2 0,19-7 0,5-2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9:44.31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245 303 8162,'0'-11'2065,"0"-1"-1580,-8 8 0,6-2 0,-4 14 1,4 10-106,2 9 1,0 6-1,0 4 1,0 2-145,0 1 0,0 9 1,0-3-1,0 3 23,0-3 0,6 3 0,0-8 0,-2-2-1007,-2-3 0,-2-1 0,2-4 0,2-5-1233,1-9 1,3-11 1980,-2 0 0,-4-12 0,6-4 0</inkml:trace>
  <inkml:trace contextRef="#ctx0" brushRef="#br0" timeOffset="300">70 373 8446,'0'-17'791,"0"-1"0,0 1-124,0-1 1,10 1 0,7 0 0,10-1-380,6 1 0,12 1 1,7 4-1,11 7-258,4 3 1,3 4 0,0 3 0,-2 11-165,-4 11 0,-4 10 1,-9 17-1,-7 5-100,-9 5 0,-10 5 0,-13 5 0,-10 2 42,-12-2 1,-9-3 0,-18-3 0,-4-4 233,-5-5 0,-3-13 0,-1-5 0,-1-4-71,-3-2 1,-2-8 0,3-4 0,1-5-231,0-7 1,-1 3 0,3-8-1,3-2-294,6-3 0,6-8 0,6-5 553,6-3 0,4-11 0,1-1 0</inkml:trace>
  <inkml:trace contextRef="#ctx0" brushRef="#br0" timeOffset="666">1170 740 8172,'-2'-10'2724,"-3"5"-2186,3 3 1,-8 2-1,6 2 1,-2 5-186,2 11 1,2-1-1,2 8 1,0 1-317,0 3 1,0 2-1,0 0 1,0-4-370,0-2 1,0-1-1,0-7 1,2-1 331,4-5 0,4 5 0,7-7 0</inkml:trace>
  <inkml:trace contextRef="#ctx0" brushRef="#br0" timeOffset="834">1170 356 8118,'0'-18'1431,"-5"7"1080,-1-1-3578,0 8 1067,6-4 0,8 16 0,1 2 0</inkml:trace>
  <inkml:trace contextRef="#ctx0" brushRef="#br0" timeOffset="1434">1485 688 8237,'0'-10'2547,"0"22"0,0 13-2293,0 4 0,0 2 0,0 4 0,0 0-166,0 0 0,0-8 0,0-2 0,2-3-106,3-5 1,-1 2 0,8-13-98,2-2 0,1-4 0,3-8 0,-3-7-120,-3-7 0,3-9 0,-3 2 0,3-4 34,3-2 0,-1 2 0,1 2 0,-1 4 23,1 2 1,-1-4 0,-1 6 0,-3 1-186,-1 3 1,-6 9 353,5 4 1,-7 12-1,2 8 1,-4 5 250,-2 4 0,0 8 0,0 0 0,0 6 235,0 4 1,0-2 0,0-8-1,0-4-92,0-2 1,0 4 0,0-5-354,0-3 0,2-9 1,4-6-1,5-4-165,5-2 0,1-10 1,1-6-1,-1-7-44,1-4 0,5-2 0,2-6 1,1 0-131,-1 0 0,4 0 0,-4 0 0,0 2-247,1 4 1,-5-2 0,-8 8-398,-1 1 1004,-8 11 1,2 11-1,-10 13 1,-2 7 351,2 3 0,-4 8 1,3-2-1,1 4-86,2 2 1,2-2 0,0-2 0,2-4-313,4-2 0,-3 1 1,9-5-1,2 0-563,1-5 1,3-1-1,1-9 1,2-2 555,3-2 0,7-10 0,-4-1 0</inkml:trace>
  <inkml:trace contextRef="#ctx0" brushRef="#br0" timeOffset="1800">2463 775 11654,'17'-6'227,"1"0"0,-1-1 0,2 3 1,5-4-76,5-2 1,4 1-1,2-5 1,0 2-333,0-1 1,0-9-1,-2-1 1,-4 2-254,-6 1 0,-6 3 0,-5-1 1,-6 1 259,-4 0 1,-10 5 0,-4 2 0,-5 2 301,-6 5 1,-5 3-1,-6 5 1,-1 7 32,0 4 1,2 3-1,2 4 1,4 6 85,1 4 0,3 2 0,7 0 0,5 0-45,5 0 1,4 6 0,4 0 0,6-5-195,9-5 1,8 0 0,12-7 0,2-5-22,2-5 1,0-6 0,-4-8-1,1 0-514,3 0 0,0-8 0,-6-6 0,-2-5-2180,-4-5 2706,-4-7 0,0 4 0,2-8 0</inkml:trace>
  <inkml:trace contextRef="#ctx0" brushRef="#br0" timeOffset="2197">3179 565 8137,'-8'-9'3925,"6"3"-3750,-4 12 1,4 3 0,2 9-1,0 1 28,0 5 0,0 3 0,0 8 1,2-2-184,4-4 0,-4 2 0,4-6 1,-4 0-119,-2 1 1,7-3 0,5-8-61,4-3 0,1-4 0,1-12-100,-1-8 1,6 1 0,1-15 0,-3 1-35,-2-4 1,5 2 0,1-2-1,0 0 121,0 1 1,-1-3 0,-7 8 0,1 2-527,-1 1 647,-7 3 0,-3 9 0,-7 8 0,-1 10 286,-5 5 0,4 11 0,-4 1 0,2 2 29,-2 0 0,4-2 1,-4 4-1,6-4-269,6-1 0,-2-3 0,8-6 0,1-1-540,3-5 0,7 3 0,2-8 0,3-4 544,3-6 0,2-6 0,2-7 0</inkml:trace>
  <inkml:trace contextRef="#ctx0" brushRef="#br0" timeOffset="2564">4104 565 8723,'0'-17'1544,"0"5"-866,0 1 0,0-1 0,-2-3-465,-3 3 1,3-4 48,-4 5 1,-4 3 0,-2 2-766,-3 4 1,-3 2 0,1 0 407,0 0 1,-1 8-1,1 2 1,1 1 256,4 1 0,3 0 1,5 5-1,-2 1 109,2-1 0,2 2 0,4 3 1,4 1-108,6-2 1,3-1 0,3-3-1,-1 3-175,1 3 0,5-4 0,2 5 0,0-5-200,0-2 1,-1 7 0,-9-1-1,-1-2 123,-2-1 1,-9 3 0,3 0 0,-4-1 49,-2-3 1,-10-1 0,-7-3 0,-10-1-137,-6-3 1,-4-7-1,-2 2 1,-2-4-397,3-2 0,7-8 0,3-3 0,3-5 570,4-1 0,1-1 0,3 1 0</inkml:trace>
  <inkml:trace contextRef="#ctx0" brushRef="#br0" timeOffset="2830">4401 635 8816,'0'-17'1249,"0"15"0,0 8 0,0 9-936,0 9 0,0-3 1,0 8-1,0 2-338,0 2 1,0-4 0,0-2-1,0 0-62,0 1 1,0-7 0,0 2-1273,0-3 1,8-13 1358,4-7 0,-5-7 0,1-11 0</inkml:trace>
  <inkml:trace contextRef="#ctx0" brushRef="#br0" timeOffset="2964">4419 373 8132,'0'-17'3369,"0"-1"1619,0 1-3586,0 7-1402,0 2 0,0 8 0,0 0 0</inkml:trace>
  <inkml:trace contextRef="#ctx0" brushRef="#br0" timeOffset="3814">5117 688 8209,'6'-18'1653,"0"1"0,0-1-1169,-6 1 0,0-1 0,-2 3-497,-4 3 0,-4 4 0,-7 8 0,-1 0-67,1 0 0,-6 0 0,-3 2 0,-1 4-73,-4 6 1,-2 5 0,-2 5 0,0 3 67,0 2 1,6 2-1,2 6 1,2 0 52,4 0 0,9-2 1,6-2-1,4-4 37,2-2 0,10-1 0,9-7 0,12-1-5,8-5 1,10-5 0,-3-10-1,5-4 21,1-1 0,-7-9 1,-5-5-1,-5 0 174,-6-3 0,-1 5 0,-9-8 0,-2 0-97,-7 2 1,-6 0 0,-4 5 0,-2-1-149,-4 2 0,-11 3 0,-12 7 0,-4 3-238,-2 0 0,-2 6 0,-2-2 1,-2 6-449,3 4 0,6 13 0,5-1 0,2 3-1595,4 4 2331,9-5 0,4 13 0,8-6 0</inkml:trace>
  <inkml:trace contextRef="#ctx0" brushRef="#br0" timeOffset="4247">5606 600 8209,'0'-17'1993,"0"5"-1632,0 1 0,0 9 0,0 2-120,0 9 0,0 7 0,0 3 1,0 5-63,0 5 1,-6 4-1,1 2 1,1 0-28,2-1 0,2-4 0,0-3 0,0-2-72,0-4 0,8-3 1,3-7-147,5-5 0,3-4 0,2-4 0,5-4-262,1-5 1,-6-7 0,2-3 0,-1-4 50,1-2 0,-3-3 0,3-3 0,-4 2-8,-1 2 0,-7 8 0,-1-2 0,-2 3-570,-4 3 879,-2 7 1,-2 4 0,-2 12 0,-2 6 75,-2 3 1,-2 9 0,4 1 0,-2 0-17,3 0 0,1 4 0,4-3 0,3-1-167,7 0 1,6-2 0,3-5 0,4-3-521,2-3 1,8-4 0,6-8 602,-2 0 0,5-8 0,1-2 0</inkml:trace>
  <inkml:trace contextRef="#ctx0" brushRef="#br0" timeOffset="5047">6689 723 8142,'10'-2'1114,"-4"-4"1,1 2-1,-1-8-718,-2-1 0,-2 3 0,-2-2-125,0-1 1,0 3-1,-2-2-260,-4-1 1,-5 5 0,-11 2-1,-3 4-179,-2 2 0,4 0 0,-7 0 1,-1 2-9,-2 4 1,4 6-1,2 9 1,2 2 157,4-1 0,1 5 1,5 0-1,3 2 107,6 0 0,4-7 0,4 1 0,4-2 7,6 3 0,5-11 0,4 3 1,5-7-113,1-5 0,0-2 0,4-4 0,-4-4-13,-2-5 1,5-5 0,-7-1-1,-2-3-121,-1-3 1,-9 4 0,-1-5 0,-2 5-23,-4 2 1,3-1 0,-1 1 34,-2-1 0,-4 8-9,-6 5 1,-2 5 0,-5 5 0,3 7 97,2 4 0,3 1 0,5 2 1,0 3 85,0 1 0,2 0 0,3-3 0,7 1-106,3 2 1,9 1 0,1-9-1,4-1-212,8-3 0,0-7 0,7 2 0,-1-6 280,-4-6 0,6-11 0,-1-10 0</inkml:trace>
  <inkml:trace contextRef="#ctx0" brushRef="#br0" timeOffset="5347">7318 111 8142,'0'-17'387,"0"-1"1,0 1 0,0 0 546,0-1 1,0 6-625,0 1 1,0 11 0,-2 4 90,-4 11 0,2 14 0,-6 2 0,3 8-78,3 8 0,-4 11 0,0 6 0,0 6-41,1 5 1,-5 3 0,6 4-1,2-7-411,2-3 0,2-10 1,0-4-1,2-5-383,4-7 1,-2-13 0,8-15 0,1-10-723,3-6 1,1-4-1,-1-4 498,-5-6 0,3-9 1,-8-4-1,-2-1 736,-2 1 0,5-14 0,3 2 0</inkml:trace>
  <inkml:trace contextRef="#ctx0" brushRef="#br0" timeOffset="5547">7597 600 9094,'0'-7'1051,"0"7"0,0 7 1,0 11-1,0 1-1002,0 5 1,0 1-1,0 6 1,0-4-380,0-2 0,0 4 0,0-5 0,0-3-2412,0-2 2742,0-1 0,8-1 0,2 1 0</inkml:trace>
  <inkml:trace contextRef="#ctx0" brushRef="#br0" timeOffset="5713">7719 234 8142,'0'-18'1098,"0"1"1,0 5 0,0 0-471,0-1 0,0 3-1845,0-2 1217,0 9 0,8-5 0,2 8 0</inkml:trace>
  <inkml:trace contextRef="#ctx0" brushRef="#br0" timeOffset="5996">8156 7 8796,'-10'2'411,"3"3"0,1 9 322,0 7 0,-6 8 0,5 14 1,-1 9-379,0 11 0,-4 12 0,7 7 1,1 1-198,2-1 1,2-12 0,0-10 0,0-6-136,0-7 1,0-9 0,2-20 132,3-1 1,5-7-2293,8-4 0,-7-12 0,-1-8 2136,-2-7 0,-2 2 0,-6-7 0</inkml:trace>
  <inkml:trace contextRef="#ctx0" brushRef="#br0" timeOffset="6346">7824 618 8086,'10'-2'-205,"-2"-2"376,-1-2 1,-3 0 0,8 4 686,2-3 0,1 3 1,4-6-1,5 2-771,5 0 0,4-5 0,2 3 0,0 0-574,0 0 1,5-3 0,1 3 0,-2 0 486,-2 0 0,-2-5 0,0 3 0</inkml:trace>
  <inkml:trace contextRef="#ctx0" brushRef="#br0" timeOffset="6796">8383 583 8030,'18'0'660,"-7"0"374,1 0 1,-8 2-538,2 4 0,-5 3 0,-2 9 0,-3 1-193,-2 5 1,0 3 0,6 8-1,0 0-161,0-1 0,0-1 0,2-1 0,4-5 29,5-2 1,5-4 0,3-9 0,3-6-236,1-4 0,8-2 0,-2-4 0,2-6-189,-2-7 1,2-11 0,-7 3 0,-3 0 42,-2 0 1,-1-4 0,-3 3-1,-3 1-264,-6 0 0,2 2 106,-3 5 413,1 9 1,-12 9-1,1 13 1,1 8 485,2 9 0,2 4 0,0 9 1,2 8 235,3 5 0,3 10 0,6 2 1,-4 9-458,-3 11 1,-3-37 0,-2 1 0,-2-2 0,-2 0-1,-4 49-323,-5-2 0,-18-5 0,-8-9 0,-4-7-204,-2-10 0,-3-10 1,3-25-1,-2-8-309,-3-11 1,5-8-1,2-8 1,5-8-27,1-11 1,7-14 0,7-7 0,8-5-272,7-5 0,6-10 1,9-2 821,15-8 0,11-6 0,-9 37 0,0-1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9:43.2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53 8106,'0'-12'1778,"-2"3"-447,-3 1-561,3 2 0,-6 8-455,8 4 0,0 3 0,0 9 0,0-1-78,0 1 1,0 5 0,2 0 0,2 1-29,2 1 0,-1-4 0,-5 6 0,0-1-230,0-5 0,2 4 0,2-1 0,2-3-316,-2-2 1,4-1-1,-1-3 1,3-1-462,4-2 1,1-9 0,3 3 0,-1-4 141,1-2 1,7-2-1,4-2 1,2-3 655,-2-3 0,4-2 0,-6-5 0</inkml:trace>
  <inkml:trace contextRef="#ctx0" brushRef="#br0" timeOffset="284">403 1 11440,'-12'13'1150,"2"7"1,1 7-673,-1 10 1,0 7 0,-3 14-1,3 6-306,2 4 1,0 4 0,4 0 0,-1-2-298,1-8 0,4-14 0,4-9 0,3-6-1286,3-4 1,2-15-1,5-4 1411,1-12 0,-1-16 0,1-9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19:57.03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103 490 8039,'2'-16'352,"2"3"510,2 1 1,-1 6 772,-5-5-995,0 7 1,0-2-361,0 12 1,-5 4-1,-3 9 1,0 2 52,0 3 1,-5 9 0,3 1 0,-2 11-124,1 6 0,1 7 0,-2 2 1,5 0-123,-1 0 1,6-2-1,-4-5 1,6-5-168,6-7 1,4-2-1,9-18 1,2-3-20,3-5 1,5-9 0,-6 2-1,0-6-48,3-6 1,-7-5 0,6-11 0,-1-3-73,-1-2 0,-2 0 0,-7-4 1,-5 2-242,-1-3 1,4 1 0,-6 0-1,-2 4 13,-2 2 0,-2 2 0,0 5 182,0 1 1,-2 7 237,-4 4 0,2 6 1,-6 8-1,2 8 293,5 5 1,1 10 0,2-2 0,0 2 234,0-2 1,7 2-1,7-7 1,5-3-219,5-2 1,7-3 0,0-5 0,6-5-142,3-4 1,7-2 0,-4-2 0,-1-6-196,1-9 1,-2-2 0,-6-9 0,-2 1-163,-4 0 0,-6-2 0,-9-6 0,-5 2-70,-1 4 1,-4-4-1,-8 2 1,-6-6 13,-5-4 1,1-1 0,-11 1-1,2-6 35,-1-3 1,1-3 0,6 3 0,-1 3-23,1 7 0,1 11 0,3 5-180,1 5 1,8 11 0,-2 10 0,4 14-118,2 11 1,0 14 0,4 5 0,6 6 553,7 7 0,5-5 0,-5 6 0</inkml:trace>
  <inkml:trace contextRef="#ctx0" brushRef="#br0" timeOffset="550">1238 298 7271,'8'-10'781,"-6"-5"1828,4 3-2161,-4 4 0,-2 2 1,0 12-1,0 6 45,0 3 0,0 11 0,-2 3 0,-2 6-90,-2 5 1,0 5-1,6 9 1,0 3-302,0 1 0,0 2 0,0-4 0,0 1-29,0-7 1,6-5 0,0-12 0,0-4-211,1-6 0,-3-6 1,8-5-203,2-6 0,-5-12 0,3-6 1,0-5 27,-3-6 1,7 1-1,-7-5 1,3 0-132,0 0 0,-3 4 0,5-5 0,-2 3 10,1 4 0,3-1 1,-1 1-1,-1-2 199,-2 2 1,-1 3 0,5 4-1,-3 5 224,-1 1 1,-6 2 0,3 8 11,-1 4 0,0 6 0,-4 11 0,2 6 225,-2 4 1,-1 2 0,1 0 0,4 0 332,2 0 1,-4 0-1,3-2 1,1-2-728,0-2 0,-4-8 0,5 2 166,3-3 0,1-11 0,3-1 0</inkml:trace>
  <inkml:trace contextRef="#ctx0" brushRef="#br0" timeOffset="1134">1954 700 9016,'-2'-10'1415,"-4"4"0,5 6 1,-5 8-1253,4 9 0,2 3 0,0 9 0,0 2-360,0 2 0,2 0 0,2-2 0,3-2-114,3 2 0,2-4 1,5-2-1,1-3 129,-1-7 1,6-3 0,3-1 0,1-5 128,4-4 0,-4-11 0,2-7 0,0-7 162,-2-4 1,4-3-1,-7-3 1,-3 2-196,-2 2 1,-7 2 0,-2-2 0,-2 6-182,-5 3 1,-1 3 159,-2-1 0,-2 11 1,-1 7-1,-3 11 415,2 11 1,2 5-1,2 10 1,0 3 217,0 7 1,10 5-1,5 7 1,8 7 32,5 7 1,1 11 0,-12-37 0,1 1-1,-1 2 1,-1 1-310,-1-1 1,-1 1 0,11 42 0,-10-2 0,-5-8-315,-10-7 1,-10-16 0,-13-11 0,-6-14-93,-4-8 0,-4-12 1,-2-9-1,-3-4-418,-3-2 0,-1-13 0,-7-7 0,1-5-54,-1-6 0,9-8 0,5-4 0,8-1-279,8-5 1,3-3 0,5-4 906,3-3 0,12-7 0,10 4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0:04.66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1 175 8045,'0'-11'-443,"0"-1"1287,0-2 1,0 5-536,0-3 0,2 2 1,2-3-1,3 3 18,3 2 1,2-3 0,5 3-139,1-2 1,5 4 0,2-3-1,0-1-56,1 0 0,3 6 0,-4-1 0,0 3-158,1 2 0,3 0 0,-6 0 0,-4 2-70,-5 3 1,1 5 0,-5 10 0,0 1 31,-4 2 1,-6 6 0,-4-3 0,-4 1 92,-2 4 1,-7-4-1,-6 0 1,-1 0-8,-1 0 0,0 1 1,-6 3-1,4-4 10,1-2 1,3-2-1,6-3 1,-1 1-117,1 2 1,1 1-128,5-7 1,3 1 0,8-1 32,0 0 0,0-5 0,2 0 1,2 1-98,1 3 0,7 1 0,-4 3 0,2 1 3,3 2 1,-3 3-1,1-5 1,3 2-1553,2-1 1823,1-11 0,0 5 0,1-7 0</inkml:trace>
  <inkml:trace contextRef="#ctx0" brushRef="#br0" timeOffset="333">263 1206 7995,'-10'-2'6015,"4"-4"-2977,4 4-4546,2-6 1508,8 8 0,2-8 0,7-1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0:06.780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88 263 8034,'-17'0'561,"5"0"1,0 0-103,-1 0 0,3 0 0,0 2 1054,3 4-1100,1-5 0,8 7 0,4-8 0,9 0 43,12 0 0,12 0 0,19 0 0,10-2-240,12-4 1,17-3 0,-37 0 0,2-2 0,6 1 0,2-1-127,7 0 0,3-1 1,5-3-1,1 1 1,4 1-1,0 0 0,2 1 1,1-1-280,-1 0 0,0 1 0,1 0 0,-2 1 0,-5 2 1,-3 2-1,-6 0 0,-2 1-162,-8-1 1,-1 2-1,-2 3 1,-1 0-1,-8-1 1,-2 0-1,-2 2 1,-1 0-521,39 1 0,-11 0 1,-14-2-1,-8-2-739,-7-1 0,-8-1 1610,-12 6 0,-6 0 0,-11 0 0,-5 0 0</inkml:trace>
  <inkml:trace contextRef="#ctx0" brushRef="#br0" timeOffset="434">193 664 8160,'-12'0'787,"1"-1"-71,-3-5 0,4-2 0,1-6-597,1 3 1,2 5 0,8-4 39,4 2 1,4-3 0,9 5 0,4 0 300,6-2 0,6 6 0,6-5 1,8 1 321,7 0 0,14-6 0,13 5 0,10-3-436,-41 3 1,1 0 0,7 0 0,2-1-1,9-2 1,2 0 0,6 0 0,3-1-97,7-1 1,1 1-1,1-1 1,0 2-1,1 3 1,0 1-1,0 1 1,-1 0-301,-2 1 0,0 0 0,-1-2 0,-1 1 0,-4 2 0,-1 0 0,-6 0 0,-1 0-165,-6-1 1,-2 0-1,-8 3 1,-2-2-1,-3-1 1,-1-1-1,44-5-312,-8 0 1,-15 5 0,-23-5 0,-15 2-13,-10 4 1,-17 2 0,-9 2 201,-9 0 1,-15 0 0,-5 2 0,-4 2-1617,-2 2 1,2 2 1952,4-3 0,-4-3 0,6 6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0:24.79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16 298 8076,'-8'9'1369,"6"-1"1,-3-6-790,10 4 0,5-4 1,10 4-1,3-4-67,6-2 0,6 0 1,6 0-1,7 0-20,8 0 1,10-6-1,16-2 1,11-2-527,-43 4 1,1-1-1,5-3 1,1-2-1,0 1 1,2-1-1,2 1 1,0-1-501,3-1 1,0 1 0,-2 2-1,-1 0 1,1-1 0,0-1 0,-5 2-1,0 1-409,-3-1 1,-1 2 0,46-4-1,-21 3 942,-14 1 0,-20-6 0,-19 5 0</inkml:trace>
  <inkml:trace contextRef="#ctx0" brushRef="#br0" timeOffset="467">1867 88 8033,'10'-17'-717,"-2"1"899,0 5 0,-6 1 1,5 6 386,1-2 0,-4 0 1,8 6-1,1-2-388,3-3 1,1 3 0,1-4 0,1 4-82,4 2 1,-1 6 0,5 1 0,0 1-188,0 0 1,0 6-1,2-3 1,-5 5-82,-5 1 0,-3 1 1,-3-1-1,-3 1-141,-2-1 1,-2 1 0,-8-1 263,-4 0 0,-6-1 0,-11-2 1,-4-5 178,0-1 1,-12 4 0,4-5 0,-2 1 14,0 0 0,4 4 0,2-5 0,4 1 36,2 0 1,1-2-340,7-6 0,7-2 0,4-4-368,4-6 1,10-9 0,4-4 0,1-2-66,-1-4 0,2-2 0,-9-2 587,-1 0 0,-2 0 0,-2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0:19.19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1 819 7885,'0'-17'-1510,"0"5"3487,0 0-277,0 1-973,0 1 1,0 4 0,0 14 17,0 10 0,0 1 0,2 10 0,2 2-338,1 2 0,1 2 0,-4 0 0,2-2-343,2-4 1,2 2 0,-4-8-1,3-1-79,3-3 0,0-7 0,3-3 0,-1-1-164,2-4 1,1-10 0,3-5 0,-1-7-73,0-5 1,-1 2 0,-2-9-1,-3-1-83,3-2 1,1-2 0,3 1 0,-1-1-112,1 0 0,-1 0 0,1 2 0,-1 2-612,1 2 0,-3 7 1,-1-1 1056,-3 4 0,-7 9 0,4 2 0</inkml:trace>
  <inkml:trace contextRef="#ctx0" brushRef="#br0" timeOffset="283">577 837 7782,'8'-18'458,"-6"7"1,6-1 2649,-1-2-2236,-5 7 0,6 3-631,-8 15 1,-6 1-1,-2 13 1,-1 0-197,-5 5 0,6 3 1,1 1-1,1 1-603,0 0 1,0-6 0,6-1-1,0-3-3109,0-4 1172,0-1 2495,8-11 0,2-9 0,7-9 0</inkml:trace>
  <inkml:trace contextRef="#ctx0" brushRef="#br0" timeOffset="433">664 487 8289,'-1'-17'2337,"-5"-1"0,4 7-2972,-4-1 1,4 10 0,4 2-2718,4 10 3352,-4 5 0,21 3 0,-4-1 0</inkml:trace>
  <inkml:trace contextRef="#ctx0" brushRef="#br0" timeOffset="833">1119 819 8356,'17'0'380,"0"0"1,-7-8 0,-2-1 369,0-1 0,-6-5 0,2 3-406,-8-4 0,0 5 0,-8-1 0,-1 0-391,-3 3 0,-1-5 0,-1 8 0,1 2-125,-1 3 1,1-5 0,-1 0 0,1 4 89,-1 6 0,1 0 1,1 7-1,3 1 63,1-2 1,8 5 0,-2-3 0,4 3 129,2 3 1,8 5 0,4-2 0,5-3-88,7-4 1,1-1 0,6 7-1,-2 1-14,2 0 0,-4-9 0,0 9 0,-1 1 52,-5-3 1,-4 0-1,-5 1 1,-6 1 54,-4 2 1,-10 3 0,-6-5 0,-7 2-188,-8-1 0,-4-5 1,-2-5-1,0-6-100,0-5 1,0-1 0,2-1 0,2-5-218,2-6 0,10-3 0,-1-5 0,9-1-280,3-3 0,4-1 0,10 4 0,6-2 667,3 1 0,10-5 0,2 0 0</inkml:trace>
  <inkml:trace contextRef="#ctx0" brushRef="#br0" timeOffset="1166">1485 854 8138,'0'-11'1592,"0"-1"1,2 2-33,4-1-993,-4-5 1,6 16-178,-8 0 0,-2 8 0,-2 9 0,-2 3-235,2 3 1,2-2 0,2 6 0,0-1-96,0-5 1,0 4 0,2-1 0,4-3-345,6-2 0,3-3 0,5-3 1,1-3-84,2-2 1,8-2 0,-2-8 0,4-6 88,2-9 0,-6-3 1,-1-7-1,-3 0 91,-4 0 1,-1-1 0,-5-3-1,-3 4-276,-6 2 1,-5-4 0,-1 6 0,-1 1-286,-5 3 0,2 9 0,-8 2 748,-1 1 0,-3 5 0,-1-6 0</inkml:trace>
  <inkml:trace contextRef="#ctx0" brushRef="#br0" timeOffset="1666">2271 854 8019,'0'10'4436,"0"-2"-3209,0-8-1018,0-16 0,0 10 0,-2-9 0,-4 5-65,-5 6 1,-3 0 0,-1 0 0,-1-1-226,-3 1 0,-3 4 1,3 6-1,-2 3-157,-3 1 0,1 11 1,6-3-1,-1 3 97,1 4 0,5-3 0,2 5 0,3-2 91,3-4 0,4-1 1,7-5-1,9-1-32,5-2 1,10-9-1,-3 1 1,1-8-106,0-7 0,0-5 0,4-3 1,-2-2 240,-2-3 0,-8-5 0,5 4 0,-5 0 22,-4-1 0,3 3 1,-12 6-1,-1-1 115,1 1 0,-2 5-189,-6 0 1,-8 11-1,-2 1-159,1 9 0,-5 7 1,6 1-1,1 3 78,-1 3 1,2-4 0,6 5 0,0-3-53,0 2 0,2-3 1,4 3-1,5-4-333,5-1 1,7-3 0,2-3-1,3-6-342,3-4 0,4-4 0,3-4 806,3-6 0,0-11 0,-6-4 0</inkml:trace>
  <inkml:trace contextRef="#ctx0" brushRef="#br0" timeOffset="1933">2987 208 8134,'0'-17'735,"0"-1"807,0 1-1292,0-1 0,0 10 0,0 10 0,-2 14 87,-4 11 1,-1 8-1,-7 6 1,2 5 53,-1 5 0,-1 9 1,1 4-1,3 4-135,2 2 1,-3 0-1,3-3 1,0-3-229,0-5 1,2-7 0,6-5 0,0-9-583,0-6 0,2-15 1,4-11-1336,6-4 1,1-4 1888,-1-4 0,11-11 0,-3-11 0</inkml:trace>
  <inkml:trace contextRef="#ctx0" brushRef="#br0" timeOffset="2183">3302 680 8134,'0'-18'1536,"0"1"1,-8 11 0,-4 10-1230,-3 11 1,-1 14-1,4 0 1,5 6-515,-1 6 0,6-4 0,-4 2 1,4-6-391,2-4 1,0-8-1,2 2-104,4-3 0,4-10 1,7-7-1,1-6-1152,-1-9 1853,1-11 0,-1-5 0,0-6 0</inkml:trace>
  <inkml:trace contextRef="#ctx0" brushRef="#br0" timeOffset="2333">3459 191 8110,'9'0'446,"-1"0"1,-8 0-1,0 0 1</inkml:trace>
  <inkml:trace contextRef="#ctx0" brushRef="#br0" timeOffset="2716">4087 662 7985,'8'-10'172,"-6"-5"0,4 3 737,-4-3 0,-2-3 0,-2 3-514,-4 3 0,-4-2 1,-7 7-1,-2-1-253,-5 0 1,-1 2 0,-6 6 0,4 0-43,2 0 0,-4 0 1,3 0-1,1 2-118,0 4 1,7 2-1,9 5 1,1-1-26,4 2 0,2 1 0,2 3 0,2-1 61,4 1 0,4-1 1,9 1-1,4-1-109,6 0 0,-3 7 0,-1-1 0,-2-2-26,0-1 0,1 3 1,-7 0-1,1-1 96,-1-3 0,-7-1 1,-4 1-1,-4 2 20,-2 3 1,-2-7 0,-4-7-1,-8-1-62,-7 1 1,-4-6 0,-6 2-1,1-4-395,-1-2 1,4-8 0,-2-4 0,0-3-316,2-3 1,4 7 772,11-1 0,-4-7 0,7-8 0</inkml:trace>
  <inkml:trace contextRef="#ctx0" brushRef="#br0" timeOffset="3216">4576 749 7985,'6'-11'615,"0"-1"139,-2-1 0,-2 3 0,-2-2-112,0-1 1,0 3-1,-2-2-417,-4-1 0,2 3 0,-7 0 0,-3 2-63,-1 5 0,-3 1 0,1 2 1,-3 0-97,-3 0 1,3 5-1,-3 5 1,2 4-10,-2 5 0,3 8 1,-3-1-1,5 1-17,7 4 1,-3-4 0,8 0-1,2-2-161,3-3 1,2-5 0,5-3-1,8-5-227,7-1 0,6-2 0,8-8 0,0-4-19,0-5 1,0-7 0,0-3 0,-2-4 197,-4-3 0,4 7 1,-6-4-1,0 2 299,-3-1 1,-11 3 0,-3 7 0,-2 3 142,-4-3 1,-4 6-162,-6 3 0,-4 12 1,-7 9-1,1 7 17,5 4 0,-3 0 0,8 4 0,2-1-120,2 1 0,2-6 0,2 0 0,4-4-395,6-3 1,3 7 0,5-13 0,3-4-365,6-5 0,4-5 0,4-3 0,2-9-295,1-7 0,1-1 1045,-6-7 0,0-8 0,0-7 0</inkml:trace>
  <inkml:trace contextRef="#ctx0" brushRef="#br0" timeOffset="3483">5362 86 7985,'0'-18'720,"0"1"1,0 5 0,0 1 298,0-3 1,-2 6-741,-3 2 0,1 18 1,-8 9-1,-2 8-143,-1 8 0,-1 18 1,3 5-1,1 10-6,-1 5 1,-3 9-1,-1-3 1,1 3-129,4-3 1,5-5-1,7-14 1,0-10-389,0-9 1,0-14 0,2-7 141,3-9 1,-3-7-1,4-12-1974,-4-6 0,4-5 2218,0-6 0,0-4 0,-6-8 0</inkml:trace>
  <inkml:trace contextRef="#ctx0" brushRef="#br0" timeOffset="3633">4978 522 7985,'12'-9'1477,"-1"3"0,1 4 0,6 2-988,-1 0 1,0 0-1,1 0 1,1 0-614,5 0 0,3 0 1,8 0-1,2 0-761,3 0 1,3 0-1,6 0 885,-3 0 0,1-8 0,5-2 0</inkml:trace>
  <inkml:trace contextRef="#ctx0" brushRef="#br0" timeOffset="3899">5694 627 7959,'18'0'164,"-1"0"1,-5 0 669,-1 0 0,-7 2 0,2 6-47,-4 9 1,-8 3-1,-2 9 1,-1 2-457,-5 2 0,1 2 0,1 0 0,6 0-436,4 0 1,2-2-1,0-4 1,0-6-931,0-4 0,2-9-28,4-4 0,2-12 1,3-8-1,-3-5-166,0-4 0,-6-14 1229,4 2 0,-12-12 0,-4 3 0</inkml:trace>
  <inkml:trace contextRef="#ctx0" brushRef="#br0" timeOffset="4033">5729 348 8465,'0'-18'3968,"0"1"-3968,8 7 0,-6 10 0,6 10 0</inkml:trace>
  <inkml:trace contextRef="#ctx0" brushRef="#br0" timeOffset="4466">6340 784 7816,'0'-11'678,"0"-1"-284,0-2 1,-5 5 0,-3-1 0,-2 0-13,-4 1 0,-3 5 0,-4-2 1,-5 4 65,-1 2 1,4 0-1,-4 2 1,0 4-176,-1 5 0,1 11 0,-2 3 0,6 2-131,4 4 1,9 2 0,4 2 0,4-2-250,2-4 0,10 2 1,7-7-1,10-5-242,6-5 0,2-7 0,0-7 0,0 0-44,0 0 0,-6-7 0,0-7 1,0-5 67,-1-5 0,-3-7 0,-10 2 0,-1-4 84,-2-2 0,-9 0 1,3 0-1,-6 0 164,-6 0 0,-11 2 0,-12 4 0,-4 6-6,-2 4 0,-2 9 0,-2 4 0,-3 6 58,-3 6 0,8 11 0,2 13 1,10 3-268,6 1 0,3 7 0,4 2 0,7 0-22,3-1 0,9 5 0,7-6 0,7-5 314,8-4 0,4-7 0,2-8 0,0-7 0,0-2 0</inkml:trace>
  <inkml:trace contextRef="#ctx0" brushRef="#br0" timeOffset="4833">6637 680 7959,'0'-12'376,"0"0"1083,0-1 1,6 3-771,0-2 0,0 10 0,-6 2-240,0 10 0,-2 6 1,-2 3-1,-2 4-108,2 6 1,0-1 0,0 1 0,-1 2-105,1 2 0,2 2 0,2-2 1,0-2-297,0-2 1,0-8-1,2 2 1,4-3-312,5-3-1,7-7 1,3-4 0,4-4-261,2-2 1,2-10 0,6-5-1,0-9 88,0-3 0,-2 4 0,-2-6 0,-4 0 322,-1 1 1,-5-3 0,-7 10 0,-5 4 476,-1 3 81,-2 2 1,-14 10 0,-2 8-1,-1 10-173,-1 7 1,8 4 0,-2 6 0,5 0-517,1 2 0,9-10 0,13 10 0,16-2 352,19 0 0,24-6 0,8-1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0:15.06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0 619 12488,'18'0'0,"1"0"428,4 0 1,14 0-1,16 0 1,11 0-395,9 0 1,15 0-1,11 0 1,-47 0 0,0 0 80,4 0 0,-1 0 0,-4 0 1,-1-2-1,1 1 0,1-2 0,45-2-1952,-6 1 0,-8 2 1265,-1 2 0,-8-16 0,3-3 0</inkml:trace>
  <inkml:trace contextRef="#ctx0" brushRef="#br0" timeOffset="580">1712 445 8155,'-8'9'993,"6"7"1,-6-12-735,8 7 0,2-7 1,4 2-1,7-4 3,9-2 0,-1 0 0,8 0 0,4 0-57,6 0 1,0 0 0,7 0 0,1 0-27,-2 0 0,-1 2 1,-7 2-1,0 2-420,-4-2 0,-10 3 0,-1 1-155,-9 2 1,-13 1 0,-13 7 0,-9-1 275,-7 1 0,-12-1 0,-5 3 0,-7 1 223,-5 2 0,6 1 1,-2-5-1,7 0 253,4-1 1,3 3-1,7-11 1,3 0 1534,7-5-1694,4-3 1,9-4-1,4-3 1,4-7-616,2-4 0,0-7 0,0-2 1,2-2-766,4-4 1,-4 4 0,4-3 0,-2-1 1182,2-2 0,-5-9 0,7-3 0</inkml:trace>
  <inkml:trace contextRef="#ctx0" brushRef="#br0" timeOffset="1297">2969 235 8201,'8'-17'-874,"-6"5"0,5 0 1674,1-1 0,-6 3 2140,4-2-2301,-4 1 0,-2 3 0,0 10-148,0 13 1,-6 11-1,-2 9 1,1 1-277,-1 5 1,0 6 0,4 9-1,-2 2-235,3-1 0,-5-1 1,2 0-1,0 2-641,-2-1 0,6-11 0,-3-7 0,3-8-1509,2-8 948,0 4 0,0-17 0,0-4 1222,0-14 0,7-15 0,3-4 0</inkml:trace>
  <inkml:trace contextRef="#ctx0" brushRef="#br0" timeOffset="1548">3388 60 8201,'0'-17'27,"0"-1"797,0 1 0,0 9 0,0 8-296,0 10 0,0 13 0,-2 8 0,-2 8-406,-1 8 1,-3 11 0,4 6 0,-2 6-208,2 5 0,0 5 1,0 7-1,-1-1-167,1-5 1,2-7 0,2-14-1,0-9-762,0-7 1,6-11-168,-1-10 1,-1-13 1180,-10-10 0,-3-15 0,-9-13 0</inkml:trace>
  <inkml:trace contextRef="#ctx0" brushRef="#br0" timeOffset="1734">2917 602 8201,'-12'0'441,"2"-2"1214,3-4 1,-1 4-644,2-4 0,6 4 0,0 2-601,10 0 1,13 0 0,8-2 0,8-1-505,7-3 0,5-6 1,1 6-1,1 0-866,-1-1 0,8 3 1,2-6 958,0 2 0,6-5 0,-6 3 0</inkml:trace>
  <inkml:trace contextRef="#ctx0" brushRef="#br0" timeOffset="2116">3685 742 10610,'18'0'782,"1"0"0,2-2-633,3-4 1,7 2-1,-2-6 1,4 0-229,2 1 0,-6-1 1,-2-4-1,0 3-263,0-3 1,-7-1 0,-1-3-1,-7 1-132,-5-1 1,-3 1 0,-9 1 240,-7 5 1,-11 3 0,-7 8-1,-3 2 204,-1 4 0,-7 3 0,2 9 1,4 1 249,4 5 0,8 1 0,-4 6 0,3-2 108,9 2 1,-1 2-1,12 0 1,6-2-60,8-2 0,13-8 1,6 3-1,6-7-472,6-5 1,4-4 0,9-8 0,2 0-2056,3 0 2257,-1-8 0,-6-10 0,1-9 0</inkml:trace>
  <inkml:trace contextRef="#ctx0" brushRef="#br0" timeOffset="2450">4663 95 6856,'-17'0'770,"5"0"0,0 0 572,-1 0 0,3 2 1,0 6-756,3 10 0,-1 7 1,4 10-1,-2 2-390,2 3 0,2 11 0,2 9 0,0 0-219,0 0 0,6-2 1,0-7-1,0-5-698,2-5 1,-5 0 0,7-6 0,-2-8-3161,-4-6 3880,-2-3 0,-10-1 0,-2 1 0</inkml:trace>
  <inkml:trace contextRef="#ctx0" brushRef="#br0" timeOffset="2999">4908 532 10554,'-6'17'1616,"0"3"1,0 3-1141,-2 6 0,6 14 1,-3 9-1,3 10-236,2 6 0,0 8 1,0 0-1,0-5-374,0-5 0,7-2 0,5-13 0,2-12-401,-3-12 1,5-10 41,-5-5 0,-3-6 1,-2-14 115,-4-9 1,-2-3 0,-2-7 0,-2 0-149,-2 0 1,-5 3-1,3-5 1,-2-2 289,-3-2 0,3-2 1,0 0-1,1 0 103,-1 1 0,6-7 1,-2-2-1,4 0 159,2 1 0,0 1 1,2 4-1,4 0 175,6 2 0,5-2 0,4 14 0,5 2 79,1 1 1,4 9 0,8 1-1,3 2-46,3 4 0,2 2 0,3 2 0,-2 0-56,-1 0 1,-16 8 0,-2 6 0,-9 5-207,-9 5 0,-5 5 0,-12-6 1,-7 0-13,-9 2 1,1-5 0,-8 3 0,-4-3-36,-6-3 1,2 0-1,-4-1 1,3-4-279,-3-7 1,4 3 0,-4-2 0,6-2-621,6-2 0,4-4 972,8-4 0,-1-4 0,1-7 0</inkml:trace>
  <inkml:trace contextRef="#ctx0" brushRef="#br0" timeOffset="3430">5938 480 8064,'10'-2'188,"-3"-2"798,1-2 0,-6-8-85,4 3 1,-4-5-713,-2-1 0,-8 5 1,-4 2-1,-3 3-187,-3 3 1,1 0 0,0 0 70,-1-2 1,1 0 0,-1 6-300,1 0 0,5 0 0,0 2 148,-1 4 1,5-2 0,2 8 69,4 1 1,2 3 0,0 1-1,0 1 36,0-1 1,0 1 0,0-1 0,0 2 122,0 5 0,6-5 0,2 4 0,2-1 25,3 1 0,-3-4 0,2 5 0,1-3-22,3 2 1,-5-3-1,-1 3-167,-2-4 0,-2-1 0,-6-1 0,-2-1-82,-4-4 0,-10-5 1,-9-7-1,-2 0-444,-4 0 1,-2-2 0,0-3 0,2-7-925,2-4 0,5-1 1463,-5-1 0,8-7 0,-4-2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0:37.8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333 645 7997,'11'-10'154,"-1"3"320,-2-1 1,-2 4 0,-4-6 21,3 3 0,-3-7 0,6 4 0,-2-1 137,0-1 0,0 0 0,-6-5-469,0-1 1,-2 3-1,-4 3 1,-6 4-173,-3 1 0,-5 5 1,-1-2-1,-4 6 46,-3 4 0,-1 15 0,-6 0 0,0 8 20,1 6 1,1-2 0,2 12 0,5 0 7,7-1 0,-1-5 1,15 4-1,1-4-254,2-4 0,17-1 0,9-14 0,7-7-169,4-3 0,5-6 1,1-8-1,0-6-508,2-5 0,-9-1 1,5-11-1,-6 0 16,-2 0 1,-2-2-1,-11-4 849,-1 4 0,1-12 0,-1 4 0</inkml:trace>
  <inkml:trace contextRef="#ctx0" brushRef="#br0" timeOffset="434">804 628 7997,'12'-16'0,"-1"3"359,3 1 1,-4 0 0,1-5 190,3-1 1,-4 3 0,-1 1 1489,-1 3-1709,-2-1 1,-6 0-1,-2 3 1,-4 1-329,-5 4 0,-5 2 1,-3 2-1,-3 2-18,-1 4 1,-6 3 0,4 9 0,-1-1-43,1 1 0,-4-1 1,6 3-1,1 1 95,3 2 0,4 8 0,1-3 0,4 1 100,3 0 0,1-6 0,8 4 0,3-2-111,7-3 0,9-3 0,5-3 0,1-5-144,4-5 1,2-4-1,2-2 1,0-2-77,0-4 0,-2-3 0,-4-11 0,-6-1-197,-4-2 1,-3-8 0,-4 2 0,-7-4-8,-3-2 0,-2 0 0,-4 2 0,-5 2 215,-9 2 0,-11 3 0,0 1 0,-4 10 205,-2 5 1,0 4-1,-2 8 1,1 4 25,1 5 0,-4 13 1,12 7-1,-1 8-272,5 7 0,12-1 0,5-1 0,4-1-832,2-4 1,9-2 1054,9-2 0,15 0 0,12 0 0</inkml:trace>
  <inkml:trace contextRef="#ctx0" brushRef="#br0" timeOffset="834">1503 418 7997,'0'-17'2309,"0"-1"0,0 7-2156,0-1 0,-2 8 0,-4-2-427,-6 4 0,3 2 1,-3 0-1,-2 0 144,-1 0 0,-3 0 1,1 2-1,0 2 291,-1 2 0,1 7 0,1-1-56,4 4 1,5 3-1,7 2 1,0 3-14,0-3 1,5 4 0,3-1-1,2-1 23,4 2 0,7 0 0,2 6 0,-3-4-152,-7-1 1,3 3-1,-7-4 1,1 0 122,-4 0 1,-4 5-1,-6-7 1,-6 0-110,-7 2 1,-12-5 0,0 1 0,-6-5-200,-6-5 1,4-7 0,-4 2-1,6-6-120,6-6 0,6-5 0,9-11 0,5-1-185,1 2 0,4-5 1,10 3-1,5 2-1418,5 1 1945,1-5 0,1 6 0,-1-7 0</inkml:trace>
  <inkml:trace contextRef="#ctx0" brushRef="#br0" timeOffset="1150">1974 69 8046,'6'-18'91,"2"3"0,0 1 1144,-1 3-721,-1 7 0,-8-2 0,-4 12 0,-5 5-136,-5 5 1,-1 7-1,-1 4 1,-1 4-13,-4 6 1,3 10-1,-3-1 1,4 7-39,1 5 0,-5 0 0,0 10 0,1 4-221,3 0 0,9-2 0,4-6 1,4-8-605,2-8 1,0-7 0,2-14-372,4-9 1,-2-9-1,6-10 1,-3-5-52,-3-6 0,4-11 1,-2-4-1,-4-2 919,-6-1 0,-6-6 0,-7-9 0</inkml:trace>
  <inkml:trace contextRef="#ctx0" brushRef="#br0" timeOffset="1284">1573 488 8041,'11'0'1092,"1"0"0,0 0 1,5 0-595,0 0 1,1 0 0,1 0-1,5 0-792,5 0 1,4 0 0,4-2 0,1-2-642,3-2 0,8-1 0,-3 1 935,5-6 0,9-3 0,2-3 0</inkml:trace>
  <inkml:trace contextRef="#ctx0" brushRef="#br0" timeOffset="1634">2446 470 11164,'-2'-9'822,"-2"1"-945,-2 0 1,-2 6-1,3-5 86,-7-1 1,-4 6 0,-3-4-1,-2 4 378,-3 2 0,-1 0 0,4 0 0,-2 2-83,1 4 0,3 4 0,3 7 0,5 0 43,5 1 0,4 1 1,2 3-1,2 3-314,4 2 0,5 0 0,13 4 0,5-2-183,4 2 0,-4-3 0,-2-1 0,-2-2 96,-4-4 0,-3-1 0,-6-3 0,-7 1 140,-3-1 0,-9-5 0,-7-2 0,-9-3-97,-12-3 0,-2-2 0,-8-2 1,1 0-602,-1 0 1,6-8 0,-2-1 0,7-3-490,4 0 1,7 1 1146,12-7 0,-5 1 0,6-1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0:31.19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348 767 6440,'9'12'175,"-1"-3"623,0-1 192,-6-2 1,8-6 131,-5 0 0,-3-2 191,4-4 1,-4 2-1009,-2-7 1,0-1-1,-2-4-245,-4 5 0,-9-3 0,-10 8 0,-3 2-150,-3 3 1,-2 1 0,-2 1 0,1 5-286,-1 6 0,2 9 1,2 5-1,3 1 11,3 4 0,8 8 0,7 1 1,2-1 116,4-2 0,10-10 1,8-2-1,7-3-28,8-5 0,6-3 0,4-14 0,2 0-925,-2 0 1200,5-8 0,1-2 0,7-7 0</inkml:trace>
  <inkml:trace contextRef="#ctx0" brushRef="#br0" timeOffset="452">767 837 8020,'2'-16'190,"4"5"0,-4-5 0,5 6 1,-1-1 676,0-1 0,2 6 0,-4-5-45,1-3 0,1 4-645,-6-1 1,-2 7 0,-3-2-1,-9 4-169,-7 2 0,-1 2 0,-7 2 0,-2 4-34,-2 1 0,4 9 0,0 5 0,0 0-46,2 3 0,-1 1 1,9 6-1,0-2 113,3-2 0,10 0 0,0 6 1,5-2 36,1-4 0,9-4 0,9-7 0,11-3-158,10-3 0,-1-4 0,7-10 0,0-4-18,-1-6 1,-5-11 0,4-6 0,-4-4-154,-4-2 0,-4 0 0,-14 0 0,-1 0-48,-5 0 0,-3 0 0,-12 2 0,-8 4 180,-11 6 1,-8 4 0,-4 3 0,0 4-36,0 7 0,-5 6 1,-1 9-1,4 10-146,6 5 0,0 4 1,8 8-1,3 2-112,7 1 1,5 7-1,8-6 1,2-3 151,4-1 1,11-9-1,12-5 1,4-4 259,2-1 0,8-1 0,1 1 0</inkml:trace>
  <inkml:trace contextRef="#ctx0" brushRef="#br0" timeOffset="1017">1221 715 8788,'0'-18'904,"0"1"1,0 9 0,0 8 0,0 10-682,0 5 0,0 4 0,0 5 0,-2 5-46,-4 4 1,4 0 0,-6-2 0,3-2 21,-1 2 0,0 0 1,6-2-1,0-6 155,0-3-458,0-3 0,8-7 0,3-6 0,7-8-278,5-8 0,-3-5 0,5-6 0,-2-6-30,0-4 0,3-2 0,-5 0 0,2 2 229,-1 4 1,-9-2 0,-3 7 0,0 5-255,-1 5 659,-5-1 0,4 15 0,-8 0 0,-2 11 159,-4 11 1,4 5 0,-6 8 0,3 0 168,-1 0 1,0-2-1,6-2 1,0-4-252,0-2 0,0-2 1,0-5-1,0-1-303,0 1 1,8-8-1,3-5 1,7-5-250,5-5 0,-2-7 0,9-9 0,-1-5-25,-2-1 1,6-2 0,-4-6 0,4 2-105,2 4 1,-8-2-1,-4 6 1,-3 0-535,-3-1 1,-1 3 29,-5 6 1173,-3 7 0,-10 10 0,-2 11 1,-3 7-68,-3 5 1,6-1 0,-2 7 0,4 2 213,2 2 0,0-4 1,0 0-1,0 0-466,0-2 0,8 4 0,4-7-734,3-3 1,8-4 0,1-5 0,-1-6 765,2-4 0,2-18 0,8-3 0</inkml:trace>
  <inkml:trace contextRef="#ctx0" brushRef="#br0" timeOffset="1468">2286 645 7314,'-2'-10'1318,"-3"4"1,1 20-1,-8 9 1,-2 12-705,-1 12 1,-3 7 0,3 18-1,1 5-478,3 11 1,5-39-1,0 2 1,-2 5-1,0 1 1,1-1 0,1-1-36,0-1 0,0-2 0,2 40 0,-1-25 0,3-14 92,2-16 1,0-14-99,0-17 1,0-27-610,0-20 0,2-4 0,1 8 0,3-2-11,-2-1 1,-2-9 0,-2 3-1,0-5-141,0-1 1,0-1 0,2 1 0,4 0 335,5-1 1,1-1-1,4-2 1,5-3 116,4 3 0,6 4 0,8 5 0,4 8 266,1 8 1,1 8-1,4 9 1,-5 5-19,-1 1 0,-10 4 1,-10 12-1,-5 7 626,-7 7 1,-3 7 0,-8-6 0,-2 0-178,-4 3 0,-3-7 0,-11 6 0,-1-1-261,-2-1 0,-9-6 0,5-5 0,-2 0-299,0-3 0,6 5 0,-4-6 1,1-1-621,5 1 1,2-2 695,1-6 0,-7 0 0,-2 0 0</inkml:trace>
  <inkml:trace contextRef="#ctx0" brushRef="#br0" timeOffset="2218">2932 592 12644,'-9'2'1001,"3"4"1,2 6-697,-2 3 1,4 5 0,-4 1 0,5 4-192,1 2 0,0 1 0,0 3 0,0-4-90,0-2 1,7-2 0,5-7 0,3-3-140,3-1 0,1-8 0,3 2 0,1-4-92,-2-2 0,5-10 0,-3-6 0,-2-5-45,-1 0 1,-3-5 0,-1 3-1,-5 0-236,-5-2 0,2 5 0,-2-3 1,-3 4-689,-1 1 1,-2 1 287,0-1 1,-2 9 0,-1 5 599,-3 8 1,0 5 0,6 9 0,0-1 287,0 1 0,0-1 0,0 1 0</inkml:trace>
  <inkml:trace contextRef="#ctx0" brushRef="#br0" timeOffset="2502">3683 156 8277,'0'-18'877,"0"1"0,0 5-401,0 0 0,0 11 0,0 1 0,0 9 82,0 7 0,-5 9 0,-3 6 1,-2 8-200,-3 7 1,-3 5-1,-1 3 1,-1 4-263,1 6 1,5 6-1,2 4 1,1 0-329,-1-6 0,6 0 0,-2-12 0,4-6-1037,2-7 0,0-14 505,0-6 1,2-13-1,2-10 1,2-10-1459,-2-5 2221,-2-3 0,-2-7 0,0-2 0</inkml:trace>
  <inkml:trace contextRef="#ctx0" brushRef="#br0" timeOffset="2668">3264 610 8105,'12'0'1112,"0"0"1,-1-2-1,7-2-693,-1-2 1,8 0-1,4 6 1,6 0-256,6 0 1,-2-6 0,8-1 0,1-1-352,2 0 0,3-5 0,-3 3 0,-1-2-999,-3 1 0,-7 7 0,2-4 1186,-4 0 0,-2-2 0,0-7 0</inkml:trace>
  <inkml:trace contextRef="#ctx0" brushRef="#br0" timeOffset="3116">4242 767 8045,'6'-18'308,"0"1"469,-2 0 1,4-1 0,-3 1-415,-1-1 1,-2 6-1,-2 1-228,0-3 1,-2 5-1,-4-1 1,-5 2-187,-5 4 0,-3 2 0,-2 2 0,-5 0 110,-1 0 1,4 6 0,-4 4 0,0 3 31,-1 7 0,5 3 0,-4 0 0,2 6 79,3 4 0,11 0 0,5-2 0,4-1-89,2 1 0,0-6 0,4-2 0,5-5-165,9-7 0,11 3 0,0-8 1,4-2-57,2-3 1,0-8 0,0-7 0,0-5-110,0-5 0,-8-1 0,-4 2 0,-3-4 71,-3 0 0,-1-1 0,-5 7 0,-3-2 91,0 1 1,-6 3 0,2 4-15,-8 3 0,0 4 0,-6 10 0,0 4 168,1 6 1,3 9 0,-4 4 0,2 2 150,5 4 0,1 2 0,2 0 0,2-2-72,3-2 1,5-1 0,10 1 0,1-6-396,2-4 0,14-3 0,-2-4 0,4-7-302,3-3 0,-5-6 0,6-5 551,0-9 0,-6-11 0,5 2 0</inkml:trace>
  <inkml:trace contextRef="#ctx0" brushRef="#br0" timeOffset="3949">5046 156 8131,'0'-12'1121,"0"0"1,2 7 478,3-7 59,-3 8-964,6-11 0,-2 11-575,0-8 1,0 10-1,-6 2 315,0 10 0,-6 15 0,-2 10 0,-4 11-166,-7 11 0,1 13 0,-7 13 0,2 10-321,12-41 0,-1 1 0,-2-4 1,0-1-1,-5 49 0,6-14-755,3-13 1,4-17 116,6-18 0,6-18 1,2-19-1,1-11 21,5-9 0,-6-9 1,-3 2-1,-3-4-806,-2-2 1,-2 0 1474,-3 0 0,-13 0 0,-9 0 0</inkml:trace>
  <inkml:trace contextRef="#ctx0" brushRef="#br0" timeOffset="4116">4661 557 10409,'8'-9'1361,"4"3"1,5 4-1085,7 2 0,5-2 0,11-2 1,7-4-571,3-1 0,5-3 0,1-6 0,2 3-932,-1 3 0,-3-3 1,-2 3 1224,1-3 0,-1-11 0,0-1 0</inkml:trace>
  <inkml:trace contextRef="#ctx0" brushRef="#br0" timeOffset="4366">5500 540 11367,'0'17'0,"-2"3"323,-4 3 1,-4 6 0,-7 12 0,1 4-491,5-1 1,-3 5 0,6-9 0,0-1-1297,1-2 616,1-10 0,8-9 0,4-14 847,5-8 0,5-14 0,1-9 0</inkml:trace>
  <inkml:trace contextRef="#ctx0" brushRef="#br0" timeOffset="4516">5552 348 8903,'10'-2'727,"-4"-4"0,-3 4-727,3-4 0,-4 12 0,6 4 0</inkml:trace>
  <inkml:trace contextRef="#ctx0" brushRef="#br0" timeOffset="4916">5989 749 8027,'9'-17'568,"-3"0"0,-4-1 0,4 6 0,0 1-471,-2-3 1,-2 4-1,-4-1 1,-4-1-10,-6 3 0,-3 1 0,-3 6 0,-1-2 260,-4-2 0,1 2 1,-5 10-1,0 6 126,0 3 0,5 5 0,-3 3 0,4 6-171,3 4 0,-1 4 0,13 2 1,2-1-256,2-5 1,4 2 0,6-7 0,7-1-231,7-4 0,11-11 0,0-7 0,6-3-255,-1-2 0,-1-9 0,-2-7 0,0-7 32,0-4 0,-8-2 0,-3-8 0,-7-2 67,-5-2 1,-5 0-1,-7 7 1,-3 1 86,-9 3 0,-2-1 0,-13 8 1,0 4 190,0 5 1,-2 6-1,-6 10 1,0 4-77,0 6 0,8 5 1,3 7-1,7 5-222,5 4 0,-1 2 0,7-1 0,2 1-93,2 0 1,10 0 450,4 0 0,11 0 0,4 0 0</inkml:trace>
  <inkml:trace contextRef="#ctx0" brushRef="#br0" timeOffset="5316">6355 610 8235,'0'-18'921,"0"9"0,-2 3 1,-1 12-1,-5 5-528,-2 5 1,6 9 0,-3 4 0,1 4-174,0 2 1,-6 0 0,6 0-1,3 0-114,1 0 1,2-6 0,2-2 0,3-2-97,7-3 0,4-11 1,1-5-1,2-4-411,5-2 0,1-8 0,6-3 0,-2-7 78,2-5 1,2 1-1,2-7 1,-2-2 0,-4-2 1,2 0 0,-8 4-1,-1 4-204,-3 0 1,-9 11-1,-4-3 205,-4 1 0,-4 8 0,-4 3 370,-6 3 1,3 6 0,-3 5-1,0 9 506,3 1 0,-5 6 1,8 1-1,2-1-184,2 0 1,2 4 0,0-4 0,2 1-283,4-1 0,4-2 0,9-5 0,4-3-802,7-3 1,3-5 0,3-7-1,5 0-9,6 0 0,1-13 0,1-5 722,-3-1 0,-7-8 0,4 0 0</inkml:trace>
  <inkml:trace contextRef="#ctx0" brushRef="#br0" timeOffset="5782">7333 732 7998,'0'-12'1024,"2"1"-139,4-3 1,-4 4-296,4-1 0,-4 5-487,-2-6 1,-2 1-1,-4-5-4,-6 5 0,3 3 0,-3 8 0,-1 0 275,-3 0 0,-3 0 0,-3 2 1,-3 4-94,-2 5 0,6 10 0,-5 5 0,5-1 89,4 0 0,-5 6 1,12-2-1,1 2-389,3-2 1,4 3 0,4-9 0,4-2-150,5-1 0,5-11 0,3-3 0,3-4-178,1-2 0,6-2 0,-4-4 0,1-5-5,-1-5 1,-2-3 0,-7-3 0,-3-3 75,-1-2 1,-3 6 0,3-5 0,-6 3 118,-4 0 1,4 0 0,0 5-55,-3 1 175,-1 7 0,-7 4 0,-1 12 0,2 6 246,2 3 0,2 8 0,0 3 0,0 1-21,0 4 1,0-6-1,2 0 1,4-1-230,5-1 1,11 0 0,3-7 0,0-5-697,0-5 1,8-4 0,0-2 0,6-2-76,0-4 1,-2-5 0,-4-11 0,-4-3 809,-6-2 0,4-2 0,1-6 0</inkml:trace>
  <inkml:trace contextRef="#ctx0" brushRef="#br0" timeOffset="5966">7962 33 7998,'0'-11'2022,"-2"1"-1297,-4 2 0,3 4 0,-7 10 1,0 8-243,0 7 0,7 14 1,-5 12-1,0 5-96,-4 6 1,3 10 0,-1 10 0,0 3-361,1 9 0,5-9 1,-2 4-1,4-7-1706,2-10 0,8-16 1679,3-17 0,13-15 0,3-13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0:27.53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76 556 8082,'0'-12'-1663,"2"2"1663,4 3 0,-4-7 0,6 4 0,-8-7 0</inkml:trace>
  <inkml:trace contextRef="#ctx0" brushRef="#br0" timeOffset="233">111 294 8082,'0'-18'-60,"0"1"1,0-1 0,0 1 0,0-1 445,0 1 1,-6-1 1126,0 1-739,1 0 1,5 9-248,0 8 1,0 10-1,-2 13 1,-2 6 62,-2 4 1,-2 10 0,4 5 0,-3 6-195,-3 5 0,6 7 1,-2-4-1,2 2-336,-1 0 0,3-8 1,-4 0-1,4-7-603,2-8 0,0-12 0,2-6-397,4-4 0,-4-11 0,3-8 0,-3-10-843,-2-5 1,0-10 1782,0-4 0,0-12 0,0-4 0</inkml:trace>
  <inkml:trace contextRef="#ctx0" brushRef="#br0" timeOffset="600">59 119 8863,'2'-17'573,"4"-1"1,1 1 0,7 1 0,-1 5-177,7 5 0,-1-2 1,12 2-1,4 0-146,4-1 0,10 5 1,-3-2-1,3 8-250,-3 7 0,-3 5 0,-10 1 0,-6 3-217,-9 3 1,-9 4 0,-11 6 0,-4-2-10,-5-2 1,-12 0-1,-9 8 1,-6 2 108,-9 2 1,2-2-1,-1-8 1,-3-2 140,-1 2 0,-1 0 1,5-2-1,7-6 114,8-3 1,8-9 0,9-1-145,3-2 0,14-2 0,5-6 0,12 0 0,9 0 1,4-6-1,2 0 1,1 2-46,5 2 1,-4 2 0,4 2 0,-4 4-90,-2 6 0,-2-3 1,-4 3-1,-6 1-112,-4 3 0,-1 1 0,-3 1 1,-1-1-487,-2 1 0,-8-1 737,1 1 0,5-1 0,0 1 0</inkml:trace>
  <inkml:trace contextRef="#ctx0" brushRef="#br0" timeOffset="1034">827 695 9036,'-10'0'1813,"5"0"1,10 0 0,7 0-1463,4 0 0,3 0 1,4 0-1,6 0-195,4 0 0,2-2 0,2-1 0,2-5-366,2-2 0,0-2 0,-8-5 0,-4-2-476,-6-5 1,-10 5-1,-3-4 1,-2 1 148,-4-1 1,-16 9-1,-7-1 1,-6 5 355,-6 6 1,-2 2-1,-2 4 1,0 4 410,0 6 0,6 11 1,1 6-1,3 6 267,4 6 0,3-4 1,7 5-1,5-1-238,4 0 1,10 0-1,7-6 1,11-2-397,8-4 0,13-6 0,2-11 1,5-7-646,4-3 0,6-9 0,-6-5 0,-1-5-2104,-3-7 2886,-2-3 0,9-16 0,1-1 0</inkml:trace>
  <inkml:trace contextRef="#ctx0" brushRef="#br0" timeOffset="1567">2050 695 8188,'0'-17'884,"0"-1"0,0 7-514,0-1 1,-2 3-1,-2-5 1,-4 4-222,-2 2 0,-1 3 0,-7 5 0,-1 0 109,-4 0 1,3 0-1,-5 0 1,2 2 80,-1 3 0,-1 5 1,4 10-1,-2 1-212,1 2 0,5 8 0,3-2 0,4 4-176,3 2 0,1-6 1,6-2-1,2-1-352,4-5 1,5-3-1,13-7 1,5-5-28,4-4 1,7-6 0,1-6 0,0-9 31,2-6 1,-8 1 0,1-7 0,-5-4 156,0-3 0,-3-5 0,-1 2 0,-4-3 153,-7-1 0,1-6 0,-7 5 0,1-5 276,1-1 0,-8 7 0,4 5 0,-2 3 9,-1 2 1,1 8 0,-4 3 1210,4 5-1319,-4 9 0,-2 10 1,-12 14-1,-3 7 203,-3 8 0,1 6 0,-1 4 0,3 4 121,3 1 0,-1-3 0,7 6 0,0 3-96,-2 6 1,6-3 0,-4 1-1,6-5-744,6-1 1,-2-5 0,8-4-1,1-8-366,3-8 1,1-5-1,1-7 1,-1-5-387,1-4 0,-7-12 1177,1-7 0,0-8 0,5-10 0</inkml:trace>
  <inkml:trace contextRef="#ctx0" brushRef="#br0" timeOffset="1915">2521 608 7928,'2'-17'136,"2"-1"652,2 1 1,2 1-220,-3 5 0,-5 5 0,2 12-297,-6 5 1,-7 7 0,3 5-1,0 6 6,1 4 1,-5-4-1,6 0 1,2 2 6,2 2 0,2-4 0,0 0 0,2 1-173,4-3 0,6-8 0,11-7 1,6-1-200,4-1 0,4-4 0,2-12 1,3-5-45,3-5 0,0-11 1,1-6-1,-7-6-56,-8 0 1,-6 2 0,-9 2 0,-4-1-336,-7-5 0,-10 6 0,-7 0 0,-6 10-32,-5 5 1,4 3 0,-5 1 178,5 5 0,4 5 0,3 12 0,6 5 375,4 5 0,2 9 0,0 2 0</inkml:trace>
  <inkml:trace contextRef="#ctx0" brushRef="#br0" timeOffset="2217">3447 556 7928,'0'-18'1801,"0"7"202,0-1-1952,0 0 0,-8 3 0,-4 3-158,-3 4 1,-3 2 0,1 0 0,-1 0 279,1 0 0,-2 8 0,-3 1 0,-1 5 138,2 3 0,1-3 0,3 11 0,1-2 3,5 1 1,-3 1 0,8-4 0,2 5-313,2 1 0,10-6 0,6 4 0,7-3-477,8-5 0,4 2 0,2-13 0,2-2-456,4-2 1,-4-4 0,3-4-1,-1-5-1290,2-5 2221,-4-1 0,5-8 0,-7-3 0</inkml:trace>
  <inkml:trace contextRef="#ctx0" brushRef="#br0" timeOffset="2566">3709 713 7928,'11'-10'1961,"-1"2"-1484,-2 1 1,5 5-1,-1-6 1,4 2-233,1 0 0,3-1 1,1 3-1,2-2-142,-2 2 1,-1-4 0,-3 0-285,1-1 1,-3-3-1,-3-5-311,-6-1 1,-4 1 0,-4-1 254,-4 1 0,-4 1 1,-7 5-1,-1 5 250,1 4 0,-6 2 1,-1 0-1,3 0 564,2 0 0,-1 13 0,-1 5 0,-1 3 103,7 4 0,-1 3 0,11 7 0,1-2-554,2-4 1,2 4 0,4-6 0,5 0-200,9-4 0,11 1 0,2-7 1,8-7-939,7-6 0,1-4 0,3-2 0,7-6 1011,3-10 0,-4-7 0,4-10 0</inkml:trace>
  <inkml:trace contextRef="#ctx0" brushRef="#br0" timeOffset="2913">4547 381 8170,'0'-12'2080,"0"1"0,0-1-996,0-5-1182,0 7 0,-2-4 0,-4 9-53,-5 1 0,-5 2 0,-1 2 0,-1 0 158,1 0 0,-1 2 0,1 4 0,-1 5 143,1 5 0,5-5 0,3 1 0,1 2 3,4 1 0,2 3 0,4-1 0,4 2-185,5 5 0,7-5 1,5 4-1,6-1-179,4 1 0,2-4 0,0 7 0,0-3 134,0 0 1,-6 0 0,-4-3 0,-3 1 190,-7 3 1,-9 1-1,-2-4 1,-10 2-5,-11-1 1,-11-3 0,-12-3-1,-7-5-276,-3-5 1,3-4 0,2-2 0,3 0 165,3 0 0,10-15 0,4-5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1:39.05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1196 15314,'6'-24'210,"0"1"0,10-8 0,-1 0 1,8-10-221,5-11 0,1-10 0,8-14 0,3-7-189,-17 37 1,1 0-1,20-43 1,-21 43 0,-1-1-1,21-40-344,-4 5 1,-3 5-1,-3 11 1,-3 9-496,-7 17 1,-11 10 716,-7 13 0,-3 9 1,-4 10 409,-3 14 0,1 5 1,-8 12-1,-2 8 260,-1 7 1,-3 3-1,3 11 1,1 0-64,3 0 0,7 0 0,-2 0 0,4-7-152,2-7 0,0-11 0,2 0 0,6-10-200,9-8 1,8-7 0,10-20 0,2-9-15,4-10 0,2-16 0,5-7 1,-3-7-20,-3 1 0,-1-4 0,-4 0 0,0 0 75,-2-1 0,2 5 0,-14 8 0,-2 3-112,-1 2 1,-5 4 0,-3 10-258,-6 6 0,-4 13 117,-2 10 1,-8 16 0,-4 13 0,-3 6 447,-3 6 0,-1 5 1,-2 10-1,-3 5 149,3 1 1,2 2 0,-1 6 0,-1-2-233,-2-4 0,5 2 1,8-10-1,3-6-315,3-7 0,2-8 1,2-6-193,0-6 1,8-11-1,3-8 1,3-8 417,-3-8 0,13-3 0,-5-3 0</inkml:trace>
  <inkml:trace contextRef="#ctx0" brushRef="#br0" timeOffset="250">1205 654 8239,'0'-11'1039,"0"-1"0,-1 10-625,-5 2 1,2 16 0,-8 13 0,-1 4-443,-3 2 1,4 0 0,1-1 0,-1 1-365,2 0 1,-3-8-1,7-3 1,2-5-630,2-1 0,4-11 1021,4-7 0,4-23 0,7-14 0</inkml:trace>
  <inkml:trace contextRef="#ctx0" brushRef="#br0" timeOffset="398">1363 305 8239,'0'-12'3913,"0"1"-3763,0 7 1,-6-6-871,0 4 720,0 4 0,6 2 0,0 10 0</inkml:trace>
  <inkml:trace contextRef="#ctx0" brushRef="#br0" timeOffset="667">1852 60 8194,'0'-17'413,"5"5"44,1 1 0,0 9 0,-6 2-221,0 10 0,-8 7 0,-3 8 0,-5 8 19,-1 6 1,-1 11 0,1 1 0,-3 7 84,-3 4 1,2 8 0,-6 6 0,1-3-191,5-1 1,2-10 0,1-1 0,3-7-572,3-8 1,4-7-559,8-21 1,2-9 0,4-5 978,6-8 0,3-13 0,3-10 0</inkml:trace>
  <inkml:trace contextRef="#ctx0" brushRef="#br0" timeOffset="849">1398 637 8194,'2'-12'1550,"3"1"0,5 7 0,7-2 1,3 2-1370,3-2 0,10 2 0,8-5 0,0 1-587,1 4 0,3-4 0,5 0 0,-1-1 406,-2-5 0,-1-1 0,6-3 0</inkml:trace>
  <inkml:trace contextRef="#ctx0" brushRef="#br0" timeOffset="1100">2218 654 8008,'6'-11'308,"0"-1"1,0 6 719,-6-5 0,0 5-507,0-6 1,0 18 0,-2 4-223,-4 9 1,-4 12 0,-7-4 0,-1 2-208,1 0 0,0 1 0,-1 3 0,3-2-753,3-2 0,2-8 0,6 2-1021,-2-3 1682,1-11 0,20-1 0,5-8 0</inkml:trace>
  <inkml:trace contextRef="#ctx0" brushRef="#br0" timeOffset="1249">2341 305 8008,'0'-17'1187,"-6"-1"0,0 1 450,2-1-2060,2 8 0,2 5 423,0 10 0,8 5 0,2 8 0</inkml:trace>
  <inkml:trace contextRef="#ctx0" brushRef="#br0" timeOffset="1767">2917 864 8096,'12'-2'0,"-1"-2"142,3-2 1,-1-2 1144,-1 3 1,-4-5-959,-8-8 1,-2 1 0,-2 0 0,-6 1-125,-5 4 0,1-3 0,-11 3 0,0-1-87,-4 1 0,-2-2 1,0 9-1,1 1-155,-1 2 1,4 2 0,0 2 0,2 4-44,3 5 0,3 7 0,4 3 0,3 4-8,6 2 1,4 2-1,2 4 1,2-2-9,4-1 1,4-9-1,7 0 1,2-5-161,5-5 0,3-7 0,8 2 0,0-6-107,0-6 1,0-3 0,-2-11 0,-2-1 27,-2-2 1,-8-1 0,2 7 311,-3-1 1,-5 11 414,-3 7 0,-6 17 1,-10 18-1,-4 12 292,-2 9 0,-1 6 0,-7 10 0,1 3-213,-1 7 1,1 9 0,-2 2 0,-3-2-178,-1-1 1,-2-5 0,3-3 0,-3-11-527,-2-10 0,6-19 0,-5-20 1,1-9-61,-4-7 1,2-6 0,0-8 0,0-9-224,-1-10 0,7-6 0,0-2 1,5-2-356,5-4 0,7 2 0,-2-5 0,4-1-1321,2 0 2191,0-1 0,15-14 0,5-2 0</inkml:trace>
  <inkml:trace contextRef="#ctx0" brushRef="#br0" timeOffset="2267">3650 777 8046,'8'-10'1082,"-6"-6"42,4 5 1,2 1-714,-2-2 0,-1 1 0,-7-5-305,-3 5 1,-5-3 0,-8 8 0,1 2 25,0 2 0,-9 2 0,-3 0 1,-2 0-181,2 0 0,-4 8 0,4 6 0,-2 5-10,2 4 1,-2 8 0,7-2 0,5 4 118,5 2 0,1-2 0,7-2 0,4-3 46,6-3 0,6-4 0,9-7 0,4-5-153,7-1 1,2-2 0,5-8 0,2-4-234,2-5 0,-2-7 0,-8-3 0,-4-4-150,-2-3 1,2-1 0,-7-6-1,-5 2 151,1 4 1,-8 2-1,-3 6 502,-3-3 0,-4 7 0,-3 7 14,-7 3 0,-4 9 0,-1 11 1,1 8-5,5 9 0,-3 3 1,8 1-1,2-1-140,3-3 1,1 6-1,1-5 1,5-1-171,6-3 1,5-4-1,7-7 1,5-3-553,4-1 1,4-10 0,3-2 0,5-12-539,0-9 1,3-8 1165,-7-12 0,7-4 0,-3-7 0</inkml:trace>
  <inkml:trace contextRef="#ctx0" brushRef="#br0" timeOffset="2517">4401 130 8046,'2'-15'-208,"2"1"1,2 3 940,-2-3-146,6 6 0,-10 2 0,2 12-442,-6 6 0,-10 11 0,2 6 0,-3 4 236,-3 2 0,1 10 0,0 5 1,1 9 59,4 3 1,-3-4 0,3 6 0,-3 0-283,-3-2 1,9-2 0,1-7 0,2-3-514,0-3 1,0-13-1,6-10-549,0-5 1,2-11 902,4-8 0,-4-16 0,6-11 0</inkml:trace>
  <inkml:trace contextRef="#ctx0" brushRef="#br0" timeOffset="2700">4070 654 11207,'11'0'2022,"1"0"-1919,1 0 0,5-6 1,3 1-1,5 1-709,1 2 1,4-4 0,8-2-1,3 0-1947,3 1 2553,1-7 0,-1 4 0,-2-7 0</inkml:trace>
  <inkml:trace contextRef="#ctx0" brushRef="#br0" timeOffset="3034">4698 777 10743,'10'1'946,"-2"3"0,0 2-741,3-2 1,5-2 0,1-4 0,1-2-368,-1-2 0,6-7 0,3 1 0,-1-5-322,0-7 1,-2 3-1,-7-6 1,-3 0 193,-1 0 0,-8 5 1,2-1-1,-4 3 316,-2 3 1,-8 5-1,-6 3 1,-7 1 366,-8 4 1,2 10 0,-2 7 0,0 9 14,1 7 1,-3 4 0,8 2 0,2 2-162,1 3 1,11-3 0,3 6 0,4-2-293,2-1 0,10 1 0,5-8 0,8-4-355,5-5 1,6-11 0,9-3 0,0-4-863,0-8 0,3-8 1,-3-13 1261,1-6 0,3-20 0,5-5 0</inkml:trace>
  <inkml:trace contextRef="#ctx0" brushRef="#br0" timeOffset="3383">5502 549 7966,'0'-17'1953,"0"0"-653,0-1 1,0 1-1109,0-1 1,-2 3 0,-2 1-372,-2 2 0,-8 9 0,3-3 208,-5 4 0,5 2 0,-1 0 106,-2 0 0,5 8 0,-1 3 112,2 5 1,2 1-1,6 3 1,0 1-30,0 2 0,2 0 0,4-3 0,6 1-180,3 3 0,-3 1 1,0-4-1,-1 2 50,-1-1 0,4-1 1,-9 0-1,-1 5 205,-2 1 0,-2 0 0,0 4 0,-2-4-57,-4-2 0,-5 5 0,-12-9 0,-5-4-796,1-3 1,-6-10-1,6 2 1,0-6 559,4-6 0,-5-19 0,1-12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1:37.38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34 367 11175,'-12'0'3595,"0"0"-3468,8 0 1,-1 0 0,10 0 25,7 0 1,11 0 0,8-2 0,8-2-264,8-2 1,11-5 0,8 5-1,10 0-362,11-2 1,2 0 0,8-5 0,0 3-564,0 2 1,-5-3 0,1 3 0,-6 0 1034,-6 0 0,-3-5 0,-8 3 0</inkml:trace>
  <inkml:trace contextRef="#ctx0" brushRef="#br0" timeOffset="599">1640 18 9692,'-7'-10'2612,"5"2"-2278,-6 8 0,10 0 1,4 2-305,5 4 0,13-4 0,5 4 1,4-2-73,2 1 1,0-3 0,1 4 0,3-4-70,2-2 1,0 6-1,-8 2 1,-4-1-165,-6 1 1,-11 6-1,-6-3 1,-5 5 264,-1 1 0,-9 3 0,-9 1 0,-11 4 282,-10 3 1,-5 1 0,-9 4 0,1-2-108,0-2 1,7-8 0,4 2-1,4-3 206,2-3 1,2-7-1,4-4-442,6-4 0,11-10 1,7-6-1,3-5-486,2-4 0,0-8 0,2 2 0,3-4-143,7-2 0,4 6 1,-1-1-1,-1 1-97,-3 2 1,-1-4 796,2 8 0,3-8 0,-5 4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1:48.6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350 1047 8040,'0'17'-108,"6"-5"423,-1-1 1,3-7 524,-2 2 1,-2-4-279,8-2 0,-7-2 1,5-4-166,-2-5 1,3-5-1,-5-1 1,0-3-181,2-3 1,-6 3 0,4-5 0,-4 2-239,-2 0 1,-8-1 0,-4 7 0,-5-1-309,-7 1 1,3 1-1,-8 5 1,-2 5-89,-2 4 1,4 4-1,0 4 1,-2 7 300,-2 9 0,-2 5 0,2 8 0,4 2 180,5 3 1,7-3 0,5 6-1,6-2 96,5-1 0,2-7 0,7-9 1,8-7-62,5-5 1,12-4 0,0-8 0,6-4-86,0-8 1,3-5-1,-1-16 1,0 0-76,2-4 0,-12-10 0,4 1 0,-2-5 17,0-1 1,1-3-1,-1-1 1,-3-2-56,-7 2 0,-4 1 0,-1 3 1,-1 0-55,1-1 1,-9 14 0,-3 6 91,-4 6 26,-2 4 1,-2 23 0,-4 12 0,-7 13 134,-9 8 1,1 4 0,-6 5 0,2 9-153,3 5 1,3 4 0,1-2 0,3 5-130,3-1 0,-1-2 1,7-8-1,2 1-100,2-1 1,12-15-1,5-8 1,9-10-288,3-7 1,2-4 567,6-8 0,0-16 0,0-3 0</inkml:trace>
  <inkml:trace contextRef="#ctx0" brushRef="#br0" timeOffset="266">1031 732 8076,'0'-17'816,"2"1"1418,4 5-1966,-4-5 0,3 22 0,-8 2 0,-5 11-175,-2 10 0,4 10 1,-5 4-1,-1-1-355,2 1 1,-3-2-1,7-8 1,2-2-1028,2-2 0,2-8 684,0 3 1,8-15 0,3-11 0,3-11 604,-2-9 0,11-16 0,-4 1 0</inkml:trace>
  <inkml:trace contextRef="#ctx0" brushRef="#br0" timeOffset="416">1171 348 9486,'-2'-10'436,"-4"4"1,4 6-437,-4 6 0,-4 4 0,1 7 0</inkml:trace>
  <inkml:trace contextRef="#ctx0" brushRef="#br0" timeOffset="1033">1398 802 8082,'0'-17'678,"0"-1"1,0 6 900,0 1-1278,0-1 0,-6 10 0,0 8 0,0 8-11,-2 3 1,5 8 0,-7 4 0,0 4-210,0 2 0,7-2 0,-3-2 0,4-3 98,2-3 0,0-2 1,0-5-312,0-1 1,8-7 0,3-6 0,7-8-148,5-8 0,-4-3 0,7-7 1,-3-3-93,0-4 0,2-14 0,-1 8 0,3-2 167,0 0 0,6-1 0,-6 1 0,0 6 281,-3 4 0,-5 5 0,-2 9-81,1 1 0,-3 16 1,-3 2-1,-6 9 231,-4 9 1,-8 9 0,-2 9-1,-1 1 373,-5 0 1,4 3 0,1-5 0,-1-2-95,0-2 1,6-4-1,-2-2-445,5-2 0,2-10 1,5-1-244,6-11 0,3-12 1,5-9-1,3-7-139,6-8 0,4-4 0,2-2 1,0 0 76,0 0 0,-2-4 0,-2 2 0,-4 4-233,-2 0 0,-3 6 0,-9 0-806,-1 2 1212,0 1 0,-5 16 0,-7 8 0,-7 12 261,-3 9 0,-4 1 1,9 7-1,-1 2 143,-2 2 1,6 2 0,-4-2 0,4-2-109,2-2 1,0-2-1,0 4 1,2-4-507,4-1 0,4-9 1,7-7-1,1-2-409,-1-5 1,3-1 0,3-4 0,6-3 689,4-7 0,2-11 0,0-4 0</inkml:trace>
  <inkml:trace contextRef="#ctx0" brushRef="#br0" timeOffset="1416">2498 889 8089,'0'-11'1757,"0"-1"1,2 6-1842,4-5 0,3 7 0,9-4 0,-1 2 73,1 0 0,-1-5 0,1 3 0,1-2 3,4-3 0,-3-3 0,1-1 1,-5-1-146,-5 1 1,-5-1 0,4 1 0,-2-1 102,-5 1 0,-1 5 1,-4 1-1,-5-1-10,-11 2 1,1 2 0,-8 8-1,-1 2 203,-3 4 1,2 4 0,-2 7-1,0 3 136,2 3 0,1 6 0,9 10 0,-1 4 202,1 1 1,7-3 0,5 4-1,3-3-221,2-3 1,7-2-1,7-4 1,7-4-454,8-6 1,4-11 0,4-6 0,2-4-341,2-2 1,0-8 0,-7-5 0,1-9-409,0-7 0,-2-4 0,-2-2 0,-5 0 941,-7 0 0,2-7 0,-11-3 0</inkml:trace>
  <inkml:trace contextRef="#ctx0" brushRef="#br0" timeOffset="1816">2987 645 8678,'0'-18'2223,"0"7"-1311,0-1-904,0 8 1,0-2-1,0 14 143,0 10 0,0 1 0,0 10 0,0 2 279,0 2 1,-2 2-1,-2 0 1,-2 0-195,2 0 1,2-2-1,2-2 1,0-4-185,0-2 0,2-7 1,4-9-1,6-1-378,3-4 0,5-2 1,1-4-1,4-6-63,2-9 0,-3-3 1,5-9-1,0 0 29,-2 2 0,-2-6 0,-7 4 0,-1-2 46,1 2 1,-3 4-1,-1 7 1,-4 1 78,-3-1 0,-1 7 439,-6-1 1,-6 16 0,-1 2 0,-1 9-41,0 8 1,-4-1 0,5 7 0,-1 2 112,0 2 1,2-4-1,6-2 1,0 0-410,0 1 0,2-7 0,4 2 0,6-5-407,3-7 1,10-3 0,5-8 0,3-2-136,1-4 0,1-5 0,2-13 0,2-5 674,2-4 0,0-2 0,-6 0 0</inkml:trace>
  <inkml:trace contextRef="#ctx0" brushRef="#br0" timeOffset="2183">3965 575 7889,'0'-17'2546,"-2"5"-1626,-4 0 1,4 6-704,-4-5-319,4-1 0,-3 0 1,-3 3-1,-2 1-24,-3 4 0,-5 2 1,-3 4 149,-3 4 1,1 2-1,6 7 1,-1-1 47,1-1 1,5 13-1,2-9 1,3 3-46,3-1 1,2-2 0,2 1 0,2-1-90,4 1 0,3 1 1,11 3-1,1 1-43,2-2 0,6-1 0,-5-3 0,-1 2-35,2 5 1,-7-5-1,1 4 1,-7-3 139,-4-3 1,-3-5-1,-7 0 1,-3 1 121,-7 3 1,-11-1-1,-6-3 1,-4-4-120,-2-1 0,0-5 1,2 4-1,4-4-202,5-2 0,5 0 1,1-2-1,3-4-503,3-5 0,5-5 0,8-1-1486,5-1 2188,4-7 0,15 6 0,2-7 0</inkml:trace>
  <inkml:trace contextRef="#ctx0" brushRef="#br0" timeOffset="2433">4297 610 7938,'17'0'1248,"-9"8"0,-6 5 1,-8 9-950,-4 7 1,5 2-1,-7 2 1,0 0-66,3 4 0,-7 1 0,6-5 1,1-2-954,3-1 0,4-9 0,2 2-2903,0-3 1520,0-11 2102,0-9 0,0-17 0,0-10 0</inkml:trace>
  <inkml:trace contextRef="#ctx0" brushRef="#br0" timeOffset="2583">4419 313 11474,'-8'-10'-1524,"6"5"-1740,-4 10 3264,4-3 0,2 14 0,0-7 0</inkml:trace>
  <inkml:trace contextRef="#ctx0" brushRef="#br0" timeOffset="2999">4786 732 7938,'11'0'536,"1"0"0,0-6 1,3-1-236,-3-3 0,-4 4 0,-6-6-65,3-1 1,-3-3 0,2-1-97,-8-1 1,-5 7 0,-9-1 0,1 0 118,-1 3 0,-7 1 0,-2 8 0,-2 0 8,0 0 1,-1 8 0,-3 3 0,2 7-54,2 5 0,8 4 0,0 8 0,5 0-226,4 0 0,9 0 0,-3 0 0,6-2-186,6-4 1,3 2 0,11-8-1,3-3-81,6-7 1,2-5 0,0-8 0,-2-2-204,2-4 0,0-3 0,-2-11 1,-5-3 156,-5-6 0,-1-4 1,-1-2-1,-1 2 116,-5 4 0,-3-4 1,-8 6-1,-2 0 67,-4 3 1,-3 5 0,-11 3-1,-1 5-81,-2 5 1,-7 4 0,5 4-1,-2 4-41,-4 5 1,6 11 0,1 3 0,7 2 263,5 4 0,-1 8 0,7 2 0,2-3 0,2-1 0,10-2 0,2 0 0</inkml:trace>
  <inkml:trace contextRef="#ctx0" brushRef="#br0" timeOffset="3416">5275 592 7938,'0'-11'231,"0"-1"691,0-1 0,0 3-36,0-2 1,-6 10-477,0 2 0,-2 8 0,4 11 0,-1 5-202,1 5 1,-4 4 0,0 2 0,0 0-57,1 0 1,1-6 0,6-2 0,0 0-82,0 0 1,2-5 0,4-1-400,5-7 1,7-7-1,3-9 1,4-3-168,2-7 0,3-4 0,4-3 0,1-4 51,0-6 0,-6 1 0,-1 1 0,-3 0 74,-4 0 0,-1 6 1,-5-3-1,-3 5 261,-6 1 259,-4 9 1,-10 3-1,-4 12 1,-3 7 240,-3 9 1,1 5 0,-1 6 0,3-2-14,3-2 0,4 0 0,8 4 1,0-2-306,0-2 1,8-7 0,4 1 0,5-4-559,6-1 1,10-7 0,10-1-1,2-2-297,3-4 1,5-12 0,3-8-1,2-5 782,-2 0 0,-1-14 0,-3-2 0</inkml:trace>
  <inkml:trace contextRef="#ctx0" brushRef="#br0" timeOffset="3866">6183 785 7938,'2'-16'1140,"2"2"-558,1 3 0,3 5 1,-4-6-451,2-1 1,6-3 0,-7-1 4,-1-1 1,-2 1-1,-2-1-82,0 1 0,-8 1 0,-3 5 0,-5 5 190,-1 4 1,-6 2 0,-3 0 0,-1 2 9,-4 4 0,4 3 0,0 11 0,0 1 31,-1 2 1,7 9 0,-2-3-1,5 2-208,7-2 1,-3 2 0,8-8 0,4 0-200,6 3 1,6-13-1,9 3 1,5-7 27,5-5 0,6-2 0,3-2 0,3-2-457,-2-3 1,-2-5 0,-2-8-1,0-1 163,0-4 0,-2 1 0,-4-5 1,-6 2 172,-4 4 0,-9 1 0,-4 3 165,-4-1 0,-4 9 0,-6 3 109,-9 4 0,-1 10 0,-5 3 0,4 7 91,1 5 1,7-2 0,1 6 0,2-1 144,4-5 1,2 0 0,2 1 0,2 1-233,4-2 1,10-7 0,11-4 0,6-3-505,9-3 1,9-2 0,5-2-1,2-2-40,-1-4 1,-5-3 0,-4-11 0,-3-1-1327,-2-2 1806,-10-8 0,-8 3 0,-8-6 0</inkml:trace>
  <inkml:trace contextRef="#ctx0" brushRef="#br0" timeOffset="4133">7056 69 7938,'-8'-10'0,"6"-6"0,-3 5 2529,3-5-1942,2 6 1,0 5 0,-2 12-435,-4 11 1,2 7 0,-6 12 0,1 4 126,-1 5 1,-2 12 0,-5 8 0,-3 8 50,-3 8 0,4-3 0,-5 3 0,7-3-132,5-5 1,-1 0 0,7-18 0,2-7-735,2-13 0,10-10 1,3-15-1,5-5-460,1-4 1,1-10 0,-3-3 0,-1-7-200,-2-5 0,-1-2 1,5-6 1193,-5 2 0,5-1 0,-6-5 0</inkml:trace>
  <inkml:trace contextRef="#ctx0" brushRef="#br0" timeOffset="4366">7266 715 7938,'11'-18'0,"-1"1"932,-2-1-301,-2 9 0,-6 3-452,0 12 1,-2 5 0,-2 13 0,-4 3-192,-2 0 0,4 6 0,-3-6 1,-1 2-228,0 0 1,6-7-1,-1 1 1,3-4-675,2-1 1,0-7 912,0 1 0,15-8 0,5 4 0</inkml:trace>
  <inkml:trace contextRef="#ctx0" brushRef="#br0" timeOffset="4533">7563 278 9329,'-10'0'2411,"0"0"-3972,4 0 1,2 0 1560,-7 0 0,7 8 0,-4 2 0</inkml:trace>
  <inkml:trace contextRef="#ctx0" brushRef="#br0" timeOffset="4799">7877 16 10372,'0'18'641,"0"-1"0,-8 2 1,-4 5-1,-1 9-281,1 11 1,-9 7-1,3 19 1,-3 7 214,-4 7 1,7 1 0,-1-3 0,7-9-274,5-7 1,-5-6-1,6-11 1,2-8-1601,2-12 719,2-16 1,2-5 0,2-10 0,2-5-635,-2-11 1,-2 1 0,-2-9 0,0 1 150,0-4 1,0 2-1,-2 0 1062,-4 1 0,-4-5 0,-7 4 0</inkml:trace>
  <inkml:trace contextRef="#ctx0" brushRef="#br0" timeOffset="4950">7493 610 7938,'-18'-10'1999,"8"1"931,5 3-2484,3 4 0,6-6 1,5 8-1,11 0-386,5 0 1,6 0-1,8 0 1,3 0-701,3 0 1,2-2 0,3-2-1,-3-2-520,-7 2 1,-3-3-1,-4 1 1160,-4 2 0,4-13 0,-5-3 0</inkml:trace>
  <inkml:trace contextRef="#ctx0" brushRef="#br0" timeOffset="5416">8017 592 7905,'9'-11'806,"-3"-1"0,-2 8-233,2-2 1,-4 6 0,4 6-283,-4 6 1,-4 3 0,-2 3 0,-2 1 6,2 5 1,2-5 0,2 6 0,0-1-218,0-1 1,0 0 0,2-5 0,6-1-328,9 0 1,1-5 0,7-2 0,0-2 49,4-5 1,4-1 0,2-4-1,-2-3-151,-4-7 1,2-5 0,-7-5 0,-3-1-59,-2 2 0,-3 1 1,-4 3-1,-7-1 516,-3 1 0,-2 5-44,0 0 1,0 11 0,-2 1 0,-2 11 240,-1 11 1,-3 5-1,4 8 1,-4 2 604,-1 3 1,5 7 0,-4 11 0,0 8-56,-4 8 0,3 5 0,-3 9 0,-3 1-302,-7 4 1,-5-13-1,-8-5 1,-2-13-358,-3-7 0,1-16 0,-6-8 0,2-10-378,5-11 0,-3-22 1,4-11-1,6-8-459,4-4 0,3-8 0,9-4 0,3-3-381,6-2 1,5-7-1,2-1 1,5 0 54,6 0 1,13-4-1,10 6 1,14 1-1912,13 3 2875,10 9 0,-26 23 0,3 2 0,-1 2 0,1 1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1:47.1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367 593 7988,'8'-10'1265,"-6"-6"-263,3 5 0,-3 1-304,-2-2 0,0 1-754,0-7 1,-7 7 0,-5 1 0,-4 2 24,-1 4 0,0 2 0,-3 2 1,-3 2-51,-6 4 1,2 4-1,-3 9 1,-1 4 181,-2 7 1,4 3-1,2 1 1,2 3-31,4 4 1,9-4 0,6 4 0,4-4-97,2-2 0,10-8 0,7-6 1,11-7-155,5-9 0,9-3 0,3-4 0,1-3-85,1-7 0,-8-5 0,2-5 0,-5-3 87,-1-2 0,-8-2 0,-5-4 0,-7 2-151,-3 2 0,-8 1 0,2-3 0,-6 4 40,-6 2 0,-10 4 0,-9 7 1,-2 4-25,-4 3 0,-2 3 0,-2 9 0,0 7 159,0 4 0,6 9 0,4 4 0,3 4 153,7 2 0,3 0 0,1 0 0,3 0 0,8 0 0</inkml:trace>
  <inkml:trace contextRef="#ctx0" brushRef="#br0" timeOffset="349">734 785 7988,'0'11'957,"0"1"0,0-6 1,-2 3 1090,-4-1-1058,4-2 1,-6-8-651,8-4 0,0-3 0,0-11 0,0-1 91,0-2 0,2-8 0,2-1 0,2-4-277,-2-5 1,0-2 0,0 2 0,1-5-360,-1-5 0,6 5 0,2-1 0,3 1-379,3 1 1,7-3 0,4 7 0,6 4 2,6 6 1,-3 0-1,9 9 1,0 5-10,-3 3 1,-3 11-1,-12-3 1,-6 6-162,-3 6 1,-9 3 0,-1 9 0,-2-1 750,-4 1 0,-2 7 0,-2 2 0</inkml:trace>
  <inkml:trace contextRef="#ctx0" brushRef="#br0" timeOffset="564">559 575 11388,'19'0'1235,"5"0"0,5 0-1374,4 0 1,10-2 0,5-2-1,6-2-1715,5 3 1854,7 1 0,-12-6 0,6-2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1:44.92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383 88 8074,'18'-8'549,"-9"5"1,-1-7 1376,0 2 0,-6 0-1388,4 2 0,-6-3 1,-6-7-553,-6 5 1,-3 3-1,-5 8 1,-1 0-189,-2 0 1,-8 0 0,3 2-1,-1 4-169,0 5 1,0 7-1,-4 5 1,2 6 191,2 4 0,8 2 0,-3 2 0,5 2 245,1 1 0,9 5 0,3-8 1,6-4-66,6 0 0,11-8 0,14-3 0,8-9-224,8-7 1,5-4 0,4-4 0,4-4-436,3-6 1,-1-5 0,2-4 0,-8-3 657,-8 3 0,-5-6 0,-8 0 0</inkml:trace>
  <inkml:trace contextRef="#ctx0" brushRef="#br0" timeOffset="417">750 158 8074,'10'-8'0,"-3"-3"2680,1-5-1835,-6 6 1,6 5-635,-8 10 1,-2 5 0,-4 8-1,-4-1-127,1 0 0,-1 7 1,6-1-1,-4 0-10,-1 3 1,5-1 0,-2 6-1,4-4-63,2-2 1,0 0 0,2-3 0,4 1 14,5-2 0,7-3 1,5-5-1,6-3-72,4-2 1,4-4 0,2-10-1,2-6-131,-3-3 1,-1-5 0,-4-3 0,-4-6-143,-5-4 0,-7 4 0,-5 0 0,-6-2 181,-4-2 0,-2 0 1,-2 4-1,-4 5 145,-6 5 1,-3 4-1,-3 3 1,1 6-383,-1 4 0,3 6 1,3 6-1,6 7-268,4 3 0,2 5 1,0 0-1,2 0 643,4 0 0,10-1 0,11-7 0,4 1 0,6-1 0,3-7 0,1-4 0,4-4 0,7-2 0</inkml:trace>
  <inkml:trace contextRef="#ctx0" brushRef="#br0" timeOffset="752">1483 158 8356,'0'-10'2416,"0"5"0,0 10-1995,0 7 0,0 9 0,0 5 0,0 1-231,0 4 0,0-4 0,0 2 0,0 0-157,0-2 1,0 4-1,0-7 1,0-3 40,0-2 1,0-7-1,2-2-266,4-3 1,-2-8 0,6-11 0,-2-6-209,-5-5 0,5 2 0,-2-8 0,0-2-67,2-2 1,-7 4-1,5 1 1,-2 1 104,2 0 1,-2 6 0,6-3-1,-1 5 87,1 2 0,2 5 1,7 2-1,2 1-46,3-1 0,13 6 0,-3-2 1,3 4-173,0 2 1,6 6 0,2 0 492,-1-2 0,7 5 0,-7 1 0</inkml:trace>
  <inkml:trace contextRef="#ctx0" brushRef="#br0" timeOffset="1117">2234 106 8074,'2'-12'1293,"4"0"0,-4 7-1154,4-7 1,-4 6 0,-4-4 0,-4 3-177,-6 3 0,-3 2 1,-3 2-1,-1 0-104,-4 0 1,1 0 0,-5 0 0,2 2 193,4 4 1,1 1 0,3 7 0,-1-2 0,1 1 1,5 3 0,3 1 0,1 1 43,4-1 0,4 6 0,8 1 1,7-3-39,7-2 1,9 5 0,-2-1 0,4 0-46,2 2 0,0-5 1,-1 3-1,-1-3 30,-3-3 1,-5 6 0,-10 1 31,-3-3 1,-6-2 0,-12-3 0,-6-3-82,-3-1 0,-12-8 0,-6 2 1,-6-4-347,0-2 0,2 0 1,4-2-1,4-2-377,6-2 0,3-8 0,3 5 1,1-3-153,5 0 0,3 1 879,8-7 0,0 1 0,0-1 0</inkml:trace>
  <inkml:trace contextRef="#ctx0" brushRef="#br0" timeOffset="1450">2531 315 9074,'18'-8'545,"-7"7"0,1-5 1,2 4-85,1 2 1,5-2 0,3-2 0,4-2-233,0 2 0,6-4 0,-4 1 1,2-3-309,-2-4 1,0-1 0,-9-3-1,-7 1-46,-3-1 1,2 1 0,-8 0-1,-6-1-68,-8 1 1,-11 1 0,-5 3 0,-1 3-107,-4 2 1,-2 2-1,-2 6 1,0 2 643,1 4 1,1 10 0,3 9 0,7 2 135,4 4 1,9 2-1,4 4 1,6 2-92,6 1 1,6 1 0,13-6 0,12 0-824,13 0 0,18-10 1,16-7-1,7-11 433,8-5 0,-48-11 0,1-5 0,0-1 0,0 1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1:43.3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365 104 8136,'11'-18'81,"1"1"0,-6-1 1,4 1 1745,-3-1-1528,7 9 1,-12 3 0,2 13 0,-6 11-33,-4 9 1,-8 14 0,3 7-1,-5 9-107,-1 7 0,-1 4 0,3 3 0,1 5-110,3 6 1,-1-1 0,-4 3 0,5-3-233,5-9 1,-2-8-1,2-14 1,3-5-498,1-10 1,4-10 186,3-13 1,-1-12-1,6-14 1,0-7 491,-1-8 0,-5-12 0,4-4 0</inkml:trace>
  <inkml:trace contextRef="#ctx0" brushRef="#br0" timeOffset="166">16 627 8136,'-10'-1'1452,"4"-5"1,6 4-1,8-4-1097,9 4 1,10 2 0,14-2 0,6-2-637,3-2 1,8-5-1,3 3 1,1-2-1381,4-3 0,0 3 1661,-2-2 0,4-7 0,-6-8 0</inkml:trace>
  <inkml:trace contextRef="#ctx0" brushRef="#br0" timeOffset="585">924 156 8029,'17'0'678,"-7"8"0,-6 5 0,-6 9-446,-4 7 1,-10 12 0,1 7-1,-8 10-42,-5 12 0,7 2 1,-4 7-1,4-3 8,3-8 0,-3-6 1,11-11-1,0-7 128,5-9 0,5-10 0,5-13-266,7-6 0,4-6 1,3-6-1,2-6-260,3-3 0,1-8 1,-4-3-1,4 1-219,3 0 0,-7-6 0,4 4 0,-2-2 77,1-1 1,-1 3 0,-6-2-1,1 6-222,-1 3 0,-5 3 554,0 0 1,-8 9 0,1 10 272,-3 13 0,-2 10 0,0 10 0,-2 0 43,-3 0 0,3 0 0,-4 0 0,2 0-214,-2 0 0,4-6 0,-4-2 0,6-3-384,6-9 0,4 1 0,9-11-676,4-1 1,-1-10 967,7-5 0,0-5 0,6-1 0</inkml:trace>
  <inkml:trace contextRef="#ctx0" brushRef="#br0" timeOffset="901">1395 767 11286,'8'10'1247,"4"-4"1,5-4-1106,6-2 1,5-2 0,6-4 0,1-6-502,0-3 1,0-3 0,0 1 0,-2-3-78,-4-3 1,-5 4-1,-13-5 1,-5 5 172,-4 2 1,-4-1 0,-4 3 0,-7 1 440,-9 2 1,-5 8 0,-8 1 0,2 8 121,4 13 1,-2 1 0,6 10-1,0 2 159,-1 2 1,9 2 0,7 0 0,2-2-312,5-4 0,10 4 0,13-5 0,13-1-474,11-4 1,9-11 0,7-7 0,8-3 325,6-2 0,9-7 0,-3-3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2:01.5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123 1 10188,'0'11'639,"0"1"0,0 2-386,0 1 1,0 10 0,0 4 0,-2 6 4,-4 6 0,4 6 0,-6 11 0,3 6-203,-1 4 0,-8-4 0,5-2 0,-3-2-322,0-4 1,3-3 0,-5-9-1,4-7-647,2-6 0,3-9-702,5 1 1,2-11 1615,3-7 0,5-10 0,8-5 0</inkml:trace>
  <inkml:trace contextRef="#ctx0" brushRef="#br0" timeOffset="417">36 891 8680,'11'0'1422,"1"0"1,-6 0 0,5 0-1173,3 0 0,9 2 0,8 2 0,8 2-180,8-2 1,11 4 0,8-3-1,6 1-307,3 2 0,7-4 1,-7 6-1,-1-1-1044,-2 1 1,-10 0 0,-4 3 1280,-3-1 0,-18 0 0,-4 5 0</inkml:trace>
  <inkml:trace contextRef="#ctx0" brushRef="#br0" timeOffset="900">1066 891 7958,'10'0'770,"5"-5"1,-3-1-593,3 2 0,3 2 1,-1 2-1,3 2-119,3 4 0,-2-2 1,8 7-1,3 1 19,0-2 1,3 5 0,-2-3 0,-2 3-294,-1 3 1,-9-7 0,2 1 0,-5 2 89,-7 1 1,-3-3 0,-8-1 0,0 3 211,0 1 1,-8-3 0,-5 0 0,-7 1 113,-3 3 1,-8-4 0,2-3 0,-4 1-123,-2 0 0,0-6 0,0 1 0,0-3-94,0-2 0,6 0 0,2 0 0,2 0-154,3 0 0,3 0 0,3-2 0,5-3-86,5-7 0,4 2 1,2-1-1,4-5-727,8-5 982,-1 1 0,14-13 0,-7 6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2:18.1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394 584 7985,'18'-8'98,"-7"5"1,-1-9 794,-2-2 1,-1 5-1,-3-3-273,2-2 1,0-1 0,-6-3-186,0 1 0,0 0 0,-2 1-552,-4 4 1,0-1 0,-9 5 0,-7 0-137,-3 0 0,-4 3 0,-6 5 0,0 2-26,0 3 1,2-1-1,2 8 1,4 3 33,2 7 0,2 3 0,5 6 1,3-2 244,3 2 0,6-4 0,12 1 0,8-1 57,7 0 1,6 0-1,8 2 1,2-6-129,4-3 1,-4-3-1,3 1 1,-5-1-11,-6 1 1,-3-1 0,-9-1-1,-1-3 62,-5-1 1,-5 0-1,-12 3 1,-5-1 83,-5-3 1,-9-1 0,-6 4 0,-6-5 7,-4-1 0,0 0 1,4-4-1,-1 2-68,-3-3 1,2-1 0,10-2 0,6 0-377,3 0 1,5-7-382,3-5 1,12-2 0,12 1-1,5 1 752,7-1 0,3-3 0,8-1 0</inkml:trace>
  <inkml:trace contextRef="#ctx0" brushRef="#br0" timeOffset="333">778 584 13029,'-11'20'0,"-1"5"284,-2 10 0,-1 9 0,-3 17 0,1 10-152,0 15 1,-1 1 0,1 6 0,1-7-488,4-11 0,-1-7 1,7-19-177,2-9 1,4-18-167,6-28 1,-4-6 0,4-17 0,-2-2-79,1-2 1,-3 2 0,2 0-1,-6-2 775,-4 2 0,-15 0 0,2-4 0</inkml:trace>
  <inkml:trace contextRef="#ctx0" brushRef="#br0" timeOffset="583">621 689 8066,'2'-12'65,"2"1"1,4-3 509,1-1 0,-3-3 0,6 3 0,1 1-172,3 2 0,7 3 0,2-5 0,3 2-222,3-1 1,2 5-1,4 2 1,3 4 13,7 2 1,-2 0 0,-3 2 0,-3 4-257,-6 6 0,-12 5 0,-3 5 1,-10 3-42,-6 2 1,-4-4 0,-4 4-1,-8 1 27,-7-1 1,-6-4 0,-8 4 0,-2-2-1,-4-3 1,2-3-1,-5-1 1,-1-1-264,0 1 0,7-9 0,-1-3 0,8-4-291,7-2 1,5 0-390,2 0 0,7-8 1018,4-3 0,20-5 0,5-1 0</inkml:trace>
  <inkml:trace contextRef="#ctx0" brushRef="#br0" timeOffset="1068">1564 637 7991,'12'-10'-27,"-2"2"0,-1 2 535,1 1 0,-6-3 0,4 4-102,-1-2 0,-5-8-333,4 3 1,-4 1-1,-4 0 1,-4 3-27,-5 3 1,-5-4 0,-3 2 0,-5 2 1,-5 2 0,2 10 1,-2 4-1,0 3-7,2 3 1,-4-1-1,7 3 1,3 1 68,2 2 1,1 8-1,3-4 1,3 1-53,6-5 1,4 2-1,4-2 1,4-3 3,6-7 0,5 1 0,5-8 1,3-2-67,2-2 0,2-10 1,6-4-1,-2-5-212,-4-6 0,2 1 1,-6-7-1,1 0 100,-1 2 0,-2-4 1,-7 7-1,-5 3 23,-5 2 0,2 1 60,-2 1 0,-3 9 1,-8 8-1,-7 10 227,-3 5 0,-1 10 1,2 5-1,5 3-98,1 1 1,0 3 0,4 0 0,-2 0-202,3-4 0,8-4 0,7 0 0,4-5-314,1-5 1,6-3 0,3-5 0,1-5-197,4-4 1,2-12-1,0-5 614,-4-7 0,4-9 0,-6 4 0</inkml:trace>
  <inkml:trace contextRef="#ctx0" brushRef="#br0" timeOffset="1470">2001 567 10542,'-2'19'1076,"-2"3"0,-2 1-838,2-2 1,-3 4-1,1 1 1,2-1-165,2 0 0,2-2 1,0-5-1,0-1-124,0 1 1,0-7-21,0 1 0,0-10-123,0-2 0,6-8 1,0-9-1,-3-1-133,-1 1 0,0-1 1,2 1-1,2-1 131,-2 1 0,0-1 0,0 1 0,1 0 40,-1-1 0,4 1 1,0-1-1,2 1 29,3-1 1,3 7 0,3-1-1,4 0 26,6 3 1,2-1 0,1 6 0,-3-2-457,2 2 0,2 2 0,0 4 556,-4 4 0,4 4 0,-6 7 0</inkml:trace>
  <inkml:trace contextRef="#ctx0" brushRef="#br0" timeOffset="2233">2787 567 8107,'9'-8'874,"7"6"0,-14-8-1055,4 5-919,-4 3 4000,-2-6-1916,-8 8-773,6 0 14,-6 0-539,0 0 1,5 0 237,-9 0 0,0 0 0,-5 0 61,-1 0 1,1 0 0,-1 2 0,1 2 70,-1 1 0,7 3 1,-1-2-54,-1 6 1,3-3 0,0 3-218,2 2 0,3 1 90,5 3 0,0-1 0,0 1 68,0-1 0,7 0 0,3 1 0,2-1 57,-1 1 1,-1 5 0,4 0-1,-5 1 52,-1 1 1,0-6 0,-4 5 0,2-5 17,-3-1 0,-1-1 0,-4 0-85,-3 1 0,-5-8 1,-8-5-1,1-5-155,0-5 0,-7-5 1,-1-8-1,0 1-327,0 0 1,-1-7 0,7 1 0,-1 2-1426,5 1 1921,1 3 0,5-1 0,1 1 0</inkml:trace>
  <inkml:trace contextRef="#ctx0" brushRef="#br0" timeOffset="2566">3101 619 11683,'-10'8'2090,"3"4"-1935,-1 3 0,4 4 1,-6 3-1,2 3-492,5 2 0,-5 0 1,2 4-1,2-3-203,2-3 0,2-2 1,0-5-728,0-1 1,2-1 0,4-7-434,6-9 1700,-5-7 0,9-19 0,-6-1 0</inkml:trace>
  <inkml:trace contextRef="#ctx0" brushRef="#br0" timeOffset="2733">3276 270 7979,'0'-18'3204,"0"1"-1979,0-1-2715,0 9 1,0 3 1489,0 12 0,0 3 0,0 9 0</inkml:trace>
  <inkml:trace contextRef="#ctx0" brushRef="#br0" timeOffset="3016">3747 8 8139,'18'0'1400,"-9"-2"-1071,-3-4 1,-4 6-1,-2 0 75,0 10 1,-2 13 0,-4 8 0,-3 8-163,-1 8 1,-6 19 0,3 11 0,-7 10-108,-3 7 0,0-1 0,7-6 0,3-2-48,1-3 0,2-12 1,-1-16-1,5-11-1256,4-14 478,2-8 0,2-19 1,2-8-1,2-7-139,-2-5 1,-3-5 0,-1-2-1,0-2 830,0-4 0,-7-2 0,-3-2 0</inkml:trace>
  <inkml:trace contextRef="#ctx0" brushRef="#br0" timeOffset="3167">3398 584 11871,'19'0'488,"5"0"1,5 0-940,4 0 1,4 0-1,1 0 1,5 0-130,2 0 0,-5-6 0,7-1 580,2-3 0,1-2 0,2-5 0</inkml:trace>
  <inkml:trace contextRef="#ctx0" brushRef="#br0" timeOffset="3766">4201 602 7869,'0'-12'2824,"0"0"-1259,0 9-1822,0-13 246,8 14 1,-4-6 159,8 8-77,-9 0 1,5-2 0,-6-2 480,4-1-871,-4-1-104,6 6 1041,-8 0 0,0 8-436,0 3 0,-2 5 0,-2 1 1,-2 1-1,2-1 1,2 8 0,2 4 0,0 3-169,0-3 1,0 4-1,2-6 1,4 0-84,6-4 0,11-3 1,6-5-1,6-3-331,6-6 0,-4-6 0,5-6 0,-1-6-74,0-3 1,-2-11 0,-10-3-1,-8-2 1,-7 2 0,-7-4 1,-7 6-1,0-2-10,0 0 0,-2 7 1,-5 1-1,-9 6 69,-5 3 0,-3 8 1,7-2 412,0 4 0,-1 8 0,3 2 0,3 2 0,-4 1 0,7 7 0</inkml:trace>
  <inkml:trace contextRef="#ctx0" brushRef="#br0" timeOffset="4100">4603 584 7869,'0'-17'297,"0"5"879,0 0-780,0 9 0,0 8 0,0 13 321,0 1 0,0 3 0,0 1 0,0 6-219,0 4 0,0 10 0,0 3 0,0 7-236,0 5 0,2-2 0,2 10 0,4 4-80,1 4 0,-5-1 0,2-8 0,-4-9-106,-2-8 1,-2-7-1,-4-10 1,-7-6-399,-9-5 1,-5-7 0,-8-13 0,-2-2-240,-4-3 0,-1-5 1,-7-10-1,5-1-47,1-2 1,2-2-1,8 1 1,4-3 149,6 0 1,5-4 0,7 6 0,5-2-244,4-5 0,4-1 701,4-1 0,11-1 0,10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2:16.8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203 1178 7936,'0'12'-272,"0"-1"1257,0 3 0,0-4 590,0 1 512,0-7-1409,0 4 0,2-10 1,2-4-414,1-6 0,3-3 1,-4-4-1,2-3-282,-2-1 1,0-8 0,0 0 0,1-6-248,-1-4 0,4-9 0,0-3 0,1-9-440,5-6 1,2-3 0,1-3 0,0-2-41,1 2 1,5-1 0,1 7 0,-5 11-22,-6 13 0,1 9 0,-8 6 765,-2 6 0,-4 11 0,-6 6 0,-4 12 0,-7 4 0</inkml:trace>
  <inkml:trace contextRef="#ctx0" brushRef="#br0" timeOffset="499">63 479 8022,'-17'0'98,"-1"0"1,6 0 1822,1 0-1245,7 0 0,4-5-166,12-1 1,1-2 0,1 4 0,-3-4-143,3-1 0,2 3 0,1-6 0,0-1-191,1-3 0,-1-3 1,1-3-1,-1-1-127,1 2 0,1-5 0,3 1 1,1 0-396,-2 0 0,-1-4 0,-3 3 0,0 1-178,1 0 1,-6-4-1,-1 8 1,1 3 1,-2 5 0,-1 7 211,-3-6 1,-2 10-1,8 2 269,1 10 1,1 5 0,-1 3-1,-1-1 22,2 1 1,-5-3-1,3-1 1,2-3-102,1 3 0,3 2 1,-1 1-1,0-1-81,1-5 1,-6 5-1,-1-5 1,1 5-287,-2 1 0,-1-5 0,-5 0 0,2 1 487,-2 3 0,6 1 0,-1 1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2:15.6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18 7946,'2'10'581,"4"-4"1,-2-5-1,7-1 1,3 0-187,1 0 1,11 0-1,3 0 1,8 0-103,9 0 0,3-1 1,15-3-1,2-4-543,2-2 0,-1 6 0,-2-2 1,-9 5-561,-8 1 0,-1 0 0,-12 0 810,-8 0 0,-6 0 0,-3 0 0</inkml:trace>
  <inkml:trace contextRef="#ctx0" brushRef="#br0" timeOffset="251">193 280 11501,'19'0'286,"5"0"0,5 0 0,12 0 0,5-2-867,5-4 1,9-2 0,4-5 580,4 1 0,9-7 0,3-8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2:09.4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1394 7572,'10'7'734,"0"-3"413,-4 8 0,-3-8-735,9 2 1,-8-6 0,4-4 0,-2-4-70,-1-2 0,3 1 0,-4-5 0,2 2-33,-2-1 1,0-8-1,0-3 1,1 3-155,-1 1 1,0-5-1,0-4 1,2-6-170,-2-6 0,5-3 0,1-10 0,2-5-247,-1-5 0,3-6 1,7-3-1,3-5-254,-3-2 0,-2 1 0,-1-3 0,-1 9-133,1 7 0,-7 7 0,-1 15 1,-2 9-869,-4 10 0,-4 13 1515,-6 6 0,4 20 0,-6 5 0</inkml:trace>
  <inkml:trace contextRef="#ctx0" brushRef="#br0" timeOffset="517">0 416 8553,'0'-10'940,"0"2"1,8 6 0,4-2 0,3-3-792,3-3 1,1-4-1,3-7 1,1-4-120,-2-2 0,6 3 0,1-5 1,-1-2-246,-4-2 1,2 4 0,-1 2 0,-5 2-310,-5 3 1,1 3 0,-5 2 122,-1-1 0,1 8 1,-6 6 293,2 8 1,0 2 0,-6 10 0,0 5 159,0 4 0,5-1 0,3 3 1,0 0 43,0 0 1,3-6-1,-3 5 1,2-3-230,3 0 0,-3 0 0,0-5 1,0-3-461,-1-3 0,-3 4 592,6-5 0,-1 5 0,7 1 0</inkml:trace>
  <inkml:trace contextRef="#ctx0" brushRef="#br0" timeOffset="1850">1328 835 7925,'11'0'-40,"1"0"1,-6 0 864,5 0 0,-5 0-70,6 0 1,-6-2-541,5-4 0,-7-4 0,4-9 1,-2-2-49,0-3 1,0 1 0,-8 6-1,-4-1-193,-6 1 0,-3-1 1,-3 3-1,-1 3-146,-5 6 1,3 6 0,-8 6-1,-2 8-3,-2 7 1,4 6-1,2 10 1,1 2 113,5 2 1,4 7 0,5-1 0,6 3 56,4 3 0,4-9 0,6-3 1,9-6-103,11-6 1,-1-12 0,2-11 0,2-6-132,2-6 1,0-11 0,-2-12 0,-4-6-30,-2-6 1,-1 2 0,-7-7 0,1-1 77,-1 3 0,-5-7 1,-3 6-1,1-1-50,0-1 0,-4 3 1,3-5-1,1 5 62,0 1 1,-1 2-1,5 6 1,-2 2 121,1 4 0,3-2 0,-1 8 54,-3 1 543,-4 11-129,-8 3 1,-2 8-243,-4 0 0,2 0-76,-8 0 0,7 0-16,-7 0 0,2 2 137,-1 4 0,-3 3-35,8 9 1,-6-1 0,7 1 36,1-1 1,-4 1 0,2 1 0,0 3-47,-1 1 0,5 10 0,-6 0 0,2 8-229,0 3 0,-1 3 1,3 5-1,-2 1-378,2-1 1,2 0-1,2-1 1,0-7-608,0-9 0,2-4 1041,4-13 0,3-5 0,9-13 0</inkml:trace>
  <inkml:trace contextRef="#ctx0" brushRef="#br0" timeOffset="2117">1852 678 8549,'-16'2'2037,"3"3"-1773,1 7 1,6 11 0,-4 6 0,1 4-282,-1 2 1,4 6 0,-4 0 0,3-2-649,3-2 0,2-4 0,2-4-275,0-6 1,8-13 0,1-10 939,1-10 0,13-13 0,-3-4 0</inkml:trace>
  <inkml:trace contextRef="#ctx0" brushRef="#br0" timeOffset="2283">1956 328 8026,'0'-17'2669,"0"-1"-1777,0 1-1152,0 7 1,0 4-1,0 12 260,0 6 0,8 3 0,2 3 0</inkml:trace>
  <inkml:trace contextRef="#ctx0" brushRef="#br0" timeOffset="2883">2218 660 8023,'0'-11'1989,"0"-1"-1598,0 8 1,0 10 0,0 13 0,-2 7-180,-3 5 1,1 3 0,-6 5 0,2 2-118,4-2 1,1-2 0,-1-2 0,-2-2-296,2-4 0,2-4 241,2-8 0,8-9 0,3-8 0,5-11-283,1-11 0,1 1 0,-1-10 1,1-4-90,-1-4 1,3 4 0,1 6 0,2-2 110,-1-2 0,-3 0 0,-1 4 0,-3 6 68,-3 3 0,3 5 155,-3 3 0,1 6 0,-1 14 1,-6 8 218,-4 5 1,-2 10 0,0-2 0,0 4 113,0 2 1,0 0 0,0 0 0,0 0-85,0 0 0,-6-6 1,0-2-1,2-2 184,2-3-502,2-3 0,2-11 0,4-8 1,6-10-240,3-6 0,3-9 0,-1-4 0,3-4 148,3-2 0,-4 0 1,7 0-1,-3 2 16,0 4 0,2-4 0,-3 6 1,1 0-20,-2 4 0,-3 3 191,-7 3 1,3 9 0,-10 8 281,-6 10 0,0 13 0,-8 6 0,1 4-133,-1 2 1,6 0 0,-4 0-1,2 0-176,1 0 0,-1-2 1,6-2-1,0-4-589,0-2 1,0-2 0,2-7-666,4-4 0,-3-5 1250,9-7 0,0-15 0,5-5 0</inkml:trace>
  <inkml:trace contextRef="#ctx0" brushRef="#br0" timeOffset="3267">3039 835 8292,'18'0'723,"-1"0"1,3-2-645,3-4 1,-2-4 0,6-7 0,1-1-206,-1 1 1,-6-2 0,2-3 0,-3-1 101,-3 2 0,-7 1 0,-4 3 115,-4-1 1,-4 9 0,-4 3 0,-8 4 16,-7 2 1,0 8 0,-8 3 0,-1 5-38,3 1 0,-4 7 1,8 1-1,2 2 37,1 4 0,5 2 0,1 2 0,4 0-14,3 0 1,3-6 0,10 0 0,7 0-112,8-2 0,7-3 0,7-11 0,-1-3-258,1-2 1,0-5-1,0-8 1,0-9-295,0-7 0,0-1 1,-2-7-1,-4-2-534,-6-2 1103,-3 6 0,-3-14 0,1 4 0</inkml:trace>
  <inkml:trace contextRef="#ctx0" brushRef="#br0" timeOffset="3667">3650 643 7982,'0'-18'723,"0"7"1164,0-1-1722,0 8 1,0-2-1,0 14 1,-1 8-100,-5 5 0,4 10 1,-4 0-1,2 6 27,-2 4 1,4 1 0,-4-3 0,5 2-38,1-2 1,0-4-1,0-6 1,0-6-92,0-4 0,1-9 1,5-4-1,6-4-152,3-2 0,3-10 0,1-5 0,3-9-100,1-3 1,2-2 0,-3-6 0,3-2 87,2-3 0,-4 3 0,4-2 0,1 6 47,-1 4 0,-6 2 0,2-2 0,-5 5-413,-7 5 713,-3 9 1,-10 16-1,-4 13 1,-3 7 67,-1 5 0,-5 4 0,5 3 0,0 3-124,4-2 0,-1-4 0,1-4 1,2-2-248,2 2 1,2-6-1,2-1 1,4-7-396,5-5 0,7-5 0,3-7 1,4 0 549,3 0 0,1-13 0,6-5 0,-1-18 0,1-1 0</inkml:trace>
  <inkml:trace contextRef="#ctx0" brushRef="#br0" timeOffset="4017">4541 660 7982,'0'-17'1035,"0"-1"1,-2 1-504,-4-1 1,-3 1-617,-9-1 1,1 9 0,-1 3-292,1 4 1,5 2 0,1 0 376,-3 0 0,4 2 0,1 4 0,1 5 120,4 5 1,2-3-1,2 3 1,0 3 31,0 1 1,0 1 0,2 1 0,4 1 17,5-2 0,5 4 0,-1-1 0,-1-1-179,-2 2 1,-3-5 0,5 5-1,-4-2 4,-3 0 1,5 3-1,-6-5 1,-2 4-15,-2 2 1,-4-5-1,-4 1-28,-6-4 1,-9-9 0,-2-4 0,1-4-280,3-2 0,-4-8 0,-1-6 0,5-5-428,5-4 0,7-6 0,7 3 752,0-1 0,-8-2 0,-2-6 0</inkml:trace>
  <inkml:trace contextRef="#ctx0" brushRef="#br0" timeOffset="4316">4908 590 9861,'-6'18'1021,"-2"-1"0,1 3-819,-1 3 1,-6 4 0,5 10 0,-1 2-259,4 2 0,4-1 0,2-5 1,0 0-714,0 0 1,0-8-304,0-3 1,2-13 0,4-7-549,5-8 1620,-3-13 0,8-10 0,-7-8 0</inkml:trace>
  <inkml:trace contextRef="#ctx0" brushRef="#br0" timeOffset="4466">5065 311 7982,'0'-12'371,"0"1"23,0-3 1,-2 6-1037,-4 2 642,4 5 0,-5 8 0,7 3 0</inkml:trace>
  <inkml:trace contextRef="#ctx0" brushRef="#br0" timeOffset="4870">5432 625 7970,'10'-7'-43,"-5"-5"0,-1 2 1026,2-1 0,-4-1-636,4-6 0,-6 7 1,-6 1-138,-6 2 0,-3 3 0,-3 5 0,1 1 60,-1 5 1,1 4 0,-2 7 0,-3 3-45,-1 3 0,0-2 0,5 9 0,3 1-52,3 2 1,-2 2-1,9-1 1,1 1-240,2 0 0,4-2 0,4-2 1,5-3-343,5-3 0,7-10 1,2-9-1,2-4-182,4-2 0,1-4 1,-1-7-1,-2-13 264,2-7 0,-6-4 0,-2-2 0,-5-1 189,-7-3 1,3-6 0,-8 7 0,-2 1 265,-2 2 0,-2 10 0,-2 3 0,-6 5 67,-10 2 0,-1 7 1,-8 6-1,0 8-450,-1 7 1,5 7 0,-4 5 0,2 6-298,3 4 1,5 2 0,3 0 549,3 0 0,-1 8 0,-5 1 0</inkml:trace>
  <inkml:trace contextRef="#ctx0" brushRef="#br0" timeOffset="5318">5799 590 7951,'9'0'3284,"-1"0"-2883,-8 0 0,0 8 0,0 4-49,0 3 1,0 5 0,0 1 0,-2 2-92,-4-1 0,4 3 0,-3 0 0,3 0-254,2 1 1,0-3-1,0-6 1,0 1-518,0-1-87,0 1 1,7-9 0,5-3-1,4-6 31,1-6 0,0-5 0,1-12 1,1-5 313,5 1 0,-3-8 1,8 2-1,2-4 190,2 4 1,-6 0 0,-3 10 0,-5 2 480,-2 1 0,-5 5-34,0 3 0,-16 18 1,-2 13-1,-8 7 10,-3 5 0,-1 2 1,1 2-1,1 0-397,5-1 1,1-4-1,6-3 1,-2-2-400,3-4 1,3-3 0,5-7 0,7-5 400,4-4 0,9-2 0,2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2:24.3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16 734 8105,'-10'0'891,"4"0"1,12 0-609,6 0 1,5 0 0,7 0 0,5 0-26,4 0 1,2 0 0,1 0 0,5 0-76,6 0 1,9-6 0,2 1 0,0 1-581,3 2 0,-5-6 1,6-2-1,-2-1-519,-4-1 0,-1 0 0,-5-5 916,-3-1 0,-5 1 0,-7-1 0</inkml:trace>
  <inkml:trace contextRef="#ctx0" brushRef="#br0" timeOffset="333">156 874 9265,'9'0'2064,"1"0"-2017,-4 0 1,-2 0 0,9 0 0,7 0-179,7 0 0,8 0 0,7 0 1,11-2-151,9-4 0,12 2 0,3-5 0,1 1-835,0 4 0,-11-6 1116,-8-1 0,-5-5 0,-2-1 0</inkml:trace>
  <inkml:trace contextRef="#ctx0" brushRef="#br0" timeOffset="750">784 385 7975,'12'0'864,"0"0"0,-7 0-265,7 0 0,-6 0 0,6 0-402,1 0 0,3 6 0,3 0 1,4-1-198,6 3 1,10-6-1,4 6 1,2 0-95,3 3 1,-3 5-1,-1 1 1,-1 1-102,-4-1 0,-12 3 0,-8 1 0,-7 4 37,-4 2 1,-12 2 0,-14 6-1,-11 0 212,-9 0 1,-7 2-1,-7 2 1,-1 2 52,1-3 1,-1-3 0,3-4 0,1-2 7,3 3 0,13-5 0,0 0 0,8-2-579,9-4 1,6-1 463,10-3 0,16-7 0,3-2 0</inkml:trace>
  <inkml:trace contextRef="#ctx0" brushRef="#br0" timeOffset="1666">1989 594 7850,'0'-17'222,"0"0"1,0 5 0,0 0 1099,0-1-977,0 5 1,0 8-1,0 13 1,0 9-63,0 7 1,0 6 0,0 4 0,0 3-158,0 3 1,0 2 0,0 5 0,0 0-194,0 1 1,-2-7-1,-1-1 1,-3-2-618,2-5 1,2-1 0,2-4-439,0-4 1,2-11 725,4-12 1,-4-12 0,5-8 0,-1-5 395,0-4 0,0-16 0,-6 2 0</inkml:trace>
  <inkml:trace contextRef="#ctx0" brushRef="#br0" timeOffset="1966">1867 717 7850,'0'-12'280,"-2"0"441,-4-1 1,4 3 0,-3-2-412,3-1 1,11 3-1,9 0 1,9 1-230,6-1 0,4-2 1,2-5-1,3 1-317,3 5 1,2-9-1,3 7 1,-2 1 43,-1 2 0,-10-1 1,0 5-1,-8 4-56,-4 6 1,-4 6 0,-9 9-1,-6 4 246,-4 6 1,-4 4-1,-4 4 1,-6 2 108,-3 2 0,-8 0 1,-3-8-1,-1-2 18,-4-2 1,-2-8-1,-2 0 1,0-7-81,0-8 0,-5 2 0,1-3 1,4-1-195,4-2 0,10-9 0,-3-5 0,7-4-278,5-1 1,4-1 0,10 1 0,4-1 426,6 1 0,11 0 0,4-1 0</inkml:trace>
  <inkml:trace contextRef="#ctx0" brushRef="#br0" timeOffset="2450">2915 664 7850,'0'-11'0,"0"-1"989,0-2 0,0-1-531,0-3 1,0 1 0,-2 1-444,-4 5 0,2-5-22,-7 5 0,-1 3 0,-5 2 1,-1 4-88,1 2 1,-3 8 0,-1 4-1,-4 5-23,-3 6 1,5-1 0,-4 7 0,2 2 160,3 2 1,5-4-1,5-2 1,7-2 3,3-3 1,2 3 0,2-4-1,5-5-25,11-9 1,7-5-1,10-2 1,0 0-88,0 0 0,4-9 0,-3-7 0,-3-5 15,0-1 1,-2-3-1,-1 0 1,-9 0 48,-7 0 0,-1 1 0,-7 7 0,0-1 193,1 1 1,-6 7-255,-1 4 0,-8 6 1,-10 8-1,1 8 11,-1 5 0,3 10 0,3-2 0,6 2-79,4-2 1,2-2-1,0-5 1,0 1-61,0-2 1,14-3-1,7-6 1,8-7-135,8-3 0,10-2 0,-1-2 0,5-3-496,1-7 1,-7-9 818,-4-3 0,3-7 0,1 4 0</inkml:trace>
  <inkml:trace contextRef="#ctx0" brushRef="#br0" timeOffset="2752">3544 105 7850,'0'-17'77,"0"0"1,0-1 342,0 1 0,0 5 0,2 2 737,3 2-1103,-3 3 1,6 7 0,-10 5 0,-2 9 246,-2 5 0,-7 10 0,3 0 0,-1 6-60,-1 4 0,0 13 1,-3-1-1,1 1-177,3 0 1,1-1 0,-2-1 0,6 1-234,4-1 0,2-7 1,0-5-1,2-5-610,4-6 1,-2-5-1,8-13 1,1-5 133,3-4 1,-6-4-1,-3-4 1,-1-7 644,0-9 0,0 1 0,-6-8 0,-8 0 0,-2-6 0</inkml:trace>
  <inkml:trace contextRef="#ctx0" brushRef="#br0" timeOffset="2917">3282 402 7850,'0'-11'2923,"0"-1"-2443,0 0 1,2 3 0,3 1-1,9 2-240,7 0 0,7 0 0,6 6 0,1 0-595,0 0 0,2-5 0,2-3 0,4 0-307,1 0 0,-3-3 1,2 3-1,-4-2 662,-6-3 0,-2-3 0,4-1 0</inkml:trace>
  <inkml:trace contextRef="#ctx0" brushRef="#br0" timeOffset="3183">3928 71 7850,'10'-8'745,"-3"-2"-344,-7-7 0,2 7-195,4 4 1,-4 6 0,4 8 48,-4 9 1,-4 9 0,-4 12 0,-6 7 102,-3 7 1,-3 12-196,1 0 0,-1 4-194,1 2 0,5-2 0,3-4 0,1-8-296,4-7 1,2-8 0,2-10-208,0-2 0,8-16 0,2-3 0,1-12-71,1-9 1,-8-5-1,2-3 1,-5-3 604,-1-1 0,0-8 0,0 4 0</inkml:trace>
  <inkml:trace contextRef="#ctx0" brushRef="#br0" timeOffset="3333">3718 472 8040,'0'-10'1238,"2"-3"1,4 7-1,8 2-1154,7 2 1,6 2-1,8 0 1,0 0-628,0 0 0,8 0 0,3-2 0,5-2-341,1-1 0,4-9 884,-3 2 0,11-3 0,-10-3 0</inkml:trace>
  <inkml:trace contextRef="#ctx0" brushRef="#br0" timeOffset="3703">4260 612 8597,'4'-2'489,"7"-4"1,14 2-1,1-5 1,1-1-412,4 0 1,-4 4 0,2-5 0,0-3-381,-2-1 0,4-3 0,-7 3 0,-5-1-276,-5-1 0,-1 3 1,-7-9 477,-2 3 1,-10 9 0,-5 1 0,-7 2 143,-5 4 0,1 4 0,-7 4 0,-2 6 222,-2 5 0,-2-1 0,2 11 0,2-1 108,2-1 0,8 8 1,-2-2-1,5 2-93,7-2 0,3 2 0,8-8 0,2-1-210,4-3 1,11-1 0,12-3 0,6-3-489,6-6 1,3-4 0,9-2 0,-1 0-411,1 0 0,-7-8 0,-1-4 827,-3-3 0,-1-11 0,-6-1 0</inkml:trace>
  <inkml:trace contextRef="#ctx0" brushRef="#br0" timeOffset="4070">4801 437 7850,'0'-11'475,"0"-1"-52,0 8 0,0-2 1,0 12-1,0 6-142,0 3 0,0 5 0,0 3 0,0 6-34,0 4 0,0 2 0,0 0 1,-2-2-88,-4-4 1,4 2 0,-3-8-1,3-1 21,2-3 1,0-7-12,0-1 0,2-7 1,1 0-273,3-8 1,6-11 0,-4-9 0,-1 1-209,1-2 0,4 0 1,-6-6-1,-1 3 52,3 3 1,-6 0-1,6 4 1,-2-3-58,0 3 1,5 2 0,-3 1 0,2 3-50,3 3 1,5-2-1,3 7 1,4-1 49,2 0 0,1 2 0,3 6 0,-4 0-80,-2 0 1,0 6 0,-3 2 393,1 2 0,0 1 0,-5 7 0</inkml:trace>
  <inkml:trace contextRef="#ctx0" brushRef="#br0" timeOffset="4519">5412 472 7850,'10'-8'1619,"6"-1"-1191,-14-1 1,5 4 0,-9 12 0,-2 6-93,-1 3 1,-3 8 0,4 3 0,-4 1-104,-1 4 0,5 0 0,-2 0 0,4-4-145,2-2 0,0 5 1,0-7-269,0-2 1,2-3-1,4-7-113,5-5 1,5-12 0,-1-5-1,-1-5-39,-2-1 1,-1-7 0,5-1 0,-3 0 55,-1 0 1,0-4 0,5 5-1,1 1 59,-1-2 0,0 5 1,1-3 79,-1 4 0,1 3 0,-1 4 5,1 7 1,-9 5 0,-3 5-1,-4 9 240,-2 7 1,0 1 0,0 5 0,-2 0 0,-4 0 1,5 0 0,-5 3 0,4-5-459,2 0 0,0-6 1,2 5 22,4-5 1,3-3-1,9-5 1,1-5 325,4-4 0,-1-4 0,5-2 0,-2-2 0,6-7 0,-4 3 0</inkml:trace>
  <inkml:trace contextRef="#ctx0" brushRef="#br0" timeOffset="4885">6390 420 8016,'0'-18'46,"6"1"0,0-1 444,-2 1 1,-2 5-213,-2 1 0,-8 5 0,-4-4 0,-3 2-287,-3 4 1,1 4 0,-2 4 0,-3 4 73,-1 2 1,-2 0-1,3 5 1,-1 1 170,2 3 0,1 2 1,5-3-1,1-1-59,3 1 0,7-1 1,-2 1-1,6-1-21,6 1 1,3-1-1,9 1 1,1-1-110,5 0 1,3 3 0,8 1-1,-2 2-154,-4-1 1,4-3 0,-6-1 0,0-1-110,-4 1 1,-5-1 0,-7 1 0,-5-1 38,-4 0 1,-4-5 0,-6 0-1,-7 1-222,-6 3 0,-16-4 0,0-1 0,-6 3 399,-5 1 0,-3 3 0,-1-1 0</inkml:trace>
  <inkml:trace contextRef="#ctx0" brushRef="#br0" timeOffset="5836">1954 1712 8215,'0'-17'793,"0"5"1,0 0-385,0-1 0,0 3 0,2 0 0,2 1-299,2-1 0,0 4 0,-6-5 0,0-3-221,0-2 0,-8 1 0,-4 1 0,-3 5 137,-3 1 1,-1-4 0,-2 4-1,-4 1-63,-3-1 1,-1 4-1,-4 10 1,2 6 79,2 3 0,2 3 0,-2 1 1,7 4 38,9 6 1,3 2 0,6 0 0,-2-3-78,3-3 0,8 4 0,9-6 0,5-1-54,5-3 0,7-9 0,-2-5 1,2-3 2,-2-2 1,4 0 0,-6-2 0,0-3-98,-3-7 1,-5-4 0,-2-1 0,1 0-1,-1-1 1,-7 1 0,-4-1 47,-4 1 1,-2-1 123,0 1 1,-2 7 0,-4 4 12,-6 4 1,3 12-1,-1 6 1,2 5 117,4 0 0,2 1 0,2-1 0,0 2-159,0-1 1,8-3 0,6-2 0,7-1-231,8-4 1,4 1 0,2-7 0,0-2-157,0-2 0,2-10 1,0-2-1,0-1-152,-4-1 1,-12 0 0,-2-7 536,-5-4 0,-2 3 0,5-5 0</inkml:trace>
  <inkml:trace contextRef="#ctx0" brushRef="#br0" timeOffset="6234">2321 1555 8340,'6'-12'362,"0"1"1,0 5 0,-4-4 762,3 2-691,-3-5 0,6 13-209,-8 0 0,0 8 0,0 11 0,0 2 65,0 3 0,0 5 0,0-4 0,0 2-87,0 4 0,0-6 0,0-1 0,0-5-186,0-1 0,0-1 1,2 0-75,4 1 1,-2-8-68,7-5 0,-7-5 0,2-5 1,-4-9-39,-2-7 0,6-1 0,0-5 1,-2 0-127,-3 0 0,-1 4 1,0-5-1,0 1 53,0 0 0,2 6 0,2-3 73,2 5 0,2 4 0,-2 1 0,5 4 20,5 2 1,3 3 0,3 5 0,3 0-190,2 0 0,-4 0 0,6 2 0,1 3-219,-3 7 0,4-2 0,-8-1 0,-2-1 550,-1-4 0,-3 6 0,1 0 0</inkml:trace>
  <inkml:trace contextRef="#ctx0" brushRef="#br0" timeOffset="6585">2670 1660 8215,'0'17'995,"0"1"1,2-9 0,4-3-785,6-4 1,3-2 0,3 0-1,1-2-147,5-4 0,-5 3 0,6-9 1,-2-2-317,1-1 0,-1 3 1,-6 0-1,1-1-103,-1-3 1,-5 1 0,-2 1 0,-2 3 88,-5-3 1,-1 4 0,-4 1-1,-3-1 165,-7 0 1,-6 6 0,-3-1-1,-4 3 155,-2 2 1,5 7 0,-3 5-1,2 4 194,0 1 0,1 6 0,9 1 0,3-1-50,2 2 1,2 0-1,6 6 1,4-3-126,8-3 0,7-2 0,18-6 0,2 1-361,2-1 0,9-7 1,1-4-1,5-4-513,0-2 1,-1-8 0,-5-5 800,-3-9 0,3-5 0,-5-8 0</inkml:trace>
  <inkml:trace contextRef="#ctx0" brushRef="#br0" timeOffset="7233">4364 1642 8215,'0'-17'1708,"0"-1"0,0 7-1416,0-1 0,-1 2 0,-3-3-439,-2 1 0,-8 8 0,3-2 55,-5 5 0,-3 1 1,-3 0-1,-3 0-37,-2 0 1,4 7-1,-6 5 1,-1 3 236,3 3 0,2 5 0,8 2 0,-1 1-21,1-1 1,7 4 0,4-6 0,4-1-54,2-3 0,10-3 1,7-5-1,11-5-189,5-4 1,1-4-1,1-4 1,-2-5-25,-4-5 1,3-7 0,-7-2 0,0-1 72,0 1 1,-2-6-1,-5 2 1,-1-4-23,1-2 1,-3 0 0,-1-2 0,-4 0 36,-3 2 1,-1-3 0,-6 10-1,0 1 22,0 4 0,0 4 0,0 1 44,0 1 1,0 5 210,0 0 1,-2 8-176,-3-1 1,3 5 0,-6 5 91,0 7 1,4 4 0,-6 1 0,3 2 128,3 5 1,2-3 0,2 8 0,0 2 38,0 2 0,0 2 1,0 0-1,0 0-80,0 0 0,0 0 0,2 2 0,4 2-253,5 1 0,1-7 0,3-7 0,5-3-326,-1 0 0,3-5 0,-1-9 0,2-1-587,-1-4 0,-3-4 1,-2-6 373,1-6 0,-8-3 0,-3-4 601,1-5 0,-6 5 0,6-6 0</inkml:trace>
  <inkml:trace contextRef="#ctx0" brushRef="#br0" timeOffset="7483">4871 1555 8215,'0'-12'1570,"0"1"-978,0 7 0,0-2 0,0 14-356,0 9 1,0 1 0,0 7-1,0-2-296,0 0 1,0 7 0,0-7-1,0-2-274,0-1 1,0-3-1,2 1-759,4-1 0,-2-7 0,7-4 413,3-5 1,-6-2 0,-3-5 679,-3-6 0,6-11 0,2-4 0</inkml:trace>
  <inkml:trace contextRef="#ctx0" brushRef="#br0" timeOffset="7616">4888 1276 8215,'0'-12'1517,"0"0"-826,0 8-2108,0-3 1417,0 22 0,0-3 0,0 13 0</inkml:trace>
  <inkml:trace contextRef="#ctx0" brushRef="#br0" timeOffset="7949">5377 1852 8170,'10'2'2799,"-4"4"-1619,4-4 1,-10 3-1124,0-10 1,0 1 0,-8-8 0,0-2 86,-4-1 1,-1-4 0,-1-5 0,3-3-155,-3 0 1,-1-6 0,-1 2 0,2-6-129,3-4 1,5 1 0,-4 5 0,3 0-282,3 0 0,9-4 0,7 2 1,4 6-190,1 4 0,8 4 0,4 5 0,4 3 154,2 3 0,6 4 1,0 8-1,-2 0 12,-2 0 1,-3 2 0,-1 4 441,-3 6 0,3 3 0,-6 3 0</inkml:trace>
  <inkml:trace contextRef="#ctx0" brushRef="#br0" timeOffset="8199">5238 1642 8215,'0'12'570,"2"-2"159,3-3 0,-1-1-400,8-6 0,0 0 0,5 0 0,1 0-171,-1 0 1,2 0-1,5-2 1,5-2-548,4-1 1,-4-7 0,0 4 0,2 0-958,2 1 0,0-5 1346,-4 6 0,4-7 0,-6 3 0</inkml:trace>
  <inkml:trace contextRef="#ctx0" brushRef="#br0" timeOffset="8532">5866 1869 8215,'0'12'555,"0"0"1,0-7 329,0 7 1,2-8-451,4 2 0,-2-12 1,6-6-218,-2-3 0,-3-10 0,-5-3 1,0-1-18,0 0 0,-2-6 0,-1-7 0,-5-1-128,-2 0 0,4-5 0,-3 3 0,1-2-397,4 1 0,2 7 0,2-2 0,0 6-187,0 6 1,4-2-1,6 8 1,7 4 44,2 5 1,7 0 0,-1 9-1,0 1-47,0 2 0,1 2 1,-5 0-1,2 2-94,-1 4 0,-9 3 607,-1 9 0,-8-1 0,3 1 0</inkml:trace>
  <inkml:trace contextRef="#ctx0" brushRef="#br0" timeOffset="8802">5814 1642 8905,'-10'0'2731,"4"0"-2527,12 0 0,4 0 0,9 0 0,3 0-383,1 0 1,6 0 0,-4 0-1,3 0-778,3 0 1,0-6-1,0 1 957,-2 1 0,-8-6 0,4 0 0</inkml:trace>
  <inkml:trace contextRef="#ctx0" brushRef="#br0" timeOffset="9051">6268 1590 8720,'0'17'365,"0"-5"1,0 0-1,-2 1-227,-4 3 1,4 7-1,-3 0 1,3 1-382,2 1 1,0-6-1,0 5-362,0-5 0,2-2 0,3-1 117,7-4 1,-2-5 0,-1-9 487,-1-3 0,6-5 0,-5-8 0</inkml:trace>
  <inkml:trace contextRef="#ctx0" brushRef="#br0" timeOffset="9199">6460 1433 9132,'-8'-10'1887,"5"-4"-2372,-9 9-12,8-1 0,-2 12 497,12-1 0,4 9 0,7-4 0</inkml:trace>
  <inkml:trace contextRef="#ctx0" brushRef="#br0" timeOffset="9518">6914 1660 8231,'10'-2'1384,"-4"-4"-1020,-4-6 0,-2 3 1,-2-1-41,-4 2 1,2 0 0,-8 5-1,-1-3-239,-3 2 1,-1 2 0,-3 2 0,-1 0-162,-2 0 0,-2 8 1,3 3-1,-1 5 106,2 1 0,1 3 0,3 1 0,1 4 138,5 2 0,-3-5 0,8 1 0,2-2-203,2 3 1,4-5-1,6 2 1,8-5-420,5-4 0,10-8 0,-2 1 0,4-3-1231,2-2 0,0 0 1685,0 0 0,8-7 0,1-3 0</inkml:trace>
  <inkml:trace contextRef="#ctx0" brushRef="#br0" timeOffset="9902">7176 1642 7787,'2'-15'269,"4"3"1,-4 2 428,4 5 1,-4 5-101,-2 0 0,-6 7 0,-2 13-282,-2 3 0,5-4 1,-5 5-1,2-5-47,4-1 0,2 5 0,2 0 0,0-1-68,0-3 1,8-2-1,6 1-297,7-1 1,0-1-1,7-4 1,-1-7-85,0-3 1,2-2-1,6 0 1,-2-2-45,-4-3 0,-2-5 0,-6-8 1,3-1-130,-3-4 1,-9 3-1,-6-5 0,-4 2-2,-2-1 0,0 1 1,0 6-1,0-1-524,0 1 0,-8 7 312,-4 4 1,2 4-1,1 4 567,1 4 0,2 4 0,6 7 0,0 1 0</inkml:trace>
  <inkml:trace contextRef="#ctx0" brushRef="#br0" timeOffset="10202">7892 1293 8231,'0'-17'115,"0"5"1,2 2 734,4 2-212,-4 3-366,6 5 1,-14 7 0,-2 7-37,-2 7 1,5 1 0,-5 7 0,0 2 37,1 2 0,3 8 0,-4 1 0,0 1-144,1 0 0,5 5 0,-2-1 0,4 1-222,2-1 0,0-5 1,0-7-1,0-2-707,0-3 0,6-5 1,2-10-837,1-3 0,-3-4 1635,6-8 0,-1 0 0,7 0 0</inkml:trace>
  <inkml:trace contextRef="#ctx0" brushRef="#br0" timeOffset="10534">8224 1328 8231,'16'-18'42,"-3"1"231,-1 0 0,-2 5 21,1 0 1,-3 10-1,-8 2 130,0 10 1,0 6 0,-2 3-1,-2 4 11,-2 6 1,-5 0 0,5 4 0,0 4-3,-2 0 1,4 6 0,-5 0 0,1 1-151,4 5 1,-4-5 0,2 1 0,3 0-348,1-1 1,2-5 0,0 2 0,0-6-739,0-6 0,0-4 0,2-7 1,3-3-517,7-3 1,-2-5 0,1-8 1317,3-5 0,-6-4 0,-1-7 0</inkml:trace>
  <inkml:trace contextRef="#ctx0" brushRef="#br0" timeOffset="10683">8084 1625 10260,'8'-10'590,"2"2"1,9 8-1,6 0-669,10 0 1,8-2 0,9-1 78,1-3 0,7-8 0,2 4 0</inkml:trace>
  <inkml:trace contextRef="#ctx0" brushRef="#br0" timeOffset="11565">1885 2341 8138,'7'-10'442,"-5"0"100,4 5 1,-4 1 157,-2-8 0,2 8 280,4-2-596,-4 4 1,5 4 0,-7 4 0,0 8-102,0 7 0,-1 8 0,-3 10 0,-2 4-211,2 1 0,2 5 0,2 7 0,0 0-406,0-5 1,0-1 0,0-9 0,0-4-655,0-6 1,0-6-1,2-9-51,4-5 0,2-5 1,5-12 207,-1-5 1,-8-11 830,1-1 0,-10-16 0,-5 2 0</inkml:trace>
  <inkml:trace contextRef="#ctx0" brushRef="#br0" timeOffset="11749">1535 2516 8136,'10'0'1066,"-2"0"1,0 0-1,3 0 1,7 0-1064,5 0 1,6 0-1,12 0 1,5 0-691,5 0 1,1-6 0,-1-2 0,-3 0-884,-1 0 1570,-1-5 0,7 3 0,-1-7 0</inkml:trace>
  <inkml:trace contextRef="#ctx0" brushRef="#br0" timeOffset="12165">2391 2603 8210,'16'-12'639,"-5"1"1,-3 5-385,-8-6 1,0 6-1,-2-3-408,-4 1 0,-4-4 0,-7 6 0,0 2 84,-1 3 0,-5 1 0,-2 1 1,-1 5 220,1 6 0,-4 3 0,6 3 0,1 1-10,3 5 1,7-3 0,3 8 0,1 2 31,4 2 1,6-4 0,10-2 0,11-1-228,8-5 0,6-4 0,4-5 1,5-6-61,5-4 1,-1-10-1,-1-6 1,-5-7 52,-1-8 0,-10 2 0,-12-2 0,-5-2-118,-5-2 0,-7 0 1,0 2-1,-8 3 176,-7 3 1,-13 4 0,-5 7 0,-6 5 32,-5 1 1,3 2 0,-4 8 0,4 6-170,2 9 0,2 1 0,4 7 0,6-2-319,3 0 1,11 7 0,3-7 0,4-2-1001,2-1 1457,8-3 0,9-7 0,10-2 0</inkml:trace>
  <inkml:trace contextRef="#ctx0" brushRef="#br0" timeOffset="12632">3806 2481 8971,'9'2'1791,"-3"3"0,-4-1-1356,-2 8 0,0 0 0,-2 5 0,-2 2-36,-2 5 0,1-3 1,5 6-1,0 0-526,0 1 0,0-1 0,0 4 1,0-4-757,0-2 0,0-2 0,0-5-986,0-1 0,2-1 752,3-4 1,-3-12 1116,4-12 0,-12-11 0,-3-5 0</inkml:trace>
  <inkml:trace contextRef="#ctx0" brushRef="#br0" timeOffset="12799">3683 2306 11752,'2'-16'-497,"4"5"1,-2 3 496,8 8 0,-8 8 0,3 1 0</inkml:trace>
  <inkml:trace contextRef="#ctx0" brushRef="#br0" timeOffset="13349">4417 2777 8210,'0'-17'985,"6"5"-442,0 1 1,-1-1-240,-5-5 1,0-1 0,-2 3-110,-3 3 1,-3-4-1,-6 7 1,3-1-1,-3 4 1,-2-2 0,-1 3 0,0 1-169,-1 2 0,-1 2 0,-3 0 0,-1 2-130,2 4 0,1 9 1,3 10-1,-1 1 120,1-1 0,1 6 1,5-2-1,5 2-27,4-2 1,2-4 0,0-5 0,4-1-57,8-1 0,1 1 1,14-13-1,0-2-190,1-2 1,-1-4-1,4-4 1,-4-6 40,-2-3 0,4-10 1,-5-5-1,-3-3 80,-2-2 0,-1 1 0,-3-3 1,-1-2 66,-2-2 1,-7-7 0,5 1 0,-2-1 113,-4 1 0,-2 4 0,-2 8 0,0 0 253,0 0 0,-2 8-165,-4 4 0,2 11 1,-6 9-140,3 6 0,-5 7 0,4 9 0,0 3 121,1 1 0,-5 8 0,6-2 0,2 4-31,2 2 0,2 0 1,0 2-1,2 2-105,4 2 0,-2-1 1,8-7-1,3-2-481,6-2 1,5-1-1,5 1 1,-2-8-283,2-7 0,0-7 0,0-7 783,-2 0 0,-8-7 0,5-3 0</inkml:trace>
  <inkml:trace contextRef="#ctx0" brushRef="#br0" timeOffset="13715">4801 2673 8434,'10'-8'795,"-1"6"1,-3-4-659,6 4 1,-2 2 0,3 0 0,5 0 53,3 0 1,4 0-1,-1 0 1,3 0-198,0 0 0,4-6 0,-8-1 0,-1-3-101,-3-4 1,-7 5 0,-3-3 0,-1-2-10,-4-1 1,-2-3-1,-4 1 1,-4 1 27,-5 5 0,-5-3 1,-1 8-1,-3 3 105,-3 1 0,-2 2 1,-6 2-1,3 3 149,3 7 1,2 5-1,5 5 1,1 3 164,-1 2 0,7 0 1,1 4-1,2-1-99,4 1 1,10-4 0,6 0 0,5 0-346,7 0 0,3-11 1,10 1-1,2-3-324,1-4 0,7-3 0,-6-7 0,-3-2-383,-1-3 1,-2-5 0,-2-8 0,-4-1 819,-5-4 0,-5-5 0,-2-6 0</inkml:trace>
  <inkml:trace contextRef="#ctx0" brushRef="#br0" timeOffset="14115">5430 2516 8210,'11'1'639,"1"5"230,-8-4 1,10 8-650,-9-4 0,1 3 0,-6 9 0,0-1 17,0 1 0,0-1 0,0 3 1,2 1-114,4 2 1,-2 3-1,6-5 1,-1 2-78,1-1 1,2-3 0,5-2 0,1-1-120,-1-4 1,2 1-1,3-7 1,1-2-139,-2-2 1,5-4-1,-1-2 1,0-4-83,0-1 1,-1-9 0,-7-5 0,0 1-118,1 3 1,-6-4 0,-3-1 0,-1 3 181,-4 2 1,0-3 0,0 3 0,2 3 340,-3 1 1,-3 7 84,-5 2 0,-5 6 0,-6 6 0,3 6 125,1 3 1,8 5-1,-2 1 1,4 4-118,2 2 1,0-5 0,0 3-1,2-2-403,4 1 0,4-1 0,9-6 0,5 1-112,5-1 0,4-7 0,2-4 0,0-4-336,0-2 1,-1-2 0,1-2 0,-2-6 643,-4-5 0,4 1 0,-5-11 0</inkml:trace>
  <inkml:trace contextRef="#ctx0" brushRef="#br0" timeOffset="14365">6478 2288 8338,'0'-17'563,"0"0"0,-2 5-89,-4 0 0,4 10 0,-4 2 50,4 10 0,2 11 0,0 5 0,0 1-152,0 4 0,-6 10 0,1 3 0,1 3-113,2-1 1,-4 1-1,0 3 1,2-1-269,2-3 0,2-7 1,0 2-1,2-6-499,4-6 1,2-4 0,5-9-1,-1-3-419,2-1 0,-5-8 0,3 2 1,0-6-264,-3-6 0,-1 0 1190,-8-11 0,8 3 0,2-11 0</inkml:trace>
  <inkml:trace contextRef="#ctx0" brushRef="#br0" timeOffset="14515">6268 2620 9592,'-10'0'3326,"5"0"-3405,10 0 1,11 0-1,9 0 1,2 0-678,4 0 0,8 0 0,2 0 756,-2 0 0,13-7 0,2-3 0</inkml:trace>
  <inkml:trace contextRef="#ctx0" brushRef="#br0" timeOffset="14748">6932 2655 9298,'9'8'418,"-1"2"1,-8 7 121,0 1 0,0 5 1,0 0-1,0 0-454,0 3 1,0-7 0,0 4-1,2-3-846,4-3 1,-2 1 0,7-3-154,3-3 1,-4-4 912,1-8 0,1-8 0,6-2 0</inkml:trace>
  <inkml:trace contextRef="#ctx0" brushRef="#br0" timeOffset="14898">7019 2463 9000,'0'-10'397,"0"3"0,8 7 0,2 0 0</inkml:trace>
  <inkml:trace contextRef="#ctx0" brushRef="#br0" timeOffset="15232">7421 3039 8167,'-8'-9'1957,"6"-7"-1292,-4 5 1,2 1 0,0-2-236,-1-1 1,-7-3 0,6-1-1,2-1-131,2 1 0,-3-8 1,-1-5-1,2-3-119,2-2 1,2 1 0,0-3 0,0-2-295,0-2 1,0-5 0,2 3 0,4 0-541,5 0 1,-1 3 0,2 7 0,1 2 139,3 2 0,1 7 1,1-1-1,-1 4-3,1 1 0,1 3 0,2 3 0,5 6-135,1 4 0,-4 2 0,6 0 652,2 0 0,2 8 0,2 2 0</inkml:trace>
  <inkml:trace contextRef="#ctx0" brushRef="#br0" timeOffset="15498">7281 2690 11171,'17'0'0,"1"0"113,-1 0 1,7 0 0,1 0-1,4 0-393,8 0 0,-2 0 1,6 0-1,-5 0 280,-1 0 0,0 0 0,0 0 0</inkml:trace>
  <inkml:trace contextRef="#ctx0" brushRef="#br0" timeOffset="16165">7840 2708 10278,'0'11'980,"0"1"1,0 0-969,0 5 1,0-5-1,2-3-126,4-1 1,-2 4 0,7-6-72,3-3 1,1-1-1,3-2 65,-1 0 1,1 0-1,-1 0 54,1 0 0,-3-2 0,-1-3 0,-3-5-86,3 0 1,-4-3-1,-1 5 1,1 0-84,0 0 1,-4-3-1,3 3 111,-1-2 0,4-1 522,-7-7 696,1 8 474,-6 3 1318,0 7-2913,-7 0-62,5 0-59,-6 0 14,0 0 82,6 0-96,-6 0-2107,1 0 550,5 0 1,-12 2 1704,8 3 0,-7-3 0,3 6 0</inkml:trace>
  <inkml:trace contextRef="#ctx0" brushRef="#br0" timeOffset="17115">7875 2638 7062,'10'0'3266,"-3"0"-1871,-7 0-1115,0 8 1,-6-5 0,1 9 69,1 2 0,-4-5 0,2 3-212,2 2 0,2 1 0,0 1-262,-3-5 1,3 5 4,-4-5 0,6-3 1,4 0-1,3-2-82,3 0 0,2-1 0,5-5 0,1 0 13,-1 0 0,1 0 1,-1 0 164,1 0 0,-1-2 0,1-1 14,-1-3 1,-1-2 0,-3 4 0,-3-4-76,-2-1 0,3 3 0,-3-6 59,2-1 1,-1-3 0,3-1 0,-4-1-5,0 1 0,-5 5 0,7 0 28,-2-1 1,-2-3-73,-6-1-139,0 7 23,0 2 476,0 8-184,-8 0 1,6 2 200,-4 4 1,4-2 52,2 8 0,-6-1 0,1 7-68,1-1 1,0 1 0,0 1 0,-2 4-18,2 6 0,2 6 1,2 8-1,0 10 67,0 9 0,0 6 1,0 3-1,-2 3-237,-3 2 0,3-3 0,-4-8 0,2-7-280,-2-4 0,2-17 1,-6-8-1,1-10-108,-1-7 1,-2-4 0,-5-10 0,0-6-349,-1-9 1,-7-3-1,-4-9 1,-4-2-140,-2-2 0,6 0 0,3 2 0,5 2 341,6-2 0,9 0 0,2 0 0,10 4 67,11 1 1,10 1-1,16 4 1,9-2 207,11 1 0,12 3 0,9 1 0,7 1 157,-42 8 0,1 0 0,6 3 0,2 1 0,1 0 0,1 0-263,-1 1 0,0 0 1,0 1-1,0 1 1,3 2-1,-1 0 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3:02.6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81 7983,'0'-18'284,"0"1"376,0-1 1,0 6 1030,0 1-1298,0 7 1,0 10 0,0 13-271,0 6 0,0 5 0,0 6 0,0 5-219,0 6 1,0-3-1,0 3 1,0-1-167,0-1 1,0-2 0,0-8 0,0 0-527,0 0 0,0-2 0,0-4-52,0-6 0,2-11 0,1-9 840,3-6 0,0-23 0,-6-10 0</inkml:trace>
  <inkml:trace contextRef="#ctx0" brushRef="#br0" timeOffset="1101">472 430 7983,'0'-18'-173,"0"1"1,0-1 1213,0 1 1,0 5 626,0 1-1357,0 7 0,0 12 0,0 13-141,0 4 1,6 6 0,0-6 0,-2 3-7,-2 3 0,-2 0 0,0-2 0,2-4-333,3 0 0,-3-5 0,6 3-61,0-4 0,-4-3 0,7-5 122,3-5 0,0-6 0,-1-6 1,-1-7 9,1-8 0,-3-1 1,2-7-1,-1-2-130,-1-2 1,6-2-1,-7 0 1,3 2 100,0 4 0,-3-2 1,3 8-1,-4 1-24,-1 3 0,-3 3-4,8 5 1,-2 5 0,3 14 221,-1 9 0,-8 3 0,4 7 1,-3 0 154,1 0 1,2-4 0,-4 7 0,4-1-58,1-2 1,-3-2-1,4-7 1,-1-3-89,1-3 0,-4 1 1,6-7-1,1-2-88,3-2 0,1-4 1,1-6-1,-1-7-112,1-7 0,-1-9 0,1 2 1,-1-4 52,0-2 0,7 0 0,-3 2 1,-3 4 38,-5 6 0,-7 0 0,4 3-287,-3 5 1,-1 5 89,-6 4 0,0 16 0,0 19 396,0 4 0,0 4 1,0 2-1,2 3-21,4 3 1,-2-6 0,8 2-1,1-5 83,3-1 1,1 0 0,1-2-1,1-4-542,4-5 1,-1-13 0,7-5 0,0-4-753,-2-2 0,-2-8 0,-9-3 1064,-5-5 0,5-9 0,-6-2 0</inkml:trace>
  <inkml:trace contextRef="#ctx0" brushRef="#br0" timeOffset="1648">1712 325 8086,'0'-17'653,"0"-1"0,0 10 0,-2 8 0,-2 12-274,-2 9 1,-1 8 0,3 12 0,-2 8-98,2 7 0,2 6 1,2 10-1,0 4-120,0 5 1,6 2-1,2-1 1,1-8-134,5-8 1,0-8-1,-1-13 1,-3-11-597,-2-8 284,5-15 1,-11-11-1,4-13 1,-4-9-187,-2-7 0,-6-4 1,-2-2-1,-1-1 57,-5-5 1,-1 4 0,-3-6 0,1 2 185,-1 1 0,7-9 0,1 3 1,2-5 145,4-1 1,2 3-1,4-1 1,6-3 188,9 5 1,11-3-1,10 11 1,5 1 168,2 2 0,1 6 0,7 6 1,-3 9 90,-3 7 1,-5 5 0,-9 9-1,-4 9-260,-5 7 1,-13 8 0,-5 10 0,-4 2-134,-2-2 1,-10 4-1,-5-3 1,-6-3-161,-1-6 1,-3 0 0,0-6 0,-2-1-62,-4-5 1,-2 1 0,-2-15-1,0-1-90,0-2 1,0-4-1,2-4 1,4-7-33,6-8 0,3-1 0,3-5 1,1 0 366,4 0 0,5-2 0,7-6 0</inkml:trace>
  <inkml:trace contextRef="#ctx0" brushRef="#br0" timeOffset="2031">2323 308 7983,'12'-8'173,"0"-4"1,-8 2-1,3 1 1633,1 1-1555,-6-6 0,6 14 1,-8 0-1,0 10-72,0 6 1,-6 3 0,0 2 0,2 5-9,2 1 0,2 2 0,0 4 0,0-4-122,0-6 0,0 2 0,0-1 0,0-3 163,0-1 1,0-9 170,0 1 1,0-10 0,0-2-543,0-10 0,0-5 1,0-5-1,0-1-15,0-3 0,0-5 1,0 6-1,0 0-106,0-2 1,0 5-1,2-3 1,4 3-96,6 3 1,3 0 0,5-1-1,3 1 89,6-1 0,4 7 1,2 1-1,2 2-167,4 4 1,-3 2 0,7 2-1,-2 0-816,-5 0 1269,-1 0 0,-2-8 0,0-1 0</inkml:trace>
  <inkml:trace contextRef="#ctx0" brushRef="#br0" timeOffset="2431">3022 377 7983,'12'2'31,"-1"4"1,-5-4 427,6 4 1,-6-4 0,3-4-178,-1-4 1,0 4 0,-4-6-139,1 1 0,1-3-151,-6-8 0,-8 3 0,-3 3 0,-5 6 7,-1 5 1,-8 1 0,-4 0 0,-4 0 28,-2 0 0,6 7 0,1 5 0,1 5 77,0 7 1,6-3 0,-1 8-1,9 2-28,7 2 1,4 2 0,4 0 0,4-2 5,5-4 0,13-4 1,5-9-1,4-4-116,2-7 1,0-3-1,0-4 1,-1-3-74,1-7 0,-2-11 1,-4-6-1,-7-4-121,-9-2 1,-3 0 0,-6 0-1,0 2 27,-6 4 0,-6-2 0,-11 7 1,-5 3-74,-5 2 1,-2 3 0,0 4-1,2 7-27,-2 3 0,6 4 0,2 5 0,3 9-35,3 5 1,7 10 0,4-4 333,4 1 0,2 12 0,0-3 0</inkml:trace>
  <inkml:trace contextRef="#ctx0" brushRef="#br0" timeOffset="2816">3406 308 12430,'0'19'0,"0"4"136,0 6 1,2-1 0,2 1 0,4 2-1,1 2 1,3-4-1,6-2 1,-3-2-135,-3-3 1,3-5-1,-3-5 1,3-7-70,3-3 0,-6-2 0,-3-2 0,1-5-97,0-11 1,-7-1 0,5-10-1,-2-2 15,0-2 1,0-2-1,-6 0 1,0 0 3,0 0 0,6 6 0,-1 2 0,1 0-251,2-1 0,-4 7 0,7-2-442,3 3 1,2 5 268,1 3 1,-5 6 0,-3 12 568,-1 6 0,-2-3 0,-6 3 0,-8 0 0,-1 5 0</inkml:trace>
  <inkml:trace contextRef="#ctx0" brushRef="#br0" timeOffset="3134">3878 447 8063,'9'0'1045,"-1"0"0,-6 0 0,4 0-875,6 0 1,3-2 0,3-2 0,1-3 37,4-3 0,-1-2 0,5-5 1,0-1-225,0 1 1,-6-2 0,3-3 0,-5-1-247,-1 2 0,-9-5 1,-3 3-1,-4 2 4,-2 1 1,-8 9-1,-5 1 1,-9 2 350,-7 4 1,2 4 0,-2 6-1,0 8 35,2 7 1,-2 6-1,9 8 1,5 2 135,-1 4 1,8-2-1,4 5 1,8-1-262,8-4 0,19-2 0,14-4 0,15-6-2233,16-10 2230,15-7 0,6-26 0,-45 7 0,1-1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3:01.21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1 210 7983,'0'10'2686,"0"-2"-1659,0-8 0,7 0-972,5 0 0,4 0 0,5 0 1,6 0-39,8 0 1,19 0 0,7 0 0,10 0-57,11 0 0,11 0 0,6 0 1,-48 0-1,1 0-40,0 0 0,1 0 0,0 0 0,0 0 1,1 0-1,-1 0 0,0-1 0,-1 0-319,45-5 1,-12 2-1,-7-5 1,-4-1-407,-6 0 1,-12 0 0,-4-3 0,-11 1 803,-10-1 0,-6-3 0,-7-1 0</inkml:trace>
  <inkml:trace contextRef="#ctx0" brushRef="#br0" timeOffset="598">1974 1 7983,'-11'0'1070,"-1"0"-448,8 0-237,-11 0 0,15 0-295,0 0 0,9 0 0,13 0 0,3 2-116,2 4 0,-4-2 1,6 7-1,0 1 9,-1-2 1,5 5 0,-6-5 0,0 1-107,-4 1 0,-3-2 0,-5 3 0,-1-3-69,-3-2 0,-7 5 0,2-1 169,-4 4 1,-16-5 0,-3 1 0,-2-1 177,-1-1 0,-3 6 0,-2-5 0,-1 3 7,1-2 1,-4 3-1,6-3 1,1 1-99,3-1 0,2-2 0,-1-6-79,1 1 0,-1 1 0,1-6-63,-1 0 1,3-8 0,1-3 0,4-5-30,3-1 1,-7-3 0,2-1-1,-1-2-38,1 1 1,-1 3 0,5 2 0,0-1-282,0 1 1,3-7 0,5 1-779,0 2 1204,0 1 0,7-5 0,3-2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3:09.6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122 437 7983,'-5'-11'-175,"-1"-1"1,-6 6 734,6-6 1,-1 9 0,3-5 910,-2 0 113,0 6-1224,6-6 1,2 24 0,2 7-59,2 8 0,5 14 1,-3 5-1,2 10-188,3 8 1,-3 6 0,2 13 0,-1 1-217,-1-1 1,4-15 0,-7-8 0,1-12-1007,0-11 1025,-2 0 1,-6-37 0,0-4 0,0-14-224,0-9 1,-2-4-1,-4-8 1,-6-2 28,-3-4 0,-3 2 1,1-5-1,-1-1-6,1 0 0,0-1 0,-1-7 0,3 1 144,3 0 1,4 1-1,8 3 1,0 3 39,0 2 1,8-3 0,5 5 0,9 4 96,7 6 0,4 8 0,2 9 1,2 5 50,3 1 0,-1 2 1,6 8-1,0 4-169,-1 5 1,-5 7 0,0 5 0,-8 4 91,-8 0 1,-5 6-1,-7-3 1,-5 1 24,-4-2 0,-4 2 0,-6-6 0,-9 2 144,-10 4 0,-6-4 1,-4 1-1,-4-3-146,-6-4 1,3-7 0,-3-5 0,1-1-251,1-4 0,2-2 0,8-4 1,2-4-335,4-5 1,0-5 0,12-3 588,7-5 0,6-3 0,4-8 0</inkml:trace>
  <inkml:trace contextRef="#ctx0" brushRef="#br0" timeOffset="433">664 542 8224,'10'-2'1001,"-5"-4"1,-1 4 0,2-4-501,6 5 0,3 1 0,3 0-464,-1 0 0,1 0 1,-1 0-1,1 0-251,-1 0 0,0-2 0,1-2 0,-1-4-154,1-2 1,-6 4 0,-3-5 0,-1-3 31,-4-1 1,4-3 0,-4 1 215,-6-1 1,-6 3 0,-10 3 0,-1 6 168,-4 4 0,1 4 1,-7 4-1,-2 6 189,-2 3 0,6 11 1,4 1-1,3 2 38,3 0 0,1 6 0,5 6 1,5-3-19,4-1 0,6-2 1,7-2-1,13-2-202,7-2 1,11-9 0,5-3 0,3-9-329,3-6 1,-1-2 0,-1-2-1,-5-4-235,-5-5 1,-6-5 0,-4-1 0,-6-3 506,-5-3 0,1-4 0,-11-8 0</inkml:trace>
  <inkml:trace contextRef="#ctx0" brushRef="#br0" timeOffset="801">1205 437 11267,'2'29'0,"2"2"321,2 6 1,2 0 0,-4 8 0,3-1-49,3 1 1,-4 0 0,4 1-1,-1-5 20,1-4 0,-6-10 0,2-4 29,-4-3 1,0-11 0,1-5 0,3-8-414,-2-7 0,-2-5 0,-2-3 1,0-4-71,0-7 1,0 3 0,0-2 0,0 0-244,0 2 0,-2-4 0,-2 6 1,-2-1-22,2 1 0,3-4 1,1 6-1,0 1 46,0 3 1,7 2-1,5-1 1,3 3 106,3 3 0,1-2 1,5 7-1,5-1 39,4 0 0,4 2 1,1 6-1,3 0-227,-2 0 1,-2 0 0,-2 0 459,0 0 0,0 8 0,0 2 0</inkml:trace>
  <inkml:trace contextRef="#ctx0" brushRef="#br0" timeOffset="1183">2009 961 7983,'0'12'571,"0"-1"0,0-5 344,0 6 1,0-10-586,0-2 1,0-8 0,0-9-91,0-1 1,0-1 0,0-5-1,0-5-31,0-4 1,0-2 0,-2-1 0,-2-5-114,-2-6 0,-6-5 0,5-4 0,-3-3-232,-4 3 0,6-4 1,3 2-1,3 1-119,2 3 1,0 9-1,2 7 1,3 5-198,7 4 0,6 7 0,3 1 0,4 5-98,2 5 0,2 5 1,8-4-1,2 2 75,2 5 1,2 1-1,-5 2 1,3 0 474,-2 0 0,-2 0 0,5 7 0,3 3 0</inkml:trace>
  <inkml:trace contextRef="#ctx0" brushRef="#br0" timeOffset="1434">1921 525 8063,'-11'0'634,"-1"0"1,10 0-388,2 0 1,8 0 0,9 0 0,3 0-553,3 0 0,10-6 0,8-2 0,-1 0-285,3 0 1,0 1 0,5 1 589,-1-6 0,-8-3 0,3-3 0</inkml:trace>
  <inkml:trace contextRef="#ctx0" brushRef="#br0" timeOffset="1881">2672 629 7983,'0'-17'180,"2"-1"-195,4 1 1,-4-1 194,4 1 0,-6 1 0,-4 3 0,-4 3-71,-2 2 1,-1 3 0,-9 5-1,-1 0 82,-2 0 1,-6 0 0,3 0 0,-1 2 154,-4 3 0,4 7 1,0 9-1,0 5-67,0 1 0,5 2 1,1 6-1,7 0-191,8 0 1,4-6-1,4 0 1,4 0-261,6-2 1,5-2 0,9-9 0,7-4-32,5-7 0,3-3 0,-6-2 0,0-2 8,0-3 1,-2-7 0,-4-9 0,-6-5 10,-3-1 0,-9-4 0,-1-8 0,-2-1 46,-4 1 0,-10 2 1,-6 4-1,-3 2 76,-3 2 0,-7 13 0,-4 1 0,-2 5-106,2 6 0,-2 4 0,5 6 1,1 6-126,0 3 1,8 10 0,5 4 0,0 4 11,3 2 0,3 0 1,12 0-1,5-2 281,5-4 0,3-3 0,4-9 0,7 0 0,10 1 0,5-1 0</inkml:trace>
  <inkml:trace contextRef="#ctx0" brushRef="#br0" timeOffset="2230">2917 559 10470,'0'18'0,"0"-1"280,0 1 1,0-1 0,0 3 0,2 1-298,3 2 1,-1 6-1,6-5 1,-2-3 95,-4-1 1,3-3-1,-1 0 280,-2 1-246,6-8 0,-8-10 0,4-14-101,-4-7 1,-2 1 0,-2-3 0,-2 4-35,-2 1 1,-2-5-1,4 0 1,-2 1-45,3 3 0,1 1 1,2 1-1,0-1-312,0 1 0,9 5 0,7 1 0,7-1-137,4 2 1,8 1 0,10 5-1,3-2-757,7 2 1272,9 2 0,6 2 0,9 0 0</inkml:trace>
  <inkml:trace contextRef="#ctx0" brushRef="#br0" timeOffset="3347">3545 542 11417,'0'17'0,"0"1"174,0-1 1,0 7 0,0 1 0,2 0-170,4 0 0,-4 4 0,4-5 0,-2-3-133,2-1 1,-2-5 226,7-3 0,-5-5 0,6-8-102,1-5 0,-5-4 0,-2-9 0,-2-3-155,2-1 1,-3 0 0,7 3 0,0-1-164,0-2 1,-5-1 0,7 7-1,0-1 100,-3 1 0,7 5 1,-5 1-1,5-1 112,1 2 1,1 3 0,-1 7-1,1 0 122,-1 0 0,1 7 0,-1 5 0,-1 5 207,-5 7 1,3-3 0,-6 8 0,0 2 76,-1 2 0,-1-4 0,-6-2 1,0-1 58,0-5 1,6 4-1,2-3-145,1-7 1,-3-5 0,6-10 0,1 0-75,3 0 1,1-10 0,1-5 0,-1-9-331,1-3 1,-1 0-1,1-4 1,-1 2 12,1-2 1,-1 4 0,1-1-1,-3 3-123,-3 4 1,1 1 0,-5 5 0,0 1-227,0 3 0,-1 7 414,-1-2 0,-4 6 0,6 6 0,-2 5 188,0 5 1,-1 1 0,-5 3 0,0 1 127,0 3 0,6 5 0,0-4 0,-2 0 71,-2 0 0,-2 1 0,0-5 0,0 2-196,0-1 0,6-3 0,1-2-659,3 1 1,-4-8 0,6-5-680,1-3 1,3-2 1261,1 0 0,1-7 0,-1-3 0</inkml:trace>
  <inkml:trace contextRef="#ctx0" brushRef="#br0" timeOffset="3864">5030 717 7983,'0'-18'-522,"0"1"1114,0-1 0,0 1 1,0-1-291,0 1 1,0 5 0,-2 1-1,-4-1-282,-5 2 1,-5-3-1,-1 5 1,-3 0-35,-3 0 1,-4 3 0,-8 5-1,0 0 130,0 0 0,0 7 1,0 5-1,2 3 14,4 3 1,-2 5-1,8 2 1,1 3 69,3 3 0,9-4 0,4 2 0,4 0-162,2-2 1,4 4 0,6-7 0,9-3-68,7-2 1,3-9 0,8-4 0,1-4-54,3-2 1,0-2 0,-6-2 0,-2-6-74,-4-5 1,-2 1 0,-6-11 0,3 2 6,-3-1 0,-3-5 0,-5 6 0,-3 2 128,-2 1 1,-3 3 0,-5-1-23,0 1 1,-2 7-1,-3 4 1,-5 6 69,0 6 1,-3 4-1,7 7 1,0 3 80,-2 3 1,6-2 0,-4 6 0,6-1-131,6-5 0,-2 4 1,10-1-1,3-3-131,5-2 0,9-3 0,-4-5 0,2-5-309,0-4 1,0-2 0,6 0 0,-2-2-340,-4-4 0,-4-3 0,-9-11 800,-4-3 0,3 4 0,-5-7 0</inkml:trace>
  <inkml:trace contextRef="#ctx0" brushRef="#br0" timeOffset="4264">5397 542 9446,'0'-10'1778,"0"18"-1603,0 15 0,0 1 1,0 1-1,2-2 0,3 0 0,-1 8 0,6-3 0,0-1-121,-1-4 0,3 2 1,6-1-61,-1-3 0,-5-4 0,-1-5 0,3-6-154,1-4 1,-3-4-1,0-4 1,1-6-189,3-3 1,-1-8-1,-1-3 1,-2 1-55,1 0 0,1-4 0,-1 6 0,-3 1 166,-2 3 0,3 1 0,-3 3 32,2 3 300,-6 4 0,3 16 0,-7 4 0,0 3 327,0 3 0,0 5 0,2 2 0,4 2-101,6 5 0,-2-7 0,1-2 0,5-4-508,5-1 1,0-1-1,9-1 1,-1-4-306,-2-7 1,6-3 0,-4-4 0,2-3-698,-2-7 0,-6-9 1188,-11-3 0,4-7 0,-7 4 0</inkml:trace>
  <inkml:trace contextRef="#ctx0" brushRef="#br0" timeOffset="5047">6567 542 7983,'0'-17'356,"2"5"0,2 0 52,1-1 1,1-3 0,-6-1-202,0-1 0,0 7 0,-2 1 0,-4 0-170,-5 0 1,-5 7 0,-3-3 0,-2 4-100,-3 2 0,-5 2 1,4 4-1,-2 7 115,-4 9 1,4-1 0,-3 8 0,1 4 81,2 6 1,8-2 0,9 3 0,2-3 77,4-2 0,2-2 0,6-2 0,6-4-216,8-1 0,11-5 0,2-9 0,6-7-182,3-3 1,1-2-1,-6-2 1,0-3-316,0-7 0,-2-4 0,-4-1 0,-6 0-838,-3-1 1,-5-1 1337,-3-5 0,3-3 0,-5-8 0</inkml:trace>
  <inkml:trace contextRef="#ctx0" brushRef="#br0" timeOffset="5380">6741 717 7983,'12'-6'0,"-2"-2"294,-2-2 1,3 5-1,-3-5 1,2 2 95,3 4 0,3 2 1,1 2-1,1 0-133,-1 0 0,3 0 1,1 0-1,4 0-118,2 0 1,-3-6-1,3 1 1,-2 1-175,-4 2 0,-1-4 0,-3-2 0,-1-1-56,-5-5 1,-1-2 0,-6-1-102,2-1 1,-2 1-1,-10 0 1,-8 1 123,-7 4 1,-6-1-1,-8 7 1,0 2 170,0 2 1,2 2 0,2 2 0,2 4 119,-2 6 0,5 5 0,3 4 0,4 5-54,1 1 1,9-4 0,3 4 0,6 0-262,6 1 0,11-1 0,16 2 0,10-6-808,9-3 0,14-3 900,4 0 0,0-7 0,7-2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3:07.0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0 573 10135,'0'-10'1008,"0"5"1,2 9-810,4 1 1,-2 9 0,5-2 0,1 3-214,0 3 1,-1-1 0,5 2 0,-2 3-166,1 1 0,1 0 0,-1-5 0,-3-1-142,-2 1 0,4-1 0,-5-1 68,3-5 251,-6 5 1,4-22-1,-8 0 1,0-7-87,0-5 1,0 1 0,2-1-1,1 1 56,3-1 0,0-5 1,-4 0-1,2 1-37,2 3 1,7 0 0,-1-3 0,4-1 43,1 2 0,0 3 0,-1 5 0,0 3-5,1 2 1,-9 2 0,9 6-1,-1 0-14,-1 0 0,-3 10 0,0 6 0,-1 7 181,-1 4 0,0 2 0,-7 6 0,3 0-43,-2 0 0,-2 0 0,-2 0 0,2-2 102,4-4 1,-4-4-1,4-7 154,-4-1 0,5-7-334,5-4 1,3-14 0,3-8 0,-1-7-77,1-4 1,-1-4 0,3-8 0,1-2-176,2 2 0,1 4 0,-7 4 0,1 2-39,-1-2 1,-1 6 0,-3 2-1,-3 3-46,-2 3 0,-1 1 238,-1 5 1,-2 5 0,6 12 102,-2 5 1,-3 5 0,-5 3-1,0 3 223,0 1 0,6 2 0,0-4 0,-2 3-86,-2-3 1,-2 0-1,2 1 1,2 1-133,1-2 1,1-1 0,-6-3 0,2 1-439,4-1 0,-4-5 1,6-1-838,0 3 1,1-6 1248,9-2 0,-1-12 0,1-4 0</inkml:trace>
  <inkml:trace contextRef="#ctx0" brushRef="#br0" timeOffset="434">1345 608 9310,'0'-10'102,"0"-5"0,-2 13 1,-4-4-1,-4 2-61,1-2 0,-9 4 1,3-3-1,-7 3 104,1 2 0,2 7 0,1 5 0,-1 4 71,-5 1 1,11 2-1,-3 3 1,7 3-113,5 2 0,2 0 1,6 4-1,5-3-54,9-3 0,13-2 1,2-5-1,6-3-144,-1-3 0,5-4 0,0-8 0,0-2-81,-1-4 1,-3-6 0,-10-9-1,-6-4 17,-3-3 1,-5-1 0,-3-4 0,-6 2 33,-4 2 1,-12 6-1,-5-4 1,-9 1 54,-3 5 1,-8 9 0,-8 7 0,1 3-126,-1 2 0,-4 0 0,7 2 1,1 3-237,2 7 1,10 9-1,4 5 1,5 1 100,7 4 0,5 0 0,13-2 329,11-6 0,7 4 0,10 1 0</inkml:trace>
  <inkml:trace contextRef="#ctx0" brushRef="#br0" timeOffset="998">2026 660 7983,'6'-17'844,"0"0"1,-1-1 0,-3 1-570,4-1 1,-4 7 0,2-1-325,-8-2 1,0 1-1,-7-1 1,-5 4 58,-5 3 1,-1 1 0,-7 6 0,0 0-33,2 0 1,-6 0 0,6 2-1,-2 4-30,0 5 1,5 7-1,-3 3 1,4 4 113,7 2 0,7 3 0,9 4 0,0-1-27,0-3 1,2 1 0,5-6 0,11 0-140,9 0 0,6-9 1,2-10-1,0-4 24,0-2 0,0-2 0,2-6 0,-1-10 22,-1-9 0,2-6 1,-12-2-1,1-2 56,-1-3 0,-4-5 1,-7-5-1,-5 1 47,-1 3 1,-2-1-1,-6-5 1,0-1 21,0 1 0,0 7 1,0 4-1,0 6 123,0 6 1,0-2-109,0 8 1,0 9 0,0 14-175,0 10 0,-6 6 0,0 3 0,1 2 249,-3 3 1,6 7-1,-6-2 1,2 6 95,0 6 1,1-5 0,5 7 0,0 0-119,0 3 0,0 5 0,0 1 0,0 1-262,0-1 1,7 0-1,5-1 1,4-7-426,1-9 0,1-2 0,-1-9 0,0-5-274,1-5 1,-3-8 0,-1-12 0,-4-8 825,-3-7 0,-1-6 0,-6-8 0,8 0 0,2 0 0</inkml:trace>
  <inkml:trace contextRef="#ctx0" brushRef="#br0" timeOffset="1350">2358 678 8407,'9'8'1641,"7"-6"-1216,-4 3 1,3-3 0,3-2-207,-1 0 1,0 0 0,3 0 0,1 0-204,3 0 1,-1-2 0,-6-1 0,1-5-180,-1-2 0,-5 4 1,-2-5-1,-1-3-93,1-1 1,-6-3 0,2 1 0,-6-1 133,-6 1 1,2 5-1,-8 0 1,-3 1 259,-7 1 1,3 2 0,-4 8 0,3 0 38,3 0 0,-1 8 0,1 4 0,1 5 108,5 6 0,-3-1 1,8 7-1,3 2-161,1 2 1,2 2-1,0 0 1,3-2-129,9-4 1,2 2 0,13-8 0,0-3-440,0-7 0,2 1 0,6-8 0,2-4-318,4-6 1,-10-6 0,4-9-1,-2-3-1023,0-1 1784,2-8 0,-8-4 0,-2-10 0</inkml:trace>
  <inkml:trace contextRef="#ctx0" brushRef="#br0" timeOffset="1600">3109 102 7983,'0'-18'375,"0"1"0,0-1 1,0 1 1004,0-1-1270,0 9 1,0 5 0,0 13 0,0 11 107,0 5 1,0 6 0,0 10 0,0 5 192,0 5 0,0 7 1,0 2-1,0 2-51,0 4 1,0 0 0,0 0 0,0-4-255,0-1 1,2-11-1,1-7 1,3-5-979,-2-3 1,4-9 0,0-17-1232,1-1 2103,3-2 0,-2-22 0,-2-3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3:17.8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544 1018 7983,'0'-18'538,"0"1"0,0 5 1,-2 2-236,-4 3 0,2 3 0,-8 12 0,-1 9-126,-3 10 1,-1 6-1,-1 4 1,-1 6-45,-4 9 0,1 8 0,-7 10 1,-2 2-260,-2 4 1,0-5 0,2 5 0,4-6-341,2-6 1,1-8-1,9-15 1,3-12-672,6-8 0,4-9-294,2 0 1431,0-8 0,0 3 0</inkml:trace>
  <inkml:trace contextRef="#ctx0" brushRef="#br0" timeOffset="849">963 1710 7983,'12'0'-7,"-3"-2"366,-1-3 1,0 3 51,-2-4 0,-4 2 0,5 0 66,1-2 1,-4-7-259,8 1 1,-9-3 0,3-3-267,-4 1 0,-2-1 0,-2 1 1,-5 1-113,-11 4 0,1-1 0,-9 7 0,1 0-140,-4-1 0,-4 5 1,-2-2-1,2 8 142,4 7 0,-2 7 0,6 5 0,0 4 171,-1 0 1,11 6-1,9-4 1,4 2 62,2-1 0,8 1 0,5-10 0,9-4 104,7-3 1,4-10 0,2 2-1,0-4-131,0-2 1,0-6 0,-2-2 0,-2-2-126,-2-3 0,-8-3 0,0-1 0,-5-1-1,-4 1 0,-9 5-86,3 1 0,-4 9 0,-2 4 293,0 13 0,-2 10 1,-2 12-1,-3 4 132,-3 5 1,6 7-1,-4 5 1,2 4-3,1 0 0,-7 4 1,4-8-1,-2-3-93,-3-7 1,-1-1 0,1-10 0,1-6-205,-1-4 0,-3-12 1,-1-7-1,-3-2-144,-3 0 0,3-2 0,-5-10 1,2-4-133,0 1 1,-3-7 0,5 4 0,-2-1 18,1 1 0,3-3 1,2 5-1,1-2 65,4 1 0,5-1 1,7-5-1,0-3-107,0-3 1,7 2 0,5-7 0,5 1 123,7 0 0,3 0 0,10-4 0,2 4 211,1 1 0,7-3 0,-4 6 0,1 2 0,3-6 0,5-1 0</inkml:trace>
  <inkml:trace contextRef="#ctx0" brushRef="#br0" timeOffset="1233">1434 1693 7983,'-9'-8'1595,"1"4"-1376,8-7 0,2 7 0,4-2-252,5 4 0,5 0 0,3-2 0,3-2 19,1 2 0,6-3 0,-6-1 0,1 0-29,1 0 1,-6-3 0,3 3 0,-7-2 4,-3-3 0,-8 3 0,1-2-31,-3-1 0,-9 5 0,-7 2 1,-5 4 55,-5 2 1,-7 0-1,2 0 1,-4 2 154,-2 4 0,2 6 0,2 9 1,4 4 96,2 2 0,4 1 1,7 3-1,4-2 25,2 2 0,5 0 1,8 0-1,9-4-150,7-2 0,12-1 0,12-7 0,3 0-219,7 1 0,1-8 1,-4-5-1,1-3-608,-1-2 1,-7-7-1,-4-5 1,-6-4-1466,-6-1 2178,-12-8 0,-1-2 0,-7-8 0</inkml:trace>
  <inkml:trace contextRef="#ctx0" brushRef="#br0" timeOffset="1666">1923 1553 7983,'10'-8'359,"4"5"543,-8-9-254,7 8-422,-3-4 1,0 18 0,-5 5 0,-3 9 76,-2 3 0,6 2 0,0 6 0,-2 0-118,-2 0 1,0 0 0,2 0 0,1-2-58,-1-4 1,6 2 0,2-10 0,1-3-24,-1-5 0,3-9 1,-1 2-1,5-6-468,5-6 0,-1-6 1,-6-9-1,1-4-185,-1-2 0,1 0 1,-1-4-1,1 3 318,-1 3 0,-1-4 0,-3 6 1,-3 1-123,-2 3 370,-2 2 1,-8 7 0,-2 6 144,-2 8 1,-6 6 0,6 7 0,3 0-15,1 1 0,2 5 1,0 0-1,0 1-121,0 1 0,7-6 0,7 5 0,5-5-330,5-1 0,9-3 0,0-1 0,5-5-344,1-1 0,-2-2 0,0-6 0,0-2 646,-2-4 0,11-4 0,-9-7 0</inkml:trace>
  <inkml:trace contextRef="#ctx0" brushRef="#br0" timeOffset="2016">2832 1763 7983,'0'-12'1469,"0"0"-1117,0 9 1,7-5 0,7 6-468,7-4 0,1 4 0,5-4 0,0 4 19,0 2 1,0-5 0,4-3 0,-3-2-56,-3-3 1,-2-3 0,-7-1 39,-5-1 1,-3 1-1,-10 1 1,-4 2 250,-5 3 1,-11 7 0,-3-2-1,-2 4 195,-4 2 1,-2 2-1,-2 4 1,0 6-4,0 3 1,8 8-1,4 3 1,3 1-8,3 4 0,7 0 0,4 0 1,4-2-259,2 2 1,16-6-1,9-1 1,12-5-462,9-2 0,7-1 0,5-4 1,6-7-2983,4-3 3376,2-2 0,0-15 0,0-5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3:20.79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0 218 7983,'0'-17'1682,"0"-1"-1361,0 1 1,0 9-1,2 8 111,4 10 1,-4 13 0,4 6 0,-4 4-164,-2 2 0,0 0 0,0 0 1,2 0-124,3 0 0,-3-6 0,4-2 1,-2-2-21,2-4 0,-4-7 0,4-2 368,-4 1 0,-1-7-478,5-6 1,-4-8-1,4-9 1,-4-1-198,-2 1 1,0-6-1,-2-3 1,-2 1 49,-2 0 1,1 0-1,3 3 1,-2-1 49,-2 2 1,0 1 0,6 3 0,0-1-114,0 1 1,2 0-1,4 1 1,5 2 53,5 3 0,7 1 0,2-4 0,3 5-419,3 1 1,8 2 0,1 6-1,1 0-363,2 0 0,-4 0 0,5 2 922,-1 4 0,5-4 0,-3 6 0</inkml:trace>
  <inkml:trace contextRef="#ctx0" brushRef="#br0" timeOffset="500">734 410 7983,'15'-2'-52,"-1"-2"1,-5-3 357,-1-3 1,6 4 13,-3-6 1,3 7 0,-2-7 584,-7-2 1,-1 5-557,2-3 1,-4 0 0,2-3-326,-8 3 1,-6-1-1,-7 7 1,-1 0-70,1-2 0,-6 6 1,-3-4-1,-1 5-160,-4 1 1,4 0-1,-2 1 1,0 5 72,2 6 0,-4 3 1,7 3-1,3-1 127,2 1 1,3 5-1,4 2 1,7 1 149,3-1 0,2 4 0,4-4 0,5 0 15,9 1 0,11-5 1,2-9-1,6-7-139,4-3 0,-1-2 0,-5-2 0,0-3-49,0-7 1,-6-6 0,-2-3-1,-1-4 32,-5-2 1,-9 0-1,-7-3 1,-1 7 237,2 4 0,-4 1 1,2 3-278,-8 3 1,0 4 0,-7 10-1,-3 4-185,-2 6 0,5 5 1,1 5-1,2 3-25,4 2 1,2-4 0,2 4 0,2-1-12,4-5 0,6 4 1,9-3-1,6-5-152,6-3 0,-2-5 0,12 3 0,-2-6-105,0-4 0,5-2 1,-3-2 512,2-4 0,-7-11 0,5-11 0</inkml:trace>
  <inkml:trace contextRef="#ctx0" brushRef="#br0" timeOffset="800">1502 96 7983,'6'-18'-1079,"2"1"1905,1-1 0,-5 7-42,2-1 1,2 6-600,-2-5 1,-1 9 0,-5 2 0,0 9 253,0 7 0,-5 9 1,-3 4-1,0 6-148,0 6 1,-3-2-1,3 7 1,0 1-187,0-2 0,3 3 0,5-7 0,0 0-512,0 1 1,2-11-1,3 4 1,7-4-288,3-4 0,1-7 1,-2-10-1,-3-3-226,3-3 1,-4-4-1,-1-6 920,-1-5 0,-2-13 0,-6-3 0</inkml:trace>
  <inkml:trace contextRef="#ctx0" brushRef="#br0" timeOffset="1053">1869 340 7983,'0'-17'703,"0"-1"84,0 9 0,0 11 0,0 13-444,0 6 1,0 3 0,0-5 0,0 3-252,0 1 1,0 2 0,0-4 0,0 3-301,0-3 1,0-2 0,0-1-666,0-1 1,8-1-1,3-4-94,5-7 0,1-3 0,-1-4 967,-5-3 0,5-13 0,-6-9 0</inkml:trace>
  <inkml:trace contextRef="#ctx0" brushRef="#br0" timeOffset="1200">1991 43 8134,'-12'-5'1909,"1"-1"-2525,7 0 1,-4 14 0,8 3 615,0 5 0,8 1 0,2 1 0</inkml:trace>
  <inkml:trace contextRef="#ctx0" brushRef="#br0" timeOffset="1553">2323 270 8108,'2'-15'464,"4"3"1,-3-1 0,7 5-234,-2-2 0,6 6 0,-5-3 0,3 1-110,0 0 0,-1-2 0,7 4 0,1-2-104,4 3 0,-3 1 0,3 2 0,-4 2-90,-1 3 1,-1-1 0,-1 8 0,-4 2-60,-7 1 1,-3 4-1,-2 3 1,0 3 275,0 2 1,-7 2 0,-5 6 0,-4 0 71,-1 0 1,-1-2 0,3-2 0,1-4-81,3-1 0,7 3 1,-2-6-1,4-2-204,2-1 0,10-9 0,5-1 0,10-2-254,8-4 0,0-2 1,12-2-1,0-2-820,-1-4 1,3-2 0,3-6 1141,-3 3 0,-4-9 0,-8-7 0</inkml:trace>
  <inkml:trace contextRef="#ctx0" brushRef="#br0" timeOffset="1801">2253 445 10343,'17'0'294,"3"-2"0,3-2 0,6-3-429,4-3 1,8 4 0,2-4 0,1 1-302,5-1 0,-1 0 1,-1-3-1,-6 3 436,-4 2 0,-3-5 0,1 3 0</inkml:trace>
  <inkml:trace contextRef="#ctx0" brushRef="#br0" timeOffset="2287">3214 428 7983,'0'-18'216,"1"7"0,3-1 223,2-2 0,0 5 0,-4-1-12,4 2 0,3-5-607,9 1 172,-8 4 0,-5-5 0,-10 7 63,-7 2 0,-5 2 0,-5 2 0,-3 0-9,-2 0 1,3 0 0,-5 2 0,0 4 121,2 5 1,-4 5 0,6 3 0,0 3-8,-1 1 0,3 8 0,8-2 0,3 4-15,6 2 1,4-2-1,4-2 1,4-4-157,6-2 0,11-1 0,6-7 0,4-1-107,2-5 1,0-3-1,-2-8 1,-2-2-95,-2-4 1,-6-3 0,4-11 0,-1-1 8,-5-2 1,-4-8 0,-3 3 0,-4-1 144,-3 0 0,-1 8 0,-6-3 1,-2 5 223,-3 2 1,1 5-1,-8 2-145,-2 3 0,-1 3 1,-3 9 4,1 7 0,7 9 0,4 3 1,5-3 7,1-2 0,0 1 0,0 1 0,1 3 64,5-3 0,4-2 0,7-1 1,3-3-180,3-3 1,2 1-1,6-5 1,-1 0-429,1 0 1,2-2 0,0-6 0,-2 0-1092,-2 0 1599,0 0 0,6-16 0,0-3 0</inkml:trace>
  <inkml:trace contextRef="#ctx0" brushRef="#br0" timeOffset="2585">3825 148 7983,'0'-19'366,"0"-4"0,0 9 0,0-4 580,0 3 0,2 7-848,4 2 1,-5 6 0,5 6 0,-4 6-61,-2 3 1,0 9 0,0 3 0,0 4 213,0 6 0,-6 3 0,1 1 1,-1 4 9,-2-1 0,6 1 0,-4-6 0,4 4-387,2 1 1,0-7 0,0 0-1,0-8-528,0-4 0,0 4 0,2-7-173,4-7 1,4-5 0,5-12 214,-3-4 0,-4-5 1,-8-11-1,0-3 611,0-2 0,-8-2 0,-2-6 0</inkml:trace>
  <inkml:trace contextRef="#ctx0" brushRef="#br0" timeOffset="2733">3650 410 7983,'-10'-8'2345,"1"1"-1896,3-5 1,6 4 0,0 6 0,10-2-261,5-1 0,5-1 0,1 6 0,4 0-421,2 0 1,2-2 0,6-2 0,2-2-645,4 2 0,-2-4 0,5 3 1,-1-1-979,-4-2 1854,6 6 0,-9-13 0,7 5 0</inkml:trace>
  <inkml:trace contextRef="#ctx0" brushRef="#br0" timeOffset="2967">4261 375 8414,'0'-8'806,"0"8"1,0 8 0,0 10 0,0 1-703,0 4 0,-5 3 0,-1 5 0,2-2-449,2 2 1,2-6 0,0-2-1,0-3-774,0-3 1,2-1 596,4-5 0,-2-3 0,5-10 0,1-4 522,0-5 0,1-13 0,7-3 0</inkml:trace>
  <inkml:trace contextRef="#ctx0" brushRef="#br0" timeOffset="3100">4401 148 7797,'-17'-8'2125,"5"6"-2114,0-3 0,8 5-766,-1 5 0,10 5 755,7 8 0,4-1 0,1 1 0</inkml:trace>
  <inkml:trace contextRef="#ctx0" brushRef="#br0" timeOffset="3486">4803 567 8335,'11'-5'47,"1"-1"1,-6-6 0,4 4 394,-3-1 0,-1 3 1,-6-6-346,0-1 0,-2 3 0,-4 0 0,-7 0-21,-9 1 0,3 5 1,-6-2-1,2 4 41,-1 2 1,-5 0 0,6 0-1,2 2 20,1 4 1,-3 0 0,2 9 0,3 5 68,4-1 0,9 2 1,-5 1-1,2 3-143,4 2 1,4-6 0,6 3 0,6-5-111,3-1 0,11-1 1,3-1-1,4-5-252,2-5 0,-1-4 0,1-2 0,0-2-22,0-4 0,-6-3 0,-1-9 1,-3-1 49,-4-5 1,-3 3 0,-5-6 0,-3 0 56,-2 0 1,-5 5 0,-8-3 0,-9 2-10,-7-1 0,-6 7 0,-8 7 0,0 2-115,0 5 1,2 1-1,2 2 338,2 0 0,7 15 0,-3 5 0</inkml:trace>
  <inkml:trace contextRef="#ctx0" brushRef="#br0" timeOffset="3935">5257 463 8335,'-10'-18'604,"4"1"0,2 7-72,-1 4 1,3 6-210,-4 6 0,-2 4 1,2 7-1,2 1 48,2-1 1,2 0 0,0 3-89,0 3 0,0-3 0,0 3 0,2-6-86,4-5 1,-2 2-1,8-7 1,1 1-293,3 0 0,1-2 0,1-6 0,1 0-226,4 0 1,-1-6 0,5-2-1,0-2-92,0-3 1,0-3 0,3-3 0,-5-1 47,0 3 1,-7-4-1,1 9 1,-6-4 185,1-1 0,-6 5 202,-2 1 1,-4 9 114,-2 2 0,0 8 0,-2 9 1,-2 0 261,-2 1 1,0-1 0,6 3-1,2 1-209,4 2 0,6 1 1,9-7-1,4 1-766,2-1 1,10-1-1,10-3 1,5-3 574,6-2 0,12-2 0,10-6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3:55.14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12300,'0'17'348,"0"1"0,0 1 1,0 5-365,0 5 0,0 4 0,0 2 0,0 1-18,0 5 1,6-4 0,2 4-1,1-4-190,5-2 1,1-2 0,3-4-1,1-6-85,4-4 1,-1-3 0,7-4 0,2-7-17,2-3 0,-4-2 0,0-2 0,2-3-264,2-7 0,8-4 0,0-1 0,-2-1 589,-3 1 0,7 0 0,2-1 0</inkml:trace>
  <inkml:trace contextRef="#ctx0" brushRef="#br0" timeOffset="535">542 368 8228,'0'-18'502,"2"9"0,4 1 1,6 2-156,3 0 0,5 0 0,3 6 1,6 0-163,4 0 1,4 0 0,4 2 0,5 2-69,5 2 0,-1 0 0,-1-6 0,-3 2-135,3 4 0,-7-5 0,-1 5 0,-6-4-1122,-6-2 0,-9 2 724,-9 4 1,-9-4 0,-2 6 0,-10-1 572,-5 5 1,-2-2 0,-3 1 0,-1 3 10,-3 2 0,-5 1 0,4 2 0,-2 3 15,-4 1 1,6 0-1,-1-5 1,3-1 98,0 1 1,0-1 0,5-1 0,3-3-258,3-1 1,2-8-38,4 2 1,-1-6 0,-5-6 0,6-8-89,4-7 0,-4-6 0,-1-8 0,-1 0-45,0 0 1,-5 0 0,3 0 0,-2 2-242,1 4 0,1-2 1,-4 8-1,5 1-1101,1 3 1487,2 1 0,-2 1 0,-1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3:56.57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210 959 9063,'-10'0'1458,"3"-8"0,7-5 0,0-7-968,0-3 1,0-8 0,0 2 0,0-6-68,0-6 0,-6-4 0,-2-7 0,-2 0-385,-3-1 1,5-5 0,2-2 0,4 0-178,2 0 1,2 1 0,4 9-1,7 3-257,9 7 1,5 3 0,10 6 0,2 5-531,1 9 1,9 11 0,-3 0 0,5 6 35,1 6 0,1 6 0,-3 9 0,-1 2 890,-3-1 0,-7 5 0,4 0 0</inkml:trace>
  <inkml:trace contextRef="#ctx0" brushRef="#br0" timeOffset="267">0 662 8228,'10'-2'299,"-2"-2"352,0-2 1,-4 1 0,7 5 0,3 0-204,1 0 0,10-2 0,5-2 0,5-2-456,5 2 0,-1-4 0,8 3 0,-1-1-640,-1-2 0,5 4 1,-5-6-1,0 1 648,-5-1 0,5-2 0,0-5 0</inkml:trace>
  <inkml:trace contextRef="#ctx0" brushRef="#br0" timeOffset="670">891 714 8228,'6'-17'250,"2"0"1,1-1 0,-5 6 1,4 3-1,-2-1 227,0 0 1,1 6 285,-1-1-789,-4-5 0,-4 8 0,-13-4-161,-7 4 1,-3 2 0,2 2 0,-6 2 40,-4 2 0,-2 7 0,2-1 0,2 4 166,2 1 1,2 6-1,-3 1 1,7-1 87,4 2 1,3-3 0,5 5-1,5-2 18,4-4 1,4-1-1,4-3 1,9 1-141,12-1 1,2-7 0,14-4-1,-2-4-187,0-2 0,5-8 0,-5-4 1,-2-3-130,-2-3 1,-8-9 0,-2-6-1,-4-6 203,-7 0 0,-7 1 1,-9-1-1,-2-2 68,-3 2 0,-13 10 0,-11 6 0,-4 5 17,-2 7 0,0 3 0,2 10 1,2 6-975,2 9 1015,8 1 0,-5 22 0,9-3 0</inkml:trace>
  <inkml:trace contextRef="#ctx0" brushRef="#br0" timeOffset="1069">1555 662 8228,'-12'-17'480,"0"-1"0,7 1 0,-5-1-206,2 1 1,-5 1 0,1 3-121,-4 1 0,-1 8 0,-1-2 0,1 4-66,0 2 1,-3 2 0,-3 4 0,-4 6-121,0 3 1,1 5 0,7 3-1,-2 6 10,-3 4 1,7 2 0,7 0 0,2 0 86,4 0 0,3-6 0,2-2 0,5-2-171,6-3 0,11-3 0,8-3 0,6-5-280,4-5 1,5-4 0,-5-2 0,0-2-212,2-4 1,-7-3-1,5-11 1,-6-1 596,-6-3 0,4-7 0,-6 4 0</inkml:trace>
  <inkml:trace contextRef="#ctx0" brushRef="#br0" timeOffset="1420">1852 645 8228,'0'-18'-395,"0"7"0,0-1 1577,0-2 1,2 5 525,3-3-1632,-3 8 0,4 4 1,-10 12-1,-4 5 0,-1 6 0,3-1 1,-4 7-1,3 2-132,3 2 0,2 2 0,2-2 0,0-2-25,0-2 1,7-8-1,7 3 1,5-7 4,5-5 0,13-4 0,-1-8 1,7 0-22,6 0 0,-5-14 1,1-5-1,-2-7-18,-5-5 0,-8 4 0,-7-2 0,-6-2 34,-5-2 0,-4 0 1,-8 2-1,0 4 74,0 2 1,-14 1 0,-3 9-265,-3 3 0,1 4 1,1 8-1,3 2-389,3 4 1,4 10 0,8 7 659,0-2 0,-7 6 0,-3 1 0</inkml:trace>
  <inkml:trace contextRef="#ctx0" brushRef="#br0" timeOffset="1819">2795 522 8210,'0'-11'1688,"0"-1"1,-2 6-1467,-4-5 0,-4 7 0,-7-2-528,-1 4 0,1 2 1,-1 0-192,1 0 1,-1 2 0,1 2 68,0 2 1,5 5 0,2-3 397,2 2 1,3 1 95,5 7 1,5-1 0,3 1 0,2-3 70,3-3 0,3 3 0,1-1 0,1 5-106,-1 5 0,1-1 0,-1-6 0,-1 3-23,-5 3 0,3-3 0,-8 5 0,-2-2 41,-2 0 1,-4 1-1,-4-7 1,-6 1 45,-3-1 0,-10-5 1,-3-3-1,-1-1-174,0-4 0,2-2 1,-2-2-1,6-2-646,3-4 1,5-3 0,3-11 724,6-3 0,4 3 0,2-5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4:13.68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332 41 7964,'0'-12'918,"0"1"0,0 5-365,0-6 0,-2 12 0,-2 4-136,-2 12 1,-1 13-1,3 2 1,-4 10-186,-2 11 0,1 8 1,-5 10-1,4 4-279,2 7 0,-3-5 0,5 9 1,2-7-154,2-10 0,4-6 1,4-12-1,4-5-318,-1-10 0,7-16 1,-4-13-190,3-4 1,-5-10 0,-4-3 0,-4-7 177,-2-5 0,0-4 1,-2-8-1,-2 0 529,-2 0 0,-15-8 0,1-1 0</inkml:trace>
  <inkml:trace contextRef="#ctx0" brushRef="#br0" timeOffset="165">0 548 12064,'18'0'414,"-1"0"0,6-6 0,5 0 1,3 0-516,5-2 1,11-1-1,-2-7 1,1 3-382,1 1 1,-3 0 0,5-5-1,-4-1-2333,-3 1 2815,-1-1 0,-14 1 0,-2-1 0</inkml:trace>
  <inkml:trace contextRef="#ctx0" brushRef="#br0" timeOffset="567">751 216 7964,'10'-8'1432,"-2"8"1,-8 2-962,0 13 1,-6 11 0,-2 9 0,0 1-242,0 5 0,-5 6 0,3 9 0,1 2-239,3-1 0,-2-9 1,2-3-1,2-3-36,2-3 1,4-4-1,4-8-129,6-9 0,-3-9 0,3-9 0,2-2-51,1-3 1,5-5 0,1-9 0,2-5 5,-1-5 0,-3 2 0,-2 0 1,1 0-76,-1 0 0,1 3 0,-1-3 0,1 2-147,-1 3 1,-1 3-1,-3 4 169,-1 3 1,-8 6 0,2 12 445,-4 6 0,-4 5 0,-2 6 1,-2 6 44,2 4 0,-4 2 0,2 0 0,3 0-165,1 0 0,4-8 0,3-1 0,7-5-369,4-4 0,7 3 0,2-14 0,2-3-63,4-1 0,-4-2 0,1-2 0,-1-3 378,0-7 0,-6-11 0,5-4 0</inkml:trace>
  <inkml:trace contextRef="#ctx0" brushRef="#br0" timeOffset="868">1327 740 7964,'10'0'1428,"-2"0"0,0 0 0,3-2-1393,5-4 1,3 2-1,3-6 1,1 1-419,-2-1 0,-1-2 0,-3-5 0,1-1 166,-1 1 1,-5-1 0,-3 1 0,-1-1 224,-4 1 0,-4 1 1,-6 5-1,-5 5 359,-5 4 0,-3 4 0,-5 4 0,-3 5 45,0 5 1,0 9-1,7 4 1,1 4-117,4 2 1,7-4 0,-2 0 0,4 2-335,8-2 1,10-7 0,17-1 0,16-4-949,15-1 0,6-8 1,17-7 985,6-6 0,6-15 0,-42 4 0,-1 1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4:12.6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332 148 8020,'10'0'1246,"5"0"0,-13-2-994,4-4 1,-4 2-160,-2-7 1,0-1 0,-2-4-34,-4 5 0,-3 3 1,-9 8-1,1 0-175,-1 0 0,-7 0 1,-2 2-1,-2 4 64,0 5 0,0 11 0,-4 3 0,2 2 10,1 4 0,9 2 0,0 0 0,7-2 45,8-2 0,4-1 0,4 1 0,6-8 38,10-7 1,7-1 0,12-7 0,1-4-95,3-6 1,0-6-1,-6-7 1,2-1-19,4 1 1,-10-6 0,2-1 0,-6 1 14,-6-2 1,-3 5-1,-5-5 1,-3 2-29,-2 0 1,-5 1 0,-10 9 0,-9 1-70,-5-1 0,-10 3 1,2 0-1,-4 2-77,-2 4 1,0 3 0,0 1 0,0 0-126,0 0 0,8 5 0,4 3 0,5 2-750,6 3 1104,5 11 0,7-5 0,0 6 0</inkml:trace>
  <inkml:trace contextRef="#ctx0" brushRef="#br0" timeOffset="597">804 61 7964,'0'-18'442,"0"1"168,0-1 0,0 10 0,0 8-216,0 10 1,-6 12-1,-2 3 1,0 2-279,1 4 0,-1 0 0,4 0 0,-2-4-138,2-2 1,2 5 0,2-7-1,0-2-226,0-1 1,2-11 175,4-3 1,-2-4 0,8-4 0,3-4 14,7-5 0,-3-11 1,6-3-1,-2 0-88,1 0 0,1-1 0,-4 5 0,5-4-45,1-2 1,-6 5 0,2-1 27,-3 4 0,-5 7 0,-1 4 69,-3 6 0,-7 6 0,2 16 0,-4 3 163,-2 6 1,-2-2 0,-2 0 0,-2 0-168,3 1 1,1-5 0,2 4 0,0-2-406,0-3 0,7-11 0,5-5 28,4-4 1,3-2 0,2-2 473,3-4 0,7-11 0,-4-10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4:24.0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53 891 13326,'8'-18'485,"-4"-1"1,5-4-1,1-6-305,0-4 0,-4-4 0,3-6 0,1-9-94,0-10 1,-6 0 0,1-2 0,-1-1-244,2 3 0,-2 0 0,8 8 0,1 2-407,3 7 0,1 12 1,3 8-1,1 3-80,2 7 1,8 9 0,-2 0 0,4 4 107,2 2 0,-6 8 1,1 6-1,-1 5-840,-2 4 1376,-2 1 0,0 1 0,2 2 0</inkml:trace>
  <inkml:trace contextRef="#ctx0" brushRef="#br0" timeOffset="266">1 646 12088,'19'0'0,"2"-2"3,3-3 1,9 1 0,0-6 0,7 0-379,5 1 0,2-1 1,5-4-1,0 3-915,1-3 1290,-1 6 0,-7-7 0,-2 5 0</inkml:trace>
  <inkml:trace contextRef="#ctx0" brushRef="#br0" timeOffset="666">647 646 7964,'8'10'682,"-6"-2"1,7-8 0,-3 0-452,6 0 0,-3 0 0,3-2 1,2-2-80,1-2 1,3-5 0,1 3 0,2-2-74,3-3 1,5-3 0,-6-1 0,-2-1-198,-1 1 0,-3-1 0,1 1-108,-1-1 1,-7 1 0,-4-1 55,-4 1 1,-10 7-1,-6 4 1,-5 4 83,-4 2 0,-8 8 0,2 4 0,-4 5 186,-2 7 0,0-3 1,2 8-1,2 2 144,2 2 0,13 2 1,0-2-1,7-2-105,5-2 0,4-2 0,6 2 1,7-5-302,9-5 0,13-7 0,9-3 0,3-1-513,-1-4 0,1-4 0,5-8 0,1-7 675,-1-7 0,0-9 0,1 4 0</inkml:trace>
  <inkml:trace contextRef="#ctx0" brushRef="#br0" timeOffset="1149">1415 559 7992,'12'-17'227,"0"-1"0,-9 7 0,3-1 188,-4-2 0,4 5-147,0-3 0,-2 6 0,-10-4-9,-6 3 1,-9 1 0,-2 8-1,1 4 114,3 5 1,-4 1 0,-3 3-1,1 5-80,0-1 0,-4 3 0,6-1 1,1 4-176,3 2 0,3-3 0,3 3 1,3-2-26,2-4 1,4-3 0,10-5 0,6-3-418,3-2 1,11-2-1,1-6 1,2 0-212,0 0 0,0-8 0,6-4 0,0-5 172,0-6 0,-6 3 0,-2-5 0,-2 2 197,-3-1 1,-5 1 0,-3 6 217,-3-1 0,-7 1 127,2-1 1,-6 10 0,-6 8-1,-3 10-59,-1 6 1,-6 1 0,7 1 0,-1 1 49,4 4 1,-2-3-1,3 3 1,1-2 19,2 3 1,4-11 0,3 5-1,7-3-394,4 1 0,9-5 0,4-1 0,4-2-600,2-4 0,2-2 0,2-4 0,1-4-1397,-1-6 2201,-2-3 0,6-18 0,1-4 0</inkml:trace>
  <inkml:trace contextRef="#ctx0" brushRef="#br0" timeOffset="1433">2096 105 7964,'0'-17'0,"0"-1"680,0 1 1,0-1 885,0 1-1439,0 7 0,0 10 1,-2 14-1,-1 7 158,-3 8 1,-8 6 0,1 6 0,-7 7 122,-3 9 0,-2-1 0,3 8 1,-1 0-104,2-2 0,3-2 0,7-7 0,5-1-155,4 0 0,2-13 1,2-6-756,4-6 1,-3-9-1,9-9-213,2-1 1,-1-4 0,-1-10 0,-4-5-91,-1-5 0,-5-1 0,4-1 1,-4-1 907,-2-5 0,0-3 0,0-8 0</inkml:trace>
  <inkml:trace contextRef="#ctx0" brushRef="#br0" timeOffset="1566">1800 524 9002,'0'-10'985,"7"1"1,5 5 0,5-2-1181,7 2 0,1-4 1,6 3-1,-2-1-798,2-2 0,2 4 0,0-6 993,-4 3 0,4-7 0,-6 4 0</inkml:trace>
  <inkml:trace contextRef="#ctx0" brushRef="#br0" timeOffset="1949">2323 472 8415,'0'-18'334,"0"9"1,0 3 0,0 12 1,0 5 1,-1 11-1,-3 3 1,-2 0-37,2 0 0,2 4 1,2-3-1,0-1-77,0 0 1,0 0 0,0-3 0,2 1-155,4-2 1,3-3 0,11-5 0,1-3-266,2-2 1,9-2 0,-5-6 0,2 0-137,0 0 1,0-8-1,6-4 1,-2-3-148,-4-3 1,2-1 0,-8-3 0,-3-1 124,-7 2 0,1-4 0,-8-1 0,-2 1 175,-2 0 1,-2 2 0,-2 5 0,-2 1-54,-2-1 0,-8 9 0,3 3 232,-5 4 0,5 2 0,1 2 0,2 4 0,4 5 0,2-1 0,2 2 0,2 1 0,4 3 0,4 1 0,7 1 0</inkml:trace>
  <inkml:trace contextRef="#ctx0" brushRef="#br0" timeOffset="2299">2917 524 12732,'0'18'0,"-2"-1"360,-4 1 0,5 1 0,-5 2 0,4 3-182,2-3 1,0 0 0,0 1 0,0 1-83,0-2 0,0-7 1,2-2-200,4 1 0,-3-5-350,9-2 0,-2-6 1,1-6 142,-5-6 0,2-5 1,-2-5-1,-2-3 73,-2-2 1,-2 4 0,2-4 0,1-1 66,3 1 0,0 4 0,-4-4 0,4 0 43,6-1 1,3 7-1,4-2 1,3 5-30,1 7 0,8-5 0,-2 6 0,4 1-145,2 3 1,0 4 0,0 2 0,-2 2-684,-4 4 0,2 2 984,-8 3 0,1 12 0,-7-3 0</inkml:trace>
  <inkml:trace contextRef="#ctx0" brushRef="#br0" timeOffset="2666">3284 594 10144,'8'-10'622,"1"3"1,9 7 0,-1-2-429,1-4 1,-1 4-1,3-6 1,3 2-224,6 0 0,-2-1 1,0 3-1,1-4-193,-1-2 1,-6 5 0,2-7-247,-3-2 1,-5-1 0,-3-3 144,-6 1 0,-14 7 0,-9 4 0,-9 4 279,-1 2 0,-10 0 1,6 2-1,0 4 334,-2 6 1,2 3 0,0 5-1,4 1 114,2 2 0,1 6 0,9-5 0,3-1-259,6 2 0,5-3 0,2 5 0,5-2-279,6-4 1,11-1 0,6-3 0,6-1-748,6-5 0,-2-3 1,5-8-1,1 0 881,0 0 0,1-8 0,7-1 0</inkml:trace>
  <inkml:trace contextRef="#ctx0" brushRef="#br0" timeOffset="3016">4017 419 8260,'-5'-11'990,"-1"-1"0,0 0-766,6-5 0,0 5 0,-2 3-279,-4 1 0,2 2 0,-7 6-309,-3 0 1,4 0 0,-1 0 0,-3 0 382,-1 0 1,-3 6 0,3 2 0,1 1 435,2 5 1,7 1 0,-5 3-1,2-1-109,4 1 1,2 5 0,4 0 0,4 1-181,6 1 0,-1-4 0,5 6 0,3-1-258,1-5 0,5-2 0,-2-1 0,-1-1-144,-3 1 1,-2-1-1,1-1 1,-3-3 0,-3-1 1,-4-6 0,-10 4 0,-6-1 204,-9 1 0,-9-4 0,-10 3 0,-3-1-218,-2-4 1,-7 4 0,3 0 0,0-1-646,5 1 1,5-2 892,6-6 0,3 0 0,9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4:18.8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18 559 9015,'0'-10'1828,"0"16"0,0 12-1658,0 1 0,0 6 0,0 0 0,0 1-337,0-1 0,0 4 0,0-4 0,0 0-230,0 1 0,0-3 0,0-6 1,0 1-801,0-1 1,0-5-1,-2-2 1197,-4-3 0,4-1 0,-6-6 0</inkml:trace>
  <inkml:trace contextRef="#ctx0" brushRef="#br0" timeOffset="183">18 280 8084,'0'-20'0,"0"-1"390,0-3 0,0 1 248,0 6 1,2 1-108,3 5 1,-3 5-1,6 12-1337,0 5 1,-6 5 0,4 1 805,-4 1 0,-2-1 0,0 1 0</inkml:trace>
  <inkml:trace contextRef="#ctx0" brushRef="#br0" timeOffset="602">315 559 7964,'0'-18'168,"0"1"0,0 5 0,0 1 808,0-3 0,2 6-691,3 3 1,-3 5-1,4 5 1,-4 7-175,-2 4 0,6 9 1,0 4-1,-2 2 32,-2-2 1,-2 4-1,0-4 1,0 2-294,0-2 1,0-3 0,0-9-1,0 0-273,0 1 0,7-8 360,5-5 0,3-3 0,1-6 0,-2-5-15,-3-9 0,1-9 0,5 2 0,1-2 0,-1-4 0,7 4 0,-1-1 1,-4 3-24,-5 4 1,1 1 0,-3 3 7,4-1 0,-5 3 0,-1 5 160,-2 10 1,-3 14 0,-5 11 0,0 2-28,0 4 0,0 2 0,0 2 1,0 0-199,0 0 1,0-6 0,0-2 0,0-1-285,0-5 1,2-8 0,4-3 0,6-2-76,3-4 1,3-4 0,-3-6 516,-3-6 0,4-11 0,-7-4 0</inkml:trace>
  <inkml:trace contextRef="#ctx0" brushRef="#br0" timeOffset="919">961 908 11477,'0'-19'324,"0"-4"0,0 1 0,2-7 0,2-2 16,1-2 1,1-10-1,-6-3 1,0-7-153,0-5 0,2 2 0,2-6 0,4 2-334,2 3 1,1 5-1,7 3 1,1 5-376,4 1 1,-1 4 0,7 10 0,2 8-78,2 7 0,2 1 1,0 7-1,0 2-215,0 2 1,-6 2-1,-2 2 813,-2 4 0,-2 4 0,-5 7 0</inkml:trace>
  <inkml:trace contextRef="#ctx0" brushRef="#br0" timeOffset="1168">786 594 9943,'18'0'416,"-1"0"0,6-6 0,5-2 0,3 1-499,5-1 1,9-4-1,-2 4 1,-1-1-282,1-5 1,-2 4-1,-6 1 364,0 1 0,7-6 0,3 5 0</inkml:trace>
  <inkml:trace contextRef="#ctx0" brushRef="#br0" timeOffset="1585">1555 629 7964,'0'-18'-74,"5"7"1,3-1 1215,2-2 0,-4-1-895,5-3 0,-7 7-367,2-1 0,-6 8 0,-6-2 30,-5 5 0,-7 1 0,-3 1 0,-4 5 20,-3 6 0,5 3 0,-6 5 0,0 1 125,2 3 1,1 7 0,9-2 0,0 2 68,-1-2 1,3 2 0,3-8 0,6 0-57,4 3 1,10-13 0,6 3-1,7-7-135,8-5 1,4-2-1,2-4 1,0-3-67,0-7 1,0-6 0,-2-5 0,-4-4 2,-6 0 1,-5-6 0,-5 4 0,-3-2 85,-2 2 1,-3-2-1,-7 7 1,-3 3-22,-7 1 1,-9 5 0,-3 3 0,1 6-167,-2 5 0,3 2 1,-5 5-1,2 8-104,4 7 1,1 1-1,5 7 1,3 2 334,6 2 0,-3 2 0,-1 0 0</inkml:trace>
  <inkml:trace contextRef="#ctx0" brushRef="#br0" timeOffset="1951">1886 594 7964,'-17'0'813,"-1"0"1,9 2 0,1 4-1,2 7-686,0 9 1,1-3 0,5 6 0,0-2-16,0 1 0,0 5 0,0-6 207,0-2 0,1-3-204,5-6 1,-2-5-1,6-9 1,0-3-155,-1-7 1,1-4-1,2-3 1,-5-2-192,1-3 1,-6-1 0,6 4 0,-2-4 103,0-3 0,-1 7 0,-3-2 0,2 3-86,2 3 0,2-1 0,-4 1 0,3 0-48,3-1 1,2 8 0,5 3 0,1 1 79,-1 0 1,3 0 0,1 6 0,4 0-85,2 0 1,-3 2 0,3 2 0,0 4 263,0 1 0,-6 3 0,5 6 0</inkml:trace>
  <inkml:trace contextRef="#ctx0" brushRef="#br0" timeOffset="2566">2306 646 7964,'17'-17'168,"-1"-1"0,-5 1 557,-5-1 0,2 7 42,-2-1 1,-1 10-504,-5 2 0,0 8 0,0 9 0,0 3-31,0 3 1,-5-2-1,-1 9 1,2-1-116,2-2 1,2-2 0,0-7 0,0-1-264,0 0 0,0-5 1,0 0-453,0 1 397,0-5 0,6-8 0,2-12 0,1-5-81,5-6 1,-4 1-1,1-5 1,3 0 157,1 0 0,3-2 0,1-4 0,2 2 120,3 2 0,-1 7 1,-5-1-1,-1 5-57,0 7 0,1-3 132,-1 8 0,-7 8 0,-4 10 0,-4 5 121,-2 7 0,-2-5 0,-2 6 0,-2-1 79,2-1 1,-3 6-1,1-6 1,2-1-130,2-3 1,2-1 0,0-1-159,0 1 0,2-9-123,4-3 0,1-6 0,7-4 0,-2-4-171,1-1 0,9-5 0,1-7 0,0-4 100,2-3 0,-5 5 1,3-4-1,-2 2 71,3 3 1,-5 3 0,6 1 0,-1 1 84,-1 0 1,0 1-1,-5 2 93,-1 3 0,-7 9 1,-4 2 67,-4 10 1,-2 5-1,-2 4 1,-2 3 181,-2 1 0,-6 8 0,5-2 0,-1 4-233,0 2 0,2-6 1,6-2-1,0 1-446,0-1 0,0-6 1,2 2-1,4-5-310,6-6 1,3 1-1,5-7 1,3-2 698,6-2 0,4-10 0,2-2 0</inkml:trace>
  <inkml:trace contextRef="#ctx0" brushRef="#br0" timeOffset="3049">3650 734 7964,'0'-18'91,"2"3"1,2 1 0,2 2 292,-2-1 0,4-3 1,-1-1 97,3-1 0,-4 7 1,4-1-432,-3-2 1,-1 5-53,-6-3 0,-8 2 1,-3-1-1,-7 5 38,-5 4 1,2 2 0,-7 0 0,1 2 60,0 4 0,0 3 1,-4 9-1,4-1 126,2 1 1,-5 7 0,7 4-1,4 2 8,5-2 0,1 4 0,7-5 1,2 1-218,2 0 1,2-8 0,4 2 0,6-5-175,7-7 0,12-3 0,0-8 1,4 0-155,2 0 0,-2-8 0,-2-3 1,-2-5-22,2-1 1,-5-3-1,-1-1 1,-4-4 138,-3-2 1,3 5 0,-11-3 500,-1 0 1,5 5-332,-8-3 0,-2 12 1,-10 7 54,-6 8 1,2 7 0,1 11-1,1 1-111,4-2 1,2 4 0,2-1 0,0-3-82,0-2 0,2-1 1,4-1-1,7 1-139,9-1 1,-1-7 0,8-4 0,2-4-101,2-2 0,2 0 0,0-2 0,0-4 401,0-6 0,-8-3 0,6-3 0,-6 1 0</inkml:trace>
  <inkml:trace contextRef="#ctx0" brushRef="#br0" timeOffset="3315">4331 262 7964,'0'-17'400,"0"-1"1,0 6 362,0 1 0,0 9 0,0 2-525,0 10 1,-2 7 0,-1 6 0,-5 8-43,-2 8 1,4 2 0,-5 9 0,-3 5-98,-1-1 0,-1 6 0,4-2 1,5-1-70,-1-3 1,6-4 0,-4-1 0,4-6-387,2-6 0,2-6 1,2-14-1,4-1-1088,1-5 1,-3-3 884,6-8 1,-8-8 0,2-5-1,-4-7 559,-2-3 0,-8-8 0,-2 4 0</inkml:trace>
  <inkml:trace contextRef="#ctx0" brushRef="#br0" timeOffset="3466">4035 681 7964,'-2'-10'954,"-4"5"0,4 1 1,-2 0-716,8-2 1,2 0 0,9 6 0,6-2-18,5-4 1,3 5 0,8-5 0,3 4-1054,7 2 0,3-6 0,5 0 0,1 2-205,2 2 1036,1-5 0,-7 5 0,0-6 0</inkml:trace>
  <inkml:trace contextRef="#ctx0" brushRef="#br0" timeOffset="3715">4716 629 7964,'9'-12'303,"-3"1"0,-4 9 1,-2 2 330,0 9 0,-2 13 1,-2 3-1,-2 2-518,3 4 0,-5-4 0,2 2 0,2 0-172,2-1 0,2-3 0,0-8 1,0 1-848,0-1 1,2-1-65,4-5 0,-2-5 1,5-12 966,-1-5 0,6-13 0,-4-3 0</inkml:trace>
  <inkml:trace contextRef="#ctx0" brushRef="#br0" timeOffset="3865">4855 367 7964,'0'-12'0,"0"1"0,0-3 1046,0-2 1,0 5 1565,0-1-3519,0 8 0,0-2 0,2 10 907,4 2 0,4 15 0,7-1 0</inkml:trace>
  <inkml:trace contextRef="#ctx0" brushRef="#br0" timeOffset="4199">5082 576 10892,'-9'18'0,"3"1"445,4 5 0,2 3 1,0 8-1,0 0-325,0 0 0,0-1 0,0 1 0,2 0-162,4 0 1,-2-10 0,7-5-1,3-9-39,1-3 0,3-2 0,-1-8 0,1-4-89,-1-5 0,1-7 1,-1-5-1,2-6 23,5-4 0,-5 0 0,4 2 0,-3 2-189,-3-2 0,1-2 1,-1-2-1,-1 0-43,-5 0 1,5 8-1,-6 1 1,1 3-200,1 0 0,-6 7 1,5 11 354,3 3 1,-6 4 0,-2 3 0,-4 7 222,-2 4 0,0 9 0,0 2 0</inkml:trace>
  <inkml:trace contextRef="#ctx0" brushRef="#br0" timeOffset="4499">5536 734 7964,'0'11'1083,"0"1"0,2-8 1,4 2-763,6-4 1,3-2-1,3 0 1,1 0-184,5 0 1,3-8 0,8-4 0,-2-3-51,-4-3 1,4 1 0,-6-1-1,0 1-276,-4-1 1,-3 1 0,-5-3 0,-3-1 5,-6-2 0,-4 5 1,-4 9-1,-4-1 167,-6 0 0,-11 6 1,-6 0-1,-4 8 23,-2 8 0,0 5 1,2 7-1,2 3 48,2 0 0,8 6 0,-1-6 1,9 2-145,7 0 0,4-1 0,4 3 0,7-4-616,15-2 0,13-2 0,23-5 704,10-1 0,15-7 0,12-2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4:16.9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1 515 7964,'10'0'84,"-1"0"237,-3 0 0,-4-2 163,4-4 1,-2 4-136,2-4 1,-3 4 175,9 2 0,-8 2-208,2 4 0,-4-2 0,-2 8 0,0 1-63,0 3 0,-6 7 1,-2 2-1,0 3-138,1 3 1,-5 0-1,6 0 1,2-2-186,2 2 0,2-6 0,0-2 1,0-3-130,0-3 0,2-7 0,4-4 0,6-6 23,3-6 0,3-12 0,-1-11 0,1-4 24,-1-2 1,1-1-1,-1-3 1,1-2 122,-1 2 0,-5 2 0,-3 4 0,1 2 8,0 2 1,-4 8 0,3-2-161,-1 3 1,0 10 63,-2 5 1,-4 10 0,3 9-1,-3 5 122,-2 5 0,0 1 1,0-4-1,0 5 51,0 1 0,2-6 0,2 4 0,2-1 6,-2-1 0,-2 0 1,-2-5-1,0-1-62,0 1 1,0-1-1,2-2-106,4-3 1,-3-4-1,9-8 21,2 0 0,1-8 0,3-4 0,-3-3 33,-3-2 1,7-1 0,-5-1 0,-1-3 58,3-1 0,-1 0 0,3 3 0,-3-1 105,-3-2 0,4 1 0,-7 9 0,1 1-190,-4-1 61,3 5 0,-7 2 1,4 12-1,-4 5 220,-2 5 1,0 7-1,0 2 1,0 3-143,0 3 1,0 0-1,0 0 1,0-4-240,0-2 0,0-2 0,0-5 0,0-1-1270,0 1 744,0-8 1,2-3-1,4-9-1010,6-3 1713,-5-5 0,1-15 0,-8-3 0</inkml:trace>
  <inkml:trace contextRef="#ctx0" brushRef="#br0" timeOffset="400">961 602 7964,'0'-17'422,"0"-1"23,0 1 1,2 1 0,2 3-118,2 1 1,0 6 14,-6-5-305,0 7 1,-8-4-1,-4 8 1,-3 0-14,-3 0 0,1 8 0,-2 3 0,-3 5 63,-1 1 1,0 9 0,5 1 0,1 2 3,-1 0 0,9 0 0,1 4 0,2-2-88,0-2 1,2-7-1,10 1 1,8-4-93,7-1 1,0-9-1,9-3 1,1-4-21,2-2 1,1-2-1,3-4 1,0-5-19,-2-5 1,-2-9-1,-13-4 1,-1-2-25,-4 2 0,-9-4 0,0 4 1,-4-4 107,-2-2 1,-8 8 0,-5 3 0,-7 5-38,-3 1 1,-8 9-1,2 3 1,-4 6-278,-2 6 1,6 3-1,2 9 1,1 1-121,5 5 0,8 3 0,3 8 476,2 0 0,-6 0 0,5 0 0</inkml:trace>
  <inkml:trace contextRef="#ctx0" brushRef="#br0" timeOffset="800">1433 515 7964,'10'-18'154,"-1"3"0,-5 1 1030,2 3 1,0 5-646,-6-6 1,0 6-630,0-5 0,-6 5 0,-2-4 0,-1 3-164,-5 3 0,4 2 1,-1 2-1,-1 2-10,2 3 1,-3-1-1,5 8 263,-2 2 1,6 1 0,-1 3 0,3-1 47,2 0 1,2 1-1,1-1 1,5 1 80,2-1 1,2 3 0,5 1 0,0 2 62,1-1 0,-3 3 0,-1 0 0,-2 0-50,1 1 0,-5 3 0,-2-4 0,-6 0-99,-6 0 0,0-1 1,-9-9-1,-5-1-104,1-3 0,-6-7 0,-1 2 0,1-6-245,0-6 0,2-3 0,5-9 0,3 1-309,3-1 0,4-5 0,8 0 0,0 1-192,0 3 0,2 3 808,4 5 0,4-13 0,7 5 0</inkml:trace>
  <inkml:trace contextRef="#ctx0" brushRef="#br0" timeOffset="1101">2062 96 7964,'9'-18'0,"-3"1"534,-4-1 0,-2 1-70,0-1 1,0 11-1,0 7-263,0 9 0,-6 9 0,-1 5 1,-3 6 5,-4 4 1,-1 8 0,-3 2 0,1 3-9,-1 9 0,1 5 0,-1 8 0,1-2-113,-1-2 1,7-8 0,1 2 0,2-5-577,4-7 0,3-5 1,1-12-460,0-6 1,7-11-116,5-6 1,-4-12-1,-2-6 1064,-5-3 0,-1-10 0,0-3 0</inkml:trace>
  <inkml:trace contextRef="#ctx0" brushRef="#br0" timeOffset="1250">1730 532 7964,'10'-7'480,"-1"-1"1,-5-6-1,4 5 521,2 1 1,7-4 0,8 4 0,2-1-664,4-5 0,10 4 0,6-1 1,3-3-1178,3-1 1,1 3 0,2 2 838,2 3 0,8-15 0,-3 3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4:49.06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176 542 7267,'17'0'-187,"0"-2"625,1-4 1,-3 2 0,-1-6 0,-4 1-21,-2-1 0,-1 4 0,-3-5 168,2-3 1,0-2-422,-6-1 0,-2 1 0,-4 5 0,-6 3-64,-3 0 1,-5 6 0,-1-3 0,-4 5-134,-2 5 0,3-1 0,-3 10 0,0 3 135,0 5 0,11 3 0,-1-4 1,3 4 51,5 3 1,1-1 0,8 4-1,2-4-66,4-2 1,5-2 0,13-5-1,7-3-82,7-3 0,-1-4 1,4-10-1,-4-4-248,-2-6 1,-2-5 0,-2-6 0,-4-6-108,-2-4 0,-7-2 1,-9 0-1,-1 0-46,-4 0 1,-2 2-1,-6 4 1,-6 6 187,-7 3 0,-10 3 1,2 1-1,-1 4 70,1 7 0,-6 7 0,4 7 1,-2 11-124,0 5 0,7 4 1,1 6-1,6 0-51,3 0 0,8 6 0,-2-3 0,6-3 310,6-4 0,4-9 0,7 3 0</inkml:trace>
  <inkml:trace contextRef="#ctx0" brushRef="#br0" timeOffset="532">630 262 7964,'0'-11'1378,"0"-1"0,2 8-1306,3-2 1,5 4 0,8 2 0,-1 0-15,0 0 0,1 0 1,1 0-1,3 0-93,1 0 0,6-5 1,-6-3-1,1-2-89,1-3 0,-6-3 1,5-1-1,-7-1 27,-5 1 0,1-1 0,-7 1 0,-2-1 55,-2 1 0,-2-1 0,-2 3 0,-4 3-36,-6 6 1,1 4 0,-5 2 0,-3 2 57,0 4 1,-1 4 0,1 9 0,-3 5 182,-1 5 1,-2 4 0,4 3 0,-5 5 67,-1 6 1,-2 5 0,-4 8 0,2 10 69,2 10 1,0 11 0,12-44 0,1 1 0,-13 47-92,5 0 0,13-19 0,5-20 1,6-17-227,6-14 0,5-7 1,11-7-113,1-5 1,0-6-1,-7-6 1,-3-5-87,-1-5 0,-6-1 1,4-3-1,-3-1-156,-3-2 1,0-3-1,0 5 1,2-2 147,-2 1 0,-2 3 0,-2 0 1,0-3 270,0-1 0,0 0 1,0 5-1,0 1-1,0-1 0,0 1 0,0-1 0,0 1 54,0-1 1,7 3-1,7 1 1,7 3-137,8-3 0,4-1 1,4-3-1,2 1-1857,2-1 1891,7 1 0,-3-1 0,7 1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4:44.46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71 523 8879,'0'12'1266,"0"-1"1,0 3-1023,0 1 1,0 9-1,0-1 1,0-2-664,0-1 0,0 3 0,0 0 0,0-1-515,0-3 1,0-2 0,0 1-605,0-1 1538,0-7 0,0 6 0,0-7 0</inkml:trace>
  <inkml:trace contextRef="#ctx0" brushRef="#br0" timeOffset="267">1 261 7964,'0'-17'-50,"0"-1"179,0 1 0,6-1 726,-1 1 0,1 5 189,-6 0-751,0 9-861,0-5 1,0 10 0,0 4 567,0 5 0,0 12 0,0 5 0</inkml:trace>
  <inkml:trace contextRef="#ctx0" brushRef="#br0" timeOffset="1070">420 855 8064,'-8'-10'1732,"6"2"200,-5 8-1382,7-7 1,0 3 0,0-8-233,0-2 1,0 5 0,0-3-159,0-1 1,0 3 0,0-2 0,0-1-181,0-3 1,0 4-1,0 1-223,0-3 1,0-1 0,0-3-129,0 1 0,0 5 53,0 0 0,0 7 281,0-7 1,0 10 162,0 2 0,-6 8-24,0 9 1,0 1-1,6-1 0,-6 1-103,0-1 0,1 1 1,5-1-34,0 1 0,0-7 1,0 1-15,0 1 1,5 3-35,1 1 0,2-5-75,-2 0 1,-2-8-111,7 1 1,-1-10 0,4-7 115,-3-4 0,-7 5 0,4-1 1,-2-1 3,0-3 0,-1-1 272,-5-1 1,2 3-1,2 1 276,2 2-352,0 8 1,-8-3 13,-4 7 0,4 2 1,-6 3-3,1 7 1,5-2-102,-4 1 90,-4 1 0,8 0-66,-4-1 0,12-7 0,4 0 1,2-6-133,-1-4 1,1-7-1,7 3 1,3-4-79,1-3 1,2 3 0,-2-11 0,5 2 13,-1 0 1,4-1 0,-8 7 0,-2-1-109,-1 1 0,-3 7 283,1 4 0,-9 14 0,-3 8 0,-4 7 170,-2 4 1,0 2 0,0 6 0,0 2-216,0 4 1,0-10-1,0 4 1,0-4-171,0-4 0,2 0 1,4-5-305,6 1 0,9-8 1,2-9 555,-1-4 0,5-17 0,0-5 0</inkml:trace>
  <inkml:trace contextRef="#ctx0" brushRef="#br0" timeOffset="1588">1119 872 7964,'0'10'3241,"-8"-2"-2847,6-8 1,-6-2-1,10-2 1,2-4-41,2-2 1,2-7 0,-5-8 0,5-2-70,2-4 1,-6-2-1,3-4 1,-1-4-170,0-6 0,0-3 0,-6-2 1,0-1-351,0 1 0,6-6 1,2-1-1,1 5-364,5 5 0,1 3 1,3 9-1,1 6-53,4 4 1,-1 9-1,5 9 1,-2 1-60,-3 4 0,-3 10 1,-3 5-1,-3 7 710,-1 5 0,-1 4 0,7 8 0</inkml:trace>
  <inkml:trace contextRef="#ctx0" brushRef="#br0" timeOffset="1818">1066 593 7964,'-10'11'558,"5"1"1,3-6 173,2 6 1,2-9-1,3 3-529,7-4 0,9-2 1,5 0-1,1 0-402,4 0 1,0-2 0,0-4 0,-2-3-223,2-1 0,-4-4 0,0 7 421,-1-3 0,5-2 0,-4-5 0</inkml:trace>
  <inkml:trace contextRef="#ctx0" brushRef="#br0" timeOffset="2119">1730 209 7964,'0'-18'78,"0"1"0,2 1 0,2 3 1775,1 1-1618,1 8 1,-6-2-1,0 12 1,-2 8-11,-3 7 0,1 6 0,-8 10 0,-2 4-49,-1 5 0,-3 5 0,3 1 0,1 1-224,3-1 1,1-5-1,-2-1 1,6-1-180,5-6 1,1-1 0,0-14 0,1-3-458,5-2 0,4-9 0,7-4 254,1-4 0,-1-4 1,-1-4-1,-2-6-963,-3-3 1393,-7-3 0,12-7 0,-7-2 0</inkml:trace>
  <inkml:trace contextRef="#ctx0" brushRef="#br0" timeOffset="2469">1957 523 7964,'0'-17'95,"0"-1"0,0 1 0,0-1 1391,0 1-1466,0 7 1,0 12 0,-2 13 114,-4 7 1,2 9 0,-6-2 0,1 2 54,-1-2 1,6 4 0,-2-4-1,4 2 32,2-2 0,0 2 0,0-5 1,2-1-157,4 0 1,0-4 0,10-7-1,5-4-77,4-3 0,-2-1 0,7-8 0,1-5-267,2-11 0,0-1 1,-2-10-1,-4-1-87,-2 3 1,-8-6-1,-5 6 1,0-2 83,-3 0 1,-1 6-1,-8-5 1,0 3 33,0 4 1,-6 2-1,-1 3-116,-3 4 1,-2 5-1,-3 9 363,3 3 0,4-1 0,8 8 0,0 0 0,0 5 0</inkml:trace>
  <inkml:trace contextRef="#ctx0" brushRef="#br0" timeOffset="2836">2498 593 7277,'0'17'-123,"0"1"1,0-7-1,0 1 1438,0 2 0,2-7-1031,4-1 0,4-4 1,9-2-1,2 0-113,3 0 1,7-8-1,-2-3 1,2-5-101,-2-1 1,2-1 0,-6-1 0,1-2-327,-1-3 1,-2 1-1,-7 6 1,-5-1-33,-5 1 1,2-1 0,-2 1 0,-4 1 75,-6 4 0,-8-1 1,-9 7-1,-5 2 161,-1 2 0,-2 10 0,-6 4 0,0 3 260,0 3 1,6 7 0,2 4 0,2 4 74,4 2 1,7 0 0,4-2 0,3-2-13,3-2 0,9 0 1,9 4-1,7-4-247,8-6 0,6-5 0,4-6 0,4-7-365,2-3 1,-1-2-1,5-2 1,-5-5-787,-1-11 1,-4-1 0,-8-8 1124,-2 1 0,-8-12 0,5 1 0</inkml:trace>
  <inkml:trace contextRef="#ctx0" brushRef="#br0" timeOffset="3235">3144 471 7964,'10'-8'912,"-2"-2"1,-8 2-1,0 10 1,0 12-839,0 7 0,0 4 1,0-1-1,0 3-125,0 0 1,0 4 0,2-8 0,2-1-59,2-3 0,7-1 1,-1-1-1,3-1-12,3-5 0,-1-3 0,1-8 0,-1 0-56,1 0 1,5-2 0,0-4 0,-1-5-63,-3-5 0,-2-1 1,1-1-1,-1 1 55,1-1 0,-9 1 1,-1-1 71,0 1 0,-6 5 212,4 1 0,-12 14 1,-4 3 128,1 8 0,-1 3 0,6 1 0,-2 1-56,2 4 1,4-3 0,4 3 0,6-3-361,5-3 0,1-5 0,13-3 0,2-1-236,2-4 0,8-2 0,1-2 0,1-2 423,0-4 0,5-11 0,-3-10 0</inkml:trace>
  <inkml:trace contextRef="#ctx0" brushRef="#br0" timeOffset="3833">4262 506 7964,'0'-12'1153,"0"0"1,0 1-925,0-7 0,0 6-310,0 1 0,-8 1 0,-3-2 70,-5 7 0,5 3 0,-3 2 0,-3 0 54,-5 0 1,-1 7 0,3 5 0,-1 4 230,-2 1 0,-6 1 1,7-1-1,5 2 46,3 5 0,5-3 0,-3 6 0,6-2-217,4-3 0,4-1 0,4 1 0,6-1-389,3-6 1,10 1-1,6-8 1,6-1-253,4 1 1,6-2 0,-5-8 0,1-4-117,0-5 1,-3-5 0,-5-1-1,-2-1 293,-4 1 1,-3-1 0,-11 1 0,-3-1 360,-6 1 0,3-1 55,-7 9 1,4 1 620,-12 8 0,4 2 306,-3 4 0,5-4-622,5 3 0,5-3 0,8-2 0,-1 0-128,0 0 0,7-5 0,-1-3 0,0-2-71,3-4 1,-7 5-1,4-3 36,-3-1 0,-5-3-235,-3-1 0,-6 1 0,-12 4 0,-8 7 39,-7 3 0,0 2 1,-9 2-1,-1 3 138,-2 7 1,-2 4-1,2 1 1,4 1 122,6-1 1,-2 2 0,4 3-1,5 1-116,8-2 1,6 5 0,4-3 0,6-2-323,9-1 1,18-3 0,20-1 0,15-5-321,15-5 1,10-4 495,-43-1 0,1-2 0,-1-6 0,1-2 0,-1 0 0,0-1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4:42.73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263 95 7964,'10'-17'87,"-1"0"1,-5-1 505,2 1 0,0 5-65,-6 0 1,0 10-112,0 2 1,0 14 0,-2 13-1,-2 4-53,-2 6 0,-5 10 1,3-1-1,0 5-179,0 1 1,-3 6 0,3 0 0,0-1-278,0-3 1,1-3-1,3-3 1,-2-3-743,2-3 1,2-9-1,4-11-482,4-9 0,-4-7 0,5-12 1316,1-5 0,-6-13 0,-2-11 0,-10-9 0</inkml:trace>
  <inkml:trace contextRef="#ctx0" brushRef="#br0" timeOffset="200">18 410 8251,'-9'-8'2348,"1"4"-1725,8-7 0,2 7 0,6-2-427,9 4 1,2 2-1,13 0 1,2 0-387,5 0 0,4-6 0,-4-2 0,3 1-679,3-1 1,-4-4-1,3 4 1,-1-1-1033,-4-5 1901,-10 6 0,4-15 0,-6 4 0</inkml:trace>
  <inkml:trace contextRef="#ctx0" brushRef="#br0" timeOffset="616">665 148 7750,'0'-18'999,"0"11"1,0 7-644,0 9 1,0 7 0,0 3-1,0 5-114,0 5 0,-6 6 1,-2 3-1,0 3-46,0-2 1,3 0 0,5-2 0,0 0-193,0-5 1,0-2 0,0-1 0,2-6-210,3-4 1,1-9 0,10-4 0,3-4-76,1-2 1,1-14-1,0-3 1,3-5-35,-3-3 1,4 0 0,-2-6 0,-1 2 133,-3-2 1,2 6-1,-1-1 1,-5 3 187,1 0 0,-2 0 230,-3 5 1,-3 10-27,-8 8 1,0 10-1,0 11 1,0 5-14,0 1 0,-6 2 0,0 4 0,2-2-247,2-2 0,2-2 1,0 4-1,0-4-463,0-1 1,2-5 0,4-7-1,6-5-264,3-1 0,3-2 0,-1-8 775,1-4 0,-1-4 0,1-7 0</inkml:trace>
  <inkml:trace contextRef="#ctx0" brushRef="#br0" timeOffset="966">1241 532 8361,'0'-17'1559,"0"5"-1146,0 0 1,2 8-1,2-3 1,3 1-236,3 0 1,2 0-1,5 6-226,1 0 1,5-6 0,0-1-124,-1-3 1,-3 0 0,-3-3 0,-3 1-19,-1-2 1,-8 5-1,3-3 1,-1-2 53,0-1 0,-2-1 1,-10 5-1,-5 5 170,-5 4 1,-1 2-1,-3 0 1,-1 2 166,-3 4 1,-1 5 0,4 11 0,-2 3 111,1 2 0,9 2 0,3 4 0,2-2-166,4-2 1,4-5 0,8 3 0,10-4-564,9-7 0,15-1 0,13-11 0,11-4 415,7-4 0,11-25 0,-5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4:41.48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0 193 7964,'12'0'-86,"0"0"1,-7 0 1065,7 0 1,0 0-675,5 0 0,1 0 0,-1 0-135,1 0 0,-1 0 0,0 0 0,1 0-90,-1 0 1,1-8 0,-1-3-148,1-5 1,-3-1 0,-1 1 0,-4 1-38,-3-3 0,-1 10 0,-4-9 1,2 1 37,2 1 0,-2-1 0,-10 5-145,-6 5 1,-3 4 0,-3 4 0,1 4 64,-1 5 0,1 5 1,-1 3-1,3 5 77,3 5 0,-3-2 1,5 0-1,0 0 97,4 0 0,5-3 1,1 3-1,0 0 40,0 0 0,7-6 0,5 3 0,5-5-178,7-1 1,1-9 0,6-3 0,-2-4-303,2-2 0,2 0 0,0-2 1,-2-6-744,-2-9 1154,-7-1 0,11-15 0,-6 6 0</inkml:trace>
  <inkml:trace contextRef="#ctx0" brushRef="#br0" timeOffset="383">577 88 7071,'5'-11'846,"1"-1"0,0 6-101,-6-6 0,2 7-207,4-7 1,-4 6-137,4-5-452,-4 7 0,-10-4-98,-4 8 0,-3 2 55,-3 4 1,3 3 209,3 9 1,-2-1-1,9 1-9,1-1 1,2 1 0,4-1-50,4 1 1,-5-1-1,7 1 1,0-1 9,4 0 0,-3 7 0,3 1 0,0 0 53,-3 0 1,7 6-1,-6-3 1,1 1-61,1 0 0,-8-8 0,2 2 0,-3-3-369,3-3 1,-4 1-1,2-3-145,-8-3 1,0-4 0,-9-8-1,-5-2 452,-3-4 0,-10-4 0,4-7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4:37.0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18 185 9990,'-10'2'470,"5"4"1,3-2-1,2 8 1,0 1-266,0 3 1,0 3 0,0 6 0,0 8-122,0 6 1,0 10 0,0-5 0,0 3-182,0-1 0,0-1 0,0 2 1,0-9-201,0-7 1,2 1 0,1-9 0,5-4-15,2-5 1,2-1 0,5-7 0,1-2-15,-1-2 0,6-2 0,2 0 0,3 0-83,3 0 0,2-8 0,4-1 0,1-3 116,3 0 0,0 3 0,-6-5 0,0 4 292,0 3 0,-8 1 0,6-2 0,-6-2 0</inkml:trace>
  <inkml:trace contextRef="#ctx0" brushRef="#br0" timeOffset="503">490 657 7964,'0'-18'675,"2"9"1,1 1-309,3 0 1,8 6 0,-2-4-1,3 3-225,3-3 1,-1 4 0,2-4 0,5 4-55,5 2 0,4 6 0,4 0 1,1-1-170,3 3 1,0-6 0,-6 6-1,0-2-640,0 0 1,-8 1 185,-4-1 0,-7-2 644,-10 8 1,-8-3-1,-18 5 1,-1-2 118,-2 1 0,-7 3 0,5 1 0,0 3 4,0 3 1,-4-4 0,5 5 0,3-5-65,2-2 1,1 1-1,1-1-129,-1 1 1,7-8 0,1-7-1,2-6-105,4-9 0,2-8 0,2-7 0,0-10-272,0-5 0,-6-5 0,-1-5 0,-1-1-174,0 1 1,-5 5-1,3 3 1,-2 1-1249,1 4 1760,7 2 0,-12 10 0,7 2 0</inkml:trace>
  <inkml:trace contextRef="#ctx0" brushRef="#br0" timeOffset="1399">1450 325 10243,'0'18'313,"0"-1"1,0 2 0,0 5-1,0 5-114,0 4 0,0 4 0,0 1 0,0 3-106,0-2 1,2-2 0,2-4 0,2-4-22,-2-6 1,3-3 65,-1-3 0,6-9 0,-6-8-284,-2-10 0,-2-11 0,-2-2 0,0-1-67,0-1 0,-2 6 0,-2-5 1,-2 5 111,2 1 0,0 1 0,0 0 75,-2-1 1,1 1-1,5-1 44,0 1 0,0-1 0,2 1-54,3-1 1,7 1 0,9-1 0,5 1-158,1-1 0,2 3 1,6 1-1,2 3-385,3-3 1,3 6 0,4 3 0,-7 3-907,-3 2 1484,-10 7 0,6 3 0,-5 8 0</inkml:trace>
  <inkml:trace contextRef="#ctx0" brushRef="#br0" timeOffset="1799">1817 639 8868,'12'0'1382,"-1"0"-1094,3 0 1,1-2 0,5-1 0,3-3-136,6 2 1,6-6 0,4 0-1,4-3-96,1-5 0,-7 11 0,0-13 1,-8 1-314,-4-2 0,-1-3 1,-9 7-1,-3-1-151,-6 1 0,-5-1 1,-2 1-1,-5-1 113,-6 1 0,-11 5 1,-6 3-1,-2 1 173,2 4 1,-6 4-1,4 8 1,-4 7 349,2 7 1,7 9 0,-1-2 0,2 6 153,4 5 0,9-1 0,6 6 1,4-2-91,2-5 1,16 1 0,7-2 0,10-2-322,8-8 0,9-7 0,10-9 0,4-5-587,8-4 1,-10-4 0,2-6-1,-7-7 615,-5-7 0,-7-9 0,-3 4 0</inkml:trace>
  <inkml:trace contextRef="#ctx0" brushRef="#br0" timeOffset="2349">3039 639 7964,'0'-11'367,"0"-1"1,0 6-1,0-5 280,0-3 0,0 4 1,0-1-500,0-3 0,-2 1 0,-1-1 0,-5 4-152,-2 3 1,-1-5-1,-9 6 1,-1 0 11,-3-2 0,-1 7 1,4-3-1,-4 8-27,-2 7 1,3 5-1,-3 3 1,4 4 25,7 6 1,-1 4 0,7 2 0,0 0-8,5 0 1,3-8 0,4-3 0,5-5-75,11-1 0,1-9 0,10-3 1,2-4-34,2-2 0,2-14 0,-2-5 1,-2-6-86,-2-6 0,-1-10 1,1-4-1,-4-1 131,0-1 1,-5-5-1,3-6 1,-4 1 146,-1 3 1,-7 2-1,1-1 1,0 3-31,-3 3 1,-1 10-1,-6 10 1,2 2 64,2 4-150,0 9 0,-6 12 0,-2 12 1,-2 5 0,-2 6 0,-6 5 0,4 8 0,-1 3 290,-5 2 1,5 7-1,-3-1 1,0 4-136,3 1 0,1 0 1,8 1-1,0-3-227,0-3 1,0-1-1,2-9 1,4-6-396,5-4 0,5-5 0,1-11 1,1-5-437,-1-4 0,6-15 0,-1-7 931,-7-5 0,3-12 0,-9-8 0</inkml:trace>
  <inkml:trace contextRef="#ctx0" brushRef="#br0" timeOffset="2749">3459 447 7964,'15'-7'0,"-1"-5"340,-3-4 1,-7 5 0,2-1 0,-2 0 396,2 3 0,-4-7-435,3 5 1,-5 3 0,-3 4-299,-3 8 0,-8 6 1,5 9-1,-3 2 109,0 3 1,3 7 0,-5-2 0,4 6-13,2 5 0,3-3 0,5 2 0,0-6-1,0-4 1,2-6 0,3 5 0,9-5-89,7-8 0,7 1 0,8-10 0,3-4-190,2-6 0,0-8 0,-6-11 0,0-6-15,-1-4 1,-4-2 0,-3 0-1,-4-2-91,-7-4 1,-1 6 0,-9-1 0,-2 4 155,-2 1 0,-4 6 1,-4 4-82,-6 7 1,3 7 0,-3 7-1,0 1-144,3 5 1,1 4-1,8 7 1,0 1 4,0-1 0,0 1 0,0-1 0,4 1 348,7-1 0,1-7 0,13 5 0,-7-5 0</inkml:trace>
  <inkml:trace contextRef="#ctx0" brushRef="#br0" timeOffset="3049">4314 430 7964,'0'-12'249,"0"1"824,0-3 0,0-2-237,0-1 1,0 5-1085,0 1 0,-2 7 0,-3-2 117,-7 4 1,-4 2 0,-1 2 0,-2 4 39,-5 5 0,5 5 0,-4 1 0,3 3 122,3 3 0,1-2 1,3 9-1,3-1 30,2-2 0,2 4 0,6-8 0,0 0 130,0 3 0,8-7 1,4 4-1,5-3-284,6-3 0,-1-7 1,7-4-1,4-4-430,6-2 1,-2 0-1,3 0 1,-5-2-344,-6-4 0,4-4 0,-4-7 866,4-1 0,2-7 0,0-2 0</inkml:trace>
  <inkml:trace contextRef="#ctx0" brushRef="#br0" timeOffset="3399">4646 535 11733,'18'0'244,"-7"-6"1,1 0 0,1 2-263,3 2 0,1-4 0,1 1 0,-1-1-190,1-2 1,-7-2 0,1-5-1,0 1-69,-3 2 1,5 1 0,-6-5 0,0 3 80,-1 1 1,-1 0 0,-8-3 143,-4 3 1,-3 5 0,-9 7 0,1 0 86,-1 0 1,-1 7-1,-2 5 1,-1 3 81,7 3 1,-3 1 0,9 3 0,-3 3 135,0 2 1,8-4 0,-1 4 0,3 1-141,2-1 1,2-6 0,3 4 0,9-3-325,7-5 0,1 3 0,7-15 0,2-1-326,2-2 1,2-2-1,0 0 1,0-2-580,-1-4 0,1-9 1116,0-8 0,0-8 0,0 3 0</inkml:trace>
  <inkml:trace contextRef="#ctx0" brushRef="#br0" timeOffset="3766">5415 377 7964,'2'-17'367,"3"0"0,-3-1 0,4 1 148,-4-1 1,4 6 0,0 1-473,-2-3 1,-4 5-1,-6-1-200,-6 2 0,2 2 0,-1 6 0,-5 0 63,-5 0 0,1 2 0,-3 2 0,4 4 66,1 2 0,1-1 0,-1 5 0,1-3 82,-1 3 0,9 2 0,3 1 0,4 1 61,2-1 0,0 0 0,2 1 0,4-1 9,5 1 0,7-7 0,3 1 0,2 2-12,-1 1 0,3 3 1,-2-1-1,-1 1-34,-3-1 1,-1 1 0,-1-1 6,0 0 0,-1 1 0,-6-1-166,-10 1 1,-8-3 0,-11-3 0,-5-4-280,-5 0 1,-4-7 0,-2 5 0,0-4-219,0-2 0,-5 0 578,-1 0 0,0-8 0,6-1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4:50.35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105 410 7763,'0'-12'935,"0"1"1,2 1-209,4-2 1,-5 6-289,5 12 0,-10 10 0,-3 9 0,-3 2-211,-4 4 1,1 8 0,-1 2-1,3-3-194,-3-1 0,4-8 0,1-1 1,1-3-1216,4-4 399,2-1 1,8-13 0,2-7-1,1-11-828,5-11 0,-6-5 1610,-3-8 0,5-7 0,0-3 0</inkml:trace>
  <inkml:trace contextRef="#ctx0" brushRef="#br0" timeOffset="150">105 113 7964,'6'-18'0,"-1"1"0,-1 0 1551,-2-1 1,-2 1-850,0-1 1,0 10-2281,0 8 0,0 8 1578,0 10 0,8-1 0,2 1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4:52.75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123 480 7685,'-10'-2'1531,"4"-4"-245,5 4-694,1-13-300,0 13 1,-2-6 2,-4 8 1,4 2-1,-6 4-115,0 6 1,4 9-1,-5 4 1,1 0-134,4 1 1,-4 5-1,1-2 1,-1 2-42,0-2 1,0-4 0,4-5-476,-1 3 475,-1-4 0,12-9 0,1-16 0,1-7-141,0-5 1,5-7 0,-3-2 0,2-2-63,-1-1 0,-1 7 0,4-4 0,-3 0 19,3 0 1,1 3-1,3-3 1,-1 0-136,1 0 0,-1 6 1,1-3-1,-1 5-25,1 1 0,-1 3 0,1 3 1,-1 6-90,1 4 0,-1 4 1,1 2-1,-3 6 427,-3 6 0,1-3 0,-7 10 0,8-3 0,-5-3 0</inkml:trace>
  <inkml:trace contextRef="#ctx0" brushRef="#br0" timeOffset="400">437 498 7853,'16'-2'-402,"-3"-2"935,-1-2 0,-8-2 0,4 4 305,0-2 0,-7-1-343,5 1 0,-2 4-271,2-4 0,-6 14 1,2 7 38,-6 7 0,-4 7 0,4-6 1,-3 0-276,-3 3 1,6-7 0,-2 6-1323,4 1 1237,2-7 1,0-4-1,2-15-18,4-9 1,-2-9 0,8-5 0,-1-4-92,-1 0 0,4-6 1,-7 6-1,3-3-38,4 1 1,-5 6 0,3-4-1,0 2 17,-3 3 0,7 9 1,-5 1-1,5 0-56,1 3 1,1 1-1,-1 8-28,1 0 0,5 6 0,-2 2 0,-3-1 311,-5 1 0,-1 13 0,6-1 0</inkml:trace>
  <inkml:trace contextRef="#ctx0" brushRef="#br0" timeOffset="783">804 533 7964,'0'17'-13,"0"0"1,0-5 1141,0 0-806,0-8 1,8 3-1,4-7-124,3 0 1,3 0-1,-1-2 1,0-1-166,1-3 0,-1-6 0,1 4 0,1-1-235,5-5 0,-5 4 0,2-1 0,-5-3-237,-5-1 1,-5-1 0,4 2-1,-2 3 35,-4-3 0,-2 5 1,-2-3-1,-2 0 210,-4 3 1,-4 1 0,-7 8-1,-1 0 409,1 0 0,-7 8 0,-1 3 0,0 7 233,0 5 0,-4 4 1,5 8-1,5 0-89,5 0 0,1 0 0,7 0 0,4-2-236,6-4 1,13 2 0,12-10 0,6-5-336,6-8 0,4-7 1,9-2-1,2-5-384,3-6 0,-3-9 0,-10-5 595,-5-1 0,-4-2 0,-2-6 0</inkml:trace>
  <inkml:trace contextRef="#ctx0" brushRef="#br0" timeOffset="1097">1555 44 7964,'10'-18'523,"3"6"-98,-7 1 0,-2 9-71,-10 2 0,2 15 0,-7 14 0,-3 6-132,-1 6 1,-3 4-1,1 7 1,-1 2-116,1 5 1,1-5-1,3 4 1,3-5-355,2-7 1,2 1 0,6-10-1,0-6-213,0-4 0,2-6 0,4-9 0,6-6-115,3-4 0,-3-4 1,0-4-1,-1-6 575,-1-3 0,0-3 0,-5 1 0,-3-8 0,6-3 0</inkml:trace>
  <inkml:trace contextRef="#ctx0" brushRef="#br0" timeOffset="1464">1555 585 7964,'10'0'2401,"-1"0"-2096,-3 0 0,4 0 0,7 0-204,1 0 1,1 0 0,3 0 0,3 0-186,2 0 0,2 0 0,4-2 0,-2-2-222,-2-2 1,-7-5 0,3 3 0,-2-2-100,0-3 1,-5-3 0,-8-1 0,-3-1 233,-3 1 1,-2-1 0,-4 3 0,-5 1 175,-11 2 1,1 9 0,-9-5 0,1 2 121,-4 0 0,2 2 0,-2 10 0,0 6 85,1 3 1,1 9-1,6 1 1,-2 2 97,1 4 1,11-4 0,5 2 0,4 2-101,2 2 0,2-4 0,4-1 0,7-5-355,9-8 1,5 3 0,8-8-1,2-1-225,3-3 0,-3-4 1,4-4-1,-2-4-1607,2-5 1977,-12-5 0,11-9 0,-12-2 0</inkml:trace>
  <inkml:trace contextRef="#ctx0" brushRef="#br0" timeOffset="1781">2166 445 7964,'10'-8'312,"-2"5"240,-8-9-160,0 8 0,0-2 0,0 14 0,0 7-220,0 7 0,0 9 0,0-2 1,0 4-104,0 2 0,6-2 0,-1-4 0,-1-4-112,-2 0 0,4-5 0,2 1 0,0-5 3,-1-5 0,7-7 1,-4 0-1,1-6-25,1-4 0,0-9 0,5-1 0,1-5-40,-1 0 0,0-7 0,1 1 0,-1-2-150,1 0 0,5 2 0,2-4 0,1 4-124,-1 1 0,4 1 0,-4 6 0,0-1-435,1 5 1,-3 3 813,-6 1 0,1 3 0,-1 8 0</inkml:trace>
  <inkml:trace contextRef="#ctx0" brushRef="#br0" timeOffset="2630">2830 585 7964,'17'0'14,"1"0"0,-6-6 1,-1-2 230,3-1 0,1-3 0,1-5 72,-5-1 1,3 6 0,-6 1-53,2-3 0,-7-1 0,1-3-173,-8 1 1,-5 7 0,-9 4 0,1 4-110,-1 2 0,-5 2 0,-2 4 1,0 6 28,-1 3 1,-3 3-1,6 1 1,0 2 82,-3 3 1,7 7 0,-2-4 0,5 2 79,5 0 0,7-6 0,-2 5 0,4-1-175,2 0 1,2-8 0,4 1 0,5-9-97,5-3 0,7-2 1,2-8-1,1-4-134,-1-5 1,4-7-1,-6-3 1,0-3-25,3 3 0,-7-6 0,4 0 1,-3-2 8,-3 0 0,-5 5 0,-2-3 0,-3 2 124,-3 4 1,4 1 12,-2 3 1,-2 9 148,-10 8 0,2 2 0,-8 11 0,1 5 207,1 3 1,-4 4 0,9-3 0,1 1 40,2-2 0,2 5 1,0-3-1,0-2-161,0-1 0,2-3 1,4-1-1,5-3-75,5-1 1,9-8-1,4 2 1,2-4-207,-2-2 1,4-2-1,-4-4 1,4-6-171,2-3 0,-2-3 0,-2 1 0,-4-3-53,-1-3 1,-9 4-1,-7-5 125,-2 5 0,-3 1 227,-5 1 0,-2 7 86,-3 4 0,-5 6 78,-8 6 1,9 4 0,1 5 0,2-1 93,0-2 1,1-1 0,5 7 17,0-1 1,1-5 0,3 0 0,4-1-151,2-1 0,3 4 1,9-9-1,3-1-196,2-2 1,2-2 0,6 0 0,0 0-15,0 0 0,0-8 0,0-3 0,-2-5-401,-4-1 1,-4 1 0,-7 3 0,-1 1-9,1-2 0,-9-1 604,-3-3 1,-6 9 0,-6 5 156,-5 8 0,1 0 0,0 7 0,2 3-73,5 1 1,-5 3-1,2-1 1,2 1-38,2-1 1,10 1-1,4-3 1,5-1-137,6-3 1,6-7 0,12 2-1,6-4-279,3-2 0,-3-2 0,-1-2 0,3-4 281,1-1 0,-5-11 0,-2-7 0</inkml:trace>
  <inkml:trace contextRef="#ctx0" brushRef="#br0" timeOffset="2964">4594 183 7964,'-6'-11'543,"0"-1"0,-2 8 87,3-2 1,3 6-1,-6 6 1,2 6-277,0 3 1,0 10 0,6 5 0,0 3-177,0 1 0,0 1 0,0 0 0,0 0-198,0 0 1,0 0-1,0 0 1,0-2-485,0-4 0,0 4 0,0-6 0,2 0-693,4-3 1,-4-5-1,4-1 200,-4-1 0,-4-7 997,-4-4 0,-4-4 0,-7-2 0</inkml:trace>
  <inkml:trace contextRef="#ctx0" brushRef="#br0" timeOffset="3131">4297 585 7964,'-6'-18'-191,"0"1"870,2 0 1,2 5 0,2 0 71,0-1 1,2 3-1,4 0 1,6 2-600,3 5 1,11-5 0,3 2 0,6 0-281,5-2 1,5 6 0,7-3 0,1 3-763,-1 2 1,6 0-1,3 0 890,1 0 0,-6 0 0,4 0 0</inkml:trace>
  <inkml:trace contextRef="#ctx0" brushRef="#br0" timeOffset="3664">5659 498 8322,'0'-18'1279,"0"6"-666,0 1 1,0-1-233,0-5 1,0 5-405,0 0 0,-8 9 0,-3-3 25,-5 4 0,-1 10 0,-1 3 0,-1 5 141,-4 1 1,3 8-1,-3 3 1,4 1 216,1 0 0,3-2 0,3 4 0,6-4-286,4-2 0,2-1 1,2-7-1,6-1-335,9-5 1,3-3 0,9-8 0,2 0-200,2 0 0,2-8 0,-2-5 1,-4-7 43,-6-3 1,-3-8-1,-3 4 1,-1-2 199,-5 0 0,-3 1 1,-8-3-1,0 4 207,0 2 0,-8 2 0,-3 7 0,-5 3-30,-1 1 0,-7 8 1,-1 0-1,-2 8-209,-4 8 0,6 5 0,1 5 0,5 3-25,1 2 1,3 2 0,3 6 0,6-2 272,5-4 0,1-4 0,1-7 0,5-1 0,6 1 0,19-9 0,6-1 0</inkml:trace>
  <inkml:trace contextRef="#ctx0" brushRef="#br0" timeOffset="4014">6008 428 8402,'0'-18'1139,"0"9"1,0 3 0,-1 12-833,-5 5 1,4 5-1,-4 1 1,2 3-214,-2 3 1,4-2 0,-4 6 0,5-1-93,1-5 1,0-2-1,0-1 1,0-1 27,0 1 1,0-7-22,0 1 0,1-8 0,3 0-218,2-8 1,8-6 0,-5-7-44,1-1 0,4-5 0,-6 0 0,-1 1 94,1 3 0,6 2 0,-5-1 0,3 1-44,0-1 0,-1 1 0,9-1 1,1 1 15,2-1 0,10 1 0,0 1 0,8 3-60,4 1 1,1 8-1,7-2 1,-1 4 245,0 2 0,1 8 0,-1 2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5:04.08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175 856 8118,'-11'16'2128,"-1"-5"-1010,8 5 1333,-3-14-1867,7 5 1,1-14-1,3-7 1,4-5-307,2-5 1,0-9-1,3 0 1,-3-7-273,-2-5 1,3-2-1,-3-5 1,0 0-203,-1-1 1,7-1 0,-2-2 0,3-3-501,3 3 1,-1 10-1,1 5 1,-1 4-41,1 2 0,5 2 1,0 4-1,0 8 133,3 7 0,-7 6 0,6 8 0,-1 0-1134,-1 0 1737,0 0 0,2 16 0,3 3 0</inkml:trace>
  <inkml:trace contextRef="#ctx0" brushRef="#br0" timeOffset="270">18 577 8275,'-9'0'1449,"1"0"0,23 0 0,9 0-1488,7 0 0,4 0 1,0 0-1,1 0-611,5 0 0,-2 0 0,8 0 650,1 0 0,2-8 0,3-2 0</inkml:trace>
  <inkml:trace contextRef="#ctx0" brushRef="#br0" timeOffset="651">577 664 8872,'0'-10'1029,"0"1"1,2 5-808,4-2 0,4 0 1,7 6-1,2-2 13,5-4 0,-5 2 1,6-5-1,-1-1-360,-1 0 1,0-1 0,-5-7 0,-1 1-502,1-1 1,-3 1-1,-1 1 1,-5 3 288,-1 1 1,-2 0 0,-8-3 235,-4 3 1,-3 4 0,-9 8 0,-1 0 178,-5 0 1,5 8 0,-6 6 0,1 5 150,1 4 1,0 3 0,7-5 0,3 4 91,1 2 0,8-3 0,-2 3 1,5-2-108,1-4 1,1 5 0,5-3 0,8-2-354,7-1 1,8-11-1,10-3 1,2-4-756,-2-2 0,3 0 0,-1-4 0,0-5 894,2-9 0,-7-11 0,7 2 0</inkml:trace>
  <inkml:trace contextRef="#ctx0" brushRef="#br0" timeOffset="1133">1380 542 8275,'10'-8'-494,"4"4"1020,-8-8 1,1 7-311,-1-7 1,-4 0-297,4-5 0,-6 1 0,-6 5 166,-6 5 0,-3 2 0,-3 0 0,1-2 79,0 2 1,-7 4 0,-1 6 0,0 6 13,0 3 1,-5 3 0,7-1 0,2 3-23,1 3 0,3-4 0,0 7 0,1-3-98,4 0 0,5 0 1,7-5-15,0-1 0,7-7 0,7-4 0,7-4-193,8-2 1,-1 0-1,-1-2 1,0-4-122,0-6 0,-6-3 0,3-3 0,-3 1-9,2 0 1,-5-1-1,1 1 1,-5-1 199,-1 1 1,-5-1-1,0 3 1,-2 1 636,0 2-387,-1 9 0,-12 8 1,-3 15 44,0 5 0,-3-2 0,7 4 0,2-1-205,2-5 0,2 4 0,0-1 1,0-3-193,0-2 0,8-7 1,3-2-1,5-3-339,1-3 0,7-2 0,1-4 0,0-4-1195,0-5 1714,6-5 0,-3-9 0,6-2 0</inkml:trace>
  <inkml:trace contextRef="#ctx0" brushRef="#br0" timeOffset="1416">1974 245 8275,'0'-18'102,"0"1"1,0-1 0,0 1 980,0-1-1072,0 9 0,0 3 0,-2 12 0,-2 5 118,-1 5 1,-9 9-1,4 4 1,-1 4 248,-1 2 0,0 6 0,-5 2 0,1 1 68,5 5 0,-3-5 0,6 1 1,1-2-393,-1-4 1,2-5 0,6-4 0,0-7 7,0-4 1,2-9-1,4-4-1301,5-4 0,-1-4 0,0-4 1,-2-6 324,-4-3 1,-3-9 0,-1-1 913,0-2 0,8-2 0,2-6 0</inkml:trace>
  <inkml:trace contextRef="#ctx0" brushRef="#br0" timeOffset="1583">1730 419 10492,'2'10'90,"4"-4"1,5-4 0,11-2-1,3 0-661,2 0 0,-4 0 1,6-2-1,4-2-1663,6-2 2234,-2-7 0,13-5 0,-5-9 0</inkml:trace>
  <inkml:trace contextRef="#ctx0" brushRef="#br0" timeOffset="1933">2271 402 8275,'10'-2'867,"-4"-4"1,-4 2 653,-2-7-1435,0 7 0,-2-2 1,-2 12-1,-2 5 99,2 5 0,-4 3 0,1 3 1,-1 3-30,0 2 0,2-6 0,6 5 0,0-3-164,0 0 1,0 1 0,2-9-1,4-3-266,6-6 0,5-5 1,4-1-1,5 0-58,1 0 1,0-7-1,4-5 1,-2-5 138,2-7 0,-4 3 0,1-6 0,-5 0-97,-8-1 0,3 5 1,-8-4-1,-1 2 140,-3 3 0,-4 9 0,-4 3-104,-4 2 1,2 3 0,-7 7-1,-3 3 14,-1 7 1,3 3 0,2 3 0,2-1 239,5 1 0,1-1 0,2 1 0,0-1 0,0 1 0</inkml:trace>
  <inkml:trace contextRef="#ctx0" brushRef="#br0" timeOffset="2299">2830 402 8434,'0'-12'3166,"0"1"-2781,0 7 1,0-2-1,0 12-156,0 5 1,0 5-1,0 3 1,-2 3-152,-4 1 0,4 2 0,-4-3 0,5 1-176,1-2 0,0-1 0,0-3-235,0 1 40,0-9 1,1-1 0,3-10 57,2-4 1,0-3-1,-4-9 1,2-1-39,2-5 1,-1 5 0,-3-4 0,2 3 56,2 3 0,6-1 0,-4 1 0,1-1-14,5 1 1,3 1 0,5 3-1,3 3-4,2 2 0,8-3 0,8 5 0,1 2-35,5 2 0,-5 2 0,3 0 0,1 0-495,3 0 764,-6 0 0,-3 0 0,-7 0 0</inkml:trace>
  <inkml:trace contextRef="#ctx0" brushRef="#br0" timeOffset="2685">3319 489 8275,'0'12'976,"0"0"-112,0-9 0,2 5-759,4-8 0,3 0 0,9 0 0,-1-2-262,1-4 0,1 3 0,3-9 0,3-2-102,2-1 0,-4-3 0,4 1 0,-1-1 65,-5 1 1,-2-1 0,-1 3-1,-3 1 49,-3 3 1,-4-1 185,-8-5 0,-8 7 0,-6 6 0,-5 8 142,-4 8 1,-8 3-1,2 5 1,-4 3 73,-2 6 0,8-2 0,3 2 0,5 2-14,1 2 0,3-4 0,3-2 0,6-1-168,4-5 1,4-2 0,6-1 0,10-3-681,9-3 1,6-4-1,2-8 1,2-2-53,3-4 1,-1-4 0,6-9 0,-3-2 656,-3-3 0,-2 1 0,6-2 0,1-2 0</inkml:trace>
  <inkml:trace contextRef="#ctx0" brushRef="#br0" timeOffset="3019">4105 402 8392,'-2'-16'381,"-2"3"1,-2 1-39,2-1 0,2 3 0,2-2 169,0-1 1,-1 3-667,-5-2 0,2 8-32,-8-1 1,1 5 222,-7 5 1,3 5 0,1 6 0,4-3 376,2-1 1,-3 0-1,5 5-9,2 0 0,2 1 0,2-1-358,0 1 1,2-1-1,4 1 1,4-1-103,-1 1 0,5-1 1,-6 1-1,-1-1 94,1 1 0,-2-1 0,-6 1 0,0-1-40,0 0 1,-8 1 0,-3-1 0,-7 1-385,-5-1 1,-2-7-1,-6-4 1,2-4-538,-3-2 0,-1 0 922,-1 0 0,-1-8 0,0-2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4:59.66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65 396 8367,'0'-17'2685,"-2"9"-2431,-4 8 1,4 10 0,-4 11 0,4 6 1,2 6 1,-2-2 0,-2 10-1,-1-2-8,1 2 0,2-5 1,2 5-1,0-4-149,0-2 1,0-2 0,0-4 0,0-6-344,0-3 0,2-11 35,4-3 0,-4-17 0,3-9 0,-1-5-49,2-6 1,-4-2-1,4-2 1,-4 0 97,-2 0 0,-6 0 0,-2 2 0,0 2 131,1 2 0,-1 6 1,4-4-1,-2 1 46,2 5 1,-3 8-29,1 1 0,10 8 0,11-2-179,6 4 0,11 8 1,-3 2-1,4 0-194,2-1 0,-1 5 0,3-6 1,2 0-241,2 1 1,2-5 0,-5 4 0,3-6 623,-2-6 0,-2-3 0,-2-9 0</inkml:trace>
  <inkml:trace contextRef="#ctx0" brushRef="#br0" timeOffset="417">536 608 7964,'0'-10'1918,"0"1"-484,0 3-1080,-7 4 0,7-6 1,0 8-200,9 0 1,7 0 0,1-2 0,3-2-153,3-2 1,2-5 0,6 3 0,-2-2-433,2-3 1,-3-3 0,-1-1 0,-2-1-235,-4 1 0,-9 5 0,-6 0 366,-4-1 0,-10 5 0,-6 2 0,-7 4 342,-8 2 0,-4 10 0,-2 6 0,0 7 191,0 4 0,6 0 0,4 4 1,3-2 68,7 2 0,9-3 0,0-1 1,6 0-203,6 0 0,13-8 0,14 1 0,8-8-305,4-5 1,1-1 0,7-8-1,1-4-497,4-5 1,-9-5-1,1-1 1,-5-1 698,-6 1 0,-10-1 0,-4 1 0</inkml:trace>
  <inkml:trace contextRef="#ctx0" brushRef="#br0" timeOffset="800">1462 573 8109,'0'-17'633,"0"-1"0,2 3-285,4 3 1,-4-4-1,3 5-120,-3-5 1,-2 5 0,0-1-205,0-2 1,0 5 0,-2-1-97,-3 2 0,-5 2 0,-10 6 0,-1 2-25,-2 4 0,0-2 1,5 8-1,-1 1 115,-5 3 0,7 7 0,-2 0 0,7-1 19,4-3 1,-3-1-1,5-1 1,2 0-116,2 1 1,4-3 0,4-3 0,5-4-215,5 0 1,1-6-1,1 3 1,1-5-243,4-5 0,-3-5 0,5-8 1,-2 1 533,1-1 0,-1-7 0,-6-4 0,1-4 0,-1-2 0,5 0 0,-3 0 0,-3 0 0,-1 0 0,1 1 0,1-1 0,1 0 0,-1 0 0</inkml:trace>
  <inkml:trace contextRef="#ctx0" brushRef="#br0" timeOffset="1000">1724 101 7964,'6'-17'-861,"0"0"0,5-1 3268,-5 1-1935,0-1 0,-8 8 0,-2 7 0,-4 6-257,-1 9 1,-3 11 0,-6 6 0,3 6 18,3 6 0,-3 6 0,3 9 0,-3 4-71,-3 2 0,6-4 0,3 5 0,-1-3-407,0-4 1,6-8 0,-1-5 0,3-6-422,2-10 1,2-13 0,3-8 24,7-4 0,4-12 0,-1-6 1,-1-7-686,-3-4 1325,-7 6 0,12-20 0,-7 4 0</inkml:trace>
  <inkml:trace contextRef="#ctx0" brushRef="#br0" timeOffset="1370">1881 451 7964,'12'-8'700,"-1"-4"1,-7 3-107,2-3 1,-4 10-427,-2 2 1,-6 8 0,-2 9 50,-1 1 0,5 5 1,-4 0-1,2 1-1,0 1 1,1-6 0,5 5 0,0-5-70,0-2 0,0 1 0,0-1-261,0 1 1,7-3 0,5-3 0,5-6-77,7-4 0,1-10 1,6-4-1,-2-3-138,2-3 0,-4-5 0,0-2 1,-1 0-3,-5-1 1,-2-3 0,-3 6-1,-4 2-150,-7 1 0,-3 3 70,-2-1 1,-7 11-1,-5 7 128,-4 9 0,5 7 0,1 1 0,2 3 280,4 3 0,3-4 0,1 7 0,0-9 0</inkml:trace>
  <inkml:trace contextRef="#ctx0" brushRef="#br0" timeOffset="1720">2440 433 8233,'-2'-9'1191,"-4"3"1,4 14-1,-6 7-1020,1 6 0,5 3 0,-4-5 0,4 2 62,2 3 1,0-1-1,0-6 1,0 1-380,0-1 1,0-5-447,0 0 0,8-8 0,3-1 350,5-6 1,3-7-1,3-8 1,1-1 85,-2-4 0,4 1 1,-1-5-1,-3 2-19,-1 4 1,-3 3 0,-1 5 90,-5 1 264,5 0 1,-14 10 0,2 8-1,-6 10 61,-4 7 1,0-2 0,6 6 0,0 1-33,0-1 1,2-6-1,4 2 1,7-5-844,9-6 1,7 1 0,13-7 633,11-2 0,15-10 0,11-4 0</inkml:trace>
  <inkml:trace contextRef="#ctx0" brushRef="#br0" timeOffset="2569">3435 678 7964,'12'-6'208,"0"0"0,-3-2 0,5 4 297,-2-1 0,-7-9 0,7 2-292,2-3 1,-7 3 0,-1 1 0,-4-3 0,-2-1 0,0-3 0,0 1 0,0-1-90,0 1 1,-8-1 0,-3 1-1,-5 1-226,-1 5 0,-7-3 0,-1 8 0,-2 2-4,-4 2 1,-2 10 0,0 4-1,2 5 140,2 7 1,8 3 0,-3 8-1,5 0 106,1-1 1,9 1 0,3 0 0,4-2-6,2-4 1,8 1 0,5-11 0,9-5-122,7-5 1,4-5-1,4-10 1,1-7-137,3-9 1,0-1-1,-8-10 1,-2-6-55,-2-3 0,-2 1 0,2-6 0,-5 1-134,-5 1 1,-3-3 0,-3 5 0,-3 2 82,-2 4 0,-3 0 0,-5 14 0,0 2-82,0 1 1,0 3 257,0-1 62,0 9 0,0 3 0,-2 12 0,-1 5 179,-3 5 0,-6 3 0,4 3 0,1 3 18,-1 2 1,-4 8-1,4 8 1,1-1-103,-1 1 0,2 4 1,6-7-1,0-1-338,0-2 1,2 2-1,4-4 1,5-8-402,5-6 1,9-11 0,2-4 0,2-4 632,1-2 0,-1-16 0,6-3 0,0-16 0</inkml:trace>
  <inkml:trace contextRef="#ctx0" brushRef="#br0" timeOffset="3369">4134 521 8279,'15'-8'0,"-1"-2"310,-2 0 1,-7-5 0,5 3-4,-2-3 1,0-3 0,-4 1-40,1-1 1,1 7-291,-6-1 0,-8 2 0,-5-1-41,-8 5 1,1 4-1,-5 2 1,2 0-5,-1 0 1,-5 8-1,4 3 1,0 5 137,0 1 0,1 3 1,9 1-1,1 2 117,3-1 1,1 3-1,-2-2 1,6-1-1,4-3 0,4-2 0,4 1 0,6-3-131,3-3 0,9-4 0,1-8 0,2 0-172,4 0 1,0-8-1,0-4 1,-4-3-115,-1-3 0,-3-1 0,-6-2 0,1-5 21,-1-1 0,-5 4 1,-2-4-1,-3 2 152,-3 3 1,-2 3 107,-2 1 1,-8 9 0,-3 5 39,-5 8 0,7 5 0,1 11 0,2 3 141,0 6 1,0-2 0,6 1-1,0-1-49,0 0 1,0-6 0,2 4 0,6-1 60,9-1 1,1-6-1,7-7 1,0-2-263,5-4 0,2-2 0,3-4 1,0-4-264,0-6 0,-6-9 0,-1-4 0,-3 0-130,-4-1 0,-1-3 0,-5 4 0,-3 0 49,-6 0 0,1-5 1,-1 7-1,-2 2 335,-2 1 0,-4 11 5,-4 3 1,2 4 0,-5 4 0,1 4 182,4 5 0,-4 7 1,2 3-1,2 2 207,3-1 1,1 5 0,0 0 0,0 0-50,0-3 1,1 1 0,3-2 0,4-3-183,2-7 0,1 1 0,7-9 0,1-1-119,5-2 1,-3-4-1,6-3 1,0-7-274,0-4 0,-5-7 0,3-2 0,-2 0-135,1-1 1,-1-3-1,-8 4 1,-1 0-59,-2 0 1,-7 3 0,5 9 0,-2 1 177,-4-2 0,-2 9 286,-2 5 0,-6 7 0,-2 11 0,0 1 417,1 5 1,1 1 0,6 6 0,0-2-92,0 2 1,0-6-1,0 0 1,2-1-292,4-1 0,3-2 0,9-9 1,1-6-307,4-4 1,-1-2-1,7-2 1,2-4-1022,2-6 0,0-3 1275,-4-3 0,4-7 0,-6-2 0</inkml:trace>
  <inkml:trace contextRef="#ctx0" brushRef="#br0" timeOffset="3669">5444 154 7964,'6'-23'279,"-1"-1"0,1 7 211,-6 5 1,0 4-57,0 3 1,-6 20 0,-1 20-90,-3 2 1,4 0 0,-4 0 0,1 3 44,-1 7 0,6 1 0,-4 1 0,3-2-274,-1 1 1,0-5-1,6-2 1,0-5-479,0-1 1,2-8-1,4-3-611,5-5 0,-1-11 131,2-8 1,-8-8 0,1-9-1,-3-3-1059,-2-3 1901,-7 4 0,-3-14 0,-8 5 0</inkml:trace>
  <inkml:trace contextRef="#ctx0" brushRef="#br0" timeOffset="3783">5252 433 8396,'7'-11'3036,"5"1"-2870,4 2 1,9-5 0,6 3 0,8-2-398,7 1 1,-1 5 230,1-6 0,-7 0 0,4-5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5:32.0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35 157 8052,'-7'-9'772,"5"1"0,-6 6 23,8-4 0,-2 4 767,-4-4-320,4 4-744,-6 2-364,8-7 0,10 5 1,8-4-1,9 4-125,6 2 1,11 0 0,9 0 0,9 0-140,6 0 1,11 0 0,9-2 0,9-2-77,-46 1 0,1 0 0,-1 0 0,0 0 0,48 1 0,-7-1-195,-9-3 0,-5 0 1,-12 8-1,-8 4-112,-12 5 1,-17-1 0,-9 4 0,-8 3-644,-5 4 0,-1 3 1156,-6-7 0,0-7 0,0-2 0</inkml:trace>
  <inkml:trace contextRef="#ctx0" brushRef="#br0" timeOffset="499">1590 0 8719,'-18'0'3305,"9"0"-2988,1 0 0,10 0 1,4 0-1,7 0-203,8 0 1,7 0-1,8 0 1,5 0-143,6 0 0,-3 0 0,3 0 1,2 0-238,1 0 0,0 0 0,-3 0 0,-8 2-184,-8 4 1,-8 3 0,-11 11 352,-6 3 0,-20-3 0,-11 3 1,-12-2 182,-10 2 1,-5-3-1,-4 3 1,-1-3 192,7-3 0,-2 1 1,7-1-1,-2-1-89,1-5 1,15-3 0,2-8 0,7 0-88,5 0 0,7-2 0,4-6-349,4-9 0,4-1 0,4-7 0,6 0-775,3-4 1,9 2-1,-1-3 1020,-2-1 0,-1-9 0,-3-5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5:39.44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315 262 7937,'2'-15'-276,"1"1"1626,3 2 0,0 7-911,-6-7 0,0 10 1,-2 2-305,-4 10 1,-5 7 0,-11 7 0,-3 5-15,-2 4 0,-2 9 1,-6 5-1,2 3-68,4 3 1,-2 7-1,7 2 1,3 0-199,2-4 1,9 0 0,4-3-1,4-9-124,2-7 1,8-2-1,4-16 1,3-3-773,3-5 0,5-9 0,0 2 1041,-1-4 0,-11-2 0,-3 0 0</inkml:trace>
  <inkml:trace contextRef="#ctx0" brushRef="#br0" timeOffset="400">489 1066 8157,'0'-10'1787,"0"-6"1,0 7 0,2-9-1427,4 1 1,-2-1 0,6-1 0,-1-3-96,1-1 1,0-14-1,3 2 1,-1-3-214,2-5 0,1 4 0,3-7 1,1-3-312,4-1 0,4-3 1,8 3-1,0 3-227,0 6 0,8 5 1,1 3-1,1 3-46,-4 7 1,-10 6 0,-4 3 0,-2 4-17,-3 3 0,-9 3 0,-3 10 0,-2 5 90,-4 5 1,3 1 0,-1 3 0,-2 1-61,-2 2 0,-2-5 517,0-7 0,0 1 0,0 5 0</inkml:trace>
  <inkml:trace contextRef="#ctx0" brushRef="#br0" timeOffset="634">472 629 12312,'23'10'-51,"0"-5"0,8-3 0,0-2 1,6 0-481,4 0 0,6 0 1,-5 0-1,1 0-336,0 0 0,3-2 0,-5-1 867,-2-3 0,-2-8 0,-2 4 0</inkml:trace>
  <inkml:trace contextRef="#ctx0" brushRef="#br0" timeOffset="867">1170 716 8702,'0'-17'1473,"0"5"-955,0 1 0,0 9-295,0 2 1,-7 13-1,-3 12 1,-2 3-263,1 3 0,1-4 0,-4 0 0,5 0-255,1 0 0,-4-5 0,6 1-1919,3-4 1413,1-1 1,4-10 0,1-8 799,3-10 0,16-13 0,-3-5 0</inkml:trace>
  <inkml:trace contextRef="#ctx0" brushRef="#br0" timeOffset="1017">1432 350 8215,'-5'-12'355,"-1"0"1,-2 8-5,2-1 0,4 5-1147,-4 5 0,4 5 796,2 8 0,0-1 0,0 0 0</inkml:trace>
  <inkml:trace contextRef="#ctx0" brushRef="#br0" timeOffset="1284">1834 280 8215,'0'-12'573,"0"0"0,0 10-50,0 2 1,-8 8-1,-3 12 1,-5 3-297,-1 6 1,-1 6-1,1 6 1,-3 5-127,-3 5 1,4 7 0,-7 0 0,3-2-183,0-1 0,5-5 1,9-3-1,-1-6-652,0-5 1,6-8-27,-1-5 0,10-13 0,7-10-471,4-10 0,-5-6 1230,1-1 0,7-8 0,8-3 0</inkml:trace>
  <inkml:trace contextRef="#ctx0" brushRef="#br0" timeOffset="1534">2218 297 8215,'2'-17'550,"4"-1"1,-4 1 1238,4-1-1686,-4 9 1,-4 3 0,-2 14 0,-4 9-16,-2 10 1,-1 6-1,-7 2 1,-1 2 131,-4 4 0,3 3 1,-5 9-1,2-1-207,-1 0 1,-1 7 0,4-1 0,-1-4-340,7-5 1,-2-3 0,7-9-1,0-6-875,4-4 1,6-11 169,6-10 1,2-12 1030,4-6 0,3-11 0,-5-4 0</inkml:trace>
  <inkml:trace contextRef="#ctx0" brushRef="#br0" timeOffset="1700">1851 664 11020,'2'-10'2074,"4"4"-2025,6 4 1,3 2-1,5 0 1,3 0-328,6 0 1,4 0 0,2 0 0,2 0-1458,4 0 1735,-4-7 0,13-3 0,-5-8 0</inkml:trace>
  <inkml:trace contextRef="#ctx0" brushRef="#br0" timeOffset="2050">2410 839 10002,'0'-18'1861,"2"8"-1568,4 5 0,4 1 0,7 0 0,1-2-281,-1 2 0,3-4 0,1 1 1,2-3-242,-1-4 1,3 5 0,-2-3-1,-2-2-328,-1-1 0,-9-3 1,-1 1 84,-2-1 0,-2 1 0,-8 1 391,-4 5 0,-4 3 1,-9 8-1,-2 2 106,-3 4 0,-5 3 1,4 11-1,0 3 254,-1 6 1,1-2-1,6 3 1,-1 1 11,5 2 0,7 2 0,-2-2 1,3-2-154,3-2 0,8-8 0,5 0 1,5-5-398,5-4 0,12-9 0,2 1 0,8-8-554,4-7 1,-6-13 0,3-3 812,1 0 0,2-14 0,7 5 0</inkml:trace>
  <inkml:trace contextRef="#ctx0" brushRef="#br0" timeOffset="2400">3039 629 8213,'0'-12'1847,"0"1"-1873,0 7 1,-2-2 346,-4 12 1,4 3-1,-3 9 1,3 1 18,2 5 0,-6-3 1,0 8-1,0 0 163,-2-2 0,6 1 0,-3-7 1,3 2-48,2-1 1,0-9-566,0-1-210,0-8 0,7-10 0,3-12 0,2-3-92,-1-4 0,1 3 1,6-5-1,-1 2-208,0 4 0,1-5 0,-1 3 0,1 2 250,-1 1 1,9 3-1,1-1 1,2 1 110,0 0 0,0 7 0,4 4 0,-2 4-56,-2 2 1,-7 0 0,1 0 0,-4 0 313,-1 0 0,-9 8 0,-1 2 0</inkml:trace>
  <inkml:trace contextRef="#ctx0" brushRef="#br0" timeOffset="2633">3580 577 8213,'12'0'1799,"0"0"-1338,-8 0 1,3 2-226,-7 3 0,0-1 1,-2 10-1,-1 3-86,-3 5 0,-6 3 0,4-4 1,1 4-348,-1 3 1,2-7 0,4 2 0,-2-3-1278,-2-3 510,1-7 1,6-2 0,5-10 963,6-4 0,3-12 0,3-9 0</inkml:trace>
  <inkml:trace contextRef="#ctx0" brushRef="#br0" timeOffset="2784">3738 315 8178,'0'-18'806,"0"6"-558,0 1-1513,0 7 1265,0-4 0,0 8 0</inkml:trace>
  <inkml:trace contextRef="#ctx0" brushRef="#br0" timeOffset="3217">4139 577 8064,'2'-16'350,"4"4"0,-4-3 1818,4 3-1874,-4 4 0,-2 3 0,0 10 0,0 7 33,0 4 1,-8 1-1,-2 1 1,1 1-94,3 4 1,-2-3 0,2 3-1,2-4-30,2-1 1,2-7 0,0 1-417,0 2 1,2-7-187,4-1 1,6-4 0,9-4 0,2-4-77,-1-5 0,5-5 1,0-3-1,2-2 55,0-3 1,-7 1 0,1 7 0,-4 3 139,-1 1 1,-7 3 211,1-3 0,-8 6 0,2 12 523,-4 6 1,-8 9-1,-2 4 1,0 0-78,1 1 1,1 3-1,6-6 1,0 0-486,0 2 1,2-5 0,4 3-411,5-3 0,11-11 0,3-3 0,2-6-1015,4-6 1531,2-3 0,2-17 0,0-1 0</inkml:trace>
  <inkml:trace contextRef="#ctx0" brushRef="#br0" timeOffset="3717">4925 664 8064,'12'-8'406,"-1"-4"0,-7 3 0,2-3 56,-4-1 1,-2 3 0,0-2-333,0-1 1,0 3-39,0-2 1,-8 8 0,-3-1 0,-5 5 98,-1 5 0,-1 3 0,-1 6 0,-2-3 41,-3 3 1,1 1-1,7 5 1,3 1-76,1 3 0,6-3 0,-3-8 0,1-1-377,4 2 0,4-5 0,6 1 1,5-2-87,5-4 1,3-2 0,3-2 0,3 0 74,2 0 1,-4-2 0,5-2 0,-3-2-155,-4 2 0,-1-4 0,-3 3 618,1 1 1,-9 4 0,-3 6 0,-4 5 298,-2 5 1,0 9 0,0 4-1,0 4-96,0 2 1,0 6 0,0 1 0,0 3-221,0 4 0,-2 1 1,-4 2-1,-3-1-187,-1-5 0,-12-3 1,3-8-1,-6 0-105,-6 0 1,-2-2 0,-4-4 0,-4-8-152,-5-7 1,-5-1-1,-1-7 1,1-2-136,5-2 0,3-6 1,10-5-1,4-9-92,6-1 0,11-9 0,6 1 0,8-2-35,10 0 1,7-2-1,18-8 1,4-2-42,5 3 0,5-1 1,1 0-1,5-4 530,7-1 0,0-1 0,13-3 0,1 1 0,1 0 0,-35 21 0,0 0 0</inkml:trace>
  <inkml:trace contextRef="#ctx0" brushRef="#br0" timeOffset="4300">5798 0 8129,'8'10'3169,"-6"-2"-2394,6-8 0,-6 0-461,4 0 0,-2 6 1,7 1-1,3 5 127,1 7 1,3 3 0,-1 13-1,1 9-163,-1 11 1,-1 9-1,-5 11 1,-5 7-486,-4 3 0,-17 8 1,-11 0-1,-11-5-664,-9-11 1,3-9-1,2-19 1,5-8 870,1-12 0,7-16 0,3-5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5:37.26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140 480 8351,'0'-18'1002,"0"1"1,0 5 1076,0 1-1591,0 7 0,-5 4 1,-1 13-1,0 9-183,-2 7 0,0 10 0,-5 3 0,1 3-190,-1 3 1,-1 1 0,1-1 0,3-3-103,2-2 1,-4-4-1,7-10 1,1-6-132,2-4 1,4-9-1,4-6 41,5-8 1,11-13-1,3-12 1,0-4-49,0-2 0,4 0 0,-5-2 1,-1-2-159,2-2 0,-6 1 0,7 5 0,-3 2-107,0 4 1,1-3 0,-7 9-8,1 2 1,-1 9-1,0 6 183,1 4 1,-8 12 0,-5 6 0,-1 7 384,2 4 0,-4 4 0,4 6 1,-6 0 98,-6-4 1,4-2 0,-6 4 0,3-2-166,-1-4 0,0 2 1,4-8-483,-4-1 0,6-5-757,0-5 1,2-5 0,10-10 1133,1-9 0,11 0 0,3-13 0</inkml:trace>
  <inkml:trace contextRef="#ctx0" brushRef="#br0" timeOffset="678">909 567 8351,'12'-17'883,"-1"-1"1,-7 7 353,2-1-1139,-4 0 1,-2 1-1,-2 1 1,-4 2-94,-6 4 1,-3 4 0,-5 6 0,-1 6 58,-2 3 0,0 3 0,3 1 1,-1 3 72,-2 1 0,5 8 0,8-4 0,1 2 29,-1 0 1,6 0-1,-2 4 1,6-2-57,6-1 1,6-9 0,11 0 0,6-5-184,4-5 1,2-7 0,0 0-1,0-8 0,0-7 0,-2-11 0,-4-3 1,-6-4-70,-3-8 1,-3 2 0,-1-6 0,-5 5-20,-5 1 0,-4 0 1,-4 0-1,-6 2-10,-9 4 1,-3 3 0,-9 11 0,-2 3 56,-2 6 0,-2 6 0,0 6 1,2 8-40,4 7 0,-2 6 0,8 10 0,4 2-18,5 2 1,6 0 0,8-7 0,0 1 78,0 0 0,14-8 1,5-5-1,6-9 103,7-7 1,0-4 0,5-4-1,2-4-221,2-5 1,5-7-1,-5-5 1,-2-6-89,-2-4 1,0-2 0,0 0 0,-2 0 52,-8 0 0,-2 6 0,-6 2 1,-3 2 301,-1 3 1,-7 3 0,-2 1 594,-4 1 171,-2 7 1,-6 5-1,0 10-244,2 7 0,2 3 0,2 3-264,0-1 0,0 1 1,0-1-1,0 1-105,0-1 0,0 1 0,0-1 0,0 3-32,0 3 0,-5-2 0,-1 6 0,0-1-112,-2-5 1,4 4-1,-5 0 1,1 1-440,4-1 1,2-2-1,2-5-238,0-1 0,2-7 0,4-4-701,6-4 0,-3-4 1312,3-4 0,-1-12 0,7-9 0</inkml:trace>
  <inkml:trace contextRef="#ctx0" brushRef="#br0" timeOffset="861">1485 61 8339,'0'-18'609,"0"1"0,0 5-494,0 1 0,0 9 0,0 2-635,0 9 0,6 7 520,0 1 0,7 1 0,-3-1 0</inkml:trace>
  <inkml:trace contextRef="#ctx0" brushRef="#br0" timeOffset="1261">2096 410 8236,'0'-17'481,"0"-1"0,0 1 835,0-1 1,0 1-1190,0-1 1,-7 9 0,-5 3-1,-5 4-329,-7 2 0,5 0 0,-6 0 1,1 0 177,1 0 1,0 8-1,5 3 1,1 3-27,-1-3 0,3 11 0,3-5 0,4 3 102,1-1 0,5-2 0,-2 3 1,6 1 18,4 3 0,9-1 1,1-4-1,5 3-54,0 1 1,-1 2 0,-1-4-1,3 3-30,1-3 0,-2 4 0,-9 1 0,-6-1-27,-4 0 0,-2 4 1,-2-6-1,-4-1-55,-6-3 1,-5-7-1,-7-3 1,-5-1-4,-4-4 1,-7-2-1,1-4 1,4-2-103,4-2 0,11-9 0,1-1 0,7-5-344,5 0 0,3-1 0,10 1 0,7-2 544,8 1 0,7-5 0,7 0 0</inkml:trace>
  <inkml:trace contextRef="#ctx0" brushRef="#br0" timeOffset="1561">2236 602 11291,'18'0'567,"-1"0"0,1 0 1,1 0-377,4 0 0,-1 0 0,7 0 0,0-2-224,-2-4 0,4-3 0,-6-9 0,0 1 9,1-1 0,-5-5 1,-9 0-1,-6 1-127,-5 3 0,-2 1 0,-5 1 0,-8 2-64,-7 3 0,-6 4 0,-8 10 0,0 4 47,0 6 1,0 9 0,2 4 0,4 2 420,6 4 0,9 2 1,4 2-1,2 0-183,5 0 0,10 0 1,13-2-1,13-2-444,11-2 0,15-9 1,7-3 373,7-9 0,7 1 0,7 1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5:33.74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193 199 8690,'0'-18'1393,"0"7"-480,0-1 0,-2 8-544,-4-2 0,2 18 0,-6 9 0,1 8-137,-1 8 1,-2 12 0,-5 3-1,1 10-96,5 6 1,-5 10 0,5 1 0,-3 1-209,2-5 1,-1-5-1,7-8 1,2-9-675,2-10 1,4-22 0,4-10 0,5-7 0,5-13 0,1-11 0,1-13-461,-1-11 0,-1-5 1206,-4 3 0,3-13 0,-5 5 0</inkml:trace>
  <inkml:trace contextRef="#ctx0" brushRef="#br0" timeOffset="375">1 303 8435,'9'-7'838,"-3"-5"0,-4 2-202,-2-1 0,8-1 0,3-3-316,5 3 1,7-4-1,3 7 1,1-3-119,4 0 0,2 7 0,4-5 1,1 2-260,3 4 0,-2 2 0,-8 2 0,-4 2-243,-2 4 1,3 4-1,-11 7 1,-5 3 78,-3 3 1,-9 4-1,0 8 1,-9 0 125,-7 0 1,-7 6 0,-2-1 0,-3 1 70,-3 2 1,-2-4-1,-1 5 1,1-1 38,3-4 1,5-4-1,6-4 1,-1-4-143,3-2 1,3-2 11,14-5 1,2-8 0,4-5 0,8-3-127,7-2 1,0 0-1,8-2 1,3-2-124,1-1 0,-4-1 0,0 6 0,2 0-97,2 0 1,0 0 0,-4 0 460,-6 0 0,4 8 0,0 1 0</inkml:trace>
  <inkml:trace contextRef="#ctx0" brushRef="#br0" timeOffset="766">787 810 8381,'0'-10'1689,"1"-3"0,5 7-1308,6 2 1,3-4 0,3 0 0,1 1-150,5-1 0,-3-6 1,8 5-1,0-3-303,-2 0 1,4-1 0,-7-9 0,-3-1-237,-2 2 0,-3 1 1,-2 3-1,-5-1-94,-1 1 1,-4-1 0,-10 3 0,-6 3 101,-3 6 0,-8 5 0,-3 1 0,-1 3 307,-4 9 1,-2 2-1,0 15 1,4 2 234,6 2 0,-2 4 0,3 1 1,7 5 2,7 2 0,0-6 1,4 1-1,6-3-39,8-2 0,13-6 0,8-4 1,6-5-443,4-10 0,7-7 0,-1-3 1,1-3-434,-1-9 0,3-6 1,-5-13-1,0 0 668,-5-6 0,5 3 0,0-9 0</inkml:trace>
  <inkml:trace contextRef="#ctx0" brushRef="#br0" timeOffset="1315">1747 740 8425,'0'-17'1094,"2"-1"-698,4 1 1,-2-1 0,5 1 91,-1-1 1,-2 7 0,-4-1-312,4-2 1,-4-1-1,3-3-251,-3 1 0,-4-1 1,-3 3-1,-5 1 55,0 3 0,-5 5 0,3-4 0,-5 2-67,-7 5 0,5 1 0,-4 4 1,3 3 8,3 7 0,-6 11 0,-1 6 0,3 4 98,1 2 0,5 0 0,3 2 0,6 2-17,5 2 0,1-3 1,0-6-1,1-5-26,5-2 1,6-10 0,11-9 0,6-4-74,4-2 0,2-9 1,0-9-1,0-9-101,0-6 1,6-10 0,-2-1-1,-4-5 70,-4-3 0,-2 3 1,6-11-1,-2 2-93,-4 0 0,-4-3 0,-8 7 0,1 0 153,-1 3 1,-1 5 0,-5 1-1,-5 10 651,-4 10-360,-2 6 1,-8 13-1,-3 10 1,-5 15-56,-1 12 0,-1 2 0,1 14 0,-1 1 81,1 3 1,0 1 0,-1 2-1,1 3-115,-1 1 0,8 0 0,5-6 0,3 1-62,2-1 0,2-1 1,3-5-1,7-7-232,4-8 1,7-13 0,2-13 0,2-3-358,4-2 1,-3-9-1,-1-9 1,0-9-139,0-6 0,-6-2 0,3 0 0,-5 0 653,-1 0 0,-1-7 0,0-3 0</inkml:trace>
  <inkml:trace contextRef="#ctx0" brushRef="#br0" timeOffset="1649">2463 426 8121,'0'-18'512,"0"1"0,2-1 255,4 1 0,-2 1-281,7 5 1,-7 5-161,2 12 1,-4 9-1,-4 10 1,-2 3-26,-2 3 1,-5 4 0,3 3 0,0 3-174,0-2 1,3-4 0,5-4 0,0-4-102,0-2 1,0 4 0,2-7 0,3-5-77,7-3 1,5-10-1,5 1 1,3-5-283,2-5 1,2-7 0,6-9-1,-2-5-70,-4-1 0,2-2 1,-7-6-1,-3 0-46,-2 0 0,-3 0 0,-4 2 0,-5 4-16,1 6 1,-6-2 0,4 2 0,-6 3-94,-6 7 1,2-1 0,-7 8 555,-3 2 0,-2 18 0,-1 5 0</inkml:trace>
  <inkml:trace contextRef="#ctx0" brushRef="#br0" timeOffset="1965">3249 478 8241,'2'-10'3049,"4"5"-2380,-4-5 0,5 6 108,-7-8-808,0 1 1,-7 1 0,-5 4 0,-3 4 80,-3 2 1,1 0-1,-1 2 1,-1 4-3,-5 6 1,5 3 0,-2 3 0,5 1 3,5 4 0,5-1 0,-4 5 1,2 0-131,4 0 0,4-6 0,8 3 0,8-5-285,5-1 0,10-3 1,-2-3-1,4-6-230,2-4 0,0-4 0,0-2 0,0-4 593,0-2 0,0-9 0,0-8 0</inkml:trace>
  <inkml:trace contextRef="#ctx0" brushRef="#br0" timeOffset="2316">3563 600 11581,'12'0'479,"0"0"1,3-2-427,6-3 0,-1 1 1,5-6-1,-2 0-81,1 1 0,1-3 1,-4-6-1,3 1 33,-3 0 1,-8 1 0,-1 2 0,0 3-148,-3-3 0,-1-1 0,-8-3-17,0 1 0,-8 5 1,-3 2-1,-7 3 79,-5 3 0,2 10 0,-8 5 1,0 5 86,1 1 0,-3 6 0,8 3 0,2 1 185,1 4 1,5 2 0,3 2-1,6 0-93,4 0 0,2-6 1,2-2-1,4 0-233,6 0 0,5-11 1,6-1-1,7-5-421,3-6 0,2-2 0,-1-4 0,3-6-544,4-9 1099,-4-1 0,13-15 0,-5 6 0</inkml:trace>
  <inkml:trace contextRef="#ctx0" brushRef="#br0" timeOffset="2649">4314 408 9154,'0'-17'1447,"0"5"1,-2 2-813,-3 3 0,3-1-861,-4 2 1,-4 4 0,0-6 65,1 1 1,-7 5 0,4-4 114,-3 4 0,3 4 0,1 2 58,-3 2 0,1 7 0,-1-1 127,2 3 0,8-3 0,-1 0 1,5-1-31,5-1 0,5 5 0,8-3 0,1 4-29,4 1 1,-1 1 0,5 1 0,-2 2 42,-4 3 0,3 1 0,-5-4 0,-3 4 36,-1 3 1,-7-1 0,-2 4 0,-6-4-186,-6-2 1,-12 4 0,-11-5 0,-6-5-642,-5-5 1,1-7 0,-6-7-1,2 0-1231,5 0 1897,9-7 0,-4-11 0,5-9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6:25.37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18 225 6569,'-2'-10'1694,"-2"3"-68,-1-1-934,-1 6 1,6-8 976,0 5-1194,0 3 1,2-8-1,4 6-261,5-1 1,10-7-1,4 4 1,2 1-149,3-1 0,3 1 0,1 3 1,1-2-221,-1 2 1,-5 10-1,-2 5 1,-2 7-25,-4 5 0,-10 9 0,-5 10 0,-4 4 296,-2 8 1,-13-3 0,-7 7 0,-6-3 237,-11 3 1,3-5-1,-6 5 1,3-7 73,3-5 0,1-4 1,3-9-1,5-2 362,6-3-1010,-2-14 1,21 1 0,0-15 0,9-2-110,6-4 1,3 3-1,1-9 1,4-1-394,5-3 0,3-1 0,0 2 0,-1 1 118,7 3 1,-3 1 0,8-3-1,-2 3 107,1 3 0,-1 1 0,-6 6 0,1 2 145,-1 4 1,-1-2 0,-5 7 349,-5 2 0,-3-5 0,-3 0 0</inkml:trace>
  <inkml:trace contextRef="#ctx0" brushRef="#br0" timeOffset="300">1017 742 6395,'-9'0'4533,"1"0"-4533,8 0 0,0 0 0</inkml:trace>
  <inkml:trace contextRef="#ctx0" brushRef="#br0" timeOffset="984">1482 87 8133,'0'-11'2156,"0"-1"-28,0 8-1431,0-3 1,0 26-1,0 6-437,0 3 0,-2 3 0,-1 3 1,-3 1-163,2-1 0,2-1 0,2-3 0,2-1-175,4 2 0,0-8 1,9-4-1,6-8-150,4-3 0,9-2 1,8-6-1,2-2-51,4-4 0,0-3 0,0-9 1,-4 3-345,-2 3 0,-9-1 0,-10 7 622,-4 3 0,-2-7 0,0 0 0</inkml:trace>
  <inkml:trace contextRef="#ctx0" brushRef="#br0" timeOffset="1199">1844 1 8141,'-11'0'2235,"1"2"0,0 7-1401,1 14 1,-3 14 0,-7 20-1,-2 10-763,-2 12 0,0 3 0,8 15 1,4 1-1393,5-2 0,4-6 996,2-16 1,8-7 0,1-15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7:15.16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0 508 7889,'0'-12'323,"0"1"1049,0-3-886,0-1 1,0 7-1,0 10 1,0 14-51,0 10 0,0 9 0,0 5 0,0 6-98,0 4 1,0-1 0,0-1-1,0-4-309,0-2 0,0-3 0,0-11 0,0-5 101,0-3 0,2-11-85,4-3 0,2-20 0,3-8 0,-5-9-213,-4-4 0,-2-5 1,0-2-1,0 0-98,0 0 1,-6 0 0,0 4 0,2-3-61,3 3 0,1 2 0,1 1 1,5 3-115,6 3 1,3 2 0,4 8-1,4 0 74,6 4 1,3 9 0,3 0 0,1 4 18,4 2 1,-3 2 0,3 4 0,-4 3-42,-1 1 1,-1 5 0,-1-3 387,-5 3 0,5 2 0,-6 1 0</inkml:trace>
  <inkml:trace contextRef="#ctx0" brushRef="#br0" timeOffset="367">672 732 9438,'-9'7'1018,"1"-5"1,10 6 0,4-8-884,5 0 0,6-8 0,4-1 0,2-3-220,-2 1 1,0-3 0,0-7 0,2-2-96,-2 2 1,-7 0 0,-5 0 0,-1-2-98,-4 2 0,-2 2 0,-2 2 0,-2-1 40,-4 1 0,-5 8 0,-10 3 0,-4 4 298,-2 2 0,4 2 0,-4 6 0,0 7 9,1 6 1,5 10 0,-2-1 0,5 7 201,7 3 0,3 2 1,8-4-1,0 2-52,0-1 1,8-9-1,5-3 1,8-2-376,8-4 0,-2-10 1,2-5-1,1-4-396,3-2 1,1-2-1,1-4 1,-3-5-21,-3-4 1,3-8 570,-3 0 0,-4-8 0,0 4 0</inkml:trace>
  <inkml:trace contextRef="#ctx0" brushRef="#br0" timeOffset="1233">1499 697 7991,'6'-11'1102,"-1"-1"0,7 1-565,-6-6 1,-1-1-1,-5 1-331,0 0 0,-5 0 1,-3-1-1,-3 3-61,-9 4 1,3-3 0,-8 8-1,2 1-99,0-3 0,-7 6 0,3-2 0,0 8-201,4 8 0,-2 3 1,2 4-1,2 4 72,2 6 1,4 3-1,3 1 1,7-3 71,3-1 1,2-6 0,2 4-1,5-2-62,10-4 0,3-10 0,8-5 0,5-4-89,5-2 1,-2-8 0,5-5 0,-7-6-86,-5-4 0,3-8 1,-5 2-1,0-5 145,-4-6 0,2 2 1,-2-8-1,-2-2 58,-2-2 1,-2-2 0,-1 1 0,-3-1 50,-2 0 1,-1 6 0,3 2-1,-3 4 105,-2 8 0,3 5-126,-5 10 0,0 9 0,-6 10 22,0 13 1,-8 10-1,-4 10 1,-3 1 242,-2 4 1,2 4 0,1 8 0,5 1-20,1 5 1,-4-5-1,7 5 1,1-5-112,2-1 0,2-6 1,2-4-1,4-4-154,5-5 0,4-16 0,5-2 0,3-5-106,5-6 1,5-4 0,1-8 0,1-7-118,-1-6 0,-5-10 1,-2 2-1,-2-1 4,-4 1 0,-2-3 0,-2 3 0,0-4-101,0-1 0,-5 7 0,-3 4-78,-1 4 435,-2 2 0,-8 9 0,-2 8 1,-4 10 185,-1 5 0,3 8 0,-3 2 1,1 2 186,4 3 1,2 1 0,2 0 0,0-3 68,0 3 0,2-4 0,4-1 0,7-1-363,8-4 0,6-1 0,8-5 1,-1-4-309,0-5 1,3-4 0,1-4 0,0-4-106,-5-5 1,-1-4-1,-9-3 1,-2 1-202,-1 0 1,-9 0 0,-1-1 0,-3 1 156,-3 0 0,-2 0 0,-2 0 423,0-1 1,-8 7 222,-3-1 1,-4 8 0,-1 1 0,3 6 227,1 9 1,7 3 0,-5 3 0,2 1-4,5 4 0,1-4 1,2 6-1,2-2-409,3 0 0,5 0 0,9-8 0,6-2-176,9-1 1,5-8 0,10 1 0,5-5-529,0-5 1,1-1 0,1-9-1,1-5 616,-1 1 0,-3-8 0,-1 1 0</inkml:trace>
  <inkml:trace contextRef="#ctx0" brushRef="#br0" timeOffset="1634">3411 611 7998,'8'-10'4600,"-6"-5"-4400,5 6 1,-9-9-279,-3 1 1,-5 8-1,-7 1 1,0 2 52,-1 0 1,-5 1 0,-2 7 0,1 3 40,-1 7 1,-6 3-1,2 4 1,-1 4 252,1 6 0,-2 4 0,10 1 1,4 0 3,4 1 0,9-1 0,0 1 0,10-3-474,11-3 1,16-6 0,13-12 0,3-5-214,3-4 1,5-2 0,1-2-1,-1-4-729,3-5 1,-9-12 0,1-4 1142,-10 0 0,-6-13 0,-1 4 0</inkml:trace>
  <inkml:trace contextRef="#ctx0" brushRef="#br0" timeOffset="1917">3911 129 7998,'0'-25'47,"5"6"0,1-4 1,-2 4 650,-2 1 1,4 7-274,-1-1 0,1 10 0,-8 4-104,-4 14 0,-3 9 1,-8 11-1,-1 4 59,1 6 0,0 12 1,2 5-1,1 6 52,3 5 0,-1-1 0,-3 5 0,3-1-253,7-4 1,3-10-1,2-8 1,0-7-236,0-8 0,0-11 0,2-8-678,3-7 1,3-14 0,4-12-1,-7-5-1037,-3-6 0,-2-4 1771,0-7 0,-15-8 0,-4-2 0</inkml:trace>
  <inkml:trace contextRef="#ctx0" brushRef="#br0" timeOffset="2083">3532 542 7998,'11'0'1080,"1"0"1,-1 0 0,8 0 0,2 0-841,2 0 1,14 0 0,-1 0 0,6-2-557,6-4 0,2 3 0,1-9 0,1-1-1104,0-3 0,-1 1 0,-1 2 1420,-4 1 0,4 1 0,-6-6 0</inkml:trace>
  <inkml:trace contextRef="#ctx0" brushRef="#br0" timeOffset="2300">4358 559 9016,'-7'10'1131,"5"5"1,-4-3-710,4 3 1,-4 2 0,-1 2 0,-1 4-278,0 6 1,-3 4 0,3 1 0,1 1-493,-1-1 0,2-1 0,6-5 0,0-5-2767,0-4 2188,0-9 0,6-12 1,2-15 925,1-10 0,3-6 0,5-1 0</inkml:trace>
  <inkml:trace contextRef="#ctx0" brushRef="#br0" timeOffset="2450">4445 198 7998,'-10'-2'0,"2"-2"1144,1-2 1,5-2 0,-6 5-436,0-3-2202,7 0 0,-7 14 1493,8 3 0,8 5 0,1 1 0</inkml:trace>
  <inkml:trace contextRef="#ctx0" brushRef="#br0" timeOffset="2950">4996 594 7914,'0'-17'967,"0"-1"0,0 7 0,0-1-389,0-1 0,-8 3 0,-3 1-395,-5 1 0,-3 2 1,-2 6-1,-2 0-70,2 0 0,0 14 0,0 3 0,-2 4 143,2 4 0,-4 8 0,4 9 0,4 0-124,3 0 0,5 4 1,-3-4-1,7-2-150,3-4 1,9 1-1,7-14 1,5-2-186,4-2 1,7-9-1,1-5 1,5-5-222,5-5 0,3-11 0,-6-9 0,-4-1 43,-1-5 0,1-7 0,-9-4 0,0-1 195,0 1 0,-10 0 1,-9 4-1,-4-2 311,-2 2 0,-8 3 0,-5 6 1,-8 8 79,-8 8 1,-3 0 0,-5 7-1,-1 4-175,-2 6 1,0 7-1,7 12 1,2 6-232,3 3 0,7 3 0,0-1 0,7 1-278,9-1 1,3-1 0,2-3 0,3-3-27,9-2 1,1-2-1,16-8 1,2-3 215,1-6 1,8-5 0,1-4 0,-3-7 288,-2-7 0,-1-4 0,7-12 0,2-3 0</inkml:trace>
  <inkml:trace contextRef="#ctx0" brushRef="#br0" timeOffset="3250">5444 490 8241,'0'-9'2331,"-6"17"1,0 13-2141,2 3 1,-3 9 0,1-4 0,0 3-133,-1 3 1,5-1 0,-4-1 0,4-3-262,2-1 0,8-10 0,3 0 0,4-7-284,3-5 0,5-1 0,1-8 1,3-5 167,4-11 1,3-1-1,5-9 1,1-3 275,-2-2 1,-7 1-1,-4 1 1,-3 4 208,-3 3 25,-1 1 1,-18 13-1,-8 8 1,-8 10 28,-3 9 0,6 12 0,1-1 1,2 5-298,5 1 0,3-1 1,7-2-1,12-5-377,14-1 0,19-2 0,20-7 453,18-5 0,-39-6 0,2-2 0,7-3 0,0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7:07.62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223 372 8365,'0'-17'278,"0"7"1,-2-3 1328,-4 7-153,4-7-870,-5 11 1,7 2-203,0 11 1,0-1 0,2 1-55,3 3 1,-1 1 0,6 2-1,-1 0-79,1 1 1,-6 1 0,3 4 0,-1 5-202,0 5 1,0 3-1,-6 3 1,2 3-364,3 2 0,-3 0 0,4 2 0,-4-6-778,-2-4 0,0-3 1,0-3-3139,0-1 3319,0-8 1,0-6 911,0-15 0,8-7 0,1-10 0</inkml:trace>
  <inkml:trace contextRef="#ctx0" brushRef="#br0" timeOffset="399">85 320 8333,'-11'-15'0,"1"2"673,2 1 0,1 6 264,1-5 1,4 5-551,-4-5 0,6 7 0,6-2-159,6 4 0,5-4 1,6-1-1,7-1 54,9 0 1,7 1-1,11 3 1,6-2-38,4 2 0,16 6 0,3 10 0,2 11-237,0 7 1,-10 14 0,-5 8 0,-10 9-130,-11 6 0,-18 8 0,-17 1 0,-11 3-435,-10 3 1,-13 1 0,-13-5-1,-9-9 322,-7-10 1,-3-5-1,-5-4 1,-2-4 241,-1-6 0,-10-6 0,-2-3 0,-7-6-120,-3-6 1,-3 0-1,9-13 1,6-6-200,8-10 0,15-5 0,7-18 0,11-3-504,6 0 0,9-7 815,17 3 0,11-8 0,10 4 0</inkml:trace>
  <inkml:trace contextRef="#ctx0" brushRef="#br0" timeOffset="699">1308 803 8061,'-9'0'1050,"-5"1"1,9 5-1,1 8-580,2 7 0,-4 2 1,0 9-1,2 6-416,3 5 0,1-3 0,0 4 0,1-2-551,5-4 1,-2-9 0,6-6 0,-1-6-850,1-5 1,1-5 1345,6-7 0,1-15 0,-1-4 0</inkml:trace>
  <inkml:trace contextRef="#ctx0" brushRef="#br0" timeOffset="867">1325 458 8061,'-11'-11'5160,"-1"-1"-4627,9 1-874,-5 1 1,8 10 340,0 11 0,8 5 0,1 1 0</inkml:trace>
  <inkml:trace contextRef="#ctx0" brushRef="#br0" timeOffset="1432">1670 837 8164,'0'-17'1229,"0"0"1,0 3-810,0 8 1,0 14 0,0 17-144,0 2 0,0 0 0,0 3 0,0-3-73,0-2 0,0-2 0,2-6 0,2 0 160,1 0 0,7-5 1,-4-2-315,1-3 1,1-3 0,3-8 0,-3-5-120,-3-7 1,7 1-1,-3-14 1,5 1-289,1 1 0,0-6 0,2 5 0,2-3 111,2 2 1,0-1 0,-6 7-1,1 2-24,-1 1 1,0 5 363,0 4 1,-1 13 0,-5 13 0,-5 10 344,-4 7 1,-2-1 0,0 11 0,0-2-60,0 0 0,0-1 1,0-9-1,0-3-254,0-2 0,2-2-171,3-6 0,5-9 1,7-8-1,2-12-83,4-9 1,-4-6 0,6-7 0,-2 0-145,0-1 0,6-3 0,-6 1 0,-2 5-107,-2-1 0,-2 3 0,1 1 0,-1 6-90,0 4 1,-6 4 0,-1 1 184,-2 3 0,3 9 0,-5 4 512,-2 13 0,-2 4 0,-2 10 0,0 2 51,0 1 1,0 3 0,0-1 0,0 0-212,0 1 1,0-3 0,0-3 0,2-6-356,3-4 1,5 2-1,7-3 1,0-9-576,1-5 1,5-4 0,1-2 861,3-4 0,2-11 0,5-10 0</inkml:trace>
  <inkml:trace contextRef="#ctx0" brushRef="#br0" timeOffset="1782">2669 871 8164,'10'-1'903,"-5"-5"0,-1 4 0,2-4-640,5 4 0,5-4 1,1-1-1,2-1-216,4 1 0,-2-7 1,6 3-1,0-3-62,0 3 1,-6-5 0,2 5 0,-6-4-127,-6-3 0,-1 3 0,-6 2 0,1 1 92,-1-1 0,-10 5 1,-5 2-1,-6 5 57,-6 1 1,2 1-1,-6 5 1,0 6 103,0 3 0,6 10 0,-2 2 0,4 1 116,2 1 1,2 6 0,3 5-1,6-2-94,5-2 1,2-7-1,5-2 1,8-2-214,7-4 0,5-4 1,9-6-1,-1-5-198,1-4 0,-1-4 0,1-4 0,-1-5-531,1-4 0,-1-8 1,-1-2 807,-5-2 0,5-2 0,-6-5 0</inkml:trace>
  <inkml:trace contextRef="#ctx0" brushRef="#br0" timeOffset="2165">3272 699 8136,'0'-11'2349,"0"-1"-1844,0 1 1,0 5-374,0 12 0,0 3 0,0 16 0,0 0 75,0 4 0,0 5 1,0 3-1,0-1 3,0-4 1,2-3-1,2 0 1,1-6-111,-1-4 0,6-4 0,1-3 1,5-6-197,1-5 0,0-2 0,0-5 0,1-8-196,-1-7 0,0 0 1,0-7-1,0-3 6,1-2 0,-1 1 1,0 1-1,-2 4-169,-3 3 0,1 1 1,-7 5 285,-2 1 0,-2 10 0,-2 7 304,0 9 1,0 8-1,-2 4 1,-2 4 240,-2 2 1,1 2-1,5 3 1,1-3-346,5-6 0,-2-4 1,8-2-1,1 1-453,2-1 0,8-8 0,2-3 0,2-4-762,4-2 0,-5-8 1184,3-3 0,0-12 0,5-4 0</inkml:trace>
  <inkml:trace contextRef="#ctx0" brushRef="#br0" timeOffset="2532">4150 699 9990,'0'-17'804,"-1"7"0,-3 3-479,-2-1 0,0-1 0,4-7-324,-3 5 0,3 1 0,-6 6 0,0-1-80,-3 1 1,-4 2-1,-3 2 70,1 0 1,0 0 0,0 2-1,1 3 153,5 7 1,-3 3 0,9 3 48,1-1 1,2 6-1,4 0 1,4-2-47,5-2 1,4-2 0,3 0-1,1 1-207,4-1 1,-4 6-1,4 0 1,-4 0-31,-2 2 1,-1-6 0,-3 4 0,-3-4-65,-3-2 0,-1 0 0,-8 0-94,-4 1 0,-5-9 0,-10-3 1,-4-4-130,-2-2 1,-2 0 0,-3 0 0,3-2-89,6-4 1,-2-1 0,4-7 0,4 5-890,4 1 1354,9-5 0,-12 3 0,7-7 0</inkml:trace>
  <inkml:trace contextRef="#ctx0" brushRef="#br0" timeOffset="2782">4495 734 7973,'0'-18'851,"-2"3"-140,-4 4 0,4 5 0,-3 12 0,1 5-379,-2 4 0,4 10 1,-5 4-1,1 4-235,0 1 1,0 0 0,6 1 0,0-1-247,0 1 1,0-6 0,2-5-1,2-3-691,2-5 0,7-9 0,-1 1-1991,3-6 2831,-5-6 0,5-21 0,-6-2 0</inkml:trace>
  <inkml:trace contextRef="#ctx0" brushRef="#br0" timeOffset="2916">4547 372 8040,'0'-12'7777,"0"1"-8838,0 7 1061,0-4 0,0 8 0,0 0 0</inkml:trace>
  <inkml:trace contextRef="#ctx0" brushRef="#br0" timeOffset="3766">5115 699 7472,'10'-7'854,"-1"5"0,-5-6 99,2 0 0,0 4-775,-6-7 1,-2 0-215,-4-7 0,-4 9 0,-9 3 0,-2 4 5,-2 2 1,-7 2 0,1 4 0,-4 7-38,-1 8 0,5 0 0,2 8 0,2 3 173,4 7 0,4-3 1,6 4-1,5-3 139,4-3 0,12-1 0,7-5 0,10-5-161,5-4 0,3-9 1,-1-4-1,2-4-33,5-2 0,-5-8 0,2-5 0,-5-6-205,-4-4 0,-8-8 1,0 2-1,-6-1-72,-4 1 1,-7-2-1,2 6 1,-6 0 89,-6 1 1,-5 3-1,-10 7 1,-4 5 5,-2 1 1,-4 2 0,-7 6 0,0 0-139,5 0 1,1 8 0,7 3-1,0 5-453,0 1 1,8 0 0,7 2 721,3 4 0,9-4 0,15 6 0,10-8 0</inkml:trace>
  <inkml:trace contextRef="#ctx0" brushRef="#br0" timeOffset="4216">5684 665 8089,'0'-17'0,"0"-1"1222,0 1 0,0 0 752,0 0-1922,0 7 1,-2 12-1,-2 13 1,-4 8-6,-1 4 1,3 4-1,-4 7 1,3 4 107,3 2 0,-4-6 0,2 3 0,3-7-70,1-5 0,4-3 0,3-6 1,7-1-54,3-4 0,4-9 1,4-2-1,6-10-236,3-11 1,3-4 0,-1-12 0,1-3 51,-1-1 1,1-5 0,-3 0 0,-3 0-80,-6 0 0,-4 4 1,-4 7-1,-3 4-517,-6 2 724,-4 10 0,-10 15 0,-4 13 0,-1 8 143,2 8 1,-3 9 0,8 3 0,3-1 149,1 2 1,2-6 0,0 5 0,2-5-73,3-2 1,11-5 0,8-2 0,3-2-310,4-4 1,1-10-1,5-5 1,1-6-309,2-6 0,0-5 0,-5-10 1,-1-4-438,1-2 0,-6 0 857,-1-1 0,-7-13 0,4 5 0</inkml:trace>
  <inkml:trace contextRef="#ctx0" brushRef="#br0" timeOffset="4666">6752 803 8089,'9'-2'948,"-1"-2"-497,-1-2 0,-5-2 0,6 5 0,-2-5-101,-1-2 0,7 5 1,-6-7-1,-1 1-195,3 1 1,-6-5 0,4 3-192,-4-3 1,-4 0 0,-4 1 0,-5 5 18,-5 1 1,-3 2-1,-2 6 1,-4 0 94,-2 0 1,4 8 0,-3 3 0,-1 5 199,0 1 1,6 8 0,0 2 0,6 1 0,3 1 1,8 2 0,-1 5 0,5 0-242,5-3 0,5-10 0,9 0 0,4-4-202,6-2 1,3-7 0,3-6 0,-3-6-103,-3-4 0,3-13 0,-3 0 1,2-6-32,-3-6 0,-3-1 0,-7-3 0,-3 1 163,-4-1 1,3 3 0,-8 3 0,-3 6 21,-1 4 0,-4 4 140,-3 3 1,1 6-1,-8 12 1,1 8 200,1 7 0,-3 5 0,7 9 0,2-1-49,2 1 0,2-3 0,0-1 1,2-2-186,4 1 0,5-5 1,11-4-1,2-5-540,3-5 0,8-7 0,7 0 0,2-8-901,4-8 1446,1-3 0,3-18 0,0-3 0</inkml:trace>
  <inkml:trace contextRef="#ctx0" brushRef="#br0" timeOffset="5049">7492 406 8089,'6'-17'-71,"0"0"0,5 0 0,-5-1 0,-2 1 5,-2 0 1,3 0 0,1 0 0,-2-1-104,-2 1 0,-4-6 1,-4 0-1,-3 0 68,-1-2 0,-3 6 0,5-4 0,0 4 303,1 2 1,-5 5 0,5 3 1095,-3 1-874,6 2 0,-3 8 1,7 4-1,0 6 159,0 3 0,-2 2 0,-2 0 0,-2 2-121,2 4 0,2 4 1,2 8-1,0-1-164,0 1 1,0 7-1,0 5 1,0 7-130,0 4 0,0 5 1,0-4-1,0 2-230,0 4 1,0-2 0,0-3-1,0-10-551,0-6 1,0-12 0,0-9-467,0-4 0,0-11 0,2-8 244,4-10 0,-4-5 0,4-4 834,-4-4 0,5-4 0,3-7 0</inkml:trace>
  <inkml:trace contextRef="#ctx0" brushRef="#br0" timeOffset="5348">7837 596 8969,'-2'-10'1112,"-4"5"1,4 5 0,-4 7 0,5 8-676,1 7 0,0 8 0,0-1 0,0 3-589,0 3 0,0-1 1,0 1-1,1-3-137,5-3 1,4-4 0,7-8 0,0-2-704,0-3 1,1-4 0,1-10 0,2-4 991,2-6 0,7-11 0,-3-3 0</inkml:trace>
  <inkml:trace contextRef="#ctx0" brushRef="#br0" timeOffset="5549">8078 234 8041,'0'-17'141,"2"2"0,2 1 911,1 3 1,1-1-1000,-6-5-989,0 0 0,-2 1 410,-3 5 1,1 3-1,-6 10 1,1 2 525,-1 2 0,4 7 0,-5-1 0,-1 3 0,-5 2 0</inkml:trace>
  <inkml:trace contextRef="#ctx0" brushRef="#br0" timeOffset="6199">8509 62 7966,'7'-10'0,"-3"-3"0,6 5 975,-3-1 0,1 3 1269,-2-6-1926,-4 9 0,5 3 0,-7 13 1,0 8 148,0 8 0,-2 11 0,-1 8 0,-3 7-167,2 8 1,-4 12 0,3 5 0,1 7-164,2 4 0,2 1 1,0 0-1,0-11-243,0-9 1,2-18 0,3-8 0,7-10-817,3-7 1,-3-12 0,-3-13-1,1-10-846,-1-11 0,-5-8 1768,2-9 0,-4-8 0,-2-2 0</inkml:trace>
  <inkml:trace contextRef="#ctx0" brushRef="#br0" timeOffset="6381">8285 561 10206,'7'10'1951,"5"-4"0,5-4-1750,6-2 1,6-8 0,11-4 0,6-3-459,4-2 1,7 0 0,2-1-1,3 1 257,3 0 0,-6-8 0,0-2 0</inkml:trace>
  <inkml:trace contextRef="#ctx0" brushRef="#br0" timeOffset="6878">9025 527 7942,'0'-17'384,"0"5"529,0 1 1,-5 9 0,-3 2-473,-2 9 1,5 9 0,-5 5-1,2 7-313,5 8 1,-5-1 0,2 5 0,2-2-136,2 0 1,4-1-1,2-11 1,4-5-52,1-4 1,5-1 0,7-3 0,2-4-114,-2-5 0,4-6 0,0-6 0,1-7-21,5-8 0,-4 0 0,0-8 1,-2-1 44,-4-3 0,3 1 0,-2 3 0,-5 6-123,-4 4 1,-9 2-1,4 1 340,-1 5 0,-5 7 0,4 15 454,-4 12 0,-2 10 0,0 9 0,0 10 132,0 9 1,2 10-1,4 9 1,3 12-384,1 8 1,-3-48 0,-1 1-1,-2 0 1,-2 1 0,-1 0 0,0 1-206,-2-1 0,-2-1 0,-9 43 0,-11-14 0,-5-17-147,-5-17 1,-1-19 0,-1-12 0,1-9-160,-1-6 1,7-18-1,1-9 1,2-11-211,4-10 1,9-11 0,7-5 0,5-1-320,5 0 1,7 0 0,13-8-1,11-2-2096,14-1 2863,9 7 0,-18 29 0,2 1 0,2 2 0,-1-1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7:47.55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35 454 8334,'-10'8'850,"1"-6"954,3 3-211,4 5 129,-6-8-978,8 13 1,2-15 0,4 0-481,5-9 0,5-7 0,3-1 0,2-2-352,2-4 1,8 2 0,-3-8 0,5-1-230,1-3 0,3-7 0,1 0 0,2 1-647,-2 3 1,-1 2 0,-5 1-1,-3 4-1167,-6 6 0,-6 10 1152,-5 2 0,-7 12 979,-10-1 0,-5 20 0,-7-1 0</inkml:trace>
  <inkml:trace contextRef="#ctx0" brushRef="#br0" timeOffset="350">483 110 8421,'0'-18'1402,"0"7"269,0-1-1459,0 9 0,0-3 1,0 12-1,0 7 15,0 8 0,0 6 0,-2 9 0,-4 4-90,-6 6 1,3 6 0,-1 5-1,1 9-214,-1 6 1,4-1 0,-3 4 0,-1-4-434,1-3 0,5-6 0,-2-9 0,4-9-556,2-9 1,2-18 0,4-2-768,5-5 1833,-3-20 0,7-9 0,-5-15 0</inkml:trace>
  <inkml:trace contextRef="#ctx0" brushRef="#br0" timeOffset="667">793 954 10898,'0'-10'8679,"0"-5"-8679,0 13 0,7-6 0,3 8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7:49.58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293 173 10701,'-6'-8'1842,"1"8"-1631,1 10 1,-4 13-1,2 8 1,1 5-157,-3 4 0,0 10 1,-5 0-1,3 7-269,3 4 1,-5-3-1,5 1 1,-1-5-426,0-10 0,3-6 1,5-5-1,0-5-1808,0-5 2447,0-11 0,7-5 0,3-7 0</inkml:trace>
  <inkml:trace contextRef="#ctx0" brushRef="#br0" timeOffset="267">0 259 8058,'12'-2'601,"-1"-3"0,-5 3 0,4-6-222,-3 0 1,7 6 0,-3-5 0,6 1-116,6 0 1,6-7 0,11 1 0,6-3-150,4-2 1,9 0 0,6-1 0,6 1-547,4 0 0,-3 2 0,-6 1 0,-5 5-1201,-2 1 0,-9-3 1632,-10 5 0,-4-8 0,-1 5 0</inkml:trace>
  <inkml:trace contextRef="#ctx0" brushRef="#br0" timeOffset="517">52 638 8074,'0'-11'1991,"0"-1"0,2 1-1298,4-7 0,-3 9 0,9 1 0,3 3-388,6-1 0,0 0 0,10 6 0,3 0-902,5 0 1,9-6 596,-3 1 0,13-9 0,3 5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7:56.45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0 773 12067,'17'0'338,"1"0"1,-1 0 0,2-1-220,4-5 1,2-4 0,6-7 0,-3 0-91,3 0 0,1-1 1,1 1-1,-2 0-348,-3 0 1,-7-1 0,0 1 0,-7 0 88,-9 0 0,3-1 0,-4 3 0,-4 2-153,-4 1 1,-15 8 0,0-1 0,-4 3 124,-2 2 1,-6 0 0,5 0 0,-3 0 381,0 0 1,8 7 0,-4 5 0,2 5 81,0 6 0,0-2 1,6 6-1,2 0 1,3 0 1,3 1 0,5 7-1,-2-1-44,2 1 1,10-7 0,6-1 0,5-2-179,6-4 1,5-4-1,11-5 1,3-6-463,2-5 1,-4-2 0,4-5 0,0-6-141,0-3 0,-6-2 0,1-2 617,-9-4 0,11-4 0,-5-8 0</inkml:trace>
  <inkml:trace contextRef="#ctx0" brushRef="#br0" timeOffset="481">1068 567 8091,'0'-18'725,"-2"3"-25,-3 4 1,1-5 0,-8 7-481,-1-1 1,3 3-1,-1 7 1,-3 0-207,-1 0 1,-4 0-1,-2 1 1,-2 5-72,2 6 1,-4 3 0,2 4 0,0 2-36,-2 2 1,6 8 0,-4-4 0,4 1 114,2 1 1,-1-2-1,3 3 1,4-3-31,5-2 0,4-2 0,6-8-34,7-3 0,8-4 0,16-8 1,-1-2-226,1-4 0,7-6 0,2-9 1,0-4-13,-4-1 0,-3 3 0,-5-4 1,-1 0 81,-3 0 1,-7 6 0,2 0 0,-5 6 531,-7 3 1,-5 9-42,-12-3 1,-3 12-1,-9 7 1,1 8 50,0 8 0,0 3 0,1 1 0,5-3-281,5-1 0,4-2 0,2 4 0,0-5-422,0-1 1,10-8 0,7-7-1,10-2-340,5-4 0,10-4 0,2-8 1,2-9 696,0-10 0,0-6 0,6-1 0</inkml:trace>
  <inkml:trace contextRef="#ctx0" brushRef="#br0" timeOffset="782">1774 33 8038,'10'-8'176,"0"4"1155,-5-7-1155,-3 7 0,6-2 1,-10 12-1,-2 7 105,-2 8 0,-5 2 1,3 10-1,-1 5 92,-5 4 0,1 4 1,0 8-1,1 3-30,-1 6 0,3-3 1,1-1-1,-1-2-341,0 1 0,5-1 1,-5-7-1,2-4-498,5-6 1,1-11-1,2-6 1,2-4-989,3-2 0,-1-7 1484,8-4 0,-1-20 0,6-5 0</inkml:trace>
  <inkml:trace contextRef="#ctx0" brushRef="#br0" timeOffset="966">1499 567 8038,'-8'-10'1864,"6"1"573,-3 3-1738,3-4 1,4-1 0,3 1-1,9 3-635,7 3 1,2 0 0,9 0 0,5-4-1027,-1-1 1,6 5-1,0-4 1,2 3-834,4-1 1,-6-2 1794,-2 2 0,4 5 0,0-7 0</inkml:trace>
  <inkml:trace contextRef="#ctx0" brushRef="#br0" timeOffset="1313">2188 532 8073,'0'-17'725,"0"6"1317,0-1-1756,0 8 0,-2-3 0,-2 8 0,-4 5-134,-1 6 1,-1 5-1,-3 6 1,1 6 17,-1 3 0,3 3 0,1-1 0,1-1 3,4-5 1,3 3 0,1-6 0,3 0-68,9 0 0,-1-8 1,14-8-1,0-1-300,4-4 1,9-2 0,4-4 0,0-4-239,0-5 1,0-7 0,-3-5 0,-1-5-176,-5-5 0,-7 4 0,-8 1 0,-3-3 171,-4-1 1,-3-1-1,-10 4 1,-4 6 257,-5 4 0,-4 4 0,-3 2 0,1 3 12,0 2 0,0 4 0,1 10 1,5 6 165,5 3 0,4 2 0,2 0 0,0 1 0</inkml:trace>
  <inkml:trace contextRef="#ctx0" brushRef="#br0" timeOffset="1679">2808 515 8038,'11'-6'340,"1"1"0,-8-3 1,3 4 689,1-2 0,-6 2-429,4 10 0,-4 6 0,-2 9 0,0 2-259,0-2 0,0 4 0,0 0 0,0 1-269,0 5 1,0-4-1,0 0 1,0-3-91,0-2 0,0-3 0,0-2-608,0 0 498,-8 0 1,6-9-1,-4-10-99,4-13 0,2-2 1,0-6-1,0 3 148,0 3 0,6 0 1,0-2-1,-2-2-129,-2-2 0,5 0 0,3 6-81,-1-1 0,9 1 0,-3 0 0,8 2 75,4 3 1,3-3 0,9 5-1,3 1-344,2 3 0,0 4 0,4 2 1,-4 0-1026,-2 0 1582,-2 0 0,-6 0 0,1 0 0</inkml:trace>
  <inkml:trace contextRef="#ctx0" brushRef="#br0" timeOffset="2029">3308 705 8199,'9'1'1764,"-1"3"-1267,-1 2 0,-3 0 1,8-6-423,1 0 1,2 0-1,5-2 1,1-4-53,2-5 1,5 1-1,-3-1 1,0-3-196,0-1 0,0-2 0,-6-1 0,0-1-187,-4-4 1,-9 10 0,0-4 528,-4 1 0,-12 7 1,-5-1-1,-8 3 102,-4 3 1,-2 9-1,-5 7 1,0 5 244,-1 6 0,8-2 1,4 8-1,4 2-127,2 1 1,7 3-1,5-1 1,3 0-437,2 1 1,17-3 0,14-1 0,18-4-331,18-2 1,14-10 0,16-9 0,-43-6-1,1 0 376,4-2 0,-1-2 0,3-7 0,-1-3 0,0-4 0,0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7:59.34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276 560 8504,'0'-17'1952,"0"-1"1,0 7-1825,0-1 0,-2 3 1,-2-5-482,-2 3 1,-7 7 0,1-2 173,-3 4 0,-8 2 0,0 2 0,2 4 41,2 6 0,2 3 0,-1 2 0,1 0 169,0 1 0,7-1 0,3 0 0,1 0 75,0 0 1,2 6 0,10 0 0,6-2 35,3-1 1,4 3-1,2 0 1,2 0-78,-2 1 1,4-3-1,-4 8 1,-4 0-85,-3-2 1,-10 3 0,1-5 0,-3 0-54,-2 0 1,-2-2 0,-3-6 0,-9-2 6,-7-3 0,2-4 1,-6-8-1,2-2-139,0-4 1,-6-4-1,6-7 1,2-2-96,2-4 0,10-2 0,3-5 1,4 3-331,2 2 1,2-4 0,4 6 0,5 2 628,5 2 0,1 2 0,0 0 0</inkml:trace>
  <inkml:trace contextRef="#ctx0" brushRef="#br0" timeOffset="367">431 835 7966,'17'-5'1053,"0"-1"1,-5-6-410,-1 7 0,1-1 0,5 6-262,0 0 1,0-2-1,0-2-240,1-2 1,-1 1-1,0 3 1,0-2-296,1-2 0,-1-7 0,-2 1 0,-1-3-294,-3-2 1,-1 0 0,1-1 103,-5 1 0,-4 0 1,-2 0-1,0-1 182,0 1 1,-10 8 0,-5 1-1,-8 2 145,-4 1 1,4 1 0,-4 9 0,2 7 91,4 3 1,-3 4-1,1 4 1,2 4 44,1 0 1,11 5 0,3-3-1,4 4-59,2 1 1,0 4 0,4-1 0,6-7-97,7-3 1,17-4-1,3-6 1,5-1-500,6-5 0,1-3 0,3-12 1,0-5-315,-1-9 1,-1-10 846,-4-1 0,4-11 0,-6-4 0</inkml:trace>
  <inkml:trace contextRef="#ctx0" brushRef="#br0" timeOffset="633">1378 26 8018,'0'-12'398,"0"1"0,-2 9 0,-2 2-303,-1 10 1,-3 12-1,2 11 1,-3 9 140,-1 10 0,-5 13 0,5 4 0,-1 11 13,-1 10 0,3 4 1,-5 4-1,5-9-90,1-6 0,0-16 1,5-16-1,-3-8-431,2-7 1,4-11-376,6-8 1,1-9 0,7-14 646,-3-6 0,1-11 0,5-3 0</inkml:trace>
  <inkml:trace contextRef="#ctx0" brushRef="#br0" timeOffset="1017">1464 732 8012,'12'0'1191,"-1"0"1,-5 0-1,5 0-837,3 0 0,1 0 0,4 0 0,4 0-304,6 0 0,3-2 1,3-2-1,-1-3-337,1-3 1,-1-1-1,-1-5 1,-4 3-100,-6 1 1,-4-5-1,-4-6 1,-4 2-2,-5 2 0,-6 4 0,-6 1 0,-5 3 527,-4-3 0,-4 7 1,-4 1-1,-4 4 131,0 2 0,-4 2 1,8 4-1,2 7 2,2 8 0,-2 6 0,2 7 0,4 1 28,-1-1 0,9 1 0,1 1 0,4 2-152,2 3 0,2 3 0,6-8 0,9-5-349,10-5 1,7-3 0,6-7-1,4-5-488,0-5 0,6-8 0,-4-7 1,4-11-428,1-5 0,1-3 1115,0-7 0,-8-7 0,-2-2 0</inkml:trace>
  <inkml:trace contextRef="#ctx0" brushRef="#br0" timeOffset="1366">2756 663 7912,'6'-17'57,"0"0"0,-1 5 1,-5 1 772,0-3 1,0-1-522,0-2 1,-2 1 0,-3 5-1,-7 5-71,-3 4 1,2 2-1,-3 0 1,-3 0 32,0 0 1,0 2 0,2 4-1,-3 5-48,-3 5 0,4 1 1,-4 2-1,4 2 11,2 2 0,0 8 0,0-1 0,1 5-147,5-1 1,3 5-1,8-13 1,0 1-502,0-4 1,10 0-1,7-4 1,10-5-522,5-5 1,3-3 0,-1-8 0,1-6 118,-1-9 0,0-2 1,-1-10-1,-2-1 816,-3-3 0,1-9 0,6-2 0</inkml:trace>
  <inkml:trace contextRef="#ctx0" brushRef="#br0" timeOffset="1633">3187 198 7912,'0'-17'0,"0"0"574,0-1 1,0 1 0,0 0 418,0 0 0,0-1-673,0 1 1,0 10-327,0 7 0,-2 7 0,-2 12 0,-4 2 277,-1 2 1,-1 14 0,-3-1-1,1 8 133,-1 10 0,-2-1 1,-1 9-1,3-1-108,1 0 1,9 0 0,-5 4 0,2-5-234,1-7 1,-1 1-1,6-14 1,2-4-1160,3-5 1,-1-14-108,8-11 1,-8-6 0,1-8-1,-3-7-396,-2-6 0,0-10 1599,0 3 0,-7-12 0,-3-4 0</inkml:trace>
  <inkml:trace contextRef="#ctx0" brushRef="#br0" timeOffset="1816">2946 491 11266,'2'-10'889,"3"5"0,5 3 0,9 0 0,4-2-1185,6-2 1,3 0 0,5 5 0,3-3-467,6-2 0,-2-2 1,2 4-1,0-3 762,-2-3 0,5-1 0,-5-6 0</inkml:trace>
  <inkml:trace contextRef="#ctx0" brushRef="#br0" timeOffset="2066">3635 491 10802,'0'17'521,"0"0"0,-2 2 0,-2 4 1,-4 6-388,-1 4 0,3 1 1,-4 1-1,3-1-290,3 1 1,-4 3 0,3-4 0,1-7-1279,2-6 0,2-4 397,0 1 0,6-11 0,-1-7 1037,-1-9 0,6-7 0,-1-1 0</inkml:trace>
  <inkml:trace contextRef="#ctx0" brushRef="#br0" timeOffset="2233">3704 301 7912,'-10'-7'2286,"0"5"-666,5-4-2263,3-3 1,-6 5 642,8-8 0,8 8 0,1-3 0</inkml:trace>
  <inkml:trace contextRef="#ctx0" brushRef="#br0" timeOffset="2683">4186 611 7318,'8'-9'-151,"-7"-6"1264,5 3 0,-4-3-482,-2-2 0,-2 7 0,-4 4-284,-5 4 1,1 2-1,-3 0 1,-4 0-68,-4 0 0,-2 6 0,6 2 1,-1 1 31,1 5 1,0 7 0,0 4 0,1 1-74,5 5 1,-3 2 0,9 1 0,1 1-241,2-1 1,2-5 0,2-3-1,4-1-284,5-4 0,10-1 0,4-5 1,2-4-107,3-5 0,-3-4 1,0-4-1,0-4-144,0-5 1,-6-12 0,2-6 0,-4-3 273,-2-3 1,-5 1 0,-3-1-1,-1-1 235,-4-4 0,-3 3 1,-2-1-1,-5 6 25,-6 3 0,-5 8 1,-4 0-1,-4 7 112,-2 9 0,1 3 0,-5 4 0,2 5-416,-1 10 1,3 5 0,2 10 0,4 6-312,6 4 1,7-1 0,-2 3 0,3-2 615,3-4 0,10-7 0,5-3 0,4-7 0,3 4 0</inkml:trace>
  <inkml:trace contextRef="#ctx0" brushRef="#br0" timeOffset="3100">4634 525 7953,'0'-11'153,"0"-1"499,0-1 0,0 3-105,0-1 0,0 9-238,0 2 1,0 8 0,0 9-1,0 2 37,0 4 0,0-2 0,0 8 0,0 1 52,0 3 0,0-2 1,0-1-1,0 3-56,0-3 0,0-5 1,0 2-1,0-2-379,0-4 0,2-2 1,3-4-83,7-3 0,3-4 0,2-10 0,1-4-488,-1-6 1,0-5 0,0-4 0,-1-4 67,-5-2 1,4-1 0,-3-7 0,1 3 224,-1 3 0,3-2 0,-5 8 0,1 2-343,1 2 681,-9 2 0,5 9 1,-8 8-1,0 10 247,0 5 1,0 10 0,0 4 0,0 1-216,0-1 1,0 4-1,0-6 1,2 1-874,4 1 0,9-8 0,10 0 817,2-8 0,9 3 0,8-7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02:28:06.828"/>
    </inkml:context>
    <inkml:brush xml:id="br0">
      <inkml:brushProperty name="width" value="0.2" units="cm"/>
      <inkml:brushProperty name="height" value="1.2" units="cm"/>
      <inkml:brushProperty name="color" value="#00A0D7"/>
      <inkml:brushProperty name="inkEffects" value="pencil"/>
    </inkml:brush>
  </inkml:definitions>
  <inkml:trace contextRef="#ctx0" brushRef="#br0">0 121 11954 273994 59759,'10'9'1091'0'0,"-2"-1"-74"0"0,-8-8-523 0 0,7 0 0 0 0,5 0-283 0 0,11 0 1 0 0,-2 0-1 0 0,8 0-111 0 0,1 0 1 0 0,-3 0 0 0 0,4 0-1 0 0,3 0-33 0 0,4 0 1 0 0,10 0 0 0 0,-2 0 0 0 0,4 0-86 0 0,2 0 0 0 0,7 0 0 0 0,4 0 0 0 0,4 0 24 0 0,2 0 0 0 0,2 0 0 0 0,1 0 0 0 0,3-2 42 0 0,-2-4 1 0 0,5 5 0 0 0,3-7 0 0 0,3 2-17 0 0,2 0 0 0 0,0-1 0 0 0,0 3 0 0 0,0-2-12 0 0,1 2 1 0 0,10-3-1 0 0,3 1 1 0 0,-1 2-23 0 0,-48 3 1 0 0,0 0-1 0 0,-1-1 1 0 0,1-2-1 0 0,2 1 1 0 0,-1 1-1 0 0,1 0 1 0 0,0 0-9 0 0,-2 1 0 0 0,1 0 1 0 0,2 0-1 0 0,-1 0 1 0 0,45-3-1 0 0,-48 1 1 0 0,1 1-5 0 0,1-1 1 0 0,0 2 0 0 0,-1-1 0 0 0,1 2 0 0 0,0 0 0 0 0,-1 0 0 0 0,1 0 0 0 0,0 0 13 0 0,-1 0 1 0 0,1 0 0 0 0,0 0 0 0 0,-1 0 0 0 0,2 0 0 0 0,0 0 0 0 0,0 0 0 0 0,1 0 3 0 0,0 0 0 0 0,1 0 0 0 0,0-1 0 0 0,1 0 0 0 0,-2-1 0 0 0,1 0 0 0 0,2-1 0 0 0,1 0-2 0 0,1 1 0 0 0,1 0 0 0 0,2 1 0 0 0,0-1 0 0 0,-1 0 0 0 0,0 0 0 0 0,0-1 0 0 0,-1 0 0 0 0,2 1 0 0 0,0 0 1 0 0,-1 1-1 0 0,1 0 0 0 0,4 1 1 0 0,0 0-1 0 0,0 0 1 0 0,0 0-5 0 0,-1 0 1 0 0,0 0 0 0 0,2 0 0 0 0,0 0-1 0 0,-3 0 1 0 0,0 0 0 0 0,1 1 0 0 0,-1 0-24 0 0,0 2 1 0 0,0 0 0 0 0,4 0 0 0 0,0 2 0 0 0,-4 0 0 0 0,0 1 0 0 0,-3-2 0 0 0,0 0-19 0 0,0 0 0 0 0,-1-1 0 0 0,2 1 0 0 0,0 0 0 0 0,3 3 0 0 0,-1-1 0 0 0,-1 0 0 0 0,0-2 25 0 0,-2 0 0 0 0,1 0 0 0 0,1 0 0 0 0,0-1 0 0 0,-4-1 0 0 0,1 0 0 0 0,2 2 0 0 0,0 0 17 0 0,0 1 0 0 0,0-1 0 0 0,5-1 0 0 0,0 0 0 0 0,0 2 0 0 0,0 0 1 0 0,0 0-1 0 0,0-1 17 0 0,1 1 0 0 0,0 0 0 0 0,1-3 0 0 0,0 0 0 0 0,2 1 0 0 0,2 1 0 0 0,1-1 0 0 0,1 0-14 0 0,1 0 1 0 0,1 0-1 0 0,0 1 1 0 0,1-1-1 0 0,-1 0 1 0 0,1-2-1 0 0,0 2 1 0 0,1 0-14 0 0,1-1 0 0 0,1 0 0 0 0,-1-1 0 0 0,0 0 0 0 0,4-1 0 0 0,-1 0 1 0 0,0 0-1 0 0,-1 0 4 0 0,-4 0 1 0 0,1 0-1 0 0,-2 0 1 0 0,1 0 0 0 0,1 0-1 0 0,0 0 1 0 0,3 0-1 0 0,-1 0 25 0 0,2 0 0 0 0,-1 0 1 0 0,-5 1-1 0 0,-1 0 0 0 0,2 0 1 0 0,1 2-1 0 0,-1-1 0 0 0,1 1-8 0 0,0-1 0 0 0,1 0 1 0 0,1-1-1 0 0,0 0 0 0 0,-1-1 1 0 0,-1 0-1 0 0,2 0 1 0 0,-1 0-19 0 0,-1 0 0 0 0,1 0 0 0 0,-2 0 0 0 0,1 0 0 0 0,-2 0 0 0 0,1 0 0 0 0,0 0 0 0 0,1 0 9 0 0,1 0 0 0 0,0 0 0 0 0,-4 0 1 0 0,0 0-1 0 0,0 0 0 0 0,1 0 0 0 0,-2 0 1 0 0,-1 0 0 0 0,0 0 0 0 0,-1 0 0 0 0,-1 0 1 0 0,0 0-1 0 0,1 0 0 0 0,-1 0 0 0 0,-1 0 1 0 0,-2 0-1 0 0,-3 0 0 0 0,-2 0 1 0 0,-5 0-1 0 0,-1 0 1 0 0,-4 0-1 0 0,-1 0 0 0 0,47 2 0 0 0,-8 4 0 0 0,-14-2 1 0 0,-9 5-646 0 0,-10-1-1713 0 0,-20 5-270 0 0,-14-3 2626 0 0,-10 7 0 0 0,-6-15 0 0 0,9-4 0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0.9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488 88 8043,'-8'-10'678,"6"-5"217,-3 3 0,-3 3-373,2-3 0,-6 6 0,5-4 1,-3 3-164,-4 3 0,5 2 1,-3 2-1,-3 0-148,-7 0 1,1 2 0,-8 4 0,-2 7-28,-2 9 1,4 7 0,0 9-1,-2 5-76,-2 1 1,4 5 0,2 7-1,2 4-219,3 2 0,11 0 0,5 2 0,4-6-165,2-4 1,16-9 0,7-7 0,8-7-98,4-7 0,7-7 0,5-5 0,3-7-117,2-3 1,-5-2-1,-1-2 1,1-1-185,-3-3 0,5-8 1,-9 3-1,-1-5 674,-2-1 0,-2-9 0,0-1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1.4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87 33 7944,'0'-12'1547,"0"1"0,-2 7-1153,-3-2 1,1 8 0,-6 10 0,0 11-219,1 8 1,3 13-1,-4 9 1,1 9-176,-1 5 1,6 5 0,-2 2 0,4 1-105,2-1 1,0-8 0,2-8 0,4-8-66,6-11 0,3-16 0,4-6 0,3-9 92,1-6 1,6-6 0,-4-7 0,0-15-155,1-10 0,3-3 0,-6-6 1,-2 3-82,-2 3 1,-1-4 0,-3 3-1,-1 1-165,-2 2 0,-7 10 0,5 4 157,-2 4 1,-2 11 161,-6 8 0,-6 10 1,0 13-1,2 6 259,2 4 1,2 7 0,0 1 0,0-4 4,0-6 0,6 2 1,2-6-1,1 0-106,5-4 0,7-5 0,4-7 0,3-5-99,3-4 98,-6-2 0,8-8 0,-6-1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1.8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297 157 7944,'0'-17'368,"0"-1"0,0 1 0,-2-1 0,-2 1-35,-2-1 0,-1 7 0,3-1 0,-4 1-201,-2 1 1,-1 2 0,-7 8-1,-1 0-199,-4 0 0,3 2 0,-5 4 0,2 7 5,0 9 1,0-1 0,7 8 0,3 2 148,1 2 0,2 2 1,-1 0-1,5 0 123,4-1 1,4 1-1,2-2 1,5-4-70,7-6 0,-1-3 0,12-5 1,1-3-249,-1-6 0,2-4 1,4-4-1,-2-4-179,-2-6 0,-8-11 0,2-6 0,-3-4 4,-3-2 1,-2 0 0,-3 1 0,-6-1 165,-4 0 1,-2 2 0,-2 2 0,-4 6 174,-6 5 0,-5-1 0,-4 11 0,-3 1-121,3 3 0,-4 6 0,2 6 0,1 7-389,3 9 0,8-1 1,1 6-1,2 0-188,4 0 1,2-4 638,2 7 0,8-1 0,2 5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2.51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140 208 7944,'0'-12'-891,"0"0"664,0-1 0,6 3 351,0-2 0,-1 1 365,-5-7 521,0 9 496,0 1 260,0 8-1221,0 15-74,0-11-265,-7 12 0,3-16 7,-8 0-320,8 0 249,-11 0 0,11 0 36,-8 0 1,7 0 0,-5 2-117,2 4 0,-3-3 0,3 7-26,-2-2 1,4 5 0,-3-1 0,-1 4-13,0 1 1,6 6 0,-1 2 0,3 3-76,2 2 1,0 3 0,0 2 0,0 0-219,0 0 1,9-6 0,7-4 0,7-4-61,4-5 0,-2-10 0,8-4 0,4-10 158,0-9 1,2-20-1,-1-4 1,1-7 386,-6-5 1,0-1 0,-10-2 0,-4 0 1,-5 6 1,-6 5 0,-12 12-1,-6 4-89,-7 6 0,-12 11 0,-2 6 1,-6 6-257,-4 6 1,-1 4-1,3 9 1,-2 4-492,3 7 1,9 2-1,5 3 1,5 0-393,1 0 1,9-6 0,3-2 1009,4-2 0,2 6 0,0-4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2.95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294 157 7878,'0'-17'0,"2"1"500,4 5 0,-4-5 0,4 5 117,-4-5 0,-2-1 0,-2 1-421,-4 5 0,2-3 0,-7 8 0,-3 2-175,-1 2 0,-9 2 0,-1 0 0,0 0 66,0 0 1,0 8 0,3 4 0,-1 5 19,2 6 1,1-1 0,5 5 0,3-2 87,7-4 1,3 5 0,2-1 0,2 0-69,3 0 1,5 0-1,7-3 1,3 1-197,3-2 1,4 0 0,6 1-1,-2 1-24,-2-2 1,-2-1 0,4-1 0,-4 2 10,-2 2 1,-7 1-1,-8-7 30,-3 1 0,-3-3 0,-12-3 1,-7-7 19,-6-3 0,-10-2 0,2 0 0,-6 0-137,-6 0 1,10-2-1,-2-3 1,6-5-179,6 0 1,1-5-1,5 3 1,1-3-300,3-3 1,7 7-1,-2-1 1,6 0 645,6 3 0,4-7 0,7 7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3.29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121 140 7681,'-10'-8'1185,"2"6"0,10-11 0,4 7-1313,6 2 1,-3 0-1,3 0 1,2-1-130,1 1 0,-3-4 1,-3 0 125,-1-1 0,4 3 1,-6-6 254,-3-1 1,-1 3 0,-4 0-1,-3 3 127,-7 3 1,-4 2 0,-1 2 0,-2 2 142,-5 3 1,3 1 0,-6 10 0,2 5 51,4 4 1,7-2-1,4 7 1,3 1-283,3 1 1,10 3 0,7-2-1,10-2-392,12-2 0,12-9 0,17-1 1,11-7 227,8-5 0,12-9 0,2-7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4.2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332 140 8010,'0'-11'-124,"0"-1"0,0 0 0,0-5 359,0 0 0,0 5 1,0 0-1,-2 1 306,-4 1 1,-4-4 0,-7 9 0,0 1-484,-1 2 1,1 2-1,-3 0 1,-1 2-14,-2 4 1,-6 3 0,6 11 0,-1 1-20,-1 2 1,8 8 0,-3-2-1,7 4 69,-1 2 1,6-2 0,3-2 0,3-2-61,2 2 0,2-6 0,3-2 0,7-5-62,4-7 0,3-3 0,2-8 1,2 0-34,-1 0 0,3-13 0,0-7 1,0-3-137,0-2 0,-1-6 0,-9 2 0,-1-2 76,-3 2 0,-5-2 0,4 8 0,-2 1-39,-5 3 164,-1 1 0,-4 11 0,-1 7 1,-5 9 57,-2 7 1,6 9 0,-2 2-1,5 2 82,1 0 0,0-2 0,1 2 1,5-3-130,6-1 1,3-6 0,5 4-1,3-5-445,6-7 0,2-3 0,2-8 1,-2 0 428,0 0 0,13-15 0,-7-5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4.9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278 140 8029,'9'-8'1134,"1"4"-325,-4-8 0,-4 1-322,4-7 0,-4 7 0,-2-1-329,0-1 0,-2 5 0,-2 0 0,-4 2-207,-2 0 0,-1-5 0,-7 5 0,1 2 1,-1 2 0,-5 2 1,-2 2-1,0 2 70,0 2 0,1 7 0,7-1 0,0 2 39,-1-3 0,3 5 1,3-5-1,6 5 70,4 1 0,2 3 0,4 1 1,6 2-81,7-2 0,12 5 0,0-3 0,4 0-259,2 2 1,4-4 0,-2 7 0,-6-3-56,-4-4 1,-4 4 0,-7-2 0,-5-1-10,-5-3 0,-8-1 0,-8-3 181,-7-3 0,-12-5 0,0-7 0,-4 0-89,-2 0 1,0 0-1,0-2 1,2-1-127,4-3 1,0-8 0,10 5 0,5-3-667,5 0 0,5 1 972,10-7 0,3 9 0,17-7 0,1 6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5.32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0 155 7923,'10'-17'526,"-4"-1"1,-4 7-1,-2-1 257,0-2 0,0 5 134,0-3-1048,0 8 1,0-2 0,0 12 0,0 6 125,0 3 1,0 9 0,0 1-1,0 0 59,0 0 0,0 4 1,2-4-1,3 0-4,7 1 1,4-3 0,3-6 0,2 1 12,2-1 1,7-7 0,-5-4 0,2-4-188,4-2 0,2-8 0,0-6 0,-2-7-91,-2-8 1,-10-4 0,0-2 0,-7 0-61,-4 0 1,-2 6-1,-6 0 1,-2 0-302,-4 2 0,2 2 0,-8 10-175,-1 3 1,-1 6 750,3 12 0,3 4 0,8 7 0,0 8 0,0 2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5.77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51 7923,'9'-12'333,"-3"1"783,-4-3-820,-2 6 0,0 2 1,0 12-106,0 6 1,0 5 0,0 7 0,0 5 90,0 3 0,0 9 0,0 4 0,-2 3 4,-4 6 0,5-3 0,-5-5 0,4 3-152,2 1 1,0-6 0,0-3 0,0-6-321,0-6-164,0-4 1,2-15 0,2-8 4,1-12 0,3-2 0,-4-11 0,4 2-40,1-2 1,-3 3 0,6-5 0,1 2-74,3 0 0,7-3 0,2 5 0,2-2 419,4 2 0,2 1 0,2 3 0,2 1 378,4 5 0,-7 3 1,3 8-1,-8 4-194,-4 8 0,-3 3 0,-11 18 0,-5 4 146,-4-1 0,-10 7 0,-5-2 0,-8-3-36,-9-1 1,-2-4 0,-5-2-1,-2-6-223,-2-5 0,-1-7 0,3-13 1,0 0-175,6 0 1,1-2 0,8-3-1,3-7 142,2-4 0,9-1 0,2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6.5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278 122 7992,'17'-8'1,"0"-3"1,-1 1-1,-2 0 1,-5 1 421,-1-1 0,4 4 1063,-7-5-1070,1-1 1,-8-4 0,-4 5-254,-5 5 1,-7 4 0,-3 2-1,-4 2-248,-2 4 0,-2-2 0,-4 7 0,2 3-130,2 1 1,8 3 0,-3-1 0,5 1-84,2-1 0,1 0 1,4 1 240,7-1 0,5 1 1,7-1-1,11 1 140,9-1 1,6 0-1,2 1 1,1-1-22,5 1 1,-10-1-1,2 1 1,-6-1-112,-6 0 0,-9 1 0,-6-1 0,-4 1 58,-2-1 0,-8 1 0,-6-3 1,-7-1-32,-8-3 0,-4-5 0,-2 4 0,1-3-4,-1-3 0,0-2 0,2-4 0,4-2-63,6-1 0,9-9 0,4 2 0,3-3-307,3-2 1,4 5 0,8 0 0,7-1-218,6-3 1,8 5 0,-3 1 612,1 2 0,2-5 0,6 3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6.92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0 244 7082,'18'-7'19,"-7"5"0,1-4 797,1 4 1,-3-4 0,2 0 0,1 3-369,3 1 1,3 2-1,2 0 1,3-2-322,-3-4 0,0 4 0,1-6 0,1 2-87,-2 1 0,-4-9 1,-3 4-1,-4-1-246,-3-1 1,-1 0 0,-6-5 0,0 0-54,0-1 1,-7 7-1,-7 1 1,-5 2 177,-5 4 1,-7 2 0,4 2 0,-2 0 74,0 0 0,6 8 0,-4 6 0,4 5 39,7 4 1,1 2-1,7-1 1,0 5 125,0 4 0,5-4 0,8-2 0,9 0-84,7 0 1,8-6-1,10 1 1,4-7-210,1-3 0,3-8 0,5-1 1,0-6-268,0-9 0,-1-6 0,-5-5 0,-5-6-284,-4-4 1,-2-2-1,-3 1 1,-3-3 684,-5-4 0,-13 4 0,5-13 0,-6 5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7.1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78 8023,'6'-17'-215,"0"0"836,-3-1 0,1 6 459,2 1 1,-6 9-855,0 2 0,-2 13 1,-9 13-1,-1 3-25,2 7 1,-5 3-1,3 12 1,-1 5-53,1 4 0,-2 6 0,7 9 0,-1 6-272,0 5 0,2-7 1,6-5-1,0-11 107,0-10 0,0-9 0,2-11-522,4-4 1,2-13 0,3-16-1,-5-10-701,-4-5 1,-2-9-1,0-1 1239,0-2 0,-8-10 0,-1-7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7.30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1 157 9059,'11'0'1539,"3"0"0,3 0-1158,5 0 0,10-6 0,1-1 0,8-3-774,4-3 1,3 3 0,8-2-1,4-1-2048,2-3 2441,2-1 0,13-8 0,3-3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7.79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349 105 7853,'-2'-15'1034,"-4"3"1,4 2 780,-4 5-1494,4 3 0,-3-8 1,-3 6-182,-2-2 0,-1 1 0,-9 5-64,-3 0 1,4 0 0,-7 2 0,3 3-116,0 7 1,-2 3 0,4 3 0,-5 1 81,-1 4 0,8-1 0,0 7 0,7 2 72,4 2 1,2-4 0,6-2 0,4 0-112,8 0 1,1-8-1,16 1 1,2-9-99,2-3 0,2-2 1,0-8-1,0-4-205,0-5 0,-2-13 0,-4-5 0,-6-4-8,-4-1 0,-3-1 0,-5 0 1,-5 0 115,-4 0 1,-4 6 0,-4 2-1,-7 0 121,-8 0 0,-5 13 0,-5 3 1,2 7-154,-2 4 1,-2 2-1,1 3 1,3 9-221,5 7 0,7 1 1,5 7-1,6 2-8,4 2 0,2 1 1,2-1 450,4-4 0,12 4 0,9-6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8.37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0 173 7890,'10'0'735,"-3"2"0,-5 2 0,2 3-237,2 3 0,2-4 0,-2 5-356,5 3 1,7 1-1,3 1 1,4-2-96,2-3 0,2-7 0,6 2 0,0-4-1,0-2 1,0-2 0,-2-4 0,-2-6-249,-2-3 1,-8-4 0,2-3 0,-5-3-63,-7-2 0,-3 4 1,-8-4-1,0 1 82,0 5 0,-2 2 0,-4 3 0,-5 3 65,-5 1 1,-1 8 0,-1-2 0,1 6-57,-1 6 1,-1 0 0,-2 10 0,-3 5 294,3 4 0,2 4 1,1 8-1,1 5 292,0 11 0,-7 9 0,1 17 0,2 14-226,11-40 0,0 2 0,1 11 1,1 2-1,0 3 0,0 1 1,1 1-1,1 0-81,0-3 0,0-1 0,4-8 0,0-2 0,-3 38 0,3-20-147,2-15 1,2-25-167,3-14 1,3-13 0,4-16 0,-4-5-43,-1-5 0,-5-9 0,4-4 0,-4-6-54,-2-6 0,0 4 0,0-3 0,0 3 83,0 2 0,0 4 0,0-2 0,0-3 110,0-1 1,0 0 0,-2 2 0,-2 0 71,-2 0 1,1 1-1,3 1 1,-2 2 113,-2 2 0,0 5 0,8-1 0,4 4 118,5 5 1,1 5 0,4-1 0,5 4-116,4 1 1,4 5 0,6-4 0,2 4-372,3 2 1,5-6 0,5-2 0,-1 1 290,-3-1 0,1-13 0,5 1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9.31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1 521 11751,'12'0'942,"-1"0"1,5 0-648,5 0 0,6-2 0,8-4 1,2-5-147,3-5 0,5-3 0,5-2 0,-3-5-321,-7-1 0,-3-2 0,-4-7 1,-4-3-197,-6-2 1,-5 0 0,-7 7 0,-5-1-175,-4 0 1,-2 8-1,-2 4 1,-4 3 174,-5 3 0,-11 7 0,-1 4 0,0 6 209,-2 6 1,5 6 0,-5 11 0,2 6 205,0 4 1,-6 8-1,6 3 1,1 5 221,3 5 1,7 12 0,3 5 0,1 14-126,4 12 1,3-42 0,0 1 0,1 3 0,0 2 0,1 2 0,0 1-111,2 3 0,0 0 0,-2 2 0,2 0 0,1-9 0,1-2 0,5 40-124,0-24 0,-4-22 0,3-23 148,-1-5 1,-2-15 0,-6-9 86,0-9 1,0-9-1,-2-3-230,-4-2 0,2-1 1,-6 5-1,1-2-44,-1-3 1,6 7-1,-2 5 1,3-1-75,-3-3 1,4-1 0,-4-1 0,4 1 68,2 0 0,0-1 1,0-1-1,0-2 81,0-3 0,2-7 0,2 2 0,4-4 224,1-1 1,3-7 0,3 0 0,-1 2-125,-2 3 0,-1-5 1,7 0-1,1 3-424,4 1 0,-7 10 1,5 3-1,0 5 9,-1 2 1,-1 7-1,-2 4 1,1 4-229,-1 2 0,1 2 595,-1 4 0,1 4 0,-1 7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49.7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1 365 7867,'10'0'858,"-1"0"1,-3-2-452,6-4 0,3 4 0,3-4 0,-1 2-179,1-2 1,7 3 0,4-9 0,2 0-185,-2 3 0,4-7 0,-4 3 0,2-7-161,-2-3 1,-4-2 0,-8 3 0,-1-3-159,-5-2 1,-3 4-1,-10-4 259,-4 2 0,-3 3 1,-9 9-1,1 3 54,0 2 1,-7 5 0,1 8 0,0 7 8,-2 3 1,5 5 0,-3 3 0,4 6 46,1 4 0,9 2 1,3 2-1,4 1-9,2 3 1,4 0-1,5-8 1,11-2-99,5-2 0,6-8 0,8 0 1,3-7-218,3-8 1,1-4-1,7-4 1,-1-6-340,0-10 0,-7-1 0,-7-10 0,-5-2 569,-4-2 0,0-2 0,6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0.22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279 208 7933,'0'-11'110,"2"1"0,2 0 168,2 0 1,1 5 0,-3-7 412,2-2 0,0 5 1,-4-3-450,4-1 1,-4 3-1,3-2-116,-3-1 1,-9-3 0,-5 1-71,-4 3 1,-3 3 0,-2 5 0,-2-2 35,1 2 0,-3 8 0,0 4 0,0 1 7,0 5 0,1 7 0,7 4 1,-1 0 42,1 1 1,5 5 0,3-2 0,1 2-103,4-2 1,2-4 0,4-6-89,4 4 0,9-5 0,9-1 1,-1-9-204,2-6 1,0-8 0,6-4 0,-4-3-26,-2-6 1,5-5-1,-5 3 1,0-4 115,0-2 1,-8 5 0,-5-1-1,0 4 272,-3 1 1,1 7-73,-4-1 0,-6 10 0,2 2 24,-6 10 1,-4 5-1,4 5 1,-1 3 133,1 6 0,2 2 0,2 0 1,2-2-72,3 2 1,5-6 0,9 0 0,5-3-413,5-5 1,-2 2 0,4-13-1,4-2-516,3-2 1,3-10-1,-6-5 1,0-8 253,0-9 0,-2-2 1,-2-3-1,-6 0 547,-6 0 0,2-8 0,-11-1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0.4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123 78 7933,'0'-17'3015,"0"-1"-2059,0 1-850,0-1 1,0 11 0,0 7 0,-2 11 67,-4 11 0,2 7 1,-6 11-1,1 9 9,-1 7 1,4 6-1,-4 7 1,1 1-142,-1 0 0,6-2 1,-2-3-1,4-4-67,2-7 0,0-8 0,0-17-708,0-6 0,2-11 0,2-10-246,2-12 0,0-3 0,-6-16 0,0 0 68,0 2 1,-8-6 910,-3 4 0,-5-4 0,-1-2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0.6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71 7933,'0'11'810,"0"1"1,0-6 0,2 3-500,4-1 0,4 4 1,7-7-1,3-1-214,3-2 1,4-2 0,8-2 0,2-2-622,3-1 1,5-9 0,7 3 0,-2-5-415,-3-1 1,3-1 937,-3 1 0,-5-1 0,1 1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0.99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60 7933,'0'-17'1131,"0"5"-61,0 0 1,0 7-682,0-7 1,0 10-316,0 2 0,-2 10 0,-2 11 0,-2 4-98,2 2 1,2-3 0,2 5 0,0 0 50,0-2 1,2 4-1,2-8 1,4-2-40,2-1 0,3-5 0,10-3 0,6-6-32,4-4 1,2-2 0,2-2 0,2-6-106,1-10 1,1-5 0,-8-8 0,-4 2-128,-6-2 1,-5 0 0,-5 0 0,-3 4-8,-2 2 0,-10 2 1,-10 7-1,-3 5-23,-3 5 1,1 4 0,-1 2 0,1 2-67,0 4 1,1 3-1,4 9 1,7-1 371,3 1 0,2 5 0,0 0 0,2-2 0,3-1 0,5-5 0,9-1 0,5-5 0,5-1 0,4-2 0,2-6 0,-1 0 0,9 0 0,1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1.32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48 7933,'0'-11'841,"0"-1"1089,0-1-1281,0 5 0,-2 4 0,-2 14-271,-2 7 1,0 6 0,6 1-1,0 7-147,0 7 0,0-1 1,0 4-1,0-4-98,0-3 0,0-5 0,0-1 0,0-3-117,0-4 0,6-7 0,2-5-104,2-1 0,-7-4 1,3-10-1,-4-6-258,-2-3 0,6-8 0,0-2 0,-2-3-103,-2-3 1,-2 1 0,0 0 0,0 5 45,0 0 0,0 6 1,0-4-1,0 3 89,0 3 0,2 1 0,3 3 0,9 1 105,7-1 0,0 5 0,9 2 0,2 4 81,7 2 0,0 0 1,7 0-1,3 0-193,1 0 0,0 0 1,-1 0-1,-5 0 321,-1 0 0,-2 0 0,-6 8 0,-1 1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1.67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51 140 9856,'7'9'919,"5"-3"1,5-4-711,7-2 1,-3 0 0,8-2 0,2-2-139,2-2 1,2-5 0,-1 3 0,-1-2-224,-4-3 0,2-3 1,-9-1-5,-7-1 0,-5 7 0,-14-1 0,-6 1 75,-7 1 1,-14 2 0,-2 8 0,-8 0 91,-3 0 1,5 2 0,-2 4 0,5 6 178,1 3 0,6 10 0,4 2 0,3 2 7,7 0 1,9 2 0,0 8 0,6 2-152,6-3 0,6-7 1,11-3-1,6-5-335,4-8 1,4 1 0,1-10 0,3-3-617,-2-1 0,-3-9 0,1-5 0,2-3-225,2-3 1,-1-1 1129,-5-4 0,0-5 0,0-6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2.0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332 139 7933,'5'-11'888,"1"-1"-139,-2-1 1,-2-3 0,-2-1-352,0-1 1,0 7 0,-2 1-193,-4 2 0,-3-3 1,-9 5-1,1 2-201,-1 2 1,1 2 0,0 2 0,-3 2-28,-3 2 1,9 7 0,-3-1 0,3 3 111,5 3 0,1-1 0,8 1 0,0-1 11,0 0 0,0 7 1,2-1-1,6 0-25,9 2 0,1-3 0,7 5 0,-2 0-93,0 0 1,6-6 0,-4 4 0,1-1-112,-1-1 1,-2 2 0,-6-4 0,-1 3-13,-4-3 0,-5-2 0,-9-3 1,-3-3 10,-7-1 0,-11-8 0,-8 2 0,-6-3-441,-4 3 0,-7-4 1,3 4-1,-1-4 570,-1-2 0,1 8 0,-6 1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2.79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 7845,'11'0'2235,"1"0"-1756,-8 0 0,3 8 0,-7 5 0,0 9-46,0 7 1,-5 7-1,-3 11 1,-2 11-79,-3 8 0,-1 11 0,1 5 0,3 5-146,2 6 0,2-14 0,6-2 1,0-13-242,0-9 1,0-7 0,2-15 0,4-6-227,6-10 1,-3-7-886,3-10 0,-2-2 1,1-4-167,-5-5 0,-4-5 1,-2-1 1308,0-1 0,-8-7 0,-1-2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3.0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52 7542,'12'-5'-549,"-1"-1"0,-5-2 2153,6 2 0,-1 2-1075,7-7 1,-1 7 0,3-2 0,1 4-42,2 2 0,10 6 0,0 2 1,8-1-411,3 1 1,-3 4 0,5-6 0,3-2-139,1-3 0,2-1 0,1 0 1,-1 0-604,0 0 0,0-1 0,-1-3 0,-5-2-1861,-5 2 2524,-4 2 0,-3-6 0,1-1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3.47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36 8032,'12'0'1605,"-1"0"-1114,3 0 0,-4 0 0,1 0 0,5 0-168,5 0 1,0 2 0,8 2 0,2 3-329,2 3 1,4-4-1,2 3 1,2 1-64,-3 0 1,-3-6 0,-4 2 0,-6-3-887,-5 3 1,-1-2 916,-13 8 1,-10-3-1,-12 5 1,-7-2 274,-4 1 0,0 3 0,-4 3 0,2 2 5,-2 2 0,4 3 0,0-5 1,2 0-5,3-5 0,3 1 1,1-7-322,1 0 0,5-5-288,1-10 0,7-13 1,-2-11-1,4-4-252,2-2 0,-6-5 1,-1-3-1,-3-2 622,-4-3 0,-1 5 0,-3 1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4.6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70 8068,'-2'16'266,"-2"-3"205,-2-1 1,0 0 0,6 5 116,0 0 0,0 1 0,0 1 1,0 3-199,0 1 0,0 8 1,0-4-1,0 2-263,0 0 1,6-8-1,0 2 1,0-3-49,2-3 1,-5-1-184,9-5 0,-6-3 1,4-10-1,-1-4-269,1-5 1,-6-11 0,4-1 0,-3 0 20,1-2 0,6 4 0,-5-7 0,1 1-46,0 0 1,6 4 0,-5-4 0,3 0 213,-1 0 1,1 5-1,5-3 1,-1 2 388,-4 0 0,3 1 0,-5 9 1,1 3-29,1 2 0,-6 3 1,3 7-1,-1 3 230,-4 7 0,-2 11 0,-2 6 0,0 4-71,0 2 1,6 2 0,0 2 0,-2 1-217,-3-1 1,5-4 0,2-6 0,0-6-68,0-4 1,5-3-1,1-4-158,7-7 0,-2-5 1,5-7-1,-5-9-106,-2-5 1,7-10-1,-1 2 1,-2-4-71,-2-2 0,-3 0 1,-3 0-1,-1 0 44,2 1 1,-1 6 0,-1 5 0,-4 6-104,-1 5 0,-3-1 169,8 7 0,-8 2 301,1 10 1,-1 5-1,0 11 1,2 3 213,-2 2 0,0-4 0,0 4 0,1 0-97,-1 1 0,0-1 0,0 4 0,4-4-405,2-2 1,-5-2 0,5-5-1,0-3-363,-1-3 1,3 1-1,5-7 1,3-2-443,3-2 1,-4-8 962,5 0 0,3-15 0,0 2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5.12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279 158 8027,'6'-12'193,"0"0"143,-2-1 1,-3 3 0,-1-1 306,0-3 1,0-1-631,0-3 0,-1 7 1,-5 1-1,-6 2-22,-3 4 1,3-3-1,0 1 1,-3 2 149,-6 2 1,1 4-1,-3 2 1,2 3-12,-3 3 1,5 2 0,-4 7 0,4 2 97,1 3 1,6 5 0,3-4 0,1 0-90,4 0 0,2 4 1,2-6-1,2-1-81,4-3 0,4-3 1,9-3-1,4-3-258,6-2 1,-2-3 0,2-7 0,2-3-49,2-7 0,-4-3 0,-2-5 1,-1-1 209,-5-2 1,-2-1-1,-1 7 1,-3 0 64,-3-1 1,-4 7 66,-8-1 1,0 10 0,0 2 1,-6 8 0,0 9-1,2 1-34,2-1 0,2-5 0,2-1 0,4 3 36,6 1 1,9 1-1,4-5 1,2-3-205,4 0 1,2-6 0,2 4 0,0-4-210,0-2 1,-1-6 0,-1-2 0,-2-2 315,-2-3 0,-7-3 0,3-1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5.5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35 8018,'2'-15'3509,"4"3"-3102,-5 4 0,7 16 0,-8 6 1,0 5-88,0 4 0,0 6 0,0-3 0,0 1-123,0 4 1,0-4 0,2 0 0,2-2-128,2-4 0,5-1 0,-3-5 0,2-3-108,3-6 1,-3-4 0,2-2 0,1 0-103,3 0 1,1-8 0,1-6-1,-1-5-159,1-4 0,-1-8 0,2 2 0,3-4-118,1-2 0,0 6 0,-6 2 1,1 2-238,-1 3 0,-5 5 376,0 5 1,-9 6 0,3 12 670,-4 6 1,-2 11 0,-2 4 0,-2 2 80,-1 0 0,-1-2 1,6 4-1,0-4-429,0-1 1,2 3-1,4-6 1,5-2-340,5-1 1,1-11-1,2-3 1,3-4-409,1-2 0,8 0 0,-2-2 0,2-4-119,-2-5 1,2-5 0,-8-3 820,-1-4 0,5-5 0,0-6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5.9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86 7971,'0'-12'2596,"0"1"-2173,0-1 0,0 4 1,-2 8-1,-2 12-149,-2 9 1,-2 1-1,4 7 1,-1 2-141,1 2 0,2-4 0,2 0 0,2 2-80,3 2 0,3 0 1,8-4-1,-1-6-174,5-4 1,7-3 0,-2-5 0,2-5-65,4-4 1,2-4 0,2-4 0,0-7-44,-1-9 1,-5 1-1,-1-8 1,-3-2-41,-4-2 1,-4-2-1,-3 0 1,-4 1-135,-3-1 0,-1 6 1,-8 0-1,-4 0 170,-5 2 0,1 7 1,-1 10-278,-3 3 1,6 3 167,2 10 0,5 3 0,1 9 1,0-1 339,0 1 0,7-7 0,5 1 0,11-1 0,4 7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6.37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262 123 8448,'18'0'687,"-7"-6"1,-1-2-1,0 0 4,-1 1 0,-3-1 0,4 2-377,-2-5 1,3 1 0,-5-2-292,-2-1 1,-4 5 0,-6 0 0,-7 2 34,-9 1 0,1-1 0,-8 6 1,0 2-39,2 4 1,-6-3 0,6 9 0,-2 2 82,0 1 0,7 8 0,-1 2 0,4 3 3,1 3 0,9-4 0,3 2 0,4 2-146,2 2 1,2-6 0,6-4 0,7-4-257,6-1 1,10-9 0,-2-3 0,4-6 108,2-6 1,-6-3 0,-2-11-1,0-1 24,1-2 1,-7-8 0,2 2 0,-4-2 83,-1 2 0,-8-2 0,-3 8 0,-1 1 237,0 3-236,0 1 0,-8 9 0,-2 7 68,-2 12 0,-6 1 1,7 14-1,-1 0 265,-2 5 0,6 2 0,-4 3 1,4-2-143,2-4 0,2 4 0,4-6 0,4 0-274,0-3 1,11-7 0,-4-5 0,5-7-456,3-3 0,2-4 1,8-3-1,1-9-770,5-7 0,-8 0 1386,8-9 0,-16 1 0,8-5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6.6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51 7912,'0'-12'1046,"0"0"0,-2 3-419,-4-3 1,4 6 0,-6 12-136,1 6 0,5 13 1,-6 8-1,2 9-112,0 9 1,-5 1 0,5 16 0,0 3-166,-2 1 1,6 0 0,-3-3-1,3 1-415,2 0 0,0-14 1,0-8-1,2-9-445,3-12 0,-1-7-275,8-9 1,-2-5-1,1-12 1,-3-5-488,0-5 0,-6-7 1407,3 0 0,5-8 0,0 4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6.9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62 7895,'5'-17'-824,"1"0"3026,-2-1-1745,-2 8 0,-4 10 0,-2 12 0,-4 5-104,-1 7 0,5 5 1,-4 11-1,2 7-25,1 3 1,-1 8 0,6 0 0,0 0-217,0 3 0,0-5 0,0 6 0,0-4-302,0-8 0,0-5 0,0-12 0,2-3-643,3 0 0,-1-17 1,8-1-30,2-8 1,-1-14 0,1-6 0,-5-5 861,-1 0 0,6-6 0,-5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29:57.4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60 80 7892,'6'-17'-559,"0"-1"1331,-2 1 0,4 5 912,-3 1-1300,1 7 0,-8 4 1,-2 11-1,-3 5-118,-3 1 1,6 7-1,-2 1 1,4 2-82,2 4 1,0-6 0,0 0 0,0-2-64,0 1 1,2-1 0,4-8-1,6-1-245,3-2 1,3-9-1,-1 3 1,0-4-238,1-2 0,5-2 0,0-4 0,1-7 26,1-8 0,-6 1 0,4-5 0,-5 2-10,-7 0 1,5-1 0,-6 7 0,1-1 269,1 1 1,-8 5 182,1 1 0,-3 9 1,0 2 115,4 10 1,-4 5 0,4 4 0,-4 3 264,-2 1 0,0 8 0,0-2 0,2 4 22,4 2 0,-5 0 0,5 1 0,-4 5-190,-2 5 0,0-1 0,0 1 0,-2 3-136,-4 1 1,-3 1-1,-11-3 1,-3-2-134,-6 3 0,-6-7 1,-3-3-1,-5-8-431,-2-8 0,7-5 0,-3-7 0,6-5-191,6-4 0,6-11 0,13-9 0,14-9 10,17-6 1,24-10-1,27-3 1,13-4 303,-38 23 0,3 1 1,6-1-1,2 0 1,4-1-1,2 0 1,5-1-1,1 0-751,3 0 1,1 2 632,2-1 0,-1 2 1,0-1-1,-1 1 1,0 0-1,0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0:12.3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330 549 7972,'11'-2'0,"1"-4"291,1-6 0,-5 3 0,0-1 0,-2 0 307,0 1 0,-1 3 1,-5-6-36,0-1 0,0 3 0,0-2 0,-2 1-321,-3 1 1,-1-4-1,-10 9 1,-5-1-305,-4-2 1,-4 6 0,-6-2 0,0 8-103,0 8 1,2 5-1,2 6 1,4 6-105,2 4 1,2 2 0,5 2-1,3 2 45,3 1 1,6 1-1,12-6 1,8 0 144,7 0 0,8-8 0,10-6 0,2-7-150,-3-9 0,-1-3 1,-2-2-1,0 0-213,0 0 1,-8-2 0,-4-3-1,-4-7 441,-1-4 0,-1-9 0,1-2 0</inkml:trace>
  <inkml:trace contextRef="#ctx0" brushRef="#br0" timeOffset="400">835 688 7975,'8'-10'75,"-4"-5"0,5 3 0,-1-3 516,-4-3 0,4 1 0,-3-1 28,-1 1 0,-2 0-547,-2-1 0,-2 3 1,-3 3-116,-7 6 1,-9 4 0,-3 2 0,1 0-74,-2 0 0,4 8 0,-8 4 0,0 3 151,1 3 1,3 1 0,8 2-1,-1 4 69,1 3 0,2-1 0,3 4 0,6-4 17,4-2 1,4 0-1,6-4 1,9 1-168,10-7 0,6 1 0,2-10 1,2-3-79,4-1 1,-5-4 0,5-5-1,-4-9 41,-2-5 1,-6-4-1,-2 1 1,-4-5-37,-7-4 0,-7 4 1,-9 2-1,-4 0-249,-7 0 0,-3 6 1,-17-2-1,-4 5 69,-3 7 1,-5 3 0,4 8 0,-1 2-32,1 4 0,4 5 0,6 10 1,6 5 329,3 1 0,3 2 0,7 6 0,3-1 0</inkml:trace>
  <inkml:trace contextRef="#ctx0" brushRef="#br0" timeOffset="800">1218 514 7975,'10'-8'1656,"-2"4"-1039,-8-7 1,0 9-1,0 2 1,0 11-259,0 11 1,0-1 0,-2 8 0,-2 2-115,-2 2 1,0 2 0,6-1 0,0 1-33,0 0 1,0-2 0,0-4 0,0-6 241,0-3 1,0-3-481,0 1 1,2-11 0,2-7 0,4-11-240,2-11 0,-5 1 0,5-8 0,-2-2-193,-4-2 1,3 4 0,-1 0-1,-2 0 72,-2 2 1,-2 0 0,2 6 0,2-3 23,2 3 0,1 7 0,-1 3 0,6-3 131,3-1 0,5 5 1,3 2-1,6 3 5,4-1 1,2 0 0,2 6 0,1 0-130,3 0 0,-6 2 1,-6 2-1,0 2 354,-2-3 0,-8 5 0,-7-2 0,-8 8 0,4-5 0</inkml:trace>
  <inkml:trace contextRef="#ctx0" brushRef="#br0" timeOffset="1169">1706 601 7975,'12'-12'1367,"0"1"23,-1-1-1000,-1-5 1,-2 9-1,-8 10 60,0 13 0,0 5 0,0 9 1,-2 2-50,-4 2 0,4 1 0,-4 1 0,4-2-250,2-4 0,0 4 0,0-6 0,0 0 55,0-3 0,0-5-199,0-2 1,2-7 0,2-6 0,2-8-267,-2-7 0,3-11 0,-1-3 0,-2-2-47,-2-4 0,0 4 1,2-2-1,2 0-4,-2 2 1,-3-4 0,-1 5-1,2 1-89,4 0 0,-2 2 0,8 5 0,3 1-37,6 0 1,1-1-1,7 3 1,2 1 105,2 3 0,2 7 1,-1-2-1,-1 4-225,-4 2 0,4 0 1,-6 2 554,1 4 0,-3 3 0,-8 9 0</inkml:trace>
  <inkml:trace contextRef="#ctx0" brushRef="#br0" timeOffset="1552">2159 688 9992,'-9'0'1753,"3"0"-1520,12 0 1,3 0 0,9 0 0,-1 0-253,1 0 1,7 0-1,2-2 1,0-4-99,-4-5 0,2-3 0,1 1 0,-1 1-98,0-2 1,-4-1 0,-9-3-1,-6 1-134,-4 0 1,-2 5-1,-2 2 1,-4 3 192,-6 3 1,-11 2 0,-6 4 0,-4 4 196,-2 5 0,6 5 0,2 1 0,0 2 174,0 5 0,8-3 0,-1 8 0,9 2 154,3 2 1,2-4 0,10 0 0,6 0-223,7-2 1,14 2 0,2-9 0,8-7-492,3-3 0,3-4 0,3-6 0,-2-2-147,-1-4 1,-7-4 0,5-9-1,-2-2-642,-5-3 1,-9-7 1132,-5 2 0,-5-4 0,-2-2 0</inkml:trace>
  <inkml:trace contextRef="#ctx0" brushRef="#br0" timeOffset="1819">2978 43 8451,'0'-17'810,"0"5"-701,0 1 0,0 9 0,-2 2 399,-3 9 0,1 15 0,-6 5 0,0 5-202,1 7 0,-3 11 0,-5 12 0,-1 6-19,1 6 1,1 3-1,3 8 1,1-2-40,-1-3 1,3-11 0,0-11 0,3-7-8,3-15 0,4-16-783,5-17 1,5-10-1,8-7 1,-1-5-35,0-7 576,9 5 0,1-22 0,8 4 0</inkml:trace>
  <inkml:trace contextRef="#ctx0" brushRef="#br0" timeOffset="2320">3275 723 7975,'17'-8'62,"-5"6"1,-3-6 0,-1 1 360,-4-5 1,4 2 0,0 1-1,-1-1-200,1 0 1,0 1 0,-4-5 0,1 3-72,-1-3 0,-2 4 0,-4-1-37,-4-3 1,1 4 0,-11 1 0,-3 1 22,-1 4 0,-5 2 1,0 2-1,-2 2 59,-4 4 1,6-2 0,0 9 0,1 5 11,1 3 0,0 4 0,6-3 1,1 1-149,4-2 0,-1 4 0,7-1 1,2-3-51,2-2 0,2-1 1,2-3-1,4-1-99,6-3 1,5-7-1,4 2 1,5-4-156,1-2 0,-4-2 1,4-4-1,0-5-112,0-5 1,-5-1 0,1-1-1,-4 1 90,-1-1 1,-1 1 0,0-1 310,1 1 1,-7 2 0,-1 1 59,-2 2 1,-4 9 0,-10-1-1,-4 8 207,1 7 1,-7 10 0,4 5-1,-1-1-10,1 0 0,5 4 0,7-4 0,0 2-209,0 4 1,1-6 0,5-1 0,6-7-428,3-5 0,11 1 0,3-7 0,4-2-332,1-2 0,1-10 0,0-5 0,0-7-118,0-3 1,-2-8 0,-4 4 0,-6-2 782,-4 0 0,-1 0 0,-1-6 0,1 0 0</inkml:trace>
  <inkml:trace contextRef="#ctx0" brushRef="#br0" timeOffset="2602">3972 130 7975,'9'-7'173,"-3"-5"1,-2-3 442,2-3 0,-4 1 15,4-1 0,-4 7-403,-2-1 1,0 10 0,-2 2-1,-2 12 32,-2 9 1,-6 6 0,5 10 0,-3 4 162,-4 5 1,-1 12-1,-3 4 1,3 2-105,3 0 1,-3 0 0,5 5 0,0 1-196,5 0 1,-3-10 0,2-8 0,2-9-558,2-6 0,4-10-381,4-4 0,2-13 0,5-10 0,-3-10 32,-2-6 1,-2-1 0,-6-2 0,0-3 781,0-1 0,0-16 0,0 3 0</inkml:trace>
  <inkml:trace contextRef="#ctx0" brushRef="#br0" timeOffset="2767">3675 566 7964,'-9'0'1209,"1"0"0,10 0 0,4 0 0,5 0-1295,5 0 0,9-6 0,6 0 0,8 1-387,7-3 0,5 4 0,3-6 0,2 1-1038,2-1 1,6 4 1510,-6-5 0,8-1 0,-4-5 0</inkml:trace>
  <inkml:trace contextRef="#ctx0" brushRef="#br0" timeOffset="3018">4477 479 11838,'-12'17'575,"1"1"1,5 7 0,-4 4 0,1 6-399,-1 6 0,4 1 1,-3 7-1,1-5-331,4-1 1,2 1-1,2-9 1,0-8-946,0-6 1,2-11 259,4-4 1,3-12-1,7-7 1,-3-7 217,-1-3 1,-2-8-1,1 2 1,-3-4 620,0-2 0,-6-7 0,6-3 0</inkml:trace>
  <inkml:trace contextRef="#ctx0" brushRef="#br0" timeOffset="3150">4529 270 7964,'0'-18'3459,"0"1"-4436,0 7-1002,0 3 1979,0 7 0,8 0 0,2 0 0</inkml:trace>
  <inkml:trace contextRef="#ctx0" brushRef="#br0" timeOffset="3586">4965 653 7907,'17'0'148,"-5"0"538,0 0 0,-3-8-305,3-3 0,-4 1 1,-8-1-95,0-3 0,-10 4 1,-5 1-1,-9 1-65,-3 4 0,4 2 0,-4 2 0,0 0 50,0 0 0,0 8 1,-4 3-1,3 5-56,3 1 0,2 9 1,6 3-1,-1 2-165,1-2 0,1 3 0,5-2 0,7 2-249,8 3 0,7-8 0,13-3 0,5-7-92,3-5 1,5-5 0,2-7 0,2-1-142,-3-5 0,3-4 1,-4-9-1,-6-5 83,-4-5 0,-6-4 0,-7-1 0,-5-1 116,-1 0 1,-2 2 0,-8 2 0,-6 4 112,-9 2 0,-1-2 1,-7 7-1,2 7 262,0 3 1,-6 4 0,6 6 0,1 2-167,3 4 1,1 4 0,1 9 0,0 2-288,-1 3 0,9 7 0,3-4 0,4 2 51,2 0 0,2-6 0,4 4 0,5-2 259,5-3 0,9-5 0,4-5 0,4-7 0,2-3 0,-1-2 0</inkml:trace>
  <inkml:trace contextRef="#ctx0" brushRef="#br0" timeOffset="3986">5383 566 7907,'10'-2'2317,"-4"-4"-1688,-4 4 0,-4 10 1,-2 13-251,-2 5 0,-6 7 1,7-6-1,-1 2-249,-2 0 0,6-2 1,-4 4-1,4-4-4,2-2 0,0-2 1,0-5-1,2-3-132,4-3 1,4 1 0,7-7 0,1-2-354,-1-2 1,2-10 0,5-3-1,3-5 16,0-1 0,4-6 0,-8-1 1,0 1-58,3-2 1,-7 5 0,4-3-1,-5 2 19,-7-2 0,3 9 1,-7-3 252,3 1 357,-6 9 0,2 1 1,-10 12-1,-2 7 156,2 8 1,-3-1 0,1 3-1,2-2-175,2 2 1,2-3 0,0 3 0,2-4-543,4-1 1,-2-3 0,7-3 0,5-6-445,5-4 1,6-2 0,8 0 0,2-2-1132,3-4 1907,-3-11 0,6-11 0,-8-6 0</inkml:trace>
  <inkml:trace contextRef="#ctx0" brushRef="#br0" timeOffset="4269">6185 26 8402,'0'-10'1161,"0"2"0,6 16 1,1 4-1,3 5-782,4 6 0,7 6 0,4 12 1,0 8 127,0 7 0,5 8 0,-5 11 1,-2 6-146,-4 5 0,-5 7 0,-16 0 1,-6-4-452,-9-6 1,-8-13 0,-12-14 0,-2-8-536,-2-7 0,1-8 0,7-8 0,4-10-3707,6-5 4331,3-4 0,3-14 0,-1-2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0:10.0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173 52 7804,'11'-5'-192,"1"-1"0,-8-2 0,4 4 1396,-1-2 1,-3-5 774,8 5-1595,-8 0 1,2 14-1,-12 5 1,-6 9-122,-3 7 0,-5 0 0,-1 4 0,-2 5-111,1 5 0,-3 4 1,2 7-1,2 2-156,1 2 1,9 10 0,1 0 0,2 5-97,4 1 0,6-10 1,10-8-1,11-8-89,8-7 1,4-1-1,0-5 1,0-10-613,0-9 1,-2-6 0,-4-6-1,-6 1-2425,-4-1 3226,-9-10 0,-2-3 0,-8-9 0</inkml:trace>
  <inkml:trace contextRef="#ctx0" brushRef="#br0" timeOffset="466">730 767 7421,'2'-10'533,"4"4"1,-2 4 0,8 1 0,1-3-577,3-2 1,7 0 0,0 4-1,0-2-218,3-2 1,-5-7 0,6 3-1,-2-1 17,-4-1 0,-3 0 0,-5-5 0,-3-1-78,-2 1 1,-2 0-1,-8-1 257,-4 1 1,-4 7 0,-9 4 0,-2 4 122,-3 2 0,-5 2 1,4 4-1,0 8 77,0 7 1,0 0 0,3 6 0,1 0 147,6 1 1,-1 1-1,10 5 1,2 1-154,2 0 1,4-2 0,6-2 0,10-4-336,9-2 1,6-3-1,1-11 1,1-5-204,0-4 0,6-2 0,-1-4 0,-3-6 408,-6-7 0,0-6 0,-8 0 0,1-5 0,-7-6 0</inkml:trace>
  <inkml:trace contextRef="#ctx0" brushRef="#br0" timeOffset="700">1375 906 8901,'0'10'-1594,"0"0"1594,0-5 0,8-3 0,2 6 0</inkml:trace>
  <inkml:trace contextRef="#ctx0" brushRef="#br0" timeOffset="1267">2037 819 7917,'16'-8'0,"-3"-1"-763,-1-1 1,-6-5 1070,6 3 0,-9-4 0,5 1 0,-2 1 347,0 3 1,0 5-1,-8-6-506,-4-1 1,2-1 0,-10 3 0,-3 3-130,-4 0 0,-10 6 0,2-4 0,-4 4-106,-2 2 0,0 2 0,0 4 0,2 6-159,4 3 0,-2-1 0,8 1 0,2 5 151,1-1 1,11 0 0,3-1 0,4-1 91,2 1 1,2-1 0,4 1 0,7-1-19,8 0 1,1-7 0,7-2 0,2-2-62,2 0 0,2-1 0,-1-7 1,-1-1 3,-4-3 0,2-6 0,-7 4 0,-3-1 43,-2-5 1,-7 4 0,0-1 342,1-3-141,-5 6 0,0 10 0,-10 16 0,-2 9 279,-2 6 0,0 9 0,6 7 0,0 5-11,0 4 0,0 8 1,0-2-1,-2 4-178,-4 1 0,1 1 1,-11-4-1,-3-6-184,-1-8 0,-7-11 0,-2-2 0,-2-8-154,2-8 0,-4-12 1,4-5-1,-4-8-64,-2-9 0,3-3 1,1-15-1,3-2-996,3-2 0,8-2 0,7 1 0,2-1 639,5 0 0,1 0 0,4 0 0,5 0 501,11 0 0,1 1 0,10-1 0,0 0 0,6 0 0</inkml:trace>
  <inkml:trace contextRef="#ctx0" brushRef="#br0" timeOffset="1516">2543 924 11758,'0'9'-434,"0"-1"1,-8-8 0,-2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0:07.32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314 68 7887,'12'-5'200,"-1"-1"1,-5-6 0,4 4 668,-2-1 1,-1 3-176,-1-6 0,-4 10-425,4 2 1,-6 16 0,-4 13-1,-4 6 34,-1 5 0,5 7 1,-4 11-1,2 6-190,0 4 1,1 1 0,5 1 0,0 0-228,0-1 0,0-7 0,0-5 0,0-9-924,0-7 1,0-12 233,0-6 1,0-13 0,0-10-1,0-12 804,0-9 0,0-6 0,0-8 0</inkml:trace>
  <inkml:trace contextRef="#ctx0" brushRef="#br0" timeOffset="200">0 487 7887,'0'-12'3090,"0"0"-2920,0 9 0,10-5 1,8 6-1,9-2-328,6-2 1,3-2 0,5 5-1,5-5-389,5-2 0,7 6 0,0-3 0,0 1-514,2 0 0,-11-6 1061,3 6 0,-4-7 0,4 3 0</inkml:trace>
  <inkml:trace contextRef="#ctx0" brushRef="#br0" timeOffset="550">767 643 8194,'12'0'872,"-1"0"1,1 0 0,5 0 0,1 0-863,-1 0 1,3-5-1,1-3 1,2-2-154,-1-3 1,3-3 0,-2-1 0,-4-1-163,-5 1 1,-1-1 0,-7 1 296,-2 0 1,-12 1 0,-7 5 0,-8 5 112,-4 4 0,-3 2 0,-2 2 1,1 4 173,2 5 1,5 12 0,-3 4 0,2 3-9,4-1 1,7 5 0,4 7 0,3 0-269,3 1 1,10-5-1,7 2 1,9-8-114,7-8 1,11-4-1,5-3 1,1-4-247,1-7 1,-1-10 0,6-9 0,1-7-466,-1-8 1,-9 2 0,-7-2 820,-5-2 0,-2-10 0,6-4 0</inkml:trace>
  <inkml:trace contextRef="#ctx0" brushRef="#br0" timeOffset="933">1517 487 8288,'0'-18'669,"1"3"1,3 1 837,2 3-1256,0-1 0,-8-4-398,-4 5 0,2 3 0,-7 8 1,-3 0 178,-1 0 0,-1 2 0,3 2 0,1 4 72,-2 1 0,1 3 1,-1 5-1,5 1 78,1-1 1,2-5-1,6 1 1,0 5-73,0 3 0,2 2 0,4-5 0,5 1-36,5 4 1,1-3-1,3 3 1,1-2-140,2 2 0,6-3 1,-3 5-1,-1-2 83,0 1 0,-4-1 1,-7-6-1,-5 1 57,-1-1 0,-2 0 1,-8 1-1,-4-3-89,-5-3 0,-5-4 0,-3-8 1,-5 0-282,-5 0 0,2-2 0,0-4 0,2-4-456,4 1 1,1-7-1,5 5 1,3-5-162,6-1 0,5-1 0,1 1 912,0-1 0,7 1 0,3-1 0</inkml:trace>
  <inkml:trace contextRef="#ctx0" brushRef="#br0" timeOffset="1366">2092 34 7839,'-12'-6'597,"0"0"0,8-2 779,-1 2-955,3 4 1,-4-3 0,0 10 88,2 7 1,-3 11 0,1 6 0,0 8-82,-2 10 0,6 3 0,-6 18 0,3 5-238,-1 5 1,0 1-1,6 2 1,0-7-228,0-8 0,0-12 0,0-11 1,2-7-2717,4-8 1409,-4-15 1,5-7 0,-7-12-459,0-5 1801,0 3 0,-7-15 0,-3 3 0</inkml:trace>
  <inkml:trace contextRef="#ctx0" brushRef="#br0" timeOffset="1533">1760 539 7839,'0'-18'2832,"0"1"-2202,0 7 1,8 3 0,4 7 0,3 0-708,3 0 0,7-6 1,4 0-1,6 2-309,6 2 0,3-4 1,10-1-1,2-3-1146,2-4 0,6 5 1532,-6-3 0,1 8 0,-7-3 0</inkml:trace>
  <inkml:trace contextRef="#ctx0" brushRef="#br0" timeOffset="1983">2719 504 6942,'0'-17'1627,"0"-1"0,0 7-589,0-1 1,0 6-444,0-5 1,-2 5-617,-4-6 1,2 8 13,-7-2 0,5 5-23,-6 1 1,6 0 0,-5 0-379,-3 0 1,-1 1 0,-1 5-1,3 4 456,1 0 1,2 5 0,-3-3 0,1 3 158,-1 3 1,5-1 0,2 0 0,4 1-12,2-1 1,0 9-1,2 1 1,4 2-84,6 0 1,5-6 0,4 6-1,5 2-94,1 2 0,0-4 0,2-2 0,-6-2-213,-4-3 0,-3-3 0,-5-2 67,-5 1 1,-6-9 0,-6-3-1,-9-4-171,-12-2 1,-2-2 0,-14-2 0,1-3-407,-5-3 0,3 0 0,-1-3 0,3 3-1652,3 2 2356,2 2 0,10-1 0,2-3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0:00.57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18 123 7223,'10'-12'2481,"-4"1"-745,4 7-962,-9-4 0,7 10-308,-8 4 1,0 4-1,0 9 1,0 4-209,0 6 0,0 12 1,0 5-1,-2 5-187,-4 1 1,3 6 0,-7 2 0,2 0-358,4 0 1,-3-4 0,1-9 0,2-7-1078,2-3 1,2-10-526,0-3 1,2-13 1887,4-5 0,3-12 0,9-4 0</inkml:trace>
  <inkml:trace contextRef="#ctx0" brushRef="#br0" timeOffset="333">18 837 6790,'10'8'168,"0"-6"409,-4 4 1,5-4-1,12-2 1,6 0-264,4 0 0,12 0 0,7 0 1,10 0-385,6 0 0,2-6 0,-1 0 0,1 0-429,0-1 0,-6 3 0,-2-6 0,-2 2 499,-4 5 0,6-15 0,0-1 0</inkml:trace>
  <inkml:trace contextRef="#ctx0" brushRef="#br0" timeOffset="850">1081 698 7828,'10'-2'-1483,"-2"-2"1767,0-2 0,-5 1 260,9 5 1,0 0-1,5 0 1,0 0-142,1 0 0,7 0 0,4 0 0,4 0-232,2 0 0,6 5 0,1 1 1,3 0-41,3 2 0,-5-4 1,-1 5-1,-3 1-389,-4 0 1,-4-4-45,-14 5 1,-7 1-1,-6 3 1,-10-1 174,-11-3 0,-5 1 1,-11 5-1,-3-1 75,-1-4 0,0 3 0,2-3 0,0 3 92,0 3 1,1-1 0,1-1 0,2-3 125,2-1 0,7-3 0,-3 5 408,0-2-563,6-9 1,1 3-1,12-12 1,4-5-145,2-5 0,6-7 0,2-2 0,0-2-253,0-4 1,-3-2 0,-5-2 0,0 0-160,0 0 0,0-1 0,0-1 1,0 0 544,0 4 0,0 10 0,0-10 0,0 6 0</inkml:trace>
  <inkml:trace contextRef="#ctx0" brushRef="#br0" timeOffset="1769">2441 593 7987,'9'-11'0,"-1"1"310,0 2 0,-4-3 0,5 3 264,-1-2 1,0 1-1,-4-5 226,1 3 0,1-1-668,-6-5 0,0 5 0,-2 2 0,-3 2-120,-7 5 0,-9 1 0,-5 2 1,-1 0-310,-4 0 1,-2 0-1,1 2 1,1 1-78,2 3 0,7 8 0,-1-3 0,6 5 314,5 1 1,4 1-1,8-1 1,0 1 117,0-1 1,16 8 0,7 4-1,8 2 155,4-2 1,5 10 0,3-4-1,0 4 53,-1 3 0,-3-5 0,-10 6 1,-6-3-115,-3 1 0,-11 0 0,-3-7 0,-6-1-95,-6-4 0,-3-3 1,-11-11-1,-3-1-171,-6-3 0,-6-9 0,-4 0 1,-1-8-183,1-3 1,2-9 0,4-7-1,4-2-292,6-4 1,4-2 0,3 0 0,5 2-50,5 2 1,4 2 0,4-2 636,4 6 0,11 3 0,10 3 0</inkml:trace>
  <inkml:trace contextRef="#ctx0" brushRef="#br0" timeOffset="2169">3173 1 8020,'0'17'75,"-2"-1"56,-4-4 1,4 3-1,-6-5 1,2 1-118,0 1 1,-1-2-1,3 3 1,-2-1 66,2 1 1,-4-3-1,3 2 1,1 1 224,2 3 1,2 1-1,0 2 1,-2 3 126,-4 1 1,4 10 0,-4 0 0,2 8-185,-1 3 1,1 4 0,-6 11-1,0 6-303,1 9 0,3 0 0,-4 5 0,1-4-274,-1-7 1,6-6 0,-2-12 0,4-5-2265,2-10 1509,0-16 0,2-17 1083,4-8 0,4-15 0,7 2 0</inkml:trace>
  <inkml:trace contextRef="#ctx0" brushRef="#br0" timeOffset="2385">2754 715 11143,'24'0'125,"-1"0"1,10 0-1,2-1 1,9-3-554,6-2 1,8-8-1,2 5 1,1-3-486,-1 0 0,3 1 1,-4-7 912,-3 1 0,-2-1 0,-2 1 0</inkml:trace>
  <inkml:trace contextRef="#ctx0" brushRef="#br0" timeOffset="2853">3573 837 8020,'10'0'2372,"4"-1"-2094,-9-5 1,7-4 0,-4-5 0,1 3 1,-5-4 0,2 5-106,-4-5 0,-4-1 1,-4 1-185,-5 5 1,-5 3-1,-1 8 1,-1 0-47,1 0 1,-6 0 0,-1 2 0,1 4 46,-2 5 1,6 7-1,-5 3 1,5 4 96,2 2 0,5 1 1,2 3-1,3-2 80,3 2 0,2-6 1,4-2-1,4-4-96,5-1 0,7-9 1,3-3-1,4-4-147,2-2 1,-4-2-1,4-6 1,1-7-298,-1-6 1,-6-8 0,2 3 0,-3-1 14,-3-4 1,-5 4 0,-1 0 0,1 2 373,-2 4 1,-3 7-39,-7 3 1,0 9-1,0 4 164,0 13 1,-6 4 0,1 10-1,1 2 68,2 2 0,2 2 1,2 0-1,4 0-409,5 0 1,5-8-1,1-4 1,3-6-162,3-5 0,4-4 0,10-10 0,1-4-1579,3-6 1938,0-11 0,1-12 0,3-9 0</inkml:trace>
  <inkml:trace contextRef="#ctx0" brushRef="#br0" timeOffset="3169">4375 158 8020,'6'-18'553,"0"1"0,-1 5 183,-5 1 0,0 9-426,0 2 0,0 9 0,0 15 0,-2 5 163,-3 4 0,-3 3 0,-6 7 0,5 7-59,1 7 1,-6 10-1,5 1 1,-1 4-243,4-4 1,-2 1-1,3-7 1,1 0-320,2-4 1,2-11 0,0-9-3040,0-7 2051,8-5 0,-7-24 0,5-8 1,-4-8-785,-2-3 1919,0-8 0,-8-3 0,-1-6 0</inkml:trace>
  <inkml:trace contextRef="#ctx0" brushRef="#br0" timeOffset="3334">4096 715 8020,'-8'-9'1640,"6"-7"0,-3 9 0,10-5-1664,7 6 1,9-2 0,5 3 0,3 1-440,7 2 1,1-4 0,8 0 0,-1 0-166,1-1 1,1 5 627,6-4 0,1-4 0,-1 0 0</inkml:trace>
  <inkml:trace contextRef="#ctx0" brushRef="#br0" timeOffset="3569">4828 611 10422,'0'17'458,"0"1"1,-6 1 0,0 6 0,1 8-450,-3 6 1,6 7-1,-4-3 1,4 0-491,2-1 1,0-3 0,0-10-83,0-6 1,2-5 0,2-9-1732,2-9 2294,7-15 0,-3-12 0,7-8 0</inkml:trace>
  <inkml:trace contextRef="#ctx0" brushRef="#br0" timeOffset="3717">4898 402 7999,'0'-12'2070,"0"1"-3995,-8 7 1925,6-4 0,-6 8 0,8 0 0</inkml:trace>
  <inkml:trace contextRef="#ctx0" brushRef="#br0" timeOffset="4119">5403 628 7994,'10'-2'1126,"-4"-3"1,-5-5-648,-1-8 1,0 7-1,-1-1-364,-5-1 0,2 5 0,-8 0 0,-1 2-35,-3 1 1,-1-1-1,-1 6 1,1 0-48,0 0 0,-1 0 0,1 2 1,-1 4 29,1 5 0,7-1 0,4 1 0,4 5 54,2 5 1,0-1-1,2 5 1,4-2-4,6 0 0,5 2 1,4-3-1,5 3-167,1 2 1,-4-6 0,4 3 0,-2-3-27,-3 2 1,1-4-1,-4 5 1,-5-5 10,-5-2 0,-3 1 0,-6-1 1,-2 1-6,-4-1 1,-3-5 0,-11-3 0,-3-1-173,-6-4 0,-4-2 0,-2-2 0,1 0-141,-1 0 1,6-8 0,2-3-1,1-5-143,5-1 1,4-1 0,5 1 0,6-2-420,4-5 0,2 5 948,0-4 0,16-4 0,3-1 0</inkml:trace>
  <inkml:trace contextRef="#ctx0" brushRef="#br0" timeOffset="4419">5874 280 7981,'9'-18'-53,"-1"1"0,-2 0 326,0-1 0,-1 6 1982,-5 1-1819,0 7 1,-2 10 0,-1 13-45,-3 6 0,-6 4 0,4 6 1,-1 2 11,-5 4 0,5 5 1,-1 12-1,0 4-302,0 0 0,7 6 1,-5-4-1,2 4-226,0 1 1,0-7-1,6-6 1,0-7-381,0-9 1,2-10-813,4-7 0,-4-14 0,4-9 44,-4-9 1,-2-7 1271,0-1 0,-8-8 0,-2-2 0</inkml:trace>
  <inkml:trace contextRef="#ctx0" brushRef="#br0" timeOffset="4601">5612 681 8097,'0'-18'688,"0"1"1,2 7 0,4 4 0,6 2-733,3-1 1,8 3 0,2-4 0,3 4-593,3 2 1,7 0 0,5 0 0,-1-2-426,1-4 1061,-2 4 0,-6-13 0,-1 5 0</inkml:trace>
  <inkml:trace contextRef="#ctx0" brushRef="#br0" timeOffset="4852">6344 628 8259,'-10'8'1210,"3"4"0,1 3-770,0 3 1,-6 1 0,5 4-1,-1 6-317,0 4 1,2 8 0,6 0 0,0-3-417,0-1 0,0-4 1,0-4-1,0-6-1886,0-3 1317,0-11 862,0-1 0,8-16 0,2-1 0</inkml:trace>
  <inkml:trace contextRef="#ctx0" brushRef="#br0" timeOffset="5000">6379 419 7944,'-2'-15'105,"-2"1"227,-2 3 1,1 5-674,5-6 341,0 8 0,0-3 0,0 7 0</inkml:trace>
  <inkml:trace contextRef="#ctx0" brushRef="#br0" timeOffset="5336">6937 768 8097,'0'-18'466,"5"7"1,1-1 294,-2-1 0,-2 3 0,-2-2-249,0-1 0,-2-3-393,-4-1 0,-9 1 0,-8 3 0,1 3 112,3 2 1,0 2 0,-3 6 0,-3 2-157,-2 4 1,4 0-1,-4 10 1,-1 3 109,1 0 1,6 8 0,-2 2-1,5 4-87,7 2 1,-3 0-1,8 0 1,3 0-144,1 0 0,4-6 1,5-2-1,9-2-437,5-4 0,10-3 0,-2-7 0,4-5-629,2-4 0,2-2 0,1-2 1111,3-4 0,7-11 0,-3-10 0</inkml:trace>
  <inkml:trace contextRef="#ctx0" brushRef="#br0" timeOffset="5833">7407 768 8556,'10'-8'584,"-2"4"0,-8-7 415,0-3 1,0 4-484,0-1 1,0-1-232,0-5 1,-8 7 0,-4 4-167,-3 4 1,-3 2-1,-1 0 1,-2 2 57,-3 4 0,1-2 1,6 9-1,-1 5-63,1 3 0,-1 4 0,1-3 0,1 1-86,5-2 0,-3 4 0,8-1 1,3-3-212,1-2 1,2-1 0,2-3-1,3-1-205,7-3 1,5-7-1,7 2 1,3-4-148,0-2 1,6-8-1,-6-3 1,2-5 89,0-1 1,-6-7 0,4 1 0,-1 0 455,-5-2 0,-4 5 0,-3-1 1,-4 6 194,-3 3 0,1 2 151,-2-1 0,-6 3 0,0 8 0,-8 2-91,-2 4 1,-3-2 0,5 7 0,0 5-158,1 5 0,-5-2 0,6 5 0,2-5-124,2-2 1,2 1-1,2-1 1,2 1-471,2-1 1,9-5 0,1-3 0,7-1-250,4-4 1,4-2 0,8-4 0,4-4 246,1-5 1,1-11 0,3-3 486,-1-2 0,-9-2 0,5-6 0</inkml:trace>
  <inkml:trace contextRef="#ctx0" brushRef="#br0" timeOffset="6083">8104 245 7913,'0'-17'666,"0"-1"0,-2 8 30,-4 5 1,3 3-313,-9 2 1,8 15-1,-4 8 1,1 10 267,-5 8 0,2 11 1,1 12-1,-1 6-92,0 5 1,1-3-1,-3 4 1,6-3-583,4 3 1,2-18 0,0-4 0,0-13-709,0-14 1,8-6 0,4-6-1108,3-3 1837,2-12 0,9-25 0,1-12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1:11.95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35 122 6803,'12'0'116,"-1"0"0,-5 0-13,6 0 59,-1 0 0,7 0-3,-1 0 0,-7-2 0,-2-1 112,0-3 0,-5 0 495,9 6-322,-8 0 1,4-8-97,-8-3 1,0 1 0,-2 0-101,-4 3 1,2 1 0,-8 6-213,-1 0 1,3 0-1,-1 2-80,-3 3 0,6 5 0,2 8 0,4-1-8,2 0 0,0 7 0,0-1 0,2-2 26,4-1 0,-2-9 1,8 1-1,1-1 57,3-1 0,-5-2 0,1-8 0,2 0 30,1 0 0,1-8 1,-5-5-1,-3-7-37,0-3 1,-6-6-1,3 4 1,-5 0 59,-5-1 1,-5 3 0,-8 6 0,1-1 16,0 1 0,-7 7 0,1 4 0,2 4-15,1 2 1,3 2 0,0 6-1,1 10-53,5 9 0,-3 4 0,8 0 0,2-2-98,2 2 0,10-4 1,4 0-1,5-2-96,6-4 1,-1-9 0,7-6-1,0-4-65,-2-2 1,4-2 0,-8-4 0,-2-8-379,-1-7 0,-11 2 0,-3-6 0,-6 1 604,-6 1 0,-19 0 0,-12 5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1:15.508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332 417 7999,'0'-17'2130,"0"-1"-1250,0 1 0,0 5-644,0 1 0,0 9 1,0 2-1,-2 11-33,-4 11 1,-2 5 0,-5 9 0,1 5-92,-1 6 0,-5 9 1,-3 4-1,-2 0-58,1 0 1,3 4-1,2-6 1,1-2-428,4-2 0,-1-9 1,7-7-742,2-7 0,2-15 321,2-16 1,6-10-1,0-13 1,0-6 792,1-4 0,3-2 0,8 0 0</inkml:trace>
  <inkml:trace contextRef="#ctx0" brushRef="#br0" timeOffset="265">367 330 7999,'0'-17'-195,"0"-1"0,0 1 2103,0-1-1487,0 9 1,0 3-207,0 12 0,0 3 0,0 11 0,0 3 116,0 6 1,2 6-1,1 5 1,5 7 130,2 3 1,-6 4 0,4 3 0,-3 3-260,1 2 0,8-4 0,-5 4 0,3-4-340,0-8 1,-3-2-1,5-13 1,-4-6-2529,-3-2-181,7-15 2846,-12 4 0,-2-32 0,-10-3 0</inkml:trace>
  <inkml:trace contextRef="#ctx0" brushRef="#br0" timeOffset="448">1 905 7999,'0'-17'1643,"0"-1"0,2 3-969,3 3 1,7-1-1,11 5 1,8-2-645,8-3 0,6 3 1,7 0-1,0 0-421,0 1 0,1 5 391,-1-2 0,8-4 0,2 1 0</inkml:trace>
  <inkml:trace contextRef="#ctx0" brushRef="#br0" timeOffset="1015">1064 835 8105,'2'-15'1259,"2"1"-55,1 3 0,1 5-810,-6-6 1,0 1 0,0-7-310,0 1 1,-6 5 0,-1 2 0,-1 1-195,0-1 0,-5 6 0,1-4 0,-5 3 18,-7-1 0,3 0 0,-8 8 0,0 4 34,2 5 0,-4 13 0,8 3 1,-1 2 108,-1 0 1,12 0-1,-3 6 1,6 0 18,7-1 1,1-4-1,4-3 1,3-4-38,7-8 1,11-5-1,4-10 1,2-2-43,0-4 1,0-5 0,6-13 0,-2-5-117,-4-4 0,-2-3 1,-5-5-1,1-5-2,-2-5 1,-7-1 0,-5 0 0,1-1 121,0 1 0,-6 8 0,1 3 0,-3 4 16,-2 2 0,0 6 1,0 2 25,0 2 1,-2 4-154,-3 9 1,3 6 42,-4 12 1,4 4-1,2 9 1,0 4 265,0 6 1,-2 4 0,-2 4 0,-2 2-50,3 1 1,1 9 0,2-3-1,0 5-23,0 1 1,0 0 0,0 0-1,0-1-242,0-5 1,5-3 0,3-10 0,2-4-941,3-6 0,3-11 0,1-6 1060,1-5 0,-1-16 0,1-4 0</inkml:trace>
  <inkml:trace contextRef="#ctx0" brushRef="#br0" timeOffset="1516">1395 661 7968,'6'-17'0,"-1"-1"655,-1 1 1,-2-1 2086,-2 1-2182,0 7 0,6 4 0,0 14 0,-2 10 20,-2 9 0,-2 6 1,0 3-1,0 3-323,0 2 0,0 5 0,0-3 0,2-1-130,3 1 0,-1-8 0,6-8 0,0-2-123,-1-3 0,3-5 1,5-7-222,1-10 0,-1-10 0,1-13 1,-1-6-9,1-4 1,-1-10-1,0-1 1,1-3-99,-1 1 1,-5 1 0,-2-1 0,-3 3-528,-3 0 0,0 12 1,0-3-627,2 1 0,-1 8 762,-5 1 0,0 15 0,0 9 0,0 11 714,0 11 0,0-3 0,0 6 0</inkml:trace>
  <inkml:trace contextRef="#ctx0" brushRef="#br0" timeOffset="2000">2092 748 7968,'6'-11'1969,"-1"-1"1,3 0-1097,-2-5 1,-4-1-791,4 1 0,-4 0 0,-4-1-54,-4 1 0,2 1 0,-8 5 0,-1 3-74,-3 0 1,-1 6 0,-2-4-1,-3 6-65,-1 6 1,-2 0 0,4 10 0,-3 5 83,3 4 0,2-2 0,1 8 0,1 4 153,-1 4 0,9 1 0,3-5 0,4-2 30,2-4 1,0 2-1,2-7 1,4-5-133,5-6 0,7-5 1,3-8-1,2 0-100,-1 0 0,3-13 0,-2-7 1,0-5-112,2-6 1,-5-2-1,3-2 1,-4 0 114,-1 1 1,-1-1 0,-1 0-1,-5 2 101,-5 4 0,2 4-162,-2 7 1,-2 11-1,-8 9 170,-2 13 0,-6 10 1,7 12-1,-1 2-86,-2 1 0,6 7 0,-4-6 0,6-3-135,6-1 1,-2-4-1,8-2 1,1-6-275,3-6 1,3 1 0,4-14 0,4-4-139,0-6 1,4-8 0,-5-11 0,-1-6-292,0-4 0,4-2 886,-6 0 0,0 0 0,-5 0 0</inkml:trace>
  <inkml:trace contextRef="#ctx0" brushRef="#br0" timeOffset="2400">2510 626 7968,'0'-11'1411,"-2"1"2154,-4 2-3064,4-5 0,-5 13 0,7 2-480,0 13 0,0 4 0,0 10 0,0 2-20,0 2 1,0 2 0,0 0-1,0-2-120,0-4 1,2 4 0,1-6 0,3 0-85,-2-4 0,6-9 0,1-4-19,5-3 0,1-3 1,1-10-1,-1-7-45,1-8 0,5-7 1,0-6-1,0-1 234,3 0 0,-7 0 1,4 0-1,-4 0-71,-1 0 0,-6 8 1,-3 4-1,-1 4 19,-4 1 0,0 9 224,2 3 0,-6 12 0,1 5 0,-6 7 43,-5 5 1,4 4-1,-4 8 1,3 0-24,3 0 1,2-1-1,2-1 1,0-2-375,0-2 0,2-7 1,4 3-1,5-4-560,5-3 1,1-5 0,1-13 0,1-2 774,4-4 0,4-11 0,8-10 0</inkml:trace>
  <inkml:trace contextRef="#ctx0" brushRef="#br0" timeOffset="2649">3242 69 7968,'-6'-18'0,"-2"1"1439,-1-1 1,3 9-904,-6 3 1,7 14 0,-5 9 0,2 12-419,4 10 1,-4 7 0,1 12-1,-1 8-69,0 8 1,2 1 0,6 10 0,0 6-61,0 4 0,0-6 0,0-1 1,0-15-172,0-13 1,2-10 0,2-17 0,4-6-155,2-9 1,-5-8 0,5-14 0,-2-6-895,-4-7 1,4-12-1,-3 0 1230,-1-4 0,-2-10 0,-2-2 0</inkml:trace>
  <inkml:trace contextRef="#ctx0" brushRef="#br0" timeOffset="2831">2911 591 15722,'19'0'0,"5"-2"-64,5-3 0,5-5 0,7-7 0,6-1-819,3 1 1,4-1 0,2 1 0,0-1 882,-5 1 0,1 0 0,-7-1 0</inkml:trace>
  <inkml:trace contextRef="#ctx0" brushRef="#br0" timeOffset="3281">3695 696 7953,'12'-16'0,"-3"3"775,-1 1 0,-2 1 0,-4-5 0,2 3 367,2 1 0,-1 6-888,-5-5 0,0-1 0,-2-4-372,-3 5 0,-5 3 0,-7 8 1,-1 0 75,1 0 0,-7 2 0,-1 4 0,0 5 34,0 5 1,0 3 0,3 3 0,-1 3 263,2 2 0,7 2 0,5 6 1,-1 0 80,0-1 0,6-1 0,-1-2 1,3-2-300,2 2 0,7-5 1,5-5-1,4-8-389,1-7 1,8-4-1,2-2 1,2-2-33,0-4 1,-7-9-1,1-10 1,-2-2-28,2-4 0,-3-2 1,1-2-1,-5 0 309,-5 0 1,-5 6 0,4 2-1,-3 2 309,-3 4 1,-2 7-19,-2 2 1,-2 10-1,-2 4 1,-3 14 18,-3 11 0,6 6 0,-2 2 0,4 0-117,2-1 1,0-1-1,2-2 1,2-4-259,2-1 0,9 3 1,1-8-1,7-4-357,4-3 0,2-10 0,6 0 0,0-8-221,0-8 1,0-11 0,0-6 743,-1-4 0,1-2 0,0 0 0</inkml:trace>
  <inkml:trace contextRef="#ctx0" brushRef="#br0" timeOffset="4064">4288 696 7932,'0'-18'2138,"0"1"0,0 0-1282,0-1 0,0 1-882,0-1 0,-2 1 0,-4 1-161,-6 5 0,-3 3 1,-5 8-1,-1 0 255,-2 0 0,0 8 1,5 3-1,1 7-20,-1 5 1,1-2-1,1 7 1,5-1 221,5 0 1,4-4 0,2 4 0,0 0-236,0 0 1,8-7 0,3-1-1,5-7-502,1-5 1,7 5-1,1-6 1,2-2 80,4-2 0,-4-8 1,0-2-1,-2-2-28,-4-3 0,-1 3 0,-3-1 423,1-3 1,-1 0 514,1 3 1,-7 5-241,1 12 1,-8 3-1,1 9 1,-3 1 159,-2 5 1,6 3-1,0 9 1,-2 5 197,-2 6 1,-2 3 0,0 4 0,0 4-208,0 6 0,-8 4 1,-5 2-1,-7-1-292,-3 1 1,-8-2 0,4-4 0,-2-6-189,0-4 1,2-4 0,-4-3 0,4-9-399,1-7 1,3-7 0,6-15-1,1-11-71,5-13 0,-3-10 1,6-12-1,1-6-21,-1-9 0,2 0 0,8-10 0,4 0 230,5-2 1,5-2 0,1 10 0,1-2 129,-1 2 1,3-4-1,3 4 1,6 5 311,4 9 1,4 5-1,5 2 1,8 2 124,7 4 0,1 4 1,-6 9-1,0 5 74,1 5 1,-9-2-1,-3 2 1,-6 1-331,-6-3 0,-4 4 0,-8-8 0,-1-1-110,-5-3 1,3-1 0,-8-1-1,-2-1-106,-2-4 1,-2 2-1,0-8 1,-2-1 104,-4 3 1,-2-4 0,-6 8 0,3 2 92,-3 2 1,5 3-1,-3 4 1,-2 7 69,-1 3 0,-2 2 0,-1 2 0,1 5 195,-1 11 0,-3 1 1,0 10-1,3 2 40,3 2 0,-3 2 0,12 0 0,3 2 159,1 3 1,2-3 0,2 2 0,1-6-303,3-4 1,14-10 0,-3 0 0,4-7-912,5-4 0,1-2 1,8-8-1,-1-6-554,1-10 0,2-7 0,2-11 1,-1-3 1314,-5-2 0,2-7 0,-8 3 0</inkml:trace>
  <inkml:trace contextRef="#ctx0" brushRef="#br0" timeOffset="4431">5333 487 8091,'0'-18'0,"0"1"720,0 0 1,0 3 0,0-2 113,0-3 1,0 4 0,-2 5-577,-4 2 0,-3 2 0,-9 6 0,1 0-298,-1 0 0,1 2 0,0 4 0,-1 6 95,1 3 1,-1 3 0,1-1 0,1 2 78,5 5 0,-3-5 0,8 4 0,3-3 109,1-3 0,4 1 0,3-1 1,7 0-102,3 1 0,9-1 0,-1 1 0,0-1-73,2 0 0,-3-1 1,5-2-1,-2-3-162,-4 3 0,-3-5 0,-5 3 0,-3 2 175,-2 1 1,-3-3-1,-6-1 1,-5 3 62,-6 1 0,-9 1 0,-4-3 0,-3-3-324,-2-2 0,-3-2 0,-2-6 0,2 0-910,4 0 1,4 0-1,7-2 1089,1-4 0,-1-4 0,1-7 0</inkml:trace>
  <inkml:trace contextRef="#ctx0" brushRef="#br0" timeOffset="4831">5856 452 9902,'10'8'0,"-3"1"0,-7 9 0</inkml:trace>
  <inkml:trace contextRef="#ctx0" brushRef="#br0" timeOffset="4948">5821 731 7861,'2'9'1774,"4"-3"1,-4-2 12,4 2 0,-3-4-2767,3 4 980,-4 3 0,6-7 0,-8 6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1:28.525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0 586 8053,'18'0'680,"-6"0"1,-3-2 1402,-1-4-1456,-2 4 0,-6-4 0,0 12-155,0 6 0,0 3 1,0 4-1,0 3-189,0 1 0,6 8 0,-1-2 1,-1 4-307,-2 2 0,-2-2 1,2-2-1,2-4-1001,2-2 1,0-2-339,-6-5 1,5-11 0,1-7 167,-2-9 1,-2-13 0,-4-3 1193,-4-2 0,-11-10 0,-10-7 0</inkml:trace>
  <inkml:trace contextRef="#ctx0" brushRef="#br0" timeOffset="164">0 272 7927,'0'-12'3022,"0"1"-1194,0-1 1,0 1-2467,0-1 1,6 10 0,0 2-3682,-2 10 4319,-2 5 0,-2 10 0,0 2 0</inkml:trace>
  <inkml:trace contextRef="#ctx0" brushRef="#br0" timeOffset="631">401 673 8002,'0'-18'179,"0"1"0,0 0 2597,0-1-1841,0 1 0,0 9 1,0 8-456,0 10 0,0 7 0,0 6 0,-2 6-128,-3 4 1,3 2-1,-4 0 1,4 0-180,2 0 1,0-1 0,0-1 0,2-4-95,4-5 0,-3-5-245,9-2 0,0-7 1,5-6-1,2-8-145,5-7 0,-3-13 0,6-5 0,0-4 9,0-2 0,-5 1 1,3-1-1,-2 0-132,0 0 0,1 6 1,-7 2-1,-2 2-194,-3 3 1,2 3 476,-9 2 0,1 9 0,-6 8 125,0 10 1,0 5 0,0 3 0,0-1 394,0 0 0,0 7 1,0 1-1,0 0-350,0 0 1,6 4 0,2-4-1,0 0-518,-1 1 1,7-3 0,-5-6-1,3-1-473,0-5 0,-1 3 0,7-8 502,-1-2 0,-5-2 0,-1-2 0,3-2 470,1-4 0,-5-4 0,13-15 0,-3-2 0</inkml:trace>
  <inkml:trace contextRef="#ctx0" brushRef="#br0" timeOffset="898">1273 98 8002,'-10'-18'0,"2"1"0,8-1 1327,0 1 0,-6 5 927,1 1-2163,-1 7 1,6 4 0,0 13 0,-2 9 200,-4 7 1,4 6 0,-4 3 0,4 7 65,2 5 1,-6-1 0,1 11 0,-1 0-275,-2 4 0,6-2 0,-4 0 0,4-2-431,2-4 1,0-4 0,0-7 0,0-11-1851,0-8 0,2-9 1674,4-5 1,2-12-1,4-12 1,-7-5 522,-3-7 0,-9-3 0,-3-8 0</inkml:trace>
  <inkml:trace contextRef="#ctx0" brushRef="#br0" timeOffset="1064">1029 516 8895,'2'10'1151,"3"-5"1,-1-3 0,10-2 0,3 0-1248,5 0 0,10 0 0,1-2 0,8-3-473,4-7 1,-1-2-1,4 1 1,-3 1-2410,-2-1 2978,-3 5 0,-5-15 0,0 3 0</inkml:trace>
  <inkml:trace contextRef="#ctx0" brushRef="#br0" timeOffset="1416">1569 673 8002,'11'0'965,"1"0"0,-6 0-517,5 0 1,1 0 0,6 0 93,-1 0 1,-5 0-1,-1 0 1,3 0-320,1 0 0,3-6 1,-1-2-1,1 0-198,-1 1 1,-5-7 0,-1 3 0,1-5-386,-3-1 0,5-1 0,-8 1 0,-2-1-111,-2 1 0,-2 5 0,-2 1 0,-4-1 238,-6 2 1,-9 3 0,-2 7 0,0 0 273,-3 0 1,1 9 0,-4 7-1,6 7 432,4 4 1,1-4 0,3 6 0,3 2-77,6 2 1,-2 8 0,3 0 0,3-3-299,6-1 1,5-8-1,11-2 1,1-1-196,2-5 1,8-10 0,-2-5 0,4-4-731,2-2 1,2-9 0,1-7 0,3-7-273,-2-4 1,-8-2 0,-2-6 1097,2 0 0,2-8 0,2-1 0</inkml:trace>
  <inkml:trace contextRef="#ctx0" brushRef="#br0" timeOffset="1733">2126 481 12932,'0'18'272,"0"7"0,0 4 0,0 4-55,0 2 1,0-1 0,0 3-1,0 2 58,0 2 0,0-7 0,0-7 0,0-1 444,0-5-835,0-2 0,6-11 0,0-8 0,-2-12-245,-2-9 0,0 0 0,2-8 0,2-2 13,-3-2 0,-1 0 0,-2 2 0,0 2 89,0-2 1,0 6-1,0 2 1,0 3 147,0 3 1,6 5-1,2 1 1,2-1-174,3 2 1,10 3 0,6 5 0,8-2-397,10-2 0,1 0 680,16 6 0,15 0 0,10 0 0</inkml:trace>
  <inkml:trace contextRef="#ctx0" brushRef="#br0" timeOffset="2415">2789 568 8104,'0'-11'1998,"0"-1"-1196,0 8 0,0-2 1,0 14-1,0 8-101,0 5 1,0 18 0,0 1 0,0 9-312,0 3 1,0 8 0,0 4 0,0 6-327,0 5 0,0-3 1,0 1-1,0-7-547,0-8 1,5-11-1,1-9 1,-2-7-389,-2-7 1,-2-15-1,0-9 65,0-9 1,0-15 0,0-5 0,-2-4-58,-4-1 1,-3-3-1,-9-2 1,1-2 862,-1 3 0,1-7 0,0 1 0</inkml:trace>
  <inkml:trace contextRef="#ctx0" brushRef="#br0" timeOffset="2683">2649 760 8104,'2'-18'0,"2"1"526,2 0 1,7-1-1,1 1 49,7-1 0,-1 1 1,5 0-1,0-1-176,4 1 0,4 1 1,2 5-1,-2 5-363,-4 4 0,4 2 0,-4 2 0,2 4-200,-2 5 0,-4 5 0,-10 3 1,-3 2-77,-6 3 1,-4 5 0,-2-4 0,-4 0-95,-8 0 1,1 4-1,-15-4 1,1 0 104,-4 1 0,2-5 1,-2-7-1,-2-3 63,-2 3 0,-2-7 0,1-1 0,1-4-115,4-2 0,-2 0 1,7 0-243,3 0 1,9-2 0,7-4 522,3-5 0,17-5 0,5-1 0</inkml:trace>
  <inkml:trace contextRef="#ctx0" brushRef="#br0" timeOffset="3065">3311 603 8104,'0'-10'4589,"0"5"-4161,0 10 1,6 7 0,0 9 0,-2 4-145,-2 3 1,-2-1 0,0 4 0,0-4-219,0-2 0,0 4 1,0-6 52,0-1 0,0-3-42,0-2 1,0-9-362,0-8 0,0-13 1,0-11-1,0 1-100,0-2 1,0 4 0,0-7 0,2 1 59,4 0 1,-4 6-1,3-2 1,-1 1 127,2-1 1,-2 4-1,6-4 1,-1 3 25,1 3 0,4 5 0,7 3 0,4-1-4,2 0 0,-4 6 0,6-2 1,2 5-473,2 1 1,2 1 0,-2 3 0,-4 2 645,-6-2 0,4 6 0,1-1 0</inkml:trace>
  <inkml:trace contextRef="#ctx0" brushRef="#br0" timeOffset="3433">3695 673 8021,'10'0'2755,"-3"2"-1643,-7 4 0,8-5-810,4 5 0,-3-4 0,3-2 0,1 0-144,3 0 1,1 0 0,3 0 0,1 0-219,2 0 1,2-8 0,-3-1-1,1-3-489,-2 1 0,-1-1 0,-3-5-67,1-1 1,-9 1 0,-5-1 272,-8 1 1,-7 7-1,-13 4 1,-3 4 362,0 2 1,-4 8 0,6 4-1,0 5 295,0 6 1,-1-1 0,7 7 0,0 0 28,3-2 0,10 6 0,1-4 0,3 4-65,2 2 0,9-6 0,9-2 0,9-4-436,6-7 0,9-1 1,5-9-1,3-4-543,3-6 0,-1-6 0,0-9 0,0-4-323,1-6 0,-9-4 0,-5-2 1023,-8 0 0,2-8 0,-6-1 0</inkml:trace>
  <inkml:trace contextRef="#ctx0" brushRef="#br0" timeOffset="3715">4531 115 8104,'0'-17'3331,"0"-1"-2700,0 1 0,0 11-413,0 12 0,0 5 0,-2 19 0,-2 2 32,-1 7 1,-1 6 0,4 9 0,-2 4-20,-2 6 1,-1 4 0,3-1 0,-2-1-241,2-2 0,2-8 0,2 2 0,0-5-514,0-7 0,0-11 1,0-12-607,0-3 0,6-13 0,0-7 258,-2-9 1,-3-15 0,-2-3 0,-5-2 870,-6 0 0,-3 0 0,-3-6 0</inkml:trace>
  <inkml:trace contextRef="#ctx0" brushRef="#br0" timeOffset="3880">4287 551 12506,'18'0'470,"1"0"1,4 0 0,6-2-729,4-4 1,8 2 0,2-7 0,1-1-478,5 2 1,1-5 0,2 5 0,0-2 734,1 1 0,-1-8 0,0-9 0</inkml:trace>
  <inkml:trace contextRef="#ctx0" brushRef="#br0" timeOffset="4347">5054 638 12991,'0'-17'57,"0"5"0,-2 2-25,-4 2 0,-3-3 0,-9 5 1,1 2-15,-1 2 1,1 2 0,0 0-1,-1 0 49,1 0 0,-7 8 0,-1 4 0,0 3 60,0 3 0,2 7 1,5 2-1,1 2 36,-1 0 1,9-2-1,3 4 1,4-4-129,2-2 0,2-2 0,6-7 1,7-4-235,6-7 1,10-3 0,-3-4 0,1-3-69,0-7 0,-2-5 0,2-5 0,-6-3 50,-4-2 1,-1 4 0,-1-6-1,-1 0 125,-5 2 1,3 1-1,-8 9 1,-2 0 192,-2-1 0,-2 6-109,0 1 1,-2 9 0,-2 2 0,-4 10 127,-2 5 1,6 4-1,-1 3 1,3 3-65,2 2 1,0-4-1,0 4 1,0-1-51,0-5 0,7-2 1,5-1-1,4-3-511,1-3 0,6 1 0,2-7 1,2-2-367,4-2 0,8-10 0,0-5 0,-4-7 220,-4-3 1,-8-8 650,6 2 0,-8-4 0,4-2 0</inkml:trace>
  <inkml:trace contextRef="#ctx0" brushRef="#br0" timeOffset="4797">5472 80 8104,'2'-17'1320,"4"-1"-400,-4 1 1,6 9 0,-8 8-664,0 10 0,-2 7 0,-2 7 0,-2 5 6,2 4 1,2 7 0,2 3 0,0 1 151,0 5 1,-5 7-1,-1 4 1,2 0-79,2 0 0,2-2 0,0-6 1,0-1-207,0-5 0,0-11 0,0-12 0,2-5-124,4-7 1,-2 1 0,5-12-414,-1-8 1,5-5 0,-1-7 0,2-1-138,-3-2 1,5-6-1,-5 5 1,5 3-12,1 2 1,7 1 0,1 1 0,0 0 346,0-1 0,4 8 1,-4 5-1,2 3 182,4 2 1,0 2 0,-2 3 0,-3 9 352,-1 7 0,-8 4 0,1 6 0,-11-3 9,-5-3 0,-2 4 0,0-6 0,-2-2 0,-3-1 1,-11-5 0,-9-3 0,-2-6-175,-4-5 1,-4-1 0,-4 0 0,-1 0-710,1 0 0,2-5 0,2-3 1,0 0-213,0 0 1,8 3 0,4 3-1,4-2-1954,1-2 2231,1 0 1,9 12-1,8 2 481,10 1 0,13 3 0,4 5 0</inkml:trace>
  <inkml:trace contextRef="#ctx0" brushRef="#br0" timeOffset="5080">6117 551 15191,'0'17'0,"0"1"306,0-1 1,0 6 0,0 2 0,0 1-281,0-1 1,0 4-1,0-6 1,0-2-495,0-1 0,0 3 1,0 0-1727,0-1 1,2-11 1307,4-5 0,-4-6 1,4-6-1,-4-5 886,-2-5 0,0-9 0,0-10 0,0-10 0</inkml:trace>
  <inkml:trace contextRef="#ctx0" brushRef="#br0" timeOffset="5230">6222 289 8576,'0'-17'5053,"0"0"-6519,0 7 1,0 4-2030,0 12 3495,0-4 0,0 13 0,0-5 0</inkml:trace>
  <inkml:trace contextRef="#ctx0" brushRef="#br0" timeOffset="5531">6605 80 8034,'0'-17'623,"2"7"0,2 2 395,2 1 0,-1 7-722,-5 0 1,0 7 0,0 11-1,0 1 249,0 4 0,0 7 0,0 10 1,0 7 18,0 3 0,-5 8 1,-1 2-1,2 2-224,2 4 0,-4 2 0,0 1 0,3-1-372,1-4 0,2-6 1,0-11-1,0-9-320,0-7 0,2-2 1,1-9-1,5-7-632,2-3 1,-6-6-1,2-10 1,-3-6-28,3-3 1,-4-4-1,4-3 1,-4-3 1010,-2-2 0,0-2 0,0-6 0</inkml:trace>
  <inkml:trace contextRef="#ctx0" brushRef="#br0" timeOffset="5781">6901 586 8025,'12'-18'259,"-1"1"0,-7 5 0,2 1 1614,-4-3-1344,6 6 0,-6 8 0,4 14 1,-6 5-238,-6 4 1,2 8-1,-6 0 1,2 6 54,5 4 0,-1-1 1,0-5-1,-2 0-267,2 0 0,2-2 0,2-4 1,0-6-1081,0-3 1,0-3 187,0 0 1,6-9-1,2-10 1,0-11-99,-1-9 0,5-9 0,-6 2 910,-2-4 0,-2-1 0,-2-1 0</inkml:trace>
  <inkml:trace contextRef="#ctx0" brushRef="#br0" timeOffset="5947">7076 202 8025,'-2'-17'1204,"-2"-1"1945,-2 1-2521,0 0 1,4 7-1496,-4 4 0,4 6-3373,-3 6 4240,3 4 0,2 7 0,0 0 0</inkml:trace>
  <inkml:trace contextRef="#ctx0" brushRef="#br0" timeOffset="6214">7389 80 8025,'0'-17'1237,"0"9"1,0 8 0,0 10-661,0 5 0,-6 10 0,-1 6 0,-1 8-11,0 8 1,-3 11 0,5 6 0,0 5-294,-2 7 0,6-3 1,-4 7-1,4-5-264,2-7 0,0-8 0,0-15 0,0-10-1394,0-10 345,0-6 0,0-11 0,0-10-227,0-14 1,0-1-1,0-8 1267,0 0 0,0-3 0,0-6 0</inkml:trace>
  <inkml:trace contextRef="#ctx0" brushRef="#br0" timeOffset="6380">7128 516 14651,'17'0'0,"1"0"-505,-1 0 1,8 0 0,6 0 0,6 0-584,4 0 0,5-8 0,-5-1 1088,-2-1 0,5-6 0,1 7 0</inkml:trace>
  <inkml:trace contextRef="#ctx0" brushRef="#br0" timeOffset="6864">7633 533 8532,'18'0'3501,"-9"2"-3158,-3 4 1,-6 4 0,-4 7 0,-4 1-28,-1-1 0,5 6 0,-4 2 0,2 1-64,1-1 1,-1 4 0,6-4 0,2 0-258,3 0 0,5-3 0,8-9 0,1-3-143,4-2 0,4-3 0,8-6 0,0-5-235,0-6 0,2-3 1,-1-5-1,-1-1-3,-8-2 0,-5-1 0,-5 7 1,-1 0 14,-5-1 0,-3 1 542,-8-1 1,-2 9 0,-2 5 50,-2 8 0,-5 7 1,3 11-1,0 3 270,1 2 0,1 2 1,6 6-1,0 2 154,0 3 0,0-1 0,2 7 0,3 5-184,7 5 0,2-2 0,-1 4 0,-3-4-234,-2-1 0,-3-3 1,-8-3-1,-7-9-145,-8-7 0,-5-6 1,0-7-1,-8-3-370,-8-3 0,1-4 0,-9-10 0,1-4-557,1-6 0,2-3 1,12-5-1,6-3 54,8-6 1,11-4 0,2-2-1,12 1 98,15-1 1,12 0 0,21-2 0,8-2 691,12-1 0,7-1 0,4 6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1:24.314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0 279 9084,'0'-9'2351,"2"1"1,4 8-1593,6 0 0,9 0 1,4 0-1,2 0-1034,4 0 0,4 0 0,6 0 0,3 0-936,1 0 0,3 0 1211,-7 0 0,7-8 0,-3-2 0</inkml:trace>
  <inkml:trace contextRef="#ctx0" brushRef="#br0" timeOffset="691">1203 157 8333,'0'-17'0,"2"1"1036,4 5 0,-4 1-23,3 4 1,-3 8-337,-2 4 1,0 11 0,0 20-1,0 6-266,0 9 0,-6 8 0,1 10 0,1 1-335,2 5 1,2-4 0,0 3 0,0-3-318,0-3 0,-6-7 0,0-5 1,2-11-1818,2-11 1076,2-16 1,0-21 0,0-15 0,0-12 169,0-10 1,-2 0-1,-3-7 1,-5-3 811,0-1 0,-13-2 0,4 0 0</inkml:trace>
  <inkml:trace contextRef="#ctx0" brushRef="#br0" timeOffset="958">1046 192 8013,'10'-17'135,"-5"-1"0,-3 1 0,-2-1 0,2 1 865,4 0 1,4 1 0,9 2 0,4 3-535,6-3 0,6 5 1,4-1-1,4 2-393,1 4 0,3 2 0,5 2 1,-2 2-154,-3 4 0,-7 2 0,-9 7 1,-3 1-183,-3 3 1,-10 4 0,-9-1 0,-8 3-66,-10 2 0,-1 2 1,-16 6-1,-2-2 77,-2-4 0,-8 2 0,-1-8 0,-1-2 59,0-1 0,1-5 1,3-1-1,0-5-103,7-1 0,-1-2 0,9-6-117,3 0 0,9-2 0,9-4 0,6-5-430,9-5 0,5 1 841,7 3 0,3-11 0,8 3 0</inkml:trace>
  <inkml:trace contextRef="#ctx0" brushRef="#br0" timeOffset="1392">1778 122 9477,'0'-17'1308,"0"7"1,0 4-1,0 12 1,0 8-890,0 7 0,0 4 0,0 6 0,0-2-371,0 2 1,0 0 0,0 0-1,0-2-165,0 2 1,0-6 0,0-1-187,0-5 171,0-9 1,6-10-1,0-14 1,-3-5-78,-1-4 1,-2-8-1,2 2 1,2-2-39,2 2 1,0-2 0,-6 5 0,0 1 32,0 0 0,2 2 1,2 5-1,3 1-244,3 0 1,0 5 0,3 2 0,1 2-213,5 5 0,-1 1 0,7 2 0,0 0-281,4 0 1,-2 2 950,2 3 0,0 5 0,6 8 0</inkml:trace>
  <inkml:trace contextRef="#ctx0" brushRef="#br0" timeOffset="1775">2179 227 12794,'7'15'1908,"5"-1"-1739,4-2 1,1-9 0,0 3-1,3-4-192,3-2 0,-4-2 0,5-2 0,-5-3-281,-2-3 0,7-2 0,-3-5 0,-4 1-396,-3 5 1,-10-5 0,2 5 338,-4-5 0,-4 1 0,-4 3 0,-8 6 260,-7 4 0,-6 4 0,-8 4 0,0 6 169,0 3 1,6 5-1,2 3 1,2 4 211,4 0 1,1 6 0,5-6 0,3 2-91,6 0 1,6-2 0,6 2 0,8-5-402,7-5 0,8-9 1,12-5-1,5-3-270,5-2 0,1-2 0,0-3 1,-2-7-917,-3-4 0,3-3 1397,-3-4 0,3-4 0,2-8 0</inkml:trace>
  <inkml:trace contextRef="#ctx0" brushRef="#br0" timeOffset="2158">2980 122 10172,'0'-17'1423,"-2"7"1,-1 3-802,-3-1 1,-2 4-899,2-8 1,2 8 0,-7-1 23,-3 3 1,-1 2-1,-3 0 1,1 0 128,-1 0 0,7 0 1,-1 2 154,-1 3 0,-1 5 1,2 8 141,7-1 0,3 0 0,4 1 0,3-1-15,7 1 1,3 5 0,5 0 0,1 0-84,2 3 1,6-5 0,-5 6 0,-1 0-41,2 0 0,-6-6 0,3 5 0,-7-3-47,-3 0 0,-8 2 0,2-3-203,-5 1 0,-8-2 0,-7-9 0,-5-6-218,-4-5 1,-6-1 0,5-1-1,1-5-86,-2-6 0,11-9 1,-3-2-1,3 1-117,5 3 0,1-4 0,8-1 0,0 3 635,0 2 0,0 9 0,0-13 0,0 3 0</inkml:trace>
  <inkml:trace contextRef="#ctx0" brushRef="#br0" timeOffset="2525">3259 331 8237,'0'-17'1857,"0"0"0,2 7-1388,4 4 0,4 4 0,7 2-269,0 0 1,7 0 0,-1 0 0,-2 0-55,-1 0 1,-3 0 0,0-2-1,1-2-152,-1-1 1,1-3 0,-3 2 0,-1-4-514,-3 1 0,-7-7 323,2 5 1,-6-3 0,-8 2 0,-7 7-98,-7 3 1,-3-4 0,2 0 0,-4 4 25,0 6 1,-4 4 0,8 5 0,1-1 232,3 1 1,2 9 0,1 1 0,3 0 291,1 2 1,8-3-1,-2 5 1,6 0-43,6 0 1,6-6-1,9 3 1,4-5-368,2-2 1,2-1 0,8-5 0,2-5-546,1-4 0,1-2 0,-6-2 0,0-4-1793,0-5 2489,-8-12 0,6-5 0,-6-6 0</inkml:trace>
  <inkml:trace contextRef="#ctx0" brushRef="#br0" timeOffset="2858">3712 192 8435,'10'0'1979,"-2"8"0,-8 5-1634,0 9 0,0-1 1,0 8-1,0 2-169,0 2 1,0-4 0,0 0 0,0 0-2,0-2 1,0-2-1,0-7 1,2-3 995,3-3-1324,-3-4 1,12-18 0,-8-6 0,-2-7-32,-3-4 0,-1 6 1,2-4-1,2 1-148,2 1 1,0 0 0,-6 5 0,0 1-252,0 0 0,2-1 0,4 1 75,5-1 1,-1 3-1,4 1 1,3 5 229,4 1 1,4-4 0,-1 6 0,5 3-140,4 1 0,1 2 0,1 0 0,0 0-679,0 0 1096,0-8 0,0 6 0,0-6 0</inkml:trace>
  <inkml:trace contextRef="#ctx0" brushRef="#br0" timeOffset="3175">4218 227 10546,'0'17'2532,"0"1"-2037,0-1 1,5 6 0,3 3 0,0-1-212,0 0 1,3 6-1,-3-4 1,2 0-262,3-4 1,-3-3-1,0-3 1,-1-1-93,1-5 0,-4-3 0,5-8-175,3 0 1,-4-8 0,-1-5 0,1-7-166,0-3 0,-5-2 1,7 2-1,2-4 3,1 0 1,3-6 0,-1 5 0,2-1-143,5 0 0,-5 6 1,6-4-1,-2 2-1,1 4 1,-1 1 0,-8 3 0,-1 1-98,-3 5 0,-9 3 646,-2 8 0,-7 8 0,-11 1 0</inkml:trace>
  <inkml:trace contextRef="#ctx0" brushRef="#br0" timeOffset="3508">4601 401 8077,'10'0'1772,"-1"0"-801,-3 0 0,4 0-619,7 0 0,1 0 0,-1 0 0,1 0-109,-1 0 1,0 0 0,1 0 0,-1-2-85,1-4 0,-1-1 0,0-7 0,1 3-301,-1-3 0,-5-2 0,-2-1 0,-3 0-181,-3-1 1,-2 1-1,-4 1 1,-4 5-108,-5 5 1,-5-2 0,-1 2 0,-1 2 516,1 3 1,-6 8-1,0 5 1,1 5 168,3 7 1,7-3-1,3 8 1,-1 2 314,0 2 0,6-4 0,1 0 0,6 0-768,9-2 1,11 4 0,10-8 0,12-3-897,13-7 0,15-7 1093,9-12 0,3-11 0,2-10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1:36.222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1 105 7977,'0'12'2530,"0"-1"-817,0-7-764,0 4 1,1-8-513,5 0 0,4 0 0,7 0 0,1 0-196,-1 0 0,8 0 1,6-2-1,6-4-421,4-5 1,7-3 0,-3 0 0,1 3-3125,1-3 3304,-9-1 0,13-10 0,-7-3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1:38.489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227 70 8206,'11'0'2327,"1"0"-361,-8 0-1510,4 0 1,-8-2 159,0-4 0,0-3-558,0-9 0,-2 9 0,-4 3 1,-4 2-226,0-2 0,-5 4 0,3-4 0,-3 5-17,-3 1 0,3 7 1,1 3-1,3 2-48,-3-1 0,5 1 0,-1 5 1,0 3 148,1 3 1,5-4 0,-2 4 0,4-3 122,2-3 1,6 6-1,1 1 1,3-1-9,4 2 0,-1-6 0,1 7 1,-3-3-15,3 0 1,-6 2 0,-2-3 0,-3 1-113,3-2 1,-4 4-1,4-1 1,-6-3-191,-6-2 0,-4-3 0,-7-3 0,0-3-166,-1-2 1,-1-4 0,-2-10 0,-3-8-1355,3-7 1804,9 1 0,-3-20 0,5 3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1:52.788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296 531 8060,'12'0'41,"-2"-2"253,-2-4 1,5 4 0,-3-6 260,-1 1 0,-1 3 0,-8-8 241,0-1 1,6 3-673,0-2 1,-8 3 0,-10-3 0,-5 6-43,-6 4 0,1 2 1,-7 2-1,-2 4-110,-2 6 0,0 3 1,2 5-1,2 1-82,-2 2 0,6 8 0,2-2 0,6 2 52,5-2 0,4 4 1,10-6-1,6 2-101,9 0 1,14-9 0,12-3 0,1-9-63,5-6 0,-5-2 0,1-2 0,-2-4-146,-5-6 0,-3-9 0,-4-2 0,-4 0-343,-2-3 0,-7 5 710,-7-8 0,1 0 0,5-6 0</inkml:trace>
  <inkml:trace contextRef="#ctx0" brushRef="#br0" timeOffset="434">680 618 8060,'8'-17'0,"1"-1"143,1 1 0,4 5 0,-7 1 448,3-3 0,-4 0 0,3 1 107,-1 1 0,-2 6-333,-6-5 0,-8 1 0,-3-1-284,-5 5 0,-7 4 1,-2 2-1,0 2-143,-1 4 0,-3 3 1,4 9-1,0-1-59,0 0 0,2 3 0,7 1 0,3 2 111,1-1 1,8 3 0,-2 0-1,6 0 39,6 0 1,6 1 0,11-7 0,6 0 17,4-3 0,9-10 0,5-1 0,1-3-49,-1-2 1,1-7-1,-7-5 1,-2-4-71,-3-1 0,-9-6 1,-3-2-1,-7-1-172,-5 1 0,-4-4 0,-8 6 0,-2 0-60,-4-2 0,-12 11 0,-13-3 0,-5 3-36,-5 4 1,-6 3 0,7 7 0,-1 2 15,-1 3 0,11 5 0,-2 7 0,4 3 55,1 3 1,13 4 0,-1 8-1,7-2 269,5-4 0,10 2 0,5-8 0,7-3 0,5-7 0,4-5 0,8-8 0,0 0 0</inkml:trace>
  <inkml:trace contextRef="#ctx0" brushRef="#br0" timeOffset="884">1342 461 8060,'8'-17'1017,"-6"-1"78,4 1 1,-5 0-373,-1-1 1,0 6-581,0 1 0,-1 5 0,-5-4 0,-6 3-186,-3 3 1,-5 2 0,-1 2-1,-4 0-186,-2 0 1,5 8 0,-1 1 0,4 3-108,1-1 0,1 1 0,1 6 246,5-1 1,3 0-1,10 1 1,6-1 111,9 1 0,6-1 1,8-1-1,-2-3 7,2-1 1,2-1 0,2 7 0,0-1 115,0 1 1,-8-7 0,-4 1-120,-3 1 1,-5 3-1,-5-1 1,-10-1-15,-10-2 1,-13-3 0,-6 5 0,-4-3-184,-2 3 0,-6-4 1,1-1-1,1-1-255,2-4 0,4-2 1,4-2-1,6 0-742,4 0 0,9-2 1168,4-4 0,20-4 0,5-7 0</inkml:trace>
  <inkml:trace contextRef="#ctx0" brushRef="#br0" timeOffset="1200">1830 60 8060,'0'-17'570,"0"5"1335,0 1-1557,0-1 1,-2 4-1,-2 8 1,-4 12-69,-1 9 1,3 8-1,-6 12 1,1 7 11,1 9 0,-4 5 0,7 7 0,-1 1-132,0 0 1,2-1 0,6-1 0,2-6-290,4-10 1,-2-7 0,8-12-481,1-4 1,-3-12 0,0-13 0,-3-8 12,-3-7 0,-2-7 0,-2-3 1,0-4-103,0-2 1,-10-2 0,-5-6 0,-8 0 697,-4 0 0,-2 0 0,-6 0 0</inkml:trace>
  <inkml:trace contextRef="#ctx0" brushRef="#br0" timeOffset="1334">1499 444 9726,'11'0'1263,"1"0"0,2 0-966,1 0 0,10-2 1,4-2-1,6-4-507,6-1 0,-2-1 1,5-4-1,1 3-597,-1-3 1,-5 6 0,2 1 806,-5-1 0,-1 6 0,0-6 0</inkml:trace>
  <inkml:trace contextRef="#ctx0" brushRef="#br0" timeOffset="1684">2318 479 8060,'15'-2'370,"-3"-4"668,-6-6 0,2 3 0,-3-3-317,-1-2 1,-2 5 0,-2-3-685,0-1 0,-8-1 0,-3 2 0,-7 5-98,-5-1 0,2 6 1,-8-4-1,-2 4-234,-2 2 0,6 2 1,4 2-1,3 4-4,3 1 0,1 3 1,5 6-1,5-1 338,4 0 0,4 1 0,4-1 1,7 1 102,9-1 0,3 6 0,6 1 0,-2-1 169,2 2 1,-4-6-1,0 6 1,-2-1-8,-4-1 0,-7 0 0,-4-3 0,-3 1-181,-3 2 1,-4 0 0,-7-5 0,-9-1-284,-5 1 0,-10-7 1,2-1-1,-2-2-326,2-4 1,-2-3-1,7-2 1,3-3-1611,2-2 0,9-10 2096,4-1 0,4-8 0,2-10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1:46.405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383 600 8162,'12'-11'507,"0"-1"1,-1 1 229,7-7 0,-7 3 0,-1 1-97,-2 3 0,0 7 0,-5-4-279,3 0 0,-2 6 0,-10-6 0,-5 3-410,-5-1 0,-7 0 1,-2 6-1,-2 0-29,-4 0 1,-8 8 0,-2 3 0,3 5-72,1 1 1,2 3 0,2 3 0,2 6-35,2 4 0,10 2 0,-1 0 0,9-1-59,3 1 1,2 0-1,10-2 1,6-4-101,7-6 1,20-5 0,2-7 0,5-5-175,3-4 1,-3-4 0,5-4 0,-5-3 515,-1-1 0,5-13 0,-3 3 0</inkml:trace>
  <inkml:trace contextRef="#ctx0" brushRef="#br0" timeOffset="433">889 618 8162,'11'-16'84,"-1"3"1,-2 1 521,-4-1 0,-2 3 1,-2-2 33,0-1 0,0 3 0,-2-1-393,-4-3 1,2 6-1,-8 2 1,-3 4-338,-6 2 0,-1 0 0,-5 0 1,0 2-1,0 4 1,4 4 0,-4 7 0,2 3-98,3 3 1,3-4 0,1 6-1,3-1 210,3-1 0,5 2 1,7-4-1,0 3 14,0-3 0,7-2 0,7-1 1,7-1-60,8 1 1,4-9-1,2-3 1,2-4-18,3-2 0,-5-2 1,2-2-1,-8-4-85,-4-1 1,2-5 0,-7-7 0,-7-2-56,-3 1 0,-4-3 0,-6 2 0,-2 0-80,-4-2 1,-9 5 0,-11-3 0,-1 6-4,-4 5 1,-2-2 0,-1 9 0,-1 1-155,0 2 1,0 10-1,2 5 1,4 6 415,6 5 0,5 7 0,7-2 0,5 4 0,-4 1 0,1 1 0</inkml:trace>
  <inkml:trace contextRef="#ctx0" brushRef="#br0" timeOffset="1067">1168 548 6788,'11'0'2490,"1"0"0,-8 2-2128,2 4 0,-5 4 0,-1 7 0,0 0-200,0 1 1,0 5 0,0 0-1,0-1-135,0-3 1,0-2 0,0 1-1,0-1-9,0 1 0,2-9-209,4-3 0,4-4 0,7-4 0,1-6 86,-1-9 0,6 0 0,1-9 0,-1 1-5,2-4 1,-6 2 0,5 0 0,-5 2 200,-2 4 1,1 7 0,-3 2-626,-3-1 629,-4 5 1,-8 8 0,0 12 0,0 3 333,0 3 0,0 7 1,0 2-1,0 2-31,0 0 0,0-8 0,0 4 0,0-1-141,0-1 1,0 0-1,2-7-219,3-5 1,-1-3-1,8-8-178,2 0 1,1-8 0,2-5 0,1-7-96,-1-3 1,1-2-1,-3 4 1,-1-3-18,-3 3 1,1 2 0,3 1 0,-1 1-162,-2-1 0,-7 3 0,5 1-269,-2 3-57,-2 7 848,-6-4 1,0 16-1,0 4 1,0 3 190,0 2 1,0 3-1,2 1 1,2 2-416,1-1 1,1-1 0,-6 0 0,0 3-870,0-3 1,2-4 0,2-3-401,2-3 0,1-7 1384,-1 2 0,4-12 0,7-3 0</inkml:trace>
  <inkml:trace contextRef="#ctx0" brushRef="#br0" timeOffset="1553">2022 513 8303,'0'-17'596,"0"7"1,0 6 0,0 14-175,0 7 1,0 14 0,0 4-1,0 12 374,0 9 1,0 8 0,1 9 0,3 5-551,2 1 1,0 1-1,-6 1 1,0-7-167,0-9 1,2-12 0,2-15-515,2-7 0,-1-15 471,-5-16 0,0-10 0,0-13 0,0-6-569,0-4 1,0-2 0,0 0 0,-2-2 20,-3-3 0,3 1 0,-6-7 1,2-3 172,0-1 0,1 3 0,5 1 0,1-2 185,5-3 1,-2 5 0,10 1-1,5 3 85,8 3 1,2 2 0,4 4 0,4 6 348,0 10 1,-1 1 0,-3 10 0,-2 2 4,-2 2 0,-1 10 0,1 6 1,-8 5-85,-8 4 0,1 8 0,-8-4 1,-2 3-59,-2-1 1,-10-2 0,-4 4-1,-5-4-165,-6-2 0,1-2 0,-5-5 0,0-1-403,0 0 1,-2-7 0,-6-4 0,2-4-239,4-2 1,-2 0 0,8-2 0,2-4-797,1-5 1458,11-5 0,-7-9 0,6-2 0</inkml:trace>
  <inkml:trace contextRef="#ctx0" brushRef="#br0" timeOffset="1953">2684 583 8162,'11'-2'710,"1"-4"1472,0-3-767,-3-1-1059,-1 2 1,-14 22 0,-2 3-154,-1 3 0,5 5 1,-2-2-1,4-2-145,2-1 1,0-3 0,0 0-1,2 1-99,4-1 1,6-1-1,9-5 1,4-5-65,2-4 0,2-2 1,6 0-1,-2-2-17,-4-4 0,2-5 1,-6-10-1,0-3-129,0 3 0,-3-4 0,-11 2 1,-3 1-198,0 3 0,-6 1 0,4 1-1691,-4 0 1045,-10 7 1,0 4 1093,-4 12 0,7-4 0,10 6 0,7-3 0,4 1 0,7 0 0,2-6 0,2-2 0,4-4 0,4-1 0,4-9 0,1-1 0,1 3 0,-6-11 0</inkml:trace>
  <inkml:trace contextRef="#ctx0" brushRef="#br0" timeOffset="2201">3572 130 8162,'0'-17'695,"0"-1"1,0 7 807,0-1-1043,0 8 1,-5 6 0,-1 13 0,2 9-127,2 3 1,2 10 0,0 9 0,-2 6-132,-4 6 0,4-1 0,-3 5 0,3-1-338,2 1 1,-2 0-1,-2 0 1,-2-9-618,2-11 0,2-13 0,2-5-32,0-5 0,0-11 1,0-8-1,0-12-111,0-9 0,-8-6 1,-3-8 894,-5 0 0,-1-8 0,-1-1 0</inkml:trace>
  <inkml:trace contextRef="#ctx0" brushRef="#br0" timeOffset="2367">3311 461 10119,'16'2'1238,"-3"2"0,-1 2-852,1-2 1,11-3 0,5-1 0,5 0-423,7 0 1,4 0 0,7-1 0,0-5-601,0-6 1,-1 2-1,-3 1 1,-3-1-1496,-3 0 0,-1 1 2131,-6-3 0,0-11 0,0 4 0</inkml:trace>
  <inkml:trace contextRef="#ctx0" brushRef="#br0" timeOffset="2820">4078 548 8162,'9'2'0,"-1"2"576,0 2 0,-4 0 464,7-6 0,-5 0-525,6 0 1,-8-2-1,2-4-255,-4-6 1,-2 3-1,0-3-252,0-2 1,-8 7 0,-4 1 0,-3 2-115,-3-2 1,-5 4-1,0-4 1,0 4 42,-3 2 1,7 8 0,-4 2 0,3 2 129,3-1 0,-4 7 0,1 7 0,5 0 87,-1 0 1,9 4 0,1-4 0,4 0 46,2 1 0,8-3 0,3-8 0,5-3-188,1-6 1,6 2 0,3-3 0,-1-3-148,0-6 0,4-5 0,-4-9 1,0 1-118,0-1 1,-1 1 0,-7 0 0,1-1-123,-1 1 1,-7-1 0,-3 1-48,1-1 171,-6 9 1,6 3-1,-8 12 228,0 5 0,-6 5 1,0 1-1,2 1 183,2-1 1,4 1 0,4-1 0,6 0-335,3 1 1,3-6 0,-1-3-1,2-1-368,5-4 1,3-2 0,8-4 0,1-4-1372,5-6 1911,-4-11 0,5-4 0,-7-8 0</inkml:trace>
  <inkml:trace contextRef="#ctx0" brushRef="#br0" timeOffset="3101">4740 78 8331,'0'-18'870,"0"1"1,0 5 1049,0 1-1788,0-1 1,0 4-1,0 8 1,-2 12 93,-4 9 1,4 6 0,-5 8 0,1 2 187,0 4 1,-6 9-1,5 10 1,-1 0-148,0 0 0,0 6 0,5-2 0,-3 2-311,2-3 0,2-10 1,2-15-1,0-5-806,0-4 1,2-15 12,4-2 1,1-12 0,5-10 0,-4-8-76,-1-1 1,-5-6 0,2 2 0,-6-1-521,-3-1 1432,-9-2 0,4-8 0,-7 0 0</inkml:trace>
  <inkml:trace contextRef="#ctx0" brushRef="#br0" timeOffset="3267">4548 496 8120,'-2'-10'1259,"-3"4"1,3 3 785,-4-3-1771,4 4 1,10-6 0,3 8 0,5 0-375,1 0 0,8 0 1,4-2-1,4-2-266,2-2 1,0 1 0,0 5-1,0 0-510,0 0 0,1 0 0,3 0 0,2 0 876,-3 0 0,-1-8 0,-2-2 0</inkml:trace>
  <inkml:trace contextRef="#ctx0" brushRef="#br0" timeOffset="3484">5228 426 13495,'0'25'405,"-2"-3"1,-2 7 0,-2 2-440,2 2 0,1-4 0,-1-2 0,-2 0-219,2 0 0,2-6 0,2 3-1548,0-5 1,2-9-1327,4-5 3127,4-10 0,7-13 0,0-9 0</inkml:trace>
  <inkml:trace contextRef="#ctx0" brushRef="#br0" timeOffset="3617">5280 269 8085,'0'-11'0,"0"-1"1647,0-1 0,0 3-351,0-2-1296,0 8 0,8-3 0,2 7 0</inkml:trace>
  <inkml:trace contextRef="#ctx0" brushRef="#br0" timeOffset="4483">5681 566 8060,'17'0'16,"-7"-2"1152,-4-4 1,-2 4 633,2-4-1242,-4-4-492,5 9 0,-14-7 1,-5 8-143,-4 0 1,-7 2 0,0 4 0,2 3-24,1 1 1,3 5-1,-1-3 1,1 3 148,0 3 1,1-1 0,3 1 0,3-1 50,2 1 1,2-1 0,6 0-1,4 1-24,8-1 0,1 1 0,16-3 0,2-1-50,2-3 1,2-7-1,0 2 1,0-4-125,0-2 1,-2-8-1,-4-3 1,-6-7-20,-4-5 0,-3 2 1,-3-6-1,-3-1-158,-2 1 0,-4 0 0,-10-4 0,-6 4 66,-3 2 1,-5 4-1,-3 7 1,-6 4 34,-4 3 0,0 1 1,2 8-1,2 4-159,-2 5 0,6 7 1,2 5-1,5 6-113,7 4 0,3 0 0,8-2 0,0-2 443,0 2 0,10-6 0,5-4 0,8-5 0,5-5 0,1-7 0,5 2 0,1-4 0,0-2 0</inkml:trace>
  <inkml:trace contextRef="#ctx0" brushRef="#br0" timeOffset="4917">6186 444 8060,'0'-10'3241,"0"4"-2935,0 12 1,0 4 0,0 9 0,0 4-207,0 6 0,0 4 0,0 2 0,0 0-142,0 0 0,8 0 0,4-2 0,3-2 55,3-2 1,1-14 0,4 1 0,6-7-70,4-5 0,2-4 0,0-6 0,0-7-5,0-9 1,-2 1 0,-2-8 0,-4 0-8,-2 2 0,-2-6 1,-6 6-1,-1 0-348,-4 4 1,-5 3 0,-7 3 335,0-1 1,-2 9 60,-3 3 1,-3 12 0,-6 7 0,5 7 183,1 3 0,-4 6 1,6-4-1,3 2 61,1 4 0,4-4 0,3 0 1,9 0-133,7 1 1,1-7 0,7 2 0,2-4-161,1-1 1,3-8 0,0-5 0,2-5-515,4-5 0,-7-5 0,3-9 1,-8-3-173,-4-1 1,-1-2-1,-7 4 1,1-5 751,-1-1 0,-7-2 0,-3-6 0</inkml:trace>
  <inkml:trace contextRef="#ctx0" brushRef="#br0" timeOffset="5400">7284 635 8060,'8'10'316,"-4"6"183,7-5 0,-5-3 62,6-2 0,0-4-68,5-2 0,0-8 1,1-4-76,-1-3 0,-7-3 0,-2 1-237,-1-1 0,-5 7 0,2 1 0,-8 0-134,-7 1 0,-5 5 1,-1-2-1,-3 2-143,-3-2 0,4 5 1,-6-5-1,1 6 44,1 6 0,-6-3 1,6 9-1,2 2 104,1 1 0,3 2 1,-1 3-1,1 1 15,0 2 1,7 6 0,4-3-1,4-1-48,2 0 1,0-2 0,2-5 0,4-3-51,5-3 0,7 1 0,3-7 0,2-2-98,-1-2 0,3-10 1,0-3-1,0-5-153,0-1 0,-1-7 1,-7-1-1,1 0 127,-1 0 1,-2-4 0,-1 6-1,-4 1 257,-3 3-203,-1 1 1,-8 11 222,-4 7 0,3 9 0,-7 13 0,2 3 137,4 2 1,2 2 0,2 4 0,2-2-199,4-2 0,4-8 1,7 3-1,3-5-250,3-2 1,0-1 0,10-5 0,4-5-516,0-4 0,-1-12 0,-1-5 0,0-8-69,0-4 1,-2 3-1,-4-5 1,-6-2 772,-4-2 0,-9-1 0,6-9 0,-7-2 0</inkml:trace>
  <inkml:trace contextRef="#ctx0" brushRef="#br0" timeOffset="5583">7859 235 8060,'0'-12'3380,"0"0"-2576,0 1 0,0 5 1,0 10-302,0 11 0,-2 16 0,-1 4 1,-5 10-241,-2 5 1,6 12-1,-2 6 1,4 5-583,2 1 0,0-4 1,0-7-1,2-6-573,4-9 0,6-13 0,9-14 892,2-7 0,16-22 0,-2-11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1:43.175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0 193 8236,'0'-12'1338,"0"0"1,0 7 508,0-7-1800,0 8 1,0-2 301,0 12 1,0 4 0,0 9 0,0 4 59,0 6 1,0 6-1,2 6 1,2 5-176,2 5 1,0-5-1,-6 1 1,2-1-74,4-1 1,-5-3-1,7-9 1,-2-4 215,0-6-310,0-3 1,-6-14-1,2-12 1,1-15-118,3-10 1,0-4 0,-6 0 0,0-2-383,0-4 1,0 5 0,0-5 0,0 6-114,0 6 1,0-4-1,0 6 1,0 0-87,0 4 1,0-2 0,0 1 329,0 3 0,8 4 0,3 5 1,7 6 55,5 4 0,-2 2 0,8 0 0,2 0-112,2 0 1,-4 6 0,0 0 0,0 0-480,-1 1 0,3-5 836,-8 4 0,0 4 0,-6-1 0</inkml:trace>
  <inkml:trace contextRef="#ctx0" brushRef="#br0" timeOffset="383">349 454 8236,'10'10'3268,"-1"-3"-2753,-3-7 1,-2 0-1,8 0 1,1 0-313,3 0 1,7 0 0,2-1-1,0-5-157,0-6 0,4 2 1,-3-1-1,-1-3-440,0-1 1,-4-3-1,-7 1 1,-5-1-133,-1 1 1,-2 0 0,-6-1-1,-2 3-45,-4 3 1,-5-1 0,-11 7-1,-3 2 332,-2 2 1,0 4 0,-4 4 0,2 7 413,-2 9 1,6-1 0,2 8 0,3 2 286,3 2 1,7 2 0,4-1 0,4 1-37,2 0 1,8-6-1,6-2 1,9-2-191,12-3 0,7-5 0,11-5 0,-1-6-574,0-4 0,0-4 1,1-6-1,-3-8-771,-3-5 0,-7-8 1,-11 4 1108,-6-2 0,-3-2 0,-3-6 0</inkml:trace>
  <inkml:trace contextRef="#ctx0" brushRef="#br0" timeOffset="930">1273 506 8112,'11'-7'-4,"1"-5"0,-6-2 0,3 1 1270,-1 1 0,0 6-478,-2-5 0,-5-1-282,5-5 1,-12 5 0,-5 2-469,-5 3 0,-7 1 0,-2 6 0,0 0-194,0 0 0,-4 0 1,5 2-1,1 4-155,-2 5 1,6 5 0,-5 1 0,7 3 282,5 3 0,-1-2 0,7 6 0,2 0 55,2 0 1,2-5-1,2 1 1,4-4-11,5-1 0,13-3 0,3-3 0,2-6-271,0-4 1,0-10 0,6-4 0,0-5 4,0-6 0,-3-5 0,-1-8 0,-2-3 58,2-2 0,-5-7 1,-1 3-1,-4-1-15,-4-1 0,5 7 1,-13-5-1,1 3 191,-4 3 0,2 4 1,-2 6-1,-3 6 578,-1 3 0,-9 11-398,-5 3 1,2 4 0,1 4-1,-1 4-9,0 5 1,4 13 0,-3 5 0,-1 4 69,0 1 0,1 3 0,-3 2 1,6 3-67,4 3 1,2-4-1,0 5 1,0 3-99,0 1 1,2-6 0,4-3 0,6-4-368,3-2 1,3-4 0,-1-6 0,0-10-466,1-5 1,5-6 0,0-10 0,-1-7 769,-3-9 0,-2-5 0,1-8 0</inkml:trace>
  <inkml:trace contextRef="#ctx0" brushRef="#br0" timeOffset="1282">1743 402 8162,'12'0'349,"-1"0"0,-5 0 963,6 0 1,-8-2-1020,1-4 1,-3 6-45,-2 0 1,0 8-1,0 9 1,-2 1-54,-3-1 1,3 6 0,-4 2-1,4 3-183,2 3 0,0 0 0,2-2 0,4-6-81,5-4 1,7-1 0,5-3 0,6-3 3,4-7 1,2-3 0,0-5-1,-1-7-95,1-8 1,-2-11 0,-4 0 0,-4-4 16,1-1 0,-13 5 0,3 1 0,-7 1-136,-5 0 0,-4 6 0,-6-2 0,-5 3-274,-5 3 1,-1 7-1,-1 2 1,1 3-179,0-1 1,1 2-1,2 10 730,3 5 0,7 13 0,-4 3 0</inkml:trace>
  <inkml:trace contextRef="#ctx0" brushRef="#br0" timeOffset="1684">2579 367 6908,'12'0'2686,"0"0"1,-6 0-1097,5 0-544,-7 0-263,4-8-817,-8-2 1,-6-1 0,-2 1 0,-1 2-135,-5 5 1,-2 1 0,-1 2-21,0 0 0,-1 0 0,1 0 327,-1 0 1,1 5 0,-1 3 116,1 2 1,2 1 0,1 7 0,2 1-63,-1 5 1,-1 3-1,1 7 1,3 1-290,2 0 1,3 0 0,5 0-1,1 0-163,5 0 1,6-8 0,11-6 0,8-7-137,8-9 1,0-3 0,7-2 0,2-4-97,3-7 1,-5-3 0,1-15-1,-3 0-279,-5 2 0,0-4 0,-16 6 769,-2-2 0,-9-2 0,-4-6 0</inkml:trace>
  <inkml:trace contextRef="#ctx0" brushRef="#br0" timeOffset="2049">2911 541 8031,'9'-8'1294,"1"6"-316,-4-3 1,3 1-1,9 0-520,-1-2 0,1-5 0,-1 3 0,2 0-242,5 0 0,-11-5 0,5 1 0,-3-3-129,1-3 0,1 1 1,-1-1-510,-5 1 1,-3-1 149,-8 1 1,-8 7 0,-5 5 0,-7 3 110,-3 2 1,-6 2 0,6 3 0,0 7 107,-3 3 0,7 5 1,-4 1-1,5 4 142,7 2 0,-3-3 0,8 3 0,3 0 64,1 0 1,4-6 0,3 3-1,7-5-190,3-2 0,13-1 0,4-5 1,7-5-390,0-4 1,5-2-1,3-2 1,1-6-1059,-1-9 1,3-2 1483,-3-10 0,-5 0 0,1-6 0</inkml:trace>
  <inkml:trace contextRef="#ctx0" brushRef="#br0" timeOffset="2416">3712 297 8162,'0'-17'1689,"0"5"1,0 1-443,0-3 0,0 4-1217,0-1 1,0 5 0,-2-4 39,-4 2 0,3 3-160,-9 5 0,0 2 197,-5 3 0,7-1 0,4 8 62,4 1 0,2 3 0,0 1 0,2 1 50,4-1 1,-2 6 0,8 1-1,1-3-175,3-2 0,7 5 0,0 1 0,-1 0 33,-3 0 1,-2 0 0,1-3 0,-3 1 204,-3-2 1,1 4 0,-7-2-153,-2-1 1,-10-5-1,-7-3 1,-9-5-190,-7-1 1,-4-2-1,-1-6 1,-1 0-559,0 0 0,-2-2 0,0-2 0,1-4-1327,3-1 1,11 3 1943,5-6 0,-1 1 0,9-7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2:13.671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243 332 8039,'17'2'38,"1"4"0,-7-4 779,1 4 1,-8-6-384,1-6 1,-3 2 0,-4-6-1,-1 1-122,-3-1 0,-6 4 0,4-4 0,-1 3-213,-5 3 0,-3-4 0,-5 2 0,-1 2-29,2 2 0,-4 10 0,1 4 0,1 3-99,-2 3 0,6 7 1,-3 4-1,7 6-92,3 5 0,8-1 0,-1 6 1,5-1-74,5 1 1,7-12-1,11 0 1,6-6-80,4-6 1,8-9 0,2-7-1,-1-5-69,1-5 1,5-7 0,-3-9 0,1-5-265,1-1 0,-15 0 0,1-4 0,-5 4 606,-7 2 0,-2-6 0,-9 12 0,-2-7 0</inkml:trace>
  <inkml:trace contextRef="#ctx0" brushRef="#br0" timeOffset="536">800 454 8869,'0'-10'2145,"0"-5"-1761,0 3 0,0 3 0,-2-3-98,-3-2 0,1 5 1,-8-1-264,-1 2 1,-3 2-1,-1 6 1,-3 2-142,-3 4 0,9 4 1,-3 7-1,2 3 1,-1 3 0,4-2 0,3 6 0,1 0 71,4 1 0,4-5 1,6 4-1,6 0 36,3 0 0,4-11 0,3 1 0,3-3 19,2-5 0,2-1 0,4-8 0,-2-2-81,-2-4 1,-6-3-1,4-9 1,-2-1-60,-3-4 1,-9 1-1,-3-5 1,-2 0-161,-4 0 0,-2 4 0,-4-4 0,-4 1 15,-6 5 1,-9 8-1,-4 3 1,-2 2-56,-4 4 1,-2 2 0,0 4 0,2 4 21,2 6 1,7 5 0,1 6 0,8 4 308,7 1 0,4 4 0,2-4 0</inkml:trace>
  <inkml:trace contextRef="#ctx0" brushRef="#br0" timeOffset="1151">1166 437 8039,'6'-12'244,"0"0"1,0 7 1453,-6-7-1326,0 0 1,0 10 0,2 8 0,1 8-38,3 3 1,2 8 0,-4 2-1,2 3-95,-2-1 0,3-2 0,1 2 0,0-6-10,0-4 0,-1-1 1,-3-1-293,2 1 1,8-9-179,-3-3 0,5-14 0,-1-7 0,-1-8-27,-3-5 1,1 1-1,3-4 1,-1 2-9,-2-2 1,-3 4 0,5 0 161,-3 2 1,-7 2 0,4 7 95,0 5 1,-6 5 0,4 12 250,-5 5 0,-1 13 0,0 5 0,0 3 241,0 3 0,6 0 0,0 0 0,-2-2-316,-2-4 0,4 2 0,0-8 1,-1-2-76,3-1 0,-4-5 1,8-3-132,1-6 1,3-6 0,1-6 0,0-8-135,1-7 1,-1-6 0,1-8 0,-1 2-13,1 4 0,-3-4 0,-1 6 0,-3-2-116,3 0 0,-4 8 0,-1-2-272,-1 3 0,4 9 517,-7-1 1,1 10 0,-6 4 0,0 12 373,0 7 1,0 4 0,2-2 0,2 4-84,2 0 0,2 6 1,-3-6-1,5 1-158,0-5 1,5 2 0,-5-2 0,1-2-539,1-1 1,-6-10 0,6-3-626,1 1 1,3-6 0,-1 2-147,-3-8 0,1-6 1240,-7-7 0,8-8 0,-5-2 0</inkml:trace>
  <inkml:trace contextRef="#ctx0" brushRef="#br0" timeOffset="1672">2142 489 8039,'0'-18'771,"0"1"1647,0 0-1949,0 7 0,0 6 0,0 14 0,0 9-72,0 6 0,0 10 0,0 8 0,0 3-202,0 8 1,0 1-1,2 10 1,2 5-24,2 4 1,0 7 0,-5-5 0,3-3-182,2-1 0,0-10 0,-4-8 0,2-11-267,2-14 0,1-18 247,-1-11 0,-4-9 0,4-15 0,-4-5-262,-2-4 1,0-7 0,0-3 0,0 0-195,0 1 0,-2-7 1,-2 1-1,-4-6 190,-1-4 1,5-6 0,-2 6 0,4 0 95,2-2 0,0 0 0,2-2 0,4 7 197,5 7 1,11 11 0,3 2 0,0 12 185,0 10 1,6 5-1,-2 8 1,2 2 113,-2 4 0,4 9 1,-4 10-1,2 2 7,-2 4 1,-6 2-1,-9 2 1,-4 0-216,-3 0 0,-1-6 1,-6-2-1,-2-2-152,-4-4 0,-5 5 1,-10-3-1,-5-4-361,-1-5 1,-2-1-1,-6-7 1,1-2-328,-1-2 1,0-2 0,2 0 0,4-2 179,6-4 1,3-3-1,5-9 1,3 1 569,6-1 0,4 1 0,2-1 0,0 1 0</inkml:trace>
  <inkml:trace contextRef="#ctx0" brushRef="#br0" timeOffset="1968">2822 210 8039,'7'-29'0,"3"2"366,0 2 0,3-4 0,-7 5 681,-2 3 1,4 8-849,-2 1 1,-1 10 0,-5 4 163,0 13 1,-5 5-1,-3 9 1,0 4-67,0 6 1,-3-1 0,3 9-1,-2 1-125,-3 2 1,5 3 0,0-3 0,3-1-300,-1-3 1,0-1 0,6 1 0,0-5-264,0-5 1,6-8 0,1-5 0,3-6-199,4-5 0,-5-4 1,3-10-1,2-4-355,1-6 1,2-9 0,-1-4 0,-3-2 942,-1-4 0,0-2 0,5-2 0</inkml:trace>
  <inkml:trace contextRef="#ctx0" brushRef="#br0" timeOffset="2503">2996 541 9979,'8'10'1264,"-4"3"1,7-5-915,3 2 0,1-6 0,3 2 0,1-6-156,4-6 1,4 2 0,6-8-1,-2-1-287,-2-3 0,-2-1 0,3-1 1,-7 1-51,-4-1 0,-3 1 0,-5 0 0,-5-1-368,-4 1 1,-4-1 0,-6 3 198,-9 3 1,-6 4-1,-8 8 1,2 2 172,-2 4 0,-2 4 1,0 7-1,4 3 305,5 3 0,1-2 0,4 6 0,5 0 159,5 1 0,-3 1 0,6 5 1,4-1 144,6-4 1,12 2 0,9-7 0,4-3-204,8-2 0,-2-9 0,7-4 1,-1-4-411,-1-2 0,9-8 1,-5-6-1,1-5-4,-4-4 0,-5-6 0,-3 4 0,-4-1-478,-5 1 1,-5 0 0,-4 4-71,-3-2 1,-4-1 0,-8 7 435,0-1 1,-2 9 0,-2 1 0,-4 2 42,-1 0 517,5 1 1,-10 7 35,8 3 0,0 5 0,6 7 1,0 1 330,0-1 1,6 1 0,2 1 0,2 2-201,3 3 0,9 5 1,3-4-1,2 2-320,4 4 1,4-6-1,3 0 1,3-3-277,-2-5 0,-4 4 0,-6-11 0,-6 0-561,-4-5 0,-1-5 1,-1-3-1,-1-5-351,-5-2 1,-3-1-1,-8-7 1,0 1-977,0-1 2016,-8 1 0,-1-8 0,-9-2 0</inkml:trace>
  <inkml:trace contextRef="#ctx0" brushRef="#br0" timeOffset="2734">4007 471 8290,'0'-17'2077,"-2"7"1,-2 6-1707,-2 8 1,-7 12 0,-1 11 0,-5 6-416,-5 9 0,-7 5 0,2 3 0,-2-1-623,2-1 0,-2 2 1,8-13-1,4-6-1505,5-4 1570,-1-11 1,21-18 0,-1-14 0,9-7 601,3-4 0,9-2 0,1-6 0</inkml:trace>
  <inkml:trace contextRef="#ctx0" brushRef="#br0" timeOffset="2951">4251 471 8039,'0'-17'0,"0"0"1975,0-1-779,0 9 1,0 5 0,0 13-969,0 9 1,0 11-1,0 0 1,0 2-346,0-2 1,0 4 0,0-6-1,0 0-199,0-4 1,0-3 0,0-3 0,0 0-2781,0 1 2189,7-8 1,-3-3-1,6-9 907,-2-3 0,-2-13 0,-6-9 0</inkml:trace>
  <inkml:trace contextRef="#ctx0" brushRef="#br0" timeOffset="3134">4425 106 9253,'-10'-18'2819,"3"6"-3094,7 1-1168,0 7 1,1 4 1442,5 12 0,4 3 0,7 3 0</inkml:trace>
  <inkml:trace contextRef="#ctx0" brushRef="#br0" timeOffset="3384">4739 1 13069,'0'19'671,"0"5"0,0 5 0,0 11 0,-2 11-359,-4 11 1,4 3-1,-4 15 1,4-3-409,2-3 1,0-4-1,0-9 1,0-8-237,0-11-2494,0-5 1909,0-17 1,0-13 0,0-18 0,0-5-131,0-1 0,-6-3 0,-1-1 1047,-3-2 0,-2-8 0,-5 4 0</inkml:trace>
  <inkml:trace contextRef="#ctx0" brushRef="#br0" timeOffset="3551">4564 454 8039,'-11'0'3597,"-1"0"-3048,8 0 0,-2 0 0,12 0 0,8-2-551,7-4 1,0 4-1,8-3 1,4 1-493,6-2 1,-2 4 0,5-6 0,-1 2-200,0 1 0,-6-1 693,-6 6 0,0-8 0,6-2 0</inkml:trace>
  <inkml:trace contextRef="#ctx0" brushRef="#br0" timeOffset="4019">5139 437 8465,'0'-12'3634,"0"0"-3327,0 9 1,-5-3 0,-1 12 0,2 7-249,2 8 1,-4 1-1,0 7 1,1 2-145,-3 2 0,6-4 0,-4-2 1,4-2 14,2-4 0,8-1 0,2-3 0,3-2-35,5-3 1,-5-4 0,12-8-1,0 0-59,5 0 0,2-10 0,3-5 1,-2-9 64,-4-3 0,-2 6 0,-5-2 0,-1 3 35,-6 3 364,3 0 0,-16 9 0,4 8 0,-4 11 411,-2 11 0,0 7 0,0 11 1,0 7 16,0 3 1,0 10 0,0 4-1,0 6-115,0 5 1,0-3-1,0 2 1,0-7-366,0-3 0,-2-8 0,-6-1 0,-8-13-465,-5-13 0,-8-9 0,4-9 0,-2-5-624,-4-4 0,6-17 1,1-9-1,5-9-19,2-7 1,1-7 0,4-9 0,7-2 447,3 2 0,4 2 1,5 1-1,11-1 10,9-4 1,8 6-1,5-2 1,7 7-70,3 5 0,18 7 0,8 8 0,9 3-799,8 9 1270,-42 9 0,2 2 0,4 0 0,0 0 0,4 0 0,0-1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2:09.371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227 591 8321,'0'12'-1651,"0"-1"2772,0-7 1,0 6-321,0-4 0,2-4-436,4 4 1,-4-6 0,5-4-8,1-2 0,-4-6 0,6 4-45,-3-1 1,1-3 0,-4-5-97,2-1 1,0 1 0,-8-1-79,-4 1 0,2 2 0,-10 1-238,-5 2 1,2 9 0,-7-3 0,5 6 91,2 6 0,-7 3 0,-1 11 0,0 3 92,0 6 1,2 4 0,5 2 0,3 1 8,3 5 0,4-6 1,8 2-1,0-6-123,0 0 0,10-6 0,7-4 0,9-7 49,1-8 0,6-5 0,-4-2 0,4-5 32,1-6 0,1-3 0,0-3 1,-2-1-12,-4-4 0,-2 1 1,-5-7-1,1 0-183,-2 2 1,-3-4 0,-7 8-1,-3 0 26,0-3 1,-6 7 0,1-2 99,-6 7 0,-1 6 0,-8 8 1,-1 0-5,-3 0 0,4 2 0,1 6 0,-3 8 116,-1 5 1,3 10-1,2-2 1,3 2-10,3-2 0,2 4 1,2-6-1,0 2-63,0 0 0,10-8 0,5 1 0,8-7 53,4-3 1,8-8-1,6 0 1,0-8-87,1-8 0,-5-3 0,4-5 0,-7-3-185,-4-6 1,0 2-1,-6 0 1,-3 0-88,-2 0 1,-7-1 0,-2-1-1,-3 6 78,-3 4 0,-2 7 0,-2 1 400,0-3 0,-8 8-171,-3 6 0,-3 8 0,1 9 0,3 1 115,2-1 1,-3 8 0,5 2 0,2 1-89,2-5 0,2 2 1,0-2-1,0-1-40,0-3 1,8-2 0,3 1 0,7-3 17,5-3 0,-2-4 0,8-8 1,1 0-19,-3 0 0,4 0 1,-8-2-1,0-4-181,2-6 0,-5-9 1,1-2-1,-6 1-120,-3 3 0,-8-4 1,4 0-1,-3 1 158,1 3 1,0 1 271,-6 1 0,-2 5 1,-4 3-102,-5 1 1,3 10 0,0 10-1,2 5 26,1 6 1,-1-3-1,6 5 1,0-2-2,0 0 0,2 0 0,4-5 0,5-3 87,5-3 1,7 2 0,2-9 0,2-1-60,4-2 0,0-2 0,0-2 0,-4-2-702,-2-1 0,2-9 1,-7 4-3573,-5 1 4180,-1-7 0,-12 6 0,-4-7 0</inkml:trace>
  <inkml:trace contextRef="#ctx0" brushRef="#br0" timeOffset="567">1673 765 8643,'10'-11'1552,"-2"1"-1181,-1 2 0,-5 1 1,6 3 202,0-2 0,-6-8 35,4 3 1,-4-5-504,-2-1 0,-2 1 0,-4 3 0,-6 3-69,-3 2 0,-3 3 0,-1 5 0,-2 0-188,-3 0 0,-1 2 0,4 3 0,-2 7 22,1 3 0,5 5 0,3 1 0,5 2 127,1-1 0,2 3 0,6-2 1,2-2 33,4-1 1,6-5 0,11-3 0,6-6 37,4-4 0,2-2 1,-1-2-1,1-4-46,0-6 1,4-5-1,-2-6 1,-4-5-73,-1 1 0,-4-7 0,-1 1 0,-2-6-58,-4 0 1,-3 0 0,-5 1 0,-3-3-85,-2 2 0,-3-1 0,-5 3 1,0 6 102,0 4 0,-5 9 0,-3 9 247,-2 1 1,-1 6 0,-5 12-66,4 7 1,-1 12-1,5 0 1,0 6 56,1 6 0,1-5 1,6 7-1,2-2-238,4-1 0,1 1 0,9-6 0,-1 0-689,5 0 0,9-2 0,0-2 775,4-2 0,2-8 0,-1 4 0</inkml:trace>
  <inkml:trace contextRef="#ctx0" brushRef="#br0" timeOffset="1750">2823 452 8321,'10'-8'310,"0"4"349,-4-7 1,-4 5 287,3-6-663,-3 8 1,-2-2 0,0 12 0,0 8 82,0 7 1,0-2 0,0 7 0,0-1-130,0 4 1,0-2-1,0 0 1,0 0-227,0 0 0,2-5 0,2 1 0,2-4 42,-2-1 0,0-7 0,1-1-49,7-2 1,-2-4-1,1-10 1,1-6-251,-2-3 1,5-5 0,-3-1-1,1-4-42,-1-2 1,3 0 0,-5-4 0,2 3 6,-1 3 0,-1 0 1,4 4-1,-5-2 173,-1 1 0,4 3 72,-7 2 0,3 7 1,-4 6 210,2 8 1,0 7 0,-6 13 0,0 5 128,0 4 1,2 1 0,1 1-1,3-2-86,-2-4 1,-2 4 0,0-6 0,2 0-211,2-3 1,0-5-1,-5-3 1,5-5 16,6-5 1,-2-4 0,1-4-1,3-4-90,1-5 0,5-11 0,1-3 1,2-2-121,-2-4 0,-1-2 0,-1-2 0,2 2-27,3 4 1,-3-2-1,-7 8 1,-3 2-137,3 1 0,-1 3 1,-1 0-18,-6-1 1,-4 10 366,-2 8 0,0 8 0,0 11 1,0 3 350,0 1 1,0 8-1,0-2 1,0 2-69,0-2 0,0 4 0,0-6 1,0 2-326,0 0 0,2-8 0,1 3 0,3-5-760,-2-2 0,6-1 1,1-4 0,5-5 0,1-7 1,1-2-1216,-1-3 2013,1-5 0,-1-15 0,0-2 0</inkml:trace>
  <inkml:trace contextRef="#ctx0" brushRef="#br0" timeOffset="2200">4043 626 8321,'0'-17'315,"0"-1"0,0 1 398,0-1 1,0 7 0,0-1-384,0-1 0,0 3 1,-2-2-38,-3-1 0,1 3 0,-8 0-127,-2 3 0,-1 1 0,-4 6 1,-3 0-60,-1 0 1,0 2-1,3 4 1,-1 5 35,-2 5 1,0 7 0,5 2-1,3 2 5,3 4 0,-1-4 0,7 2 0,2 0-151,2-2 0,10 4 1,3-5-1,7-3-94,5-4 0,-2 1 0,8-15 1,4-1-81,6-2 1,-2-2 0,3-2 0,-3-4 41,-2-5 0,-6-7 1,-2-3-1,-4-4-123,-7-2 0,-1 4 0,-9-6 0,-2-1 177,-2 3 1,-4-4 0,-6 8 0,-7 0 133,-6-2 0,-10 11 0,4-1 0,-3 5-229,1 6 1,2 2-1,-4 2 1,4 2-324,2 4 1,2 9 0,5 11-1,3-1-206,3 0 0,5 6 1,7-4-1,1 0 705,5-4 0,4-5 0,9-7 0,5-5 0,3 4 0,8 0 0</inkml:trace>
  <inkml:trace contextRef="#ctx0" brushRef="#br0" timeOffset="2750">4461 609 11774,'12'0'413,"-2"-2"1,-1-2-153,1-2 0,-4-2 0,4 2 19,-3-5 1,-1-5 0,-6-1-193,0-1 1,-2 7 0,-4 1 0,-5 2-21,-5 5 0,-7-5 1,-2 2-1,0 4-133,0 6 0,-4 6 0,5 7 0,3 2 4,2 5 0,1 3 0,3 6 0,3-2 115,6-2 1,4-2-1,4 4 1,4-4-50,6-2 0,5-4 0,6-9 1,6-6-121,4-4 0,2-4 0,0-4 1,0-6-58,0-3 1,0-10-1,-2-4 1,-1-4 28,3-2 0,-10-2 1,8-2-1,-4-3 17,-1-3 0,-7-1 1,2-6-1,-4-1 27,-1 1 0,-8 2 0,-3 1 0,-1 5 84,0 1 1,0 10 0,-6 10 0,0 4 23,0 1 0,-8 8 40,-4 5 1,3 10 0,-3 7-1,-2 5 94,-1 7 0,-2 3 0,-1 8 0,1 1 193,-1 5 1,3-2-1,1 7 1,5 3-144,1 1 0,-4 0 0,6-1 0,3-3-210,1 3 0,4-7 1,3-1-1,7-6-454,3-6 1,3-4-1,-1-9 1,3-5-300,3-5 0,-4-4 0,4-2 0,-5-2-199,-6-4 0,3-4 0,-3-7 969,3 0 0,3-9 0,-1-1 0</inkml:trace>
  <inkml:trace contextRef="#ctx0" brushRef="#br0" timeOffset="3117">5037 609 8321,'0'11'853,"0"1"156,0-8 1,7 3-1,5-7-780,3 0 0,5 0 0,1 0 1,4-1-211,2-5 0,-5-2 1,1-6-1,-4 3-108,-1-3 1,-1-1-1,-1-3-129,-5 1 1,-3-1-1,-10 1 110,-4 0 0,-3 5 0,-9 2 0,-1 3 92,-5 3 1,-3 2 0,-6 4 0,2 4 131,2 5 1,8 5 0,-2 1 0,4 0 76,1 1 1,6 5 0,3 0-1,1 1-54,4 1 0,4-6 0,6 4 0,8-3-258,7-3 1,0 1 0,10-3 0,4-3-229,4-6 1,7-5 0,-3-1 0,-1-1-243,1-5 0,3-4 0,-5-9 0,-2-3-16,-2-1 1,-4-6-1,-2 4 1,-4-2 604,-2-4 0,-2 4 0,-6-2 0,1 0 0,-1-6 0</inkml:trace>
  <inkml:trace contextRef="#ctx0" brushRef="#br0" timeOffset="3300">5734 208 8125,'11'-35'0,"-1"2"68,-2 4 0,-1 4 1,-3 7-1,2 1 1106,-2 0-198,-2 7 1,-2 4-592,0 12 1,-2 5 0,-2 11 0,-4 3 108,-1 2 1,-3 8-1,-5 9 1,1 5-64,4 5 1,-3 10 0,5-2 0,1 0-587,3-4 1,4-4 0,2-2 0,0 1-734,0-1 0,8-7 1,5-7 887,8-7 0,7-6 0,6-7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2:41.390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175 463 8327,'0'-9'1449,"0"1"0,0 10-987,0 4 1,0 11 0,0 12 0,0 4-155,0 2 1,6 6 0,2 1 0,-1 3-258,1 3 1,6 8 0,-5 0 0,3-3-182,0-5 1,-7-9 0,7-1 0,0-7-1374,-3-7 0,1-11 464,-4-1 0,-4-16 0,4-2 1039,-4-7 0,-2-13 0,0-1 0</inkml:trace>
  <inkml:trace contextRef="#ctx0" brushRef="#br0" timeOffset="351">36 411 8322,'-6'-17'1112,"-2"-1"-117,-2 1 0,7 5 0,-3 1-657,4-3 1,4 0-1,4 1 1,5 1-116,5-1 1,7 3 0,2 0-1,0 1-25,0-1 1,6 4 0,-2-4 0,4 3-161,2 3 1,0 2 0,2 4 0,4 4-2,5 5 0,-1 7 1,1 5-1,2 8 37,3 8 0,1 7 1,-2 12-1,-1 6-64,-3 4 0,-15 11 0,-2 6 0,-9 5-378,-9-5 0,-5-6 0,-12-11 1,-7-6-121,-9-10 0,-7-7 0,-9-12 0,-5-6 25,-1-10 0,-5-7 1,-9-10-1,-4 0 32,0 0 0,2-2 1,8-6-1,1-7-161,5-7 0,5-9 0,12 4 592,6 0 0,4-6 0,1 6 0</inkml:trace>
  <inkml:trace contextRef="#ctx0" brushRef="#br0" timeOffset="649">1116 794 8974,'0'-7'2294,"0"7"-1801,0 9 1,0 7 0,0 3 0,2 4-333,4 6 1,-4 4 0,4 2 0,-2 0-392,1 0 1,-3-2 0,6-2 0,-2-4-1456,0-2 0,7-9 1685,-1-11 0,-4-10 0,-1-5 0</inkml:trace>
  <inkml:trace contextRef="#ctx0" brushRef="#br0" timeOffset="797">1081 446 9159,'-9'0'1680,"1"0"-1680,8 0 0,0 8 0,0 1 0</inkml:trace>
  <inkml:trace contextRef="#ctx0" brushRef="#br0" timeOffset="1183">1639 725 8714,'0'-18'1957,"0"7"-906,0-1 1,0 0-819,0-5 1,0 5 0,-2 3-384,-4 1 1,-3 2-1,-9 6 1,1 0-94,-1 0 1,-5 0 0,0 0-1,1 2-23,3 4 0,2 2 0,-1 5 1,1-1 150,-1 1 1,9 3 0,3 1-1,4 1 293,2-1 0,8 4 1,3 1-1,5-3 44,1 2 1,6 1 0,3-3-1,-1 2-134,0 3 1,-2 1-1,-5-2 1,-1 4-143,1 0 1,-1 4 0,-2-8 0,-3 1-256,-6 1 1,-6-6 0,-6 2 137,-6-7 0,-11-6 1,-6-8-1,-2-2-38,2-4 0,-2-4 1,6-7-1,0 0-119,0-1 0,3-5 1,9 0-1,3 1-365,2 3 0,3 2 0,5-1 693,0 1 0,7-1 0,3 1 0</inkml:trace>
  <inkml:trace contextRef="#ctx0" brushRef="#br0" timeOffset="1666">2022 899 8193,'2'-16'218,"2"3"798,2 1 0,0 1-187,-6-7 0,6 1-643,-1-1 1,1 1 0,-8 1-104,-4 5 1,-1 1 0,-7 6 0,3-1-138,-3 1 1,-2 2 0,-1 2 0,-2 2 69,-5 3 1,5 5 0,-6 8-1,2-1 6,-1 0 0,1 7 0,8 1 0,1 2 29,3 4 0,7-4 1,-2 2-1,4 0-47,2-2 0,0-2 0,2-7 0,4-1-50,5 1 1,5-9 0,1-3 0,1-4-15,-1-2 1,6-2-1,1-6 1,-3-7-11,-2-6 0,-1-5 0,-1 5 0,0-4 3,1-2 0,-8 4 1,-3-4-1,-1 1 113,0 5 0,0 2-295,-6 1 1,0 11 265,0 7 1,-6 9-1,0 14 1,2 5-15,2-1 1,4 6 0,4-4 0,6 2-99,3-2 1,3 2 0,1-10 0,4-4-275,6-3 1,4-10 0,2 2 0,0-6-356,0-6 0,0-4 0,-1-9 0,-1-5 724,-4-5 0,4-3 0,-6-3 0</inkml:trace>
  <inkml:trace contextRef="#ctx0" brushRef="#br0" timeOffset="2186">2806 882 8070,'0'-12'807,"0"0"1,0 6 63,0-5 0,0 5 0,-1-4-744,-5 3 0,2-5 1,-8 4-172,-1-1 0,-3 5 1,-1-2-1,-1 4 32,1 2 0,-2 2 1,-3 2-1,-1 4 37,2 1 1,-1 5-1,3 7 1,0 4-12,3 2 1,5-3 0,-1 3-1,4 0 6,1 0 0,5-6 0,-2 4 0,8-3-346,7-5 1,5 2 0,3-13-1,4-2-110,6-2 0,-2-10 0,2-5 0,2-7 86,2-3 0,-4-8 0,-1 2 0,-3-4 241,-4-2 1,-2-5-1,-1-1 1,-3 2 131,-3 3 1,-2 1-1,-7 0 1,3 0 115,-2 0 1,-2 0 0,-2 0-1,0 1-52,0-1 1,0 0-1,0 0 1,0 0 78,0 0 0,0 8 0,0 4 1,0 4 229,0 1 0,0 10-141,0 8 0,0 14 1,-2 13-1,-2 4 155,-2 6 0,-1 9 1,3 1-1,-2 3-135,2 2 1,2 3-1,2 1 1,0 2-274,0-2 1,0-2 0,2-3-1,4-5-483,6-5 0,3-12 1,2-8-1,1-5-3314,-1-5 3795,1-15 0,-1-5 0,1-18 0</inkml:trace>
  <inkml:trace contextRef="#ctx0" brushRef="#br0" timeOffset="3133">3294 690 8225,'-7'-10'2965,"5"-5"-2577,-6 13 1,8-4 0,0 12 45,0 5 1,2 7 0,2 3-1,4 4-222,1 2 0,-5 0 1,4 4-1,-2-3-109,-1-3 1,7 4-1,-6-6 1,0-2-200,1-1 0,-3-5 0,6-1 1,0-5-79,-1-1 1,-3-2-1,6-6 1,-1-2 1,-1-4 1,6-3 0,-5-11 0,5-1-10,1-2 0,1-8 1,-1 2-1,0-4-164,1-2 1,-1 0-1,1 2 1,-1 2-210,1 2 1,-7 2 0,1-4-237,1 2 0,-3 10 1,0-1-745,-3 7 1534,-1 9 0,-14 4 0,-1 9 0</inkml:trace>
  <inkml:trace contextRef="#ctx0" brushRef="#br0" timeOffset="3950">3939 864 8225,'12'-6'107,"-1"0"0,-5 1 1,4 3 485,-2-4 1,5-4-252,-1-7 1,-2-1 0,-1 1-1,-1 0-93,-4-1 1,-2 7 0,-2-1 0,0-2 19,0-1 1,-8-3 0,-4 3-46,-3 3 0,-8-1 0,-1 7 0,1 2-492,-2 2 0,6 4 1,-7 4-1,3 6-254,0 3 0,0 2 0,5 3 0,1 1 380,0 2 0,7 8 0,4-4 0,4 1 155,2-5 1,0 2 0,0-2 0,2-2 186,4-1 0,5-5 1,11-1-1,1-4 10,-2-3 0,1-1 0,-1-6 0,2-2-131,-2-4 0,-1-3 1,-3-9-1,1-1-78,-1-4 0,-5 1 0,-3-7 0,-1-2-5,-4-2 1,4 4-1,-2 2 1,-3 2 153,-1 4 0,-2 1-350,0 3 1,-2 9-1,-1 8 142,-3 10 0,-2 11 0,4 4 0,-2 3-70,2 2 0,2 1 1,4 0-1,2-2 132,2 2 0,8-5 0,-3-3 0,5-4 135,1-1 1,1-3 0,1-3 0,2-6-44,3-4 1,1-2 0,-4-2 0,2-4-75,-1-6 1,-3-3-1,-4-5 1,-1-3-268,-2-6 0,-3 2 1,3-2-1,-4 0-95,-1 2 0,-5-4 0,4 8 0,-4 1 96,-2 3 1,0 1 43,0 1 0,-2 7 0,-2 6 360,-2 8 0,1 6 0,5 9 0,0 5-24,0 5 1,0-2 0,2 0 0,1 0 314,3 0 0,8 0 1,-3 2-1,5-4-325,1 1 1,1-9 0,-1 2-1,1-7-151,-1-4 1,6-2 0,2-6 0,1-2-188,-1-4 1,0-6 0,-4-9 0,2-4-39,-1-2 0,-9-1 0,-3-3 0,0 2-123,-1-2 1,-5 6 0,2 2 82,-4 4 294,-2 1 0,-2 9 0,-2 5 0,-2 8 224,2 7 0,3 11 0,1 3 1,0 2 31,0 4 0,1-4 0,5 0 0,6 0-134,3 0 1,9-6-1,-1 3 1,0-5-288,2-1 0,0-9 1,6-3-1,-2-6-595,2-6 0,0-3 1,0-11 755,-2-3 0,-7-4 0,3-8 0</inkml:trace>
  <inkml:trace contextRef="#ctx0" brushRef="#br0" timeOffset="4231">5211 80 8288,'-2'-27'1189,"-1"4"527,-3 3-1672,0 11 1,6 16-1,0 17 1,0 8 21,0 9 0,0 6 1,0 11-1,0 6-75,0 3-1,2 9 1,4 1 0,3 3-24,1 3 0,4-8 0,-7-5 1,3-12-294,4-9 0,-5-9 0,1-11 1,0-7-429,-1-9 0,-5-7 1,2-14-186,-4-9 1,-4-3 938,-4-9 0,-11 0 0,-10-5 0</inkml:trace>
  <inkml:trace contextRef="#ctx0" brushRef="#br0" timeOffset="4414">4950 603 11621,'17'0'394,"3"6"1,1-1-1,4-1-834,2-2 0,8-2 0,8-2 0,-1-2-405,1-1 0,0-11 0,-5 1 1,3-9 844,-2-3 0,5-2 0,1-6 0</inkml:trace>
  <inkml:trace contextRef="#ctx0" brushRef="#br0" timeOffset="4883">5682 707 13310,'0'-17'180,"-2"1"1,-4 3-200,-6 1 0,3 8 1,-3-1-1,-3 3-207,-7 2 0,3 2 0,-4 3 0,3 7 111,3 3 0,0 5 0,-1 3 0,3 4 204,3 0 1,4 6 0,8-6-1,0 2 50,0 0 1,0-2-1,2 2 1,4-7 294,6-9 1,5 1-441,6-8 0,1-2 0,1-12 0,-8-8-308,-1-5 1,-1-4 0,1 4 0,-3-5 61,-1-1 0,-6 6 0,3-4 0,-1 2 296,-4-1 0,-2 7 0,-2 5 155,0-1 1,0 7-257,0 6 0,0 8 0,0 11 0,0 2 36,0 3 0,0 7 1,0-4-1,2 2 5,4 0 0,-3-8 1,9 2-1,2-3-193,1-3 0,3-1 0,-1-5 1,2-5-500,5-4 0,-5-2 0,4-2 0,-3-6-160,-3-9 1,6-1 867,0-5 0,1-4 0,-7 0 0</inkml:trace>
  <inkml:trace contextRef="#ctx0" brushRef="#br0" timeOffset="5733">6135 812 11128,'0'-18'647,"0"1"1,0 0 0,-2-1-569,-4 1 1,2 5 0,-7 2 0,-3 3-206,-1 3 0,-3-4 0,1 2 0,-1 2-186,1 2 1,0 2 0,-1 0 0,3 2 52,3 4 0,-2-2 0,9 8 191,1 1 0,2 3 0,4 1 160,4 1 1,3-3 0,9-1-38,-1-3 0,1-7 0,-1 2 0,0-4-91,1-2 1,-1 0-1,1 0 1,-1 0-114,0 0 1,1 0 0,-1 0 100,1 0 0,-7 0 1,1 0 333,2 0 1,-5 0-158,3 0 1,-8 2-157,2 4 289,-5-4 219,-1 5-368,0-7 1,0-2 148,0-3-134,0-5 0,0-8 302,0 1-109,0 7-170,-7-5 1,5 11-244,-4-8 203,4 8 1,2-5 40,0 3 0,-2 4-108,-4-4-199,4-3 429,-5 7 1,7-4 44,0 12 0,0-3 0,0 9 0,0 2 65,0 1 0,0 10 1,0 4-1,2 6 63,3 6 0,-1 5 0,8 12 0,-1 8-175,-1 8 1,4 7-1,-7 12 1,1 4-313,0 0 1,-2-4 0,-6-14 0,0-9-140,0-10 1,-8-16 0,-4-11 0,-3-13-79,-3-13 0,-7-5 1,-4-2-1,-4-2-252,-2-3 1,-5-7 0,-1-9 0,2-5-284,3-1 0,-3-8 1,2-7-1,6-3 147,4-3 1,10-2 0,7-3-1,2 1 228,4 0 1,4 1-1,6 5 1,6 5 119,3 4 1,10-1 0,3 3-1,1 8 76,0 6 1,0 5-1,7 2 1,3 3 30,2-3 0,-1 5 0,-3-3 1,2-2 189,2-1 0,-1-2 0,3-1 0,1 1 0</inkml:trace>
  <inkml:trace contextRef="#ctx0" brushRef="#br0" timeOffset="6084">6449 829 8513,'0'-11'1971,"0"-1"1,7 8-1741,5-2 0,-2 4 1,1 2-1,5 0-131,5 0 0,-2-5 0,7-3 0,-3-2-20,0-3 1,0-3 0,-5-1-1,-1-1-264,1 1 1,-9-1 0,-3 1-1,-4 0 108,-2-1 0,-2 1 0,-4 1 0,-5 3-32,-5 1 0,-7 8 1,-2-2-1,-2 6-74,-4 6 0,4 4 0,-1 9 0,3 4 123,4 7 1,7 2-1,3 3 1,-1 2 160,2 4 0,3-4 1,9 3-1,3-3 152,7-2 0,6-2 1,3-4-1,4-6-316,2-4 0,2-9 0,6-4 0,0-4-458,0-2 1,-2-8-1,-2-6 1,-4-5-816,-2-4 1,6-8 1334,-2 2 0,-4-4 0,0-2 0</inkml:trace>
  <inkml:trace contextRef="#ctx0" brushRef="#br0" timeOffset="6433">7111 585 8188,'0'-17'1274,"0"-1"1,-2 3-1,-2 1-830,-2 3 0,0 5 0,4-4-484,-3 3 0,1 1 0,-6 4-145,2-4 1,1 4 0,1-4 26,-6 4 1,4 4 0,1 2 172,-1 2 1,6 7 0,-4-1 173,4 4 1,2 1 0,2 2 0,2 3 5,2 1 1,5 6-1,-3-6 1,2 0-142,3 3 0,-3-5 0,0 6 0,-2 0 1,-5 0 0,5-4 0,-2 5 0,-2-3-53,-2-4 1,-2-2 0,-2-1 0,-4-3-326,-6-3 1,-3 1 0,-2-7 0,-1-2-611,1-2 1,-1-2 0,3-2 0,1-4-603,3-5 0,7-5 1535,-2-1 0,-4-8 0,1-2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2:48.437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18 18 10044,'-9'-10'-95,"1"2"0,8 10-1630,0 4 0,0-2 1725,0 7 0,0 1 0,0 5 0</inkml:trace>
  <inkml:trace contextRef="#ctx0" brushRef="#br0" timeOffset="134">1 331 8061,'0'18'148,"0"-7"1,0 1 1640,0 1 1,2-3 529,4 2-2967,-4-1 1,7-1 647,-3-4 0,-4-4 0,6-2 0</inkml:trace>
  <inkml:trace contextRef="#ctx0" brushRef="#br0" timeOffset="767">471 209 12903,'18'10'351,"7"-2"0,4-8 0,6 2-661,6 3 0,5-3 310,12 4 0,4-12 0,8-3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2:51.92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1 982 9309,'0'9'3127,"0"-1"1,0-10-2941,0-4 1,0 1 0,0-11-1,2-5-35,3-4 1,-1-12 0,8-10 0,1-5-86,3-6 0,-4-6 1,-3-9-1,1-5-326,0-1 1,-1 5 0,5-1 0,-4 5-162,-3 6 0,5 12 0,-6 13-138,-2 8 1,-2 10 228,-2 15 0,0 2 1,0 16-1,0 1 45,0 3 1,0 9 0,0 4 0,0 4 295,0 2 0,0 5 1,0 3-1,0 2 242,0 3 1,0 0-1,0 1 1,1-5-127,5-1 1,-2-2 0,8-7-1,3-1 69,7-4 1,-1-5-1,8-13 1,2-5-115,2-4 0,2-12 1,-1-7-1,-1-10-95,-4-6 1,2-2 0,-7-2-1,-3-2-22,-2-1 0,-3-9 0,-3 5 0,-3-1-49,-2 5 0,0-3 0,-5 2 1,3 3-257,-2 1 0,-2 10 0,-2 4 211,0 3 0,-2 11 191,-4 3 0,-3 19 1,-7 10-1,3 10-48,1 8 1,2 4-1,-3 7 1,3 0-103,2 0 1,1 7 0,3-1-1,-2-2-113,2-2 0,4-2 0,4-1 0,4-5-136,1-5 0,-3-12 0,6-8 0,1-7-140,3-9 1,1-3-1,1-2 1,-1-2-1155,0-3 1630,1-5 0,-1-15 0,1-2 0</inkml:trace>
  <inkml:trace contextRef="#ctx0" brushRef="#br0" timeOffset="483">1133 633 8438,'0'-17'797,"0"-1"1,0 1 0,0 0 0,0-1-373,0 1 0,0-1-384,0 1 0,-2 1 0,-1 3 0,-5 3-227,-2 2 1,-1 3-1,-9 5 1,-1 0 41,-2 0 0,-6 2 0,3 3 1,1 7 167,0 3 1,-4 5-1,6 1 1,1 4 47,3 2 1,4 0 0,1 4-1,4-3 53,3-3 0,3-2 0,8-6 0,3 1-57,3-1 1,4-1 0,7-5 0,4-5-93,2-4 0,-4-2 0,6 0 0,1 0-52,-3 0 1,-2-8 0,-8-3-1,1-5-33,-1-1 1,1-6-1,-3-3 1,-1-1 31,-3-4 1,-7 6 0,2 0 0,-4 2 456,-2 0 0,0-1-386,0 7 1,-2 7 0,-2 6 0,-4 8 39,-1 8 1,5 5-1,-4 6 1,2 6-23,0 4 1,1 0-1,6-2 1,5-2-75,6 2 1,3 0 0,3-2-1,1-5-157,4-5 0,5-9 1,6-5-1,1-3-322,0-2 0,-6-2 0,0-3 1,0-9-340,-2-7 0,-3-1 880,-13-7 0,5 0 0,-7-5 0</inkml:trace>
  <inkml:trace contextRef="#ctx0" brushRef="#br0" timeOffset="983">1517 494 8438,'9'-8'593,"-1"4"367,-8-7 1,0 5-47,0-6-1014,0 8 1,0-1 0,0 10 143,0 7 0,-6 3 0,-1 3 0,-1 1-12,0 4 0,2-3 1,6 5-1,0-2 13,0 0 1,0 1-1,2-7 1,4 1-65,6-1 1,5-2-1,4-3 1,5-6-117,1-4 0,8-2 1,5-2-1,-1-6-36,-2-9 0,-8-3 1,-2-9-1,-2 0 47,-4 2 0,-7 0 1,-4 6-1,-3-2 618,-3 1 0,-2 9-382,-2 1 1,-2 8 0,-4 0-1,-3 8 96,-1 8 0,2 11 1,8 8-1,0 6-1,0 3 0,0 9 1,2-3-1,4 5 263,6 1 0,3 8 0,4 6 0,1 5-229,-3 5 0,3-6 0,-15-8 1,-1-2-141,-2-4 1,-4-10 0,-3-5-1,-9-8-281,-7-10 1,-5-2 0,-6-15 0,1-2-296,0-2 0,-6-12 0,8-5 0,-2-8-129,2-5 0,-2-6 1,9-9-1,7 0 81,7 1 1,6-7 0,4 3 0,6-4 42,9-3 0,9 1 0,10 0 0,5 1-214,6 5 1,9-2 693,2 7 0,8-8 0,-4 5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3:00.12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35 653 8318,'-10'-2'913,"4"-3"1,3 3-492,-3-4 0,4 6 0,-4 6-176,4 5 1,2 7 0,0 3 0,0 2-186,0-2 1,0 5-1,0-1 1,0 0-218,0 0 0,0 0 0,2-3 0,2 1-456,2-2 1,-1-7-1,-5-3 1,2 1-1579,4-2 2190,-4 5 0,14-13 0,-7 6 0</inkml:trace>
  <inkml:trace contextRef="#ctx0" brushRef="#br0" timeOffset="196">70 409 8318,'-6'-17'0,"0"-1"1092,2 1 0,0 5 181,-1 1-1817,3 7 1,2 4-731,11 12 0,-1 3 1274,2 2 0,-9 1 0,5-1 0</inkml:trace>
  <inkml:trace contextRef="#ctx0" brushRef="#br0" timeOffset="796">314 706 8685,'6'-12'566,"-1"0"0,3 8-252,-2-1 1,-4 10 0,4 7 0,-4 4 108,-2 1 0,0 6 1,0 2-1,0 1-284,0-1 1,0-2-1,0-6 85,0 1 0,0-1 0,2-1-119,3-5 1,-1-3 0,6-10-1,0-2-206,-1-2 0,-3-7 0,6 1 1,-1-3-174,-1-3 1,5 1 0,-5 0-1,2-3-10,-1-3 1,-5 4 0,4-5 0,0 5 72,-1 2 0,-3-1 0,4 1 297,-3-1 1,-1 7 277,-6-1 0,2 10-111,4 2 0,-4 8 1,4 11-1,-4 3-41,-2 1 0,0 2 0,2-4 0,1 4-179,3 3 1,2-7 0,-4 2 68,2-4 0,7-3 1,-1-4-27,3-7 0,3-3 0,-1-4 1,1-3-149,-1-7 1,-1-9 0,-3-5-1,-1 1-47,1 0 1,1-4-1,-1 6 1,-3 2-64,-2 1 0,-2 3 0,-4 1 1,1 3-652,3 1 670,0 8 1,-6-2 0,0 12 0,0 6 378,0 3 0,0 5 0,0 1 0,0 2 53,0-2 0,2 5 0,2-3 0,4-2-198,1-1 0,-3-3 0,6-2 0,1-1-414,3-2 1,1-8 0,3 1-1,1-5-220,2-5 1,2 1-1,-3-8 1,1-2-1943,-2-1 2505,-2-2 0,-1-1 0,-1 1 0</inkml:trace>
  <inkml:trace contextRef="#ctx0" brushRef="#br0" timeOffset="1447">1220 653 7995,'17'-17'0,"-1"-1"-227,-5 1 0,3 5 1,-8 1 3554,-2-3-2682,-2 6 1,-2 3-1,0 10-232,0 7 1,-6 11 0,0 6-1,2 4 166,2 2 0,2 8 0,0 5 1,0 6-94,0 4 1,0 8 0,0 0 0,0 6-342,0 3 1,6-1 0,2-12 0,-1-8-54,1-6 0,6-13 0,-5-4-306,1-11 1,-2-17-1,-8-3 1,0-9-111,0-7 1,0-9 0,0-6 0,0-6-233,0-3 0,-6-9 0,-2 5 0,1-3 51,-1 1 0,-4-1 0,6-5 0,3 0 139,1 0 1,2-1 0,0 3-1,2 2 151,3 1 0,13 3 1,11-3-1,4 8 282,2 8 0,-1 6 0,1 10 0,0 3 5,0 6 1,-8 4-1,-4 4 1,-3 4 95,-3 6 0,-1 9 0,-5 4 0,-5 0-58,-4 0 1,-2 5 0,-2-7 0,-4 0-136,-5 2 0,-7-5 1,-3 3-1,-4-4-163,-2-1 1,-1-3 0,-2-1 0,2-5-278,3-1 0,-4-2 0,6-6 0,2 0-873,1 0 1,5-2 1336,3-4 0,4-4 0,8-7 0,0 0 0</inkml:trace>
  <inkml:trace contextRef="#ctx0" brushRef="#br0" timeOffset="1916">2074 671 8318,'11'-18'858,"1"1"0,-8-1-91,2 1 0,-4 0-380,-2-1 1,-2 8-1,-2 3-457,-2-1 1,-8 6-1,3-4-124,-5 4 0,-7 2 0,0 0 0,0 2 121,-3 4 1,7 4 0,-4 7 0,4 1 145,1-1 0,-3 6 0,1 2 0,7 1 155,3-1 0,4 6 0,6-4 0,0 2-150,0 0 1,10-8 0,6 2 0,7-5-68,4-6 0,8-5 0,5-7 0,1-2-84,2-3 1,-7-5 0,5-10 0,-6-3-69,-6-6 1,-4-4 0,-9-2 0,-5 1-14,-5-1 1,-4 0 0,-4 0 0,-6 2 45,-9 4 1,-2 4 0,-12 9 0,-4 5-12,-4 5 1,-2 4 0,6 4-1,1 6-215,-1 9 0,2 8 0,4 10 0,6 0-140,3 0 1,11-2-1,3-2 1,6-4 82,6-2 1,9-2 0,10-7 0,2-5 390,4-5 0,8-4 0,2-2 0,-3-2 0,-1-4 0,-2-5 0,0-12 0,7-5 0,3-6 0</inkml:trace>
  <inkml:trace contextRef="#ctx0" brushRef="#br0" timeOffset="2249">2387 496 8318,'-9'0'1582,"-1"0"1,6 2-1148,-2 4 0,1-2 0,5 8 0,0 1-152,0 3 0,0 3 0,0 4 1,0 4-173,0 1 0,0 4 0,2-4 0,1 1-86,3 0 0,2-14 0,-4 3 98,2-3 1,7-3-226,-1-7 0,-4-1 0,-3-15 0,-3-3-261,-2-1 1,6-9 0,0-1 0,-2 0 80,-2 0 1,-2-4 0,0 6 0,0 1 191,0 3 1,0 2 0,0-3 0,2 1-9,3 1 0,-1-3 0,8 11 0,2-1-32,1-1 1,2 3 0,3-3 0,3 6-233,6 4 0,-2-4 0,4 1 0,2 1-291,0 2 0,6 2 0,-12-2 1,0-2 652,-4-2 0,-3-7 0,5 3 0,2-8 0</inkml:trace>
  <inkml:trace contextRef="#ctx0" brushRef="#br0" timeOffset="2548">2980 131 8318,'0'-18'0,"0"1"0,0-1 466,0 1 0,0 5 0,0 1 328,0-3 1,0 4-463,0-1 0,0 9 0,0 2-43,0 9 1,0 15 0,-2 7 0,-2 5 168,-2 5 1,-5 9-1,5 1 1,0 7-124,-2 4 1,4 2 0,-5 4 0,1-5-332,4-5 1,2-3 0,2-3-1,0-2-850,0-3 1,2-14 0,2-14-457,2-5 1,5-12 0,-5-2 639,-2-10 0,4-13 0,-2-4 0,-4-2 308,-6-1 0,-6 1 0,-7-5 0,-1-1 354,1 0 0,-8 0 0,-2 0 0</inkml:trace>
  <inkml:trace contextRef="#ctx0" brushRef="#br0" timeOffset="2680">2719 462 9271,'9'0'1897,"7"0"0,-5 0-1902,5 0 1,9 0-1,4 0 1,4 0-134,2 0 0,5-6 0,3-2 1,2 0-902,3 1 1,-3-7 0,-1 2 1038,-1-3 0,-3-3 0,-5 1 0</inkml:trace>
  <inkml:trace contextRef="#ctx0" brushRef="#br0" timeOffset="3182">3433 636 8318,'10'-8'1106,"-1"4"-966,-3-7 0,-2 1 0,6-4 0,-1 5 220,1 1 1,-6-6 0,4 5 0,-2-3-193,-1 0 1,1 7 0,-6-7-232,0-1 1,-2-1-1,-6 0 1,-7 5 33,-6 1 0,-8 2 1,3 6-1,-1 0 30,-4 0 0,-2 2 0,1 2 0,1 4 128,2 1 0,7 9 0,-1 7 0,4 2 52,1 4 1,9-4 0,3 2 0,4 2-48,2 2 0,0-6 1,2-2-1,4-1-75,5-1 0,10-2 0,3-9 0,-3-6-11,-2-4 1,5-2 0,-1 0 0,0-2-481,2-4 1,-5-10 0,3-9-1,-4 0 161,-1 0 1,-1-6 0,0 4 0,-1-2 81,-4 0 1,1 5 0,-7-3 559,-2 2-412,-2 2 1,-2 15 0,-2 8 0,-2 10 115,-2 5 0,-6 9 0,7 1 0,1 0-34,2 0 1,2 0-1,2-3 1,4 1-126,5-2 0,1-2 0,3-1 0,5-3-324,-1-3 1,2-4 0,1-8 0,3 0-19,2 0 0,-4-2 1,4-4-1,-2-6-307,-3-3 1,-3-5 732,-1-3 0,-1 4 0,0-6 0</inkml:trace>
  <inkml:trace contextRef="#ctx0" brushRef="#br0" timeOffset="3346">3834 462 8318,'0'-10'346,"-2"-4"-1094,-4 9-547,4-1 1295,-6 6 0,8 0 0,-7 0 0,-3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3:08.287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0 279 8122,'0'-18'0,"2"1"0,2 0 126,2-1 0,2 3 0,-4 1 0,1 2 356,-1-1 0,4 3 1,0 1 1042,1 1-1117,-5 2 0,10 8-74,-8 4 1,-1 3 0,-5 9 0,0 1-141,0 4 1,0 5 0,0 6-1,0 1 12,0 0 0,0-2 1,0-2-1,0-4-170,0-2 1,0-1-1,0-7 255,0 0-298,0 1 1,6-16-1,2-10 1,0-9-115,-1-7 0,1-5 0,-4 4 0,2 0-72,-2 0 1,0-4-1,0 5 1,1 3 92,-1 2 1,-2 1 0,0 1-1,2 0-75,2-1 1,1 1-1,-1-1 1,6 3-54,3 3 1,3-3 0,-1 5 0,3-2-274,3 1 1,4 7 0,8-2 0,0 4-112,0 2 0,5 0 0,1 2 0,-2 2 612,-3 2 0,-1 15 0,0-2 0</inkml:trace>
  <inkml:trace contextRef="#ctx0" brushRef="#br0" timeOffset="400">593 383 9610,'2'10'1893,"4"-4"-1531,5-4 1,5 4 0,3-1-1,2-1-94,3-2 1,7-4-1,-2-4 1,3-5-268,3-5 1,0-1-1,0 0 1,-2-3-264,-4-3 1,-6 4 0,-9-7 0,-5 3-56,-1 0 0,-2-6 1,-8 6-1,-6 3-10,-9 7 0,-2-1 1,-11 8-1,0 4 196,-3 6 0,-2 8 0,0 11 0,2 6 300,4 4 1,-2 2-1,8 2 1,3 1-15,7 3 0,5-2 0,8-8 1,2-2-32,4 2 0,11-12 1,12-3-1,6-7-295,6-5 0,3-4 1,9-6-1,-3-7-342,-4-8 1,3 1-1,-9-5 1,-1 2-410,-2 0 0,-10-6 922,-4 5 0,-3-7 0,-3 4 0</inkml:trace>
  <inkml:trace contextRef="#ctx0" brushRef="#br0" timeOffset="1017">1307 192 8122,'-6'-12'968,"1"0"1,-1 7-699,6-7 1,-6 10 0,0 4 75,2 14 0,2 3 0,2 10 1,0 2-180,0 2 1,0 0 0,0-2-1,0-4-83,0-2 0,0-2 1,0-5-1,0-1-58,0 1 1,2-7-30,4 1 1,2-10-1,5 0 1,-1-8-131,2-4 1,-5-1 0,1-7 0,0-1-45,-1-5 1,-3 5 0,4-6 0,0 2 54,-1-1 1,3-5 0,3 6-1,-1 0 136,-3-2 0,1 5 0,6-3 0,-1 4 45,0 1 1,-5 9 0,0 3 43,1 4 1,-3 4 0,0 6-1,-3 9 240,-3 10 1,4 6 0,-2 2 0,-2 0 29,-3 0 1,-1 0 0,0-3 0,0-3-198,0-5 0,2-5 0,2-1-127,2-1 0,2-7 1,-2-7-159,5-6 1,7-9-1,3-11 1,2-6 22,-1-4 1,-1-2 0,0 0 0,2 0-62,-1 0 0,-3 1 0,-2 1 0,1 4-55,-1 5 0,-5 3 1,0 2-127,1 1 0,-5 1 215,-2 17 0,-4 4 0,-2 15 0,0 2 308,0 3 1,0 9 0,0-1 0,0 7 148,0 0 1,0-4 0,2-4 0,1-2-198,3 2 1,0-6 0,-6-2 0,2-3-125,4-3 0,-2-7-793,7-5 1,1-3 0,5-4-503,1-3 0,-3-5 0,-1-7-1445,-3-1 2717,-7 1 0,12-1 0,-7 1 0</inkml:trace>
  <inkml:trace contextRef="#ctx0" brushRef="#br0" timeOffset="1467">2388 314 8122,'5'-24'85,"1"1"1,0 2 380,2 2 0,-6 7 1,4 0 205,-4-1 0,-2 3 1,1 0-299,5 3 0,-6-5-340,0 6 1,-2 0 0,-9 6 0,-3 0-91,-1 0 1,-3 2 0,1 4-1,-1 6 143,1 3 1,0 3 0,-1 1-1,1 2 159,-1 3 1,9 7 0,1-4 0,2 2-89,0 0 1,0-6 0,6 4 0,2-2-232,4-3 1,4-3 0,9-4-1,4-3-67,6-6 0,-1-4 1,1-2-1,2-2 96,2-4 0,-4-6 0,-2-9 0,-2-2 6,-4 2 1,-7-7-1,-5 1 1,-1-2-53,-4 0 0,-2 2 0,-4-4 1,-4 4-176,-5 2 1,-7 2-1,-3 5 1,-4 3 0,-2 3 1,-1 4 0,-1 8-1,4 0-105,0 0 0,8 8 0,-3 6 0,9 5-48,3 4 1,2 6 0,6-3 0,2-1 94,4 0 1,4-2 0,9-5 0,4-1 200,6 0 1,-2-7 0,2-4 0,2-4 120,2-2 0,2-2 0,0-4 0,0-6 0,0-3 0,0-2 0</inkml:trace>
  <inkml:trace contextRef="#ctx0" brushRef="#br0" timeOffset="1800">2806 157 8122,'0'-18'700,"0"1"0,0 5 1592,0 1-1790,0 7 1,2-2-1,2 12 1,2 6-120,-3 3 1,-1 10-1,-2 4 1,2 2-181,4-2 1,-2 4 0,6-6-1,-1 2-101,1 0 1,-4-7-1,3 1 1,1-4-129,0-1 0,-4-3 0,5-3-110,3-6 1,1-6-1,3-6 1,-1-8-124,1-7 1,-1-6-1,0-8 1,1 0-21,-1 0 0,-5 0 1,-2 1-1,-1-1 71,1 0 0,-4 6 0,3 2 0,-1 2-204,-4 3 1,-2 3-992,-2 1 738,0 9 0,0 9 0,0 11 0,0 5 72,0 1 0,0 7 0,0-1 593,0-2 0,0-2 0,0-1 0</inkml:trace>
  <inkml:trace contextRef="#ctx0" brushRef="#br0" timeOffset="2100">3224 244 8122,'10'8'12,"0"-4"298,-5 7 1,-1-7 0,6 4 451,-2 0 0,5-6 1,-1 3-297,3-3 1,-3-2 0,0 0 0,1-2-120,3-3 0,1-5 1,0-8-1,1 1-92,-1 0 1,1-3-1,-1-1 1,-1-2-109,-5 1 0,3 3 0,-8 2 0,-3-1-299,-1 1 0,-2-1 0,0 1-36,0-1 0,-13 9 1,-5 3-1,-1 4-93,0 2 1,-1 10 0,-1 5-1,-2 8 181,1 5 1,5-5-1,4 4 1,3 0 350,2 0 0,2-4 0,6 6 1,2 0-250,4-1 0,6 2 0,11-6 0,10-3-301,11-2 1,5-9 298,15-4 0,0-4 0,5-2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3:16.020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17 566 8289,'6'-17'845,"0"-1"0,6 1 189,-7 0 1,1 9-610,-6 8 1,0 10 0,0 13 0,0 6 127,0 4 0,-6 4 1,1 1-1,1 3-541,2-2 1,2-3 0,0-3 0,0-2-516,0-2 1,0-7 0,0 1-918,0-4 0,2-9 496,4-4 1,-3-12 0,7-6 0,-2-5-778,-4-6 1701,-2-4 0,5-8 0,3 0 0</inkml:trace>
  <inkml:trace contextRef="#ctx0" brushRef="#br0" timeOffset="150">0 253 8122,'0'-18'1112,"0"1"2138,0-1-3261,0 9 1,2 1-1,2 10 1,4 2-1237,1 2 1,1 7 0,3-1 1246,-1 3 0,-8 3 0,4-1 0</inkml:trace>
  <inkml:trace contextRef="#ctx0" brushRef="#br0" timeOffset="570">296 601 8122,'18'-17'790,"-7"5"0,-1 0 371,-2-1 0,3 3-354,-5-1 1,0 9-573,-6 2 1,0 15 0,0 14 0,0 4-22,0 2 1,0-2 0,0-2 0,0-2-128,0 2 1,2-6 0,2 0 0,4-3-144,1-5 1,-3 2-1,6-13 1,1-2-78,3-2 0,1-10 1,1-5-1,1-7-123,4-3 0,-4-8 0,5 0 0,-5-6 82,-1-3 0,-1 1 0,0 8 1,-1 2 112,-5-2 1,3 6 0,-8 2-141,-2 3 0,3 9-93,-1-1 1,-2 22 0,-8 3 0,-2 10 462,3 8 0,-5 2 0,2 2 0,2-2-188,2-4 1,2 4-1,0-4 1,0 2-372,0-2 1,8-4 0,2-7 0,3-1-354,5 1 0,-9-9 0,13-3 0,-1-4-940,-2-2 1683,1 0 0,-3-16 0,0-3 0</inkml:trace>
  <inkml:trace contextRef="#ctx0" brushRef="#br0" timeOffset="868">1168 148 8122,'0'-29'0,"0"2"0,0 2 592,0 3 0,0 3 154,0 2 0,0 9-576,0 8 1,-2 15 0,-2 14 0,-4 4 237,-2 2 0,5 8 1,-5 3-1,0 7 111,0 5 0,1 4 0,-5 5 0,5-1-264,1-2 0,2-8 1,6 0-1,0-5-433,0-5 0,0-9 0,2-2-435,4-10 1,3-8 0,9-5-612,-1-6 0,-5-12 0,-2-6 0,-3-5 627,-3-6 0,-2-2 0,-4-6 0,-4 2 597,-5-2 0,-12-10 0,-5-4 0</inkml:trace>
  <inkml:trace contextRef="#ctx0" brushRef="#br0" timeOffset="1017">941 479 8364,'-10'-2'1876,"5"-4"0,5 4-1480,5-3 0,5-3 1,7 2-1,3 2-677,3 2 1,2-3-1,8-3 1,0 0-540,4 0 1,4 1 0,-1 3 0,5-4 819,-1-2 0,7-1 0,-7-7 0</inkml:trace>
  <inkml:trace contextRef="#ctx0" brushRef="#br0" timeOffset="1385">1307 653 8495,'12'10'1509,"-1"-4"0,3-4-1271,1-2 0,5 6 1,1-1-1,2-1-355,-2-2 1,5-8 0,-3-1 0,-2-3-227,-1-4 0,-3-1 1,-2-2-1,-1-3 45,-2-3 1,-9 4-1,3-7 1,-4 3 79,-2 0 1,-6 0-1,-1 7 1,-5 5 279,-7 5 1,-1 4 0,-7 4 0,0 4 305,0 5 0,0 7 1,-4 7-1,4 8 202,2 5 0,1 5 1,9-4-1,3 1-174,6-1 1,5-2-1,1-2 1,1 0-349,5 0 0,12-10 1,11-6-1,6-7-544,5-5 1,-1-1 0,7-6-1,3-2-191,1-3 0,-3-3 1,-3-6-1,-1 3 687,-4-3 0,-10-9 0,-4-4 0</inkml:trace>
  <inkml:trace contextRef="#ctx0" brushRef="#br0" timeOffset="1752">1865 497 8122,'9'-8'1470,"1"6"-1057,-4-4 0,-2 4 36,7 2 1,-7 8-1,2 5 1,-4 7 56,-2 3 1,0 8-1,0-2 1,0 6-80,0 6 0,0-5 0,0 5 1,0-4-176,0-2 1,0-2 0,0-4 0,0-6 73,0-4-306,0-1 1,0-11-1,0-9-406,0-13 0,6-4 1,0-10-1,-1-2 79,3-2 1,-6-2 0,4 0 0,-4 0-27,-2 0 0,2 0 0,2 1 1,1 1 66,-1 4 1,0-2 0,0 7 0,4 3-183,1 2 1,3 3 0,5 3 0,3 3 161,3 2 0,-2 2 1,8 6-1,2 0-140,2 0 0,-4 2 0,0 4 0,0 4-836,-1 0 1262,4 5 0,-4-13 0,6 6 0</inkml:trace>
  <inkml:trace contextRef="#ctx0" brushRef="#br0" timeOffset="2236">2475 619 8122,'7'-10'209,"-5"-6"116,4 5 0,-4-5 1,0 1-1,2 1 123,2 3 1,-1 5-1,-5-6-332,0-1 0,0 3 0,-2 0 16,-3 3 0,-5 1 0,-7 6 1,-1 0 90,1 0 0,-3 0 0,-3 2 1,-4 3 78,0 7 1,-4 6 0,6 5-1,0 6-30,-1 4 0,3 7 0,8 1 1,1-2-137,2-2 0,9-3 1,-3 1-1,6-2-303,6-4 0,9-6 0,10-11 0,0-6-47,1-4 1,5-2-1,-4-2 1,2-4-19,0-6 1,-8-5 0,2-4 0,-3-4-72,-3-3 1,-1-1 0,-3-3 0,-3 1 128,-2 1 0,-3 9 0,-5-2 1,0 4 144,0 1 1,0 7-100,0-1 1,-5 10-1,-3 2 1,-2 12 294,-3 9 0,5 0 0,0 6 0,2 0 99,0 1 1,1-1-1,5 4 1,2-2-239,3 2 0,1-6 0,10 0 1,5-2-204,4 0 1,4-1 0,8-11 0,2-5-508,1-4 0,1-2 0,-4 0 0,0-2-1946,-2-4 2628,3-3 0,-18-9 0,5 1 0</inkml:trace>
  <inkml:trace contextRef="#ctx0" brushRef="#br0" timeOffset="2850">3102 723 8122,'0'-17'467,"0"-1"1,0 7 0,0-1 83,0-2 1,0-1-468,0-2 1,0-1-17,0 1 1,0 5 0,-2 2-94,-4 3 1,-4 1-1,-7 6 1,-2 0 293,-5 0 1,3 2 0,-6 2 0,0 5 151,0 7 1,6-1 0,-5 14 0,3 0-74,0-1 0,5 4 1,9-2-1,1 2-232,4 3 0,4-2 0,8-2 0,7-4-320,7-2 0,9-7 0,0-8 0,5-3-395,5-3 1,6-2-1,-7-2 1,-1-2 47,-2-4 1,3-9 0,-1-10 0,-4-2 64,-4-4 0,-10-2 0,4-2 1,-3 0 213,-5 0 0,4 0 0,-9-2 0,2-1 344,-3-3 0,3-5 0,-6 5 0,-1 2 139,1 2 1,0 5-1,-4 1 1,1 2 108,-1-2 0,0 5 0,0 3 0,2 4 439,-2 1 1,-2-5 396,-2 0-142,7 0-963,-5 13 0,6 4 1,-10 12-1,-2 6 130,-2 3 1,-5 10 0,3 4 0,-2 6 289,-3 6 1,-1 1 0,1 9 0,1-1 8,-1 4 0,5 2 0,0-3 1,2 1-287,1 4 0,-1-4 0,8 4 0,3-5-97,7-7 0,-2-3 0,1-10 1,3-6-215,1-10 0,3-1 1,-3-13-709,-3-4 0,1-7 0,-7-10 0,-2 1-694,-2 0 1,-2-7 0,0-1-1,-2 0 1519,-4 0 0,-11-14 0,-10 2 0</inkml:trace>
  <inkml:trace contextRef="#ctx0" brushRef="#br0" timeOffset="3017">3224 531 14099,'23'-5'161,"0"-1"1,3 0-1,-3 6 1,6 0-745,4 0 1,7-6-1,1 0 1,-2 3-3065,-2 1 3647,-3 2 0,9-8 0,2-2 0</inkml:trace>
  <inkml:trace contextRef="#ctx0" brushRef="#br0" timeOffset="3267">3799 514 8146,'-2'10'0,"-2"-3"4,-2 1 1,1-4 0,3 6 0,-2-1 959,-2 1 0,-6 2 0,6 7 0,1 4-424,-3 6 0,4 6 0,-6 4 0,3 2-411,3-3 0,2 5 1,2-4-1,0-4-400,0-5 0,2-8-347,4 1 0,3-11 0,9-8 0,-1-8-222,1-8 1,-3-3-1,-1-5 1,-5-1 839,-1-2 0,6-16 0,-5 2 0</inkml:trace>
  <inkml:trace contextRef="#ctx0" brushRef="#br0" timeOffset="3400">3938 305 8146,'-5'-12'529,"-1"1"302,2-3 1,2 4-521,2-1-311,0 7 0,0 4 0,0 10 0</inkml:trace>
  <inkml:trace contextRef="#ctx0" brushRef="#br0" timeOffset="3850">4374 671 8146,'0'-18'309,"0"1"0,0 0 1,0-1 266,0 1 1,0-1 0,-2 1-311,-4-1 0,-3 1 0,-9 2 1,1 3-35,-1 6 0,1 2 1,-1 0-1,-1-1-11,-4 1 0,2 9 1,-7 9-1,1 5 108,0 5 0,6 12 0,-2-1 0,3 4-59,3 4 0,-1-5 0,3 7 1,3-3-337,7-3 1,3-4 0,4-6 0,3-6 28,7-3 0,11-5 0,6-3 1,4-6 23,2-4 1,0-10 0,0-4 0,-2-3-132,-4-3 0,2-1 0,-8-4 0,-2-6-386,-1-4 1,-5 4 0,-3 0-1,-7-2-292,-3-2 0,-2-2 0,-3 0 0,-7 0 453,-8 0 0,-9 8 0,2 4 0,-2 6 302,-4 5 0,4 4 0,-2 8 0,0 4 11,2 8 1,-4 1-1,8 18 1,1 4 65,3 4 1,7 3 0,3-3 0,1 2-199,4-3 1,4-3-1,6-4 1,7-4-444,9-1 631,-3-11 0,22 8 0,-5-3 0</inkml:trace>
  <inkml:trace contextRef="#ctx0" brushRef="#br0" timeOffset="4283">4531 531 9157,'-10'0'2042,"-3"2"0,7 4-1638,2 6 1,2 5 0,2 5-1,0 3-239,0 2 0,0 0 0,0 4 1,0-4-59,0-2 0,6 4 0,0-6 0,-1 1-194,3 1 1,-4-6-470,8 4 0,-1-11 225,7-6 1,-1-10 0,1-6 0,-1-3-121,0-7 0,-5-3 0,0 2 0,1-4 142,3-2 0,1-2 0,-1-4 1,-3 2 137,-1 2 0,-3 7 0,3-1 0,-4 4 599,0 1-171,-7 1 1,-1 9 0,-11 10 0,-5 12 220,-1 7 0,1 10 1,3-2-1,3 4-255,2 2 1,3-8-1,5-4 1,0-2-292,0 3 1,0-5 0,4 4 0,5-5-562,9-7 1,5 3-1,0-8 1,6-3-1994,4-1 2622,2-2 0,8-7 0,1-3 0</inkml:trace>
  <inkml:trace contextRef="#ctx0" brushRef="#br0" timeOffset="4667">5106 531 8628,'0'-17'928,"0"0"0,0 5 222,0 0-1155,0 1 0,-2 1-187,-4 4 1,-4 4 0,-7 4 519,0 4 1,-1 2 0,1 5 0,-1-1 216,1 2 1,1 1 0,5 2-266,5 1 0,4-1 0,2 3 0,2 1-145,4 2 0,5 0 0,11-3 1,3 1-44,2 2 1,2 1 0,4-7-1,-2 0-60,-2 1 0,-8-1 0,3-1 0,-7-3-48,-5-1 1,-5 0 0,-9 5-1,-5 0-73,-11 1 1,-15-1 0,-13 1 0,-3-1-284,3 1 1,-2-3-1,9-1 1,6-5-2205,8-1 730,5-2 1846,11-6 0,16-8 0,13-2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02:33:11.65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53 713 7824,'-10'-8'-1400,"1"6"3701,3-4-1756,4-3 0,-6 5 307,8-8 163,-8 8-128,6-4-9,-5 8-577,7 0-197,0 0 23,0 8 1,0 2 0,0 7-1,0 3-12,0 3 1,0 2 0,0 6-1,0-4-38,0-2 1,2 4-1,1-3 1,3-1-31,-2 0 0,0-2 72,2-5 1,-2-9-1,7-3-108,3-4 0,-6-10 1,-1-3-31,1-5 1,-4-1 0,6-1 50,-3 1 0,-1 5-365,-6 1 1,0 5-820,0-6 1019,0 8 0,2-3 215,4 7 1,-2-6-83,7 0 0,-5-6 0,6 5-90,1-3 0,3-2 0,1-5 0,1-1-37,-1 1 1,-1-2-1,-3-3 1,-1-1 76,1 2 0,-3 3 1,0 5-72,-2 1 1,3 6 94,-5-5 1,0 15-1,-6 3 1,0 13 304,0 9 0,-6-2 1,0 2-1,2 2-132,2 2 0,2 2 0,2-2 0,4-4-68,6-6 1,3-4 0,5-3 0,1-5-75,2-5 1,8-4 0,-2-4 0,4-4-260,2-5 0,0-7 1,-2-3-1,-4-4-119,-6-2 1,-6 5 0,-5-3 0,-6 2-521,-4 0 1,4 0 0,-1 5 0,-3 3-978,-6 3 1870,2 4 0,-13 1 0,5-3 0</inkml:trace>
  <inkml:trace contextRef="#ctx0" brushRef="#br0" timeOffset="333">872 225 8246,'0'-18'0,"0"1"525,0 0 0,0-1-28,0 1 0,0 9-177,0 8 1,0 10 0,0 13 0,0 8 157,0 8 1,0 7-1,-2 10 1,-2 4-276,-2 2 1,1-4 0,5 6 0,0 0-92,0-2 0,0-2 0,1-10 0,5-3-672,6-7 1,-2-5 0,1-6-547,3-5 0,1-13 1,1-7 355,-5-8 1,-3-7 0,-10-11 0,-4-3 749,-5-2 0,-5 4 0,-1-6 0,-8 0 0,-2-6 0</inkml:trace>
  <inkml:trace contextRef="#ctx0" brushRef="#br0" timeOffset="466">698 643 12314,'9'-10'637,"9"5"0,7-3 1,12 0-1,5-2-664,11-3 1,7-3 0,11-1 0,3 1-4382,1 5 4408,1-5 0,-6 7 0,-1-9 0</inkml:trace>
  <inkml:trace contextRef="#ctx0" brushRef="#br0" timeOffset="1183">2144 904 8122,'-17'10'-879,"7"0"1,2-6 929,1 1 1,-1 3 1594,-4-2-95,-3 4-506,13 7 1,-6-5 188,8-1 0,0-9-900,0-2 1,0-2 0,2-9-1,2-5-104,2-5 0,1 0 0,-3-8 1,2-4-58,-2-6 0,-2 0 0,-2-7 0,0-3-150,0-1 0,-2-4 0,-2-2 0,-4-2-369,-1 1 0,3-3 0,-4 2 0,2 4-41,4 6 1,3 7 0,1 10 0,1 4-96,5 2 1,4 7 0,9 7-1,5-1-144,5 2 1,4 1-1,1 5 1,3-2 160,4 2 1,-4 10-1,5 6 1,-3 3 32,-4 3 1,2 1-1,-14 2 1,-4 4 431,-5 2 0,9 3 0,-4 4 0</inkml:trace>
  <inkml:trace contextRef="#ctx0" brushRef="#br0" timeOffset="1433">1865 626 8122,'-6'17'-314,"1"0"0,-7-5 1,6 0 1232,2 1 0,-3-3-422,1 2 1,8-9 0,9 3 0,5-4-31,1-2 0,7 0 1,1 0-1,2 0-171,4 0 0,8-8 1,1-1-1,-1-3-439,-2 0 1,-2 3-1,-1-5 1,1 5-571,0 1 1,-6 0 0,-2 4 0,-2-2-969,-3 3 0,-3 1 1681,-2 2 0,1-8 0,-1-2 0</inkml:trace>
  <inkml:trace contextRef="#ctx0" brushRef="#br0" timeOffset="1783">2388 835 11766,'17'0'229,"1"0"0,-1 0 0,1 0 0,1-2-98,4-4 1,-1 2-1,5-8 1,-2 1-104,-4 1 1,-1-5-1,-3 1 1,0-5-271,1-4 1,-6-1 0,-3 5 0,-1-2-71,-4-3 0,-2 7 1,-4 5-1,-4 1 97,-6 1 1,-9-3 0,-2 7-1,0 2-5,-3 2 0,5 10 1,-6 3-1,2 7 378,4 5 1,1 2 0,3 6 0,-1-2 66,1 2 1,7 2 0,4 0 0,4-4-13,2-6 0,14 2 0,5-3 0,7-5-309,5-3 0,1-10 1,5 1-1,2-3-545,2-2 0,-1 0 1,-5 0-1,0-2-510,0-3 0,-2-3 1151,-4-4 0,4-11 0,-6 4 0</inkml:trace>
  <inkml:trace contextRef="#ctx0" brushRef="#br0" timeOffset="2266">3103 782 8122,'5'-11'463,"1"-1"0,0 1 518,-6-7 0,0 1-575,0-1 0,0 7-409,0-1 1,-2 2-215,-4-1 0,2-3 1,-7 8-1,-5 3 169,-5 1 0,0 4 0,-8 3 0,0 7 118,1 3 1,-4 9 0,4 1 0,1 0 60,4 0 0,6 4 0,3-4 0,4 1 68,3-1 1,3-2 0,10-6 0,5-1-207,5-4 0,9-5 0,4-7 0,4 0-149,2 0 0,0-2 0,-1-3 1,1-7 89,0-4 0,-6-3 0,0-2 0,0-2-43,-2 1 1,-3-3-1,-11 2 1,-3 2 36,-2 1 0,-3 3 0,-5-1 82,0 1 0,-2 7 0,-3 4-95,-7 4 1,2 10-1,-1 6 1,-1 5 178,2 4 1,-3 3 0,7-5-1,2 2 47,2-2 1,2 5-1,2-3 1,4-2-13,6-2 0,9-1 0,4-3 0,2-1-3,4-2 0,2-9 1,2 3-1,0-4-1136,0-2 1,0-8-1,-1-3 1,-1-5-1289,-4-1 2298,-4-1 0,1-14 0,1-5 0</inkml:trace>
  <inkml:trace contextRef="#ctx0" brushRef="#br0" timeOffset="2549">3782 207 8122,'0'-23'0,"0"0"434,0 2 1,0 1-1,0 3 1556,0-1-1892,0 9 1,0 3-1,0 14 1,0 9 139,0 10 1,-8 8-1,-3 6 1,-3 5-9,3 4 0,-5 11 0,5 0 0,-5 5-81,-1 4 1,5-10 0,2 8-1,3-6-370,3-6 0,2-2 0,2-5 0,2-7-179,4-7 0,-3-14 1,9-1-970,2-7 1,-1-11 787,-1-2 0,-5-8 1,-7-9-1,0 0 199,0-1 1,-1 1 0,-5-3 381,-6-3 0,-11-4 0,-4-8 0</inkml:trace>
  <inkml:trace contextRef="#ctx0" brushRef="#br0" timeOffset="2733">3451 678 11588,'18'0'827,"1"0"1,2 0-832,2 0 0,6-6 1,-3 0-1,1 0-538,4-1 1,2 3-1,1-6 1,1 2-139,0 5 0,0-5 0,-2 2 0,-2 2 680,-2 2 0,-8-6 0,4-1 0</inkml:trace>
  <inkml:trace contextRef="#ctx0" brushRef="#br0" timeOffset="3083">3956 626 10696,'-1'17'583,"-3"0"1,-2 1-378,2-1 0,2 3 0,2 3 0,0 6-86,0 4 0,0 2 1,0-2-1,2-2-24,4-2 0,3-8 0,9 2 0,1-5-72,4-7 1,1-3 0,9-8 0,3-4-117,1-8 0,0-1 0,-2-16 0,-2-4-223,-4-6 1,2 2-1,-10-3 1,-4 3 11,-3 2 1,-10 6 0,2 2 0,-4 2 186,-2 4 1,-8 1 0,-4 5 0,-3 3-31,-3 6 0,1 4 1,0 4-1,1 6-318,4 9 0,-1 1 0,7 7 0,2-2 95,2 0 1,2 3 0,0-5 0,0 2 368,0-2 0,8-7 0,4-4 0,5-3 0,6-3 0,4-2 0,8-2 0,0-7 0,0-3 0</inkml:trace>
  <inkml:trace contextRef="#ctx0" brushRef="#br0" timeOffset="3416">4584 573 8290,'-10'0'1648,"0"0"1,7 4-1283,-3 8 1,0-1 0,6 15 0,0-1-53,0 4 1,0 4-1,0 2 1,0-3-175,0-2 1,2 1 0,2-8 0,2-2-160,-3-2 1,1-1 186,2-1 0,-2-7 0,6-6-437,-3-8 1,5-6 0,-6-7 0,-2-3-82,-2-3 1,0 2-1,1-6 1,3 0 100,-2 0 1,-2 3 0,-2-3-1,0 0 47,0 0 0,6 6 0,0-2 0,-1 3-40,3 3 1,4-1-1,9 1 1,2-1-38,-1 1 0,5 7 0,0 5 0,2 3-251,0 2 0,-8 0 0,4 0 0,-1 2 530,-1 3 0,-6-1 0,-5 8 0,-8-1 0,4 7 0</inkml:trace>
  <inkml:trace contextRef="#ctx0" brushRef="#br0" timeOffset="3736">4828 695 8122,'0'10'2217,"2"4"-1562,3-9 0,-1 7-327,8-6 0,-6 5 0,5-5 0,3-2-95,1-2 0,3-2 1,1 0-1,3-2-85,1-4 0,8-3 1,-4-9-1,2 1-253,0-1 0,-8 1 1,1-2-1,-7-3-187,-3-1 0,-8 0 0,1 5 0,-3 1-108,-2-1 1,-4 3 0,-5 3 0,-11 7 215,-5 3 0,-4 4 0,-6 3 0,2 9 400,4 7 1,-4 1 0,6 7 0,0 2-9,4 1 1,9 3-1,5 0 1,1 2-208,4 4 0,10-7 0,7 3 0,11-8-736,11-4 1,7-1 0,12-9 734,4-3 0,12-4 0,10-8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3:15.570"/>
    </inkml:context>
    <inkml:brush xml:id="br0">
      <inkml:brushProperty name="width" value="0.08571" units="cm"/>
      <inkml:brushProperty name="height" value="0.08571" units="cm"/>
      <inkml:brushProperty name="color" value="#F6630D"/>
    </inkml:brush>
    <inkml:brush xml:id="br1">
      <inkml:brushProperty name="width" value="0.11429" units="cm"/>
      <inkml:brushProperty name="height" value="0.11429" units="cm"/>
      <inkml:brushProperty name="color" value="#F6630D"/>
    </inkml:brush>
  </inkml:definitions>
  <inkml:trace contextRef="#ctx0" brushRef="#br0">0 697 8519,'0'-11'1247,"0"-1"1,0 6 693,0-6-1485,0 9 0,2-5 0,4 8 1,6 0-80,3 0 0,3 0 0,1-2 1,3-2-521,1-2 0,6-2 1,-4 4-1,2-1-1192,4 1 1,2 2 1334,2 2 0,0-8 0,0-2 0</inkml:trace>
  <inkml:trace contextRef="#ctx0" brushRef="#br1" timeOffset="1351">978 348 22530,'10'-2'4179,"-4"-4"-3756,-4 4 1,-2-4-689,0 12 0,0 4 0,0 7 0,-2 1 193,-4-1 0,4 8 0,-6 7 0,3 4-175,-1 5 0,-6 8 1,6-3-1,1 3-375,-3-3 1,6-3 0,-4-10 0,4-4-3858,2-6 4057,0-3 1,8-18 0,2-4 0</inkml:trace>
  <inkml:trace contextRef="#ctx0" brushRef="#br1" timeOffset="1615">629 313 24690,'18'0'300,"-1"0"1,3 0 0,3 0 0,6 0-330,4 0 0,4 0 0,4-2 0,5-2-160,5-2 1,7-5 0,0 3 265,-2-2 0,6-1 1,0-7-1</inkml:trace>
  <inkml:trace contextRef="#ctx0" brushRef="#br1" timeOffset="2150">699 924 16305,'-10'-8'-322,"3"6"1,9-5-1,3 7 1,7 0 605,4 0 0,9 0 1,4 0-1,6 0-680,6 0 0,3 0 1,9 0 481,-1 0 0,16 0 0,4 0 0</inkml:trace>
  <inkml:trace contextRef="#ctx0" brushRef="#br1" timeOffset="2780">1572 907 10297,'-11'0'1566,"-1"0"0,6 0-676,-5 0-423,7 0 0,-10-2-183,8-4 1,0 2 0,6-8 0,0-1 9,0-3 1,0 3 0,0-3-1,0-5-177,0-4 1,2-4 0,2-6 0,4-2-438,2-4 1,1-4 0,7-9 0,-1-2-227,1-2 1,5-1-1,2 7 1,2 0-26,4-1 1,1 9 0,-1 3 0,-4 6 22,-2 6 0,4 11 0,-4 11 1,1 1-414,-1 0 1,-4 8 973,-9 9 1,11 5 0,-4 1 0</inkml:trace>
  <inkml:trace contextRef="#ctx0" brushRef="#br1" timeOffset="3048">1310 610 14689,'-9'2'1762,"5"2"0,8 1-1643,7-1 0,13-2 0,5-2 0,4 0-656,2 0 0,7 0 1,5 0-1,3-2 572,3-3 0,-1-5 1,0-8-1</inkml:trace>
  <inkml:trace contextRef="#ctx0" brushRef="#br1" timeOffset="3932">2760 907 11324,'-8'-10'954,"6"2"1,-6 6-767,8-4 0,0 3-116,0-9 0,0 0 0,0-7 0,0-2 8,0-3 1,0-7 0,0 0 0,2-8-37,4-7 0,-2-5 0,8-3 0,1-4-200,3-6 0,1 4 0,1 1 0,1 5-176,4 2 1,-1 7-1,7 4 1,2 6-525,2 6 1,2 10 0,0 9 0,0 2 918,0 5 0,0 16 1,-1 7-1</inkml:trace>
  <inkml:trace contextRef="#ctx0" brushRef="#br1" timeOffset="4231">2533 610 16671,'0'-12'-383,"0"1"1,2 7 0,4-2 1014,5 4 1,12 2 0,9 0 0,4 0-672,5 0 1,10 0 0,-1 0 0,8 0-1438,4 0 1547,-13-8 0,17-2 0,-12-7 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3:25.08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245 917 7684,'0'-12'270,"0"0"1,6 7 0,0-7 46,-3-2 0,5 5 0,-2-3 38,-2-2 1,4 5-1,-3-3-131,-1-1 1,-2 3 0,-2-2-163,0-1 1,-7 5 0,-5 2-1,-4 4-126,-1 2 1,-3 0 0,-1 2 0,-2 4-14,1 6 0,-3 3 1,2 4-1,0 5 99,-3 5 0,9 2 1,-2 0-1,7-2 51,4 2 0,2 0 0,6 0 1,4-4-28,8-1 0,0-5 1,13-7-1,0-5 31,4-1 1,-2-2 0,0-8 0,1-4-74,-1-6 1,-4-3 0,4-5-1,-2-1-13,-3-2 1,-3-8-1,-1 2 1,-3-2 3,-3 2 1,-4-3 0,-6 9 0,1 2 8,3 1 0,0 3 1,-8 1-12,-4 5 0,2 3 0,-5 10 0,-1 4-10,0 5 0,1 11 0,-3 3 0,4 0 6,0 0 0,6 5 1,-3-7-1,3-2-50,2-1 0,2-3 0,3 1 0,7-3 34,4-3 0,1 1 1,3-7-1,1-2-456,2-2 1,6-2 0,-5 0 0,-1-2-392,2-4 0,-6 2 0,5-5 874,-5 1 0,-9 2 0,5-2 0,-5-1 0</inkml:trace>
  <inkml:trace contextRef="#ctx0" brushRef="#br0" timeOffset="385">699 795 7851,'0'-18'1110,"0"1"0,0 9-723,0 8 0,0 10 1,0 13-1,2 6-160,4 4 1,-4 2 0,3 0-1,-3 0-54,-2 0 0,2-2 0,2-2 1,2-4-2,-2-2 0,0-7-180,2-7 0,3-7 1,7-2-102,-5-12 0,-1-1 1,-6-15-1,2 3-10,-2 0 1,-2-8 0,0 4 0,2-2-24,1-1 1,1 9 0,-6-2 0,0 3-36,0 3 0,0-1 0,0 1 0,2 1-123,4 5 1,-2-3 0,7 8 0,1 1-5,-2-3 1,5 6 0,-3-4 0,5 4-25,7 2 1,-3 0 0,6 0 0,-2 0-463,-3 0 0,3 0 790,-2 0 0,8-8 0,-3-1 0</inkml:trace>
  <inkml:trace contextRef="#ctx0" brushRef="#br0" timeOffset="731">1136 934 8818,'0'-11'851,"0"-1"0,1 8-705,5-2 0,4-2 1,7 1-1,1-1-94,-1 0 1,1-5 0,-1 1 0,3-4-131,3-1 0,-9 0 1,3 1-1,-3 2-129,-5 3 1,-1-1-1,-8-5 92,0-1 1,-2 8 0,-4 5 0,-7 3 148,-9 2 0,3 0 1,-4 2-1,3 5 271,3 11 1,-1 1 0,1 10-1,1 2 29,5 2 0,-3 2 1,8 0-1,4 0-230,6 0 0,8-2 0,11-4 0,10-7-343,12-9 0,11-7 0,20-14 0,7-11-1914,8-14 2153,-1-10 0,-39 17 0,1 0 0,-4 0 0,1-1 0</inkml:trace>
  <inkml:trace contextRef="#ctx0" brushRef="#br0" timeOffset="1615">2393 934 8061,'-10'0'1271,"4"0"0,14-2-1253,10-4 1,-1-3 0,8-9 0,-1 1-55,-1-1 1,6 1 0,-4-3 0,0-1 43,1-2 0,-3-6 0,-6 5 0,-1 3-74,-4 2 0,-5 1 1,-7 1-48,0-1 1,-7 9 0,-5 3 0,-5 6 80,-7 6 0,3 3 1,-6 11-1,2 1 79,3 2 1,-3 8-1,2-1 1,3 3 185,7 1 1,-1 1-1,8 0 1,2 2 25,2 4 0,4-10 1,4 2-1,8-6-219,7-6 0,6-3 0,10-6 1,0-7-169,-2-3 0,4-4 0,-10-5 0,4-9-314,2-5 0,-10-8 1,-6 3-1,-5 1 71,0 0 1,-5-4 0,1 6 370,-2 1 0,-2-5 0,-6 0 0</inkml:trace>
  <inkml:trace contextRef="#ctx0" brushRef="#br0" timeOffset="1998">2847 777 7882,'18'-10'746,"-9"-5"-125,-3 3 1,-4 6-252,-2 6 0,0 8 1,0 10-1,0 1-129,0 4 0,0 2 0,0 7 0,0-3-111,0 2 0,0 2 1,2 0-1,2-4-16,2-6 1,5-4 0,-3-1-157,2-1 0,1-7 1,7-4-1,-1-4-57,1-2 0,-7 0 1,1-2-1,2-4-35,1-6 1,-3 3-1,-3-3 1,1-1-26,0-3 1,-4-1 0,3-1-1,1 1-81,0-1 0,-4-1 1,3-3-1,1-3-190,0-2 0,-4 4 0,3-6 0,-1-2-259,-4-2 1,0 5 0,0 3 688,2 0 0,-1 6 0,-5-7 0</inkml:trace>
  <inkml:trace contextRef="#ctx0" brushRef="#br0" timeOffset="2531">3511 864 7788,'0'-17'0,"0"-1"0,0 1 169,0 0 1,0 5 0,0 0 0,0-1 123,0-3 1,-2 4-1,-2 1 1,-2-3-95,2-1 0,-6 3 1,-1 2-127,-5 3 1,-1 1 0,-1 6-1,1 0-158,-1 0 0,1 9 0,0 7 0,-1 7 111,1 4 1,-1-3 0,1 5 0,1 2 112,4 2 1,-1 2 0,7-2-1,2-4-87,2-6 1,4-3 0,4-3 0,6 1-5,3-1 1,5-7-1,3-4 1,4-5-79,0-1 0,4-7 0,-7-5 0,-1-5-29,2-7 1,-6 5-1,5-6 1,-7 1 37,-5 1 0,1-6 1,-7 6-1,-2-1-31,-2-1 0,-2 6 29,0-4 1,-2 11-1,-4 6 1,-5 6-13,-5 6 0,5 6 0,1 9 0,0 4 16,0 2 1,7-3 0,-3 3 0,4-2 24,2-4 1,0 5-1,2-3 1,4-4-77,5-5 0,11-1 1,3-7-1,2-2-140,4-2 0,2-2 0,2-2 0,-2-4-181,-4-5 1,4 1 0,-6-2-1,0-1 391,-3-3 0,-5-1 0,-2-1 0</inkml:trace>
  <inkml:trace contextRef="#ctx0" brushRef="#br0" timeOffset="3331">3843 847 7788,'0'12'1136,"0"-1"-634,0-7 1,1 4-337,5-8 1,-2 0 0,8 0 0,1-2 4,3-4 0,1-4 0,1-7 0,-1-1-31,1 1 0,5-8 0,2-4 1,2-4-74,4-2 0,-3 0 0,1-2 0,0-4-223,-2-5 1,2 1 0,-9 0-1,-5 1 73,1-1 0,-9 6 0,-1-1 0,-4 5-48,-2 5 1,-2 5 0,-4 10 0,-5 3 62,-5 6 1,-1 6-1,-1 8 1,-1 9 65,-4 11 0,3 12 0,-3 7 0,3 3-15,3 3 0,1-5 0,3 3 0,3 3 179,2 0 0,3 7 0,5-3 0,2-2 167,3-2 1,5-9-1,9-2 1,3-4-254,1-5 1,6-8 0,-4-17 0,1-1-100,-1-4 1,4-4 0,-6-8 0,1-7-118,1-7 1,-6-9 0,4 2 0,-3-4-57,-3-2 1,1 6 0,-1 0 0,1-2-78,-1-2 0,-5 0 0,-2 2 0,-3 4-32,-3 2 0,-2 1 187,-2 7 0,-2 7 1,-4 6 234,-5 8 1,-5 12 0,-1 9 0,1 0 92,5 0 1,-3 6 0,6-3 0,0 1 10,1 0 0,1-6 1,6 4-1,0-1-144,0-5 0,0-2 1,2-1-1,4-1-147,5 1 0,5-9 0,1-3 0,1-4 21,-1-2 0,7-2 0,-1-4 0,-2-5-212,-1-5 0,3-1 0,0-1 0,-2 1 55,-1-1 0,-8-5 0,-1 0 0,1 1 11,-3 3 1,5 2 0,-8-1 78,-2 1 0,0 1 0,0 3 135,1 1 0,-1 8 0,-10 0 123,-5 8 0,-3 6 1,1 9-1,3 2 104,2 3 1,0 5 0,5-4 0,-3 0-59,2 1 1,2 3 0,2-4 0,0 0-222,0 0 0,0-1 0,2-7 0,4-1-143,5-5 1,5-3 0,3-8 0,3 0-47,1 0 0,6-2 0,-4-4 0,0-5-207,1-5 0,3-1 0,-6-1 429,-2 1 0,-1-1 0,-3 1 0</inkml:trace>
  <inkml:trace contextRef="#ctx0" brushRef="#br0" timeOffset="3865">5187 777 7519,'8'-17'76,"-6"-1"1,4 1 270,-4-1 1,4 7 0,-1-1-71,-1-2 0,-2 5-102,-2-3 1,-2 2 0,-4-1-43,-5 5 0,-5 4 0,-1 2 0,-1 0-5,1 0 1,-1 8 0,1 3 0,-1 5 3,1 1 1,-4 7-1,-1 1 1,5 2 27,1 4 1,-1 2 0,11 0-1,2-2-129,2-2 0,2-2 0,0 2 0,2-5-117,4-5 1,4-7 0,7-3 0,3-1-27,3-4 1,-4-4-1,5-6 1,-5-5-93,-2-5 1,7-7-1,-3-2 1,-4-1 129,-3 1 1,-4-6-1,3 4 1,-3-2 57,-2 0 1,0 7 0,-5-1-1,3 4-21,-2 1 1,-2 7-8,-2-1 1,-6 10 0,-1 2 0,-1 12 66,0 9 1,-4-2-1,7 7 1,-1-1-66,-2 4 0,6-4 0,-4 0 1,4-1-55,2-1 0,8-2 0,4-7 1,3-2-100,3 1 0,5-5 0,2-2 0,4-6-325,8-6 0,-2 2 0,6-10 1,-4-3 519,-2-4 0,0-3 0,7-1 0,3-2 0</inkml:trace>
  <inkml:trace contextRef="#ctx0" brushRef="#br0" timeOffset="4148">5851 44 7788,'-2'-16'564,"-4"4"0,2 5 0,-5 9-453,1 3 1,0 7-1,4 11 1,-2 6 58,2 4 1,-5 16 0,-1 5 0,-2 6 16,1 6 1,-1 4 0,-3 6 0,1 3-47,2 1 0,8-4 0,-1-12 1,3-8-216,2-7 0,0-3 0,0-11 0,2-10-524,3-9 1,5-8 0,6-10-185,-5-4 0,-1-4 1,-6-7-1,2-1 782,-2 1 0,-2-1 0,-2-7 0,0-2 0</inkml:trace>
  <inkml:trace contextRef="#ctx0" brushRef="#br0" timeOffset="4315">5502 567 8146,'-10'0'894,"4"-5"0,12-3 0,6 0-854,3 0 1,10-3-1,2 3 1,3-2-579,-1-3 0,0 3 1,6 0-1,-2 1-222,-4-1 1,2 6 0,-8-4 759,-2 0 0,7 7 0,-1-7 0</inkml:trace>
  <inkml:trace contextRef="#ctx0" brushRef="#br0" timeOffset="4698">5921 725 7788,'9'7'2900,"7"-5"-2671,-4 4 0,-3-4 0,3-2 0,2 0-375,1 0 1,-3-2-1,-1-2 1,3-3-34,1-3 0,3-2 1,-1-5-1,-1-1 69,-4 1 0,1-1 1,-7 1 154,-2-1 0,-2 1 0,-4 1 0,-4 5 94,-6 5 1,-3 4 0,-3 2 0,-1 2 34,-4 4 0,1 5 0,-5 13 0,2 5 133,4 4 1,1 2 0,3 0 0,-1 0-106,1 0 1,7-1-1,4-1 1,4-2-60,2-1 0,10-9 0,6 2 1,7-5-125,4-7 0,2-3 0,6-8 1,-2 0-286,-4 0 0,2-2 0,-6-4 1,1-5-342,-1-5 1,-2-1-1,-5-1 1,-1-1-353,1-4 1,-9 3 958,-3-3 0,4-4 0,-1 0 0</inkml:trace>
  <inkml:trace contextRef="#ctx0" brushRef="#br0" timeOffset="5215">6497 602 7788,'0'-11'265,"0"-1"745,0-1 0,0-3-335,0-1 0,0 5-385,0 0-185,0 1 1,-8 1-1,-3 4-305,-5 4 1,-1 4 0,-1 4 0,1 6 130,-1 3 0,7 3 0,1-1 0,2 0 86,4 1 1,2-1 0,2 1-40,0-1 1,8-7 0,4-4-7,3-4 1,-3-2-1,0 0 351,1 0 1,3 0 37,1 0 0,-5-8-292,-1-4 1,-7 3-213,2-3 0,-4 6 0,-4-3-1943,-4 1-11,4 2 1355,-5 6 1,5 0 741,-4 0 0,4 0 0,-6 0 0,0 0 0,-1 0 0</inkml:trace>
  <inkml:trace contextRef="#ctx0" brushRef="#br0" timeOffset="6014">6480 620 7478,'0'-18'1415,"0"7"-1267,0-1 1,0 6-936,0-5 1081,0 7 143,0-12 1,0 12 346,0-7-521,0 7 1,-2-4-1,-4 8-109,-6 0 0,2 0 1,-1 2-1,-1 4 225,3 5 1,-7 5 0,4 3 0,-3 5-173,-3 5 0,3 4 1,1 2-1,5 0-156,1 0 1,2 0 0,6-3-1,0-2-255,0-7 1,6-4 0,2-3 0,1-5-64,5-5 0,1-4 0,3-2-48,-1 0 1,-5-6 0,-2-1 0,-3-3 173,-3-4 0,4 5 1,0-1-1,0 0 133,-1 1 1,1-1 0,-4-4-1,4 5-91,1 1 0,-5-6 1,4 3 86,0-5 0,-6 4 0,6 3 0,-3-1 93,1 0 0,0 4 104,-6-5 0,0-1-168,0-5 0,6 5 0,0 0-70,-2-1 1,-1-3 0,1-1 0,2-1-18,-2 1 1,4-2 0,0-5 0,-1-3 58,1 0 1,4-12 0,-5 2 0,1-4 54,0-1 1,4-1 0,-5 4-1,1-3-25,0-3 0,4 8 0,-7 0-8,-1 6 0,-2 10-103,-2-2 0,-2 13 0,-2 10 111,-1 10 1,-7 5 0,4 3-1,-2-1 220,-3 0 1,3 3 0,-2 1 0,1 4 97,1 3 1,-5 1-1,5 6 1,-2 2-34,1 3 1,5 5-1,-4 5 1,2 1-322,4 1 0,4-1 1,4 9-1,6-4-285,6-5 1,-1-5 0,14-1 0,2-8 16,2-6 1,4-18 0,4-1 0,3-10-215,1-8 0,4-4 1,-9-7-1,-3-3-1230,-6-3 1729,-5 4 0,-1-14 0,2 6 0</inkml:trace>
  <inkml:trace contextRef="#ctx0" brushRef="#br0" timeOffset="6948">7772 567 7750,'10'-1'491,"-5"-5"1,-1 4-1,0-6-13,2 0 1,0 4-224,-6-7 0,0 5-291,0-6 1,-2 6 44,-4-5 1,2 7 0,-7-2 0,-3 4 45,-2 2 0,-1 0 0,0 0 1,-1 2 3,1 4 0,-1-2 1,1 5-1,1 1-18,5 0 0,-3 2 1,8 5 6,2 0 0,10-5 1,6-2 22,3-2 1,5 3 0,1-3 0,2 2 47,-1 3 0,-3-3 0,-2 2 0,1 3 103,-1 6 0,-1-1 1,-2 3-1,-5-1-106,-1 1 0,-2-4 0,-8 6 0,-4-1-151,-6-1 0,-11 6 1,-4-6-1,-2-1-68,0-3 0,-2-7 1,-8-3-1,-2-1-117,2-4 1,8-2 0,4-2 0,2-2-134,4-4 1,3-3 0,6-9 0,7 1-146,3-1 1,2 1 0,2-1 0,3 1 30,7-1 1,4 1-1,1-1 1,2 1 226,5 0 1,-5 1-1,4 2 1,-3 3 239,-3-3 0,7 4 0,-1-1 0,8-1 0,-4-5 0</inkml:trace>
  <inkml:trace contextRef="#ctx0" brushRef="#br0" timeOffset="7298">7789 777 7735,'0'18'1265,"2"-3"-844,4-3 0,4-5 0,7-7-255,1 0 0,1-2 1,3-1-1,1-5-67,-2-2 1,-1-1-1,-3-7 1,1 1-53,-1-1 1,0 1 0,-1-1 0,-2 1-135,-3-1 0,-1 1 0,2-1 1,-7 1-96,-3-1 0,-2 1 0,-2-1-4,-3 1 1,-5 7-1,-8 4 1,1 5 111,-1 1 0,-5 1 0,-2 5 0,0 8 245,-1 7 0,3 1 1,6 7-1,-1 0 50,1-2 1,5 6-1,2-4 1,3 4-31,3 2 1,4-2-1,8-4 1,7-6-264,6-3 1,11-3-1,-3-1 1,4-5-355,2-5 0,-1-6 1,1-6-1,-2-5-38,-4-5 1,3-3 0,-9-3 0,-2-3-476,-1-2 1,-9-2 938,1-6 0,-8 0 0,3 0 0</inkml:trace>
  <inkml:trace contextRef="#ctx0" brushRef="#br0" timeOffset="7831">8243 463 7735,'12'-10'736,"0"4"0,-8 14 0,1 7-402,-3 7 1,-2 9 0,-2-2 0,-1 6 26,-3 6 1,-6 3 0,4 11 0,1 1-27,-1 2 0,2 6 1,4-4-1,-2 0-158,-2 1 0,1-5 0,5-10 0,0-7-297,0-8 0,5-5-92,1-9 0,6-9 1,-6-8-1,-2-10-17,-3-5 1,1-5 0,2-1 0,2-4-48,-2-3 0,-2 1 0,0-4 0,2 2 85,2-2 0,-1-2 0,-3-2 0,2 0 48,2 0 1,6 0 0,-5-2-1,3-1 40,4-3 0,-5-6 1,3 5-1,2-1 127,1 0 1,3 2 0,-1 7 0,1 1-20,-1 3 0,6 1 0,1 10 0,-1 5-37,2 5 1,-5 3 0,3 6 0,-4 0 43,-1 0 0,-1 13 0,-1 7 1,-3 5 114,-1 6 1,-8 2-1,2 2 1,-4 0 327,-2 0 0,-8 0 0,-4 0 0,-3 0-142,-3 0 0,1-2 1,-1-4-1,1-6-288,-1-4 0,1-3 0,-1-3 0,-1-3-175,-4-2 1,3-4 0,-5-8 0,2-4-590,-1-2 0,1-1 0,6-7 0,-1 3-237,1 3 1,1-3 0,3 3 975,1-3 0,8-3 0,-4 1 0</inkml:trace>
  <inkml:trace contextRef="#ctx0" brushRef="#br0" timeOffset="8381">9047 602 7735,'11'-5'-328,"-1"-3"546,-2-2 0,-2 4 0,-4-5 227,4-3 0,-5-1 0,3-1-247,-8 4 0,1-1 1,-9 7-1,-2 2-34,-1 2 0,-5-4 1,-1 1 14,-2 1 0,0 9 1,5 7-1,-1 4-55,-5 1 0,5 6 0,-6 3 1,1-1-124,1 0 0,2 6 1,7-2-1,3 2 107,-3-2 1,6 2-1,2-7 1,4-3-153,2-2 0,10-9 0,6-4 0,7-4-227,4-2 0,2-4 0,6-6 0,0-9 108,0-6 0,-2 1 0,-2-5 0,-2 0 125,2 2 0,-4-6 1,-1 6-1,-5-2 407,-5 0 0,-5 7-112,1-1 0,-6 6 0,-12 9-186,-6 14 0,-3 5 0,-5 18 1,-1 2-14,-2 2 1,1 2 0,9 2 0,3 2-117,2 2 0,2 0 0,6-9 0,0 0-94,0-3 0,8-8 0,6 0 1,5-7-339,4-8 0,8-4 0,-1-4 0,3-4 76,1-6 1,-1-9 0,-1-2 0,-5-1-1035,-2-1 1448,6-2 0,-12-8 0,7 0 0</inkml:trace>
  <inkml:trace contextRef="#ctx0" brushRef="#br0" timeOffset="8750">9501 498 10289,'-8'9'280,"6"13"0,-4-3 1,4 4 29,2 3 1,-5 5 0,-1-2 0,2 2 2,2-2 0,-4 2 1,0-8-27,2-1 0,3-3-477,1-2 1,0-9-46,0-8 1,0-8 0,0-9 57,0 0 1,0-1-1,0 1 1,1-1 91,5 1 1,-4-1 0,6 1-1,-2-1-104,0 1 0,7-1 0,-3 1 0,2-1 16,-1 1 0,1 1 0,5 3 0,1 1 76,-1-1 1,7 3 0,-1 0 0,-2 2-189,-1 5 0,-3 1 0,0 2 0,1 0-1172,-1 0 1457,-7 0 0,6 0 0,-7 0 0</inkml:trace>
  <inkml:trace contextRef="#ctx0" brushRef="#br0" timeOffset="9217">10060 567 7735,'9'-1'263,"-1"-3"342,0-2 1,-4-8-505,8 3 1,-9 1-1,5-2 4,0-1 1,-6 3 113,4-2 0,-12 3 1,-6-3-1,-3 6-30,-3 4 1,-1 2-1,-3 0 1,-3 2 11,-2 4 0,6 4 0,-4 7 0,1 3 81,1 3 0,0 4 0,5 8 1,3-2-159,3-4 1,-2 8-1,9-6 1,1-2-243,2-2 0,4-3 1,4-7-1,7-2-103,9-3 1,-1-4 0,8-10 0,0-6-35,-2-9 0,6-3 1,-6-7-1,1 0 60,-5 0 0,2-2 0,-2-6 0,-3 2 164,-7 4 1,1 3 0,-8 9 0,-2 0 130,-2-1 1,-2 6-42,0 1 1,-8 15 0,-4 3 0,-1 13-13,1 9 1,-4 2 0,7 0 0,-1-2 29,4 2 1,4 0 0,2-2 0,0-5-268,0-5 0,16-1 0,7-1 1,10-2-2090,8-3 2279,3-4 0,17-24 0,1-3 0</inkml:trace>
  <inkml:trace contextRef="#ctx0" brushRef="#br0" timeOffset="10050">10566 218 7735,'0'-10'-1736,"2"1"2418,4 3 1,-4 2 0,4-8-298,-4-1 1,-2 3-1,2 0-56,3 3 1,-3-1 515,4 2-525,-4 4 1,-2 2 0,-2 12 0,-2 5-11,-1 7 1,-7 5 0,4 9 0,-2 5-103,-3 2 0,5 1 1,0 7-1,2-1-232,1 1 1,-1-9 0,6-3-1,0-4-608,0-2 1,2-10 0,2-6-272,1-5 0,3-10-25,-2 2 0,-4-12 0,4-6 928,-4-3 0,-10-3 0,-2 1 0</inkml:trace>
  <inkml:trace contextRef="#ctx0" brushRef="#br0" timeOffset="10264">10357 550 7735,'5'-17'0,"3"-1"535,2 1 0,2 1 0,5 3 0,1 3 34,-1 2 1,2 0 0,3 4 0,3-1-353,2 1 0,2 2 0,6 2 0,-2 0-298,-4 0 1,4 0-1,-4 0 1,4 0-697,2 0 1,-6-2-1,-1-2 1,-1-4 776,0-2 0,-6-1 0,4-7 0</inkml:trace>
  <inkml:trace contextRef="#ctx0" brushRef="#br0" timeOffset="10666">10863 515 8542,'-10'2'3691,"5"4"-3375,3-4 1,9 11 0,7-7-250,7-2 0,-1-2 1,5-2-1,-2-2-63,1-4 1,7 2 0,-4-7-1,2-3-219,0-1 0,-6-9 1,4 1-1,-1 0-87,-5-2 1,-7 5 0,-5-3 0,-1 3 128,-4 3 1,-2 0 0,-4 1 0,-4 4 94,-6 7 0,-3 3 0,-4 2 0,-5 2 175,-5 3 0,4 11 1,0 9-1,1 2 135,1 4 0,0 2 0,5 2 0,1-2 13,-1-4 0,9 4 0,3-6 0,6 3-171,6-1 1,3-8 0,11 0 0,1-5-339,2-4 0,9-9 0,-3 1 0,4-6-512,2-3 0,-6-9 0,-2 2 1,-2-5-1679,-4-6 2454,-1 3 0,-3-13 0,1 6 0</inkml:trace>
  <inkml:trace contextRef="#ctx0" brushRef="#br0" timeOffset="11347">11387 620 7686,'-2'10'1240,"-4"-5"1,4-1-1111,-3 2 1,5-4-1,5 4 1,7-4 38,4-2 0,1-6 0,2-2 1,3 0 133,1 1 1,6-7 0,-6 4 0,1-1-89,1-1 0,-4 0 1,6-5-1,1-2-247,-1-5 0,0 3 1,4-8-1,-4-2-172,-2-2 1,4-2-1,-5 0 1,-3 0-61,-1 0 1,-5 0 0,-3 0 0,-6 0 29,-5 0 0,-1 2 1,0 4-1,-1 8 194,-5 7 0,-4 7 0,-7 9 0,-3 5 145,-3 11 1,-4 7-1,-6 10 1,2 2 59,2 4 1,5 3 0,-3 9 0,2-1 6,3 0 1,9 1-1,3-1 1,2 2-53,5 5 1,5-13 0,7 1-1,11-10-103,5-8 0,6-4 1,8-7-1,0-3-268,-7-3 0,3-7 0,-7-10 0,1-7-85,0-3 0,-6-9 1,4-1-1,-2 0-301,-3 0 1,-9-7 0,-3 5 0,0 0 636,0 4 0,-7-4 0,5 0 0</inkml:trace>
  <inkml:trace contextRef="#ctx0" brushRef="#br0" timeOffset="11883">12155 463 8829,'10'-8'600,"-2"6"0,-8 2 0,-2 12 0,-2 3-423,-2 3 0,-5 1 0,5 2 1,2 3-79,2-3 1,2 0-1,0 1-203,0 1 0,2 0 0,4-7 0,5-5-114,5-5 1,1-4 0,1-2-1,1-2 67,5-4 1,-5-3 0,6-9 0,-2 1 8,1-1 0,-1-5 0,-5-2 0,-1 0 106,0-1 0,-7 3 0,-2 8 182,0 3 0,-8-2 1,2 10 35,-6 6 0,-10 12 0,4 11 1,-1 2 162,-1 4 1,8 10 0,-2 6 0,3 3 120,-3 3 1,4 5 0,-4 2-1,2 2-99,-2 4 1,2-4-1,-7 0 1,-3-2-166,-1-3 0,-9-11 1,-1-5-1,0-4-197,0-2 1,-6-8 0,3-6 0,-1-7-287,0-8 1,6-6 0,-6-6 0,0-6-156,2-3 0,-4-9 1,7-1-1,5 0-3,5 0 1,1-1-1,7 5 1,2-2 31,2 2 0,10-5 0,5 1 0,7-2-108,3-4 1,8 4-1,0-2 1,8-2 142,8-2 0,3 3 0,4 3 0,5 0 372,5 0 0,4-2 0,1-6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3:21.536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0 689 7613,'12'0'280,"-1"0"0,1 0 1,5 0-1,1 0-263,-1 0 0,7-6 1,1-1-1,0-3 70,0-4 1,1-1 0,-5-3 0,2 1-52,-1-1 0,-9 7 0,-3-1 0,-2-2-98,-5-1 0,-1 3 1,-4 3-1,-3-1-101,-7 0 1,-5 6-1,-5-1 1,-1 3 85,2 2 1,1 2 0,3 5-1,-3 9 129,-3 5 0,9 10 1,-1 0-1,5 6 276,6 4 0,2 2 0,2-5 0,2 3-60,4-2 0,12-4 0,11-6 1,6-6-444,5-3 1,-1-11 0,8-5 0,-1-8-231,-1-7 1,3-11 0,-7-3 0,-2-2-227,-2-4 1,-8-2 630,0-2 0,-8 0 0,5 0 0</inkml:trace>
  <inkml:trace contextRef="#ctx0" brushRef="#br0" timeOffset="531">856 619 7847,'-2'-15'0,"-2"1"44,-2 3 1,0-1 0,6-6 360,0 1 0,-5 5 0,-1 1-371,2-3 0,0 6-41,-2 3 0,-4-3 0,-7 4 87,-1 6 1,1 0 0,-2 11 0,-3 5 67,-1 3 0,0 10 0,5-2 0,1 4 19,-1 2 0,3 0 0,3 0 0,6 0-72,4 0 0,2-8 0,0-4 1,4-5-133,8-7 0,1-3 0,17-10 1,1-5-93,2-11 1,0-7-1,-2-10 1,-4 0 89,-2 0 0,-2 6 0,-5 0 0,-3 0 93,-3 2 0,-4 1 1,-8 9-1,0-1 56,0 1 0,-2 1 0,-4 5-92,-6 5 1,-3 18 0,-3 7 0,3 6-90,3 6 0,-1 8 0,7 4 0,2-1 27,2 1 1,2 4 0,0-6 0,2-3 64,4-1 0,9-10 0,10-3 1,5-5-49,6-1 1,-1-9-1,6-5 1,-4-8-233,-2-7 0,0-11 0,0-1 0,-2 0-922,-4-3 1,-4 5 1180,-7-8 0,-1 0 0,0-6 0</inkml:trace>
  <inkml:trace contextRef="#ctx0" brushRef="#br0" timeOffset="900">1415 60 7858,'0'-17'302,"-2"0"174,-4-1 1,2 10 0,-6 8-81,3 10 1,-1 7 0,4 7 0,-4 7-133,-2 8 1,7 1 0,-5 11 0,2 5-44,0 4 1,0 4 0,6 8 0,0 2-232,0 1 0,0 1 0,0-8 1,0-4-380,0-6 1,0-11 0,0-8 0,2-10-661,4-12 0,-2-1 119,8-10 0,-8-3 0,1-8 930,-3-7 0,-2-3 0,0-11 0,0-1 0</inkml:trace>
  <inkml:trace contextRef="#ctx0" brushRef="#br0" timeOffset="1081">1100 654 8033,'-17'0'676,"7"0"0,4 0 0,12 0 0,6-2-523,3-4 1,11 3 0,3-9 0,4-2-382,2-1 1,-1-3 0,1 1 0,0-1-165,0 1 1,4 0 0,-2-1 0,-4 1-677,0-1 1068,-8 8 0,0-5 0,-7 5 0</inkml:trace>
  <inkml:trace contextRef="#ctx0" brushRef="#br0" timeOffset="1466">1607 584 8420,'-8'-17'-478,"4"7"1962,-8 4-1213,9 4 1,-5 10 0,8 4 0,0 3-104,0 3 0,0 7 0,-2 2 0,-2 2 59,-2 0 1,0-5 0,6 5 0,0 0-72,0-2 0,2-2 0,4-7 0,6-3-114,3-3 0,5 2 1,1-9-1,4-3-134,2-6 1,3-5-1,4-11 1,1-3-1,0-6 0,-6-4 1,-1-2-1,-3 0 79,-4 0 0,2 2 0,-3 2 0,-7 4-59,-3 2 1,-4 1 0,-6 7 0,-2 0-73,-4-1 1,-3 8 0,-9 5 0,1 5-63,-1 5 1,3 5-1,1 8 1,4-1-1043,3 0 1,1 7 0,6-1 1247,0-2 0,2-3 0,3-7 0,7-5 0,4-4 0,9 6 0,2 2 0</inkml:trace>
  <inkml:trace contextRef="#ctx0" brushRef="#br0" timeOffset="1800">2148 497 7858,'-2'-12'735,"-4"1"0,4 9 0,-5 2-312,-1 10 0,6 7 0,-4 6 0,4 6-172,2 4 0,0 8 1,0 0-1,0 0-117,0 1 1,0-7 0,0 2 0,0-8 2,0-4 0,0-1 0,2-9-36,4-3 1,-2-6 0,6-12-178,-3-6 1,-1-5-1,-4-7 1,2-3-100,2 0 1,0-6 0,-6 4 0,0-4-13,0-2 1,0 2-1,0 2 1,0 4-8,0 2 1,2 1-1,1 5-195,3-4 0,2 3 1,-2-1 38,5 7 1,5 7 0,3 7 0,3 0-99,1 0 0,2 0 0,-1 0 0,3 0-218,0 0 1,4 0 665,-8 0 0,8-8 0,-4-2 0</inkml:trace>
  <inkml:trace contextRef="#ctx0" brushRef="#br0" timeOffset="2167">2410 654 8269,'18'0'811,"-1"0"0,2 0-659,5 0 1,-5-6 0,6-1 0,-1-3 2,-1-4 0,6-1 0,-6-3 0,-1 1-82,-3-1 1,-3 1-1,-3 0 1,-3-1-170,-2 1 1,-3-1-1,-5 1 1,-1-1-96,-5 1 1,-6 7 0,-9 4 0,-3 4 83,3 2 0,-6 2 0,0 4 1,0 8 182,3 7 0,1 6 1,4 8-1,3 2 50,1 4 1,7-4-1,2 3 1,6-3 99,6-2 1,5 0 0,13-2-1,3-4-213,0-6 0,6-11 0,-4-6 1,4-4-358,2-2 1,0 0 0,-2-2-1,-2-4-253,-2-6 1,-7-3 0,1-5 596,-4-3 0,6 4 0,3-6 0</inkml:trace>
  <inkml:trace contextRef="#ctx0" brushRef="#br0" timeOffset="2533">3144 462 7800,'-2'-15'0,"-2"1"0,-2 2 255,2-1 0,2 3 0,2-2 1047,0-1 0,0 3-1608,0-1 0,-2 7 136,-4-2 0,-3 4 0,-9 2 0,1 0 223,-1 0 0,7 2 0,-1 4 1,-2 3 180,-1 1 1,3 6 0,3-5-119,1 5 0,2 1 0,6 1 1,2-3-78,4-3 1,3 5-1,9-1 1,-1 5 11,1 0 0,-1-1 0,-1-1 0,-3 3 38,-1 1 0,0 6 0,3-6 0,-3 1 137,-6 1 1,-4-6-1,-2 5 1,0-5-172,0-2 0,-2 1 1,-4-3-1,-6-3-382,-3-6 0,-3-4 0,1-4 0,1-4-313,5-6 0,-5-11 0,6-4 640,1 0 0,-15-14 0,5 4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3:40.168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18 577 7735,'11'0'138,"1"0"0,-8-2 0,3-2 260,1-2 0,-4-2-26,8 2 0,-6 4 472,5-3-633,-7 3 0,4 4 0,-8 3 0,0 7-110,0 4 1,-8 1 0,-2 1 0,-1 1-442,-1 4 1,6-3 0,-3 3 0,-1-4 339,0-1 0,-1-1 0,-7 1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4:00.28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157 148 7873,'8'-18'91,"-6"1"1,4-1 0,-4 1 358,-2-1 0,6 1 454,-1 0-463,9-1 0,-12 10-95,4 8 1,-12 18 0,-6 17 0,-3 9 49,-3 7 1,-5 9 0,0 4 0,1 4-171,3 2 1,2 5 0,-1 1 0,3-4-141,3-6 0,4-8 0,10-13 1,6-10-133,9-10 1,9-13-1,10-9 1,3-6-114,2-9 1,2-11-1,-4-7 1,1-3-38,-1-1 1,-8-3-1,-4-2 1,-1-2 2,-5 2 1,-2 4-1,-1 4 1,-3 4-162,-3 2 1,-4 2 0,-8 5 247,0 1 1,-2 7-1,-2 6 9,-2 8 0,-8 14 0,3 11 1,-3 4 83,3 2 0,3-1 0,8 1 0,0 0 188,0 0 1,0-6-1,2-1 1,4-3-127,5-4 1,11-2 0,3-3 0,0-4-230,0-7 0,6-5 0,-2-5 0,2-7-361,-1-4 0,1-3 0,-8-2 0,-2-3-482,-1 3 0,-3-4 1023,1 2 0,-9-1 0,-1 7 0</inkml:trace>
  <inkml:trace contextRef="#ctx0" brushRef="#br0" timeOffset="500">996 602 7873,'11'-18'382,"1"1"0,-8-1 1,4 1 613,-1 0 0,-5-1 226,4 1-1206,-4-1 0,-4 8 0,-4 5 0,-5 3 18,-5 2 1,-1 0-1,-3 0 1,-1 2-127,-2 3 1,-7 5 0,7 10 0,0 1 128,-2 2 0,5 6 1,-3-3-1,4 1 150,1 4 1,8 0 0,5 0 0,3-4-115,2-2 1,0 4 0,2-7 0,5-5-222,11-3 1,5-10 0,8 1 0,-2-5-23,2-5 0,2-1 0,0-10 0,-2-3 16,-2-1 0,-7-7 1,1 0-1,-5-2 104,-7 0 1,3 2 0,-8-4-1,-1 4 216,3 1 0,-6 1 0,2 6 50,-8 1 0,0 5 0,-7 13 1,-1 2-206,2 3 1,-5 7-1,5 11 1,0 6 28,5 4 1,3 2 0,2-2 0,0-2 41,0-2 0,2-5 0,3 3 0,7-2 103,3-4 0,11-3 0,3-6 1,4-7-294,2-3 1,2-4 0,1-3 0,3-7-276,-2-4 1,-8-1 0,-4-1 0,0-1-423,1-4 0,-13 9 0,1-3 0,-7 1-355,-5 1 0,-2 3 1160,-2 0 0,0 1 0,0-7 0</inkml:trace>
  <inkml:trace contextRef="#ctx0" brushRef="#br0" timeOffset="933">1572 497 7873,'-8'-10'1939,"4"3"-1430,-7 7 1,5 2 0,-4 3-269,2 7 1,3 4-1,5 3 1,0 2-25,0 3 0,0 7 0,0-2 0,0 2-83,0-2 0,0 4 0,0-6 0,2 0-164,3-4 1,5-3 0,7-5 0,1-3-162,-1-6 0,7-4 1,-1-4-1,0-4-64,3-6 0,-5-5 0,8-4 0,2-7 31,2-5 1,0 8 0,-2-10 0,-4 2-23,-2 0 0,5-2 0,-7 2 1,-4 4 223,-5 6 1,-6 4 184,-8 1 1,-8 10 0,-4 10 0,-3 12 145,-3 7 1,1 12 0,-1 0 0,1 6 10,-1 0 0,9-4 0,3-4 0,4-2-254,2 2 0,2 0 1,4-2-1,5-6-363,5-3 0,9-10 0,4-5 0,4-3-130,2-2 0,0-2 1,0-5-1,0-9-1214,0-5 1,-8-3 1640,-4 7 0,-3-8 0,-3-2 0</inkml:trace>
  <inkml:trace contextRef="#ctx0" brushRef="#br0" timeOffset="1483">2532 654 7873,'0'-17'0,"0"-1"709,0 1 0,0 5 0,0 1 255,0-3 0,0-2-822,0-1 1,-1 7 0,-5 4-185,-6 5 1,-3 1 0,-3 0 0,1 1 33,-1 5 1,-1 4 0,-3 9 0,-3 3 141,-2 1 1,6 8-1,-3-2 1,7 4 165,5 2 1,-1-6-1,7 0 1,2 0-234,2-1 1,4-3 0,4-10-1,7-3-471,9-6 0,-1-4 0,8-2 0,2-2 7,2-4 1,0-6 0,-2-9 0,-4-4 95,-1-2 1,-3 3 0,-6-3-1,3 0 329,3 0 1,-9-2-1,3-6 1,-1 2 128,-1 4 0,3-10 0,-1 4 1,1-2-69,-1 0 1,1 2-1,-1 0 1,0-2-137,1-3 1,-1 3-1,-1-4 1,-3 4 215,-1 2 1,-6 8 55,6 4 1,-10 11 0,-2 8-1,-10 8 175,-6 8 0,-1 11 0,-1 6 0,1 6-13,-1 6 0,-5 4 0,0 7 0,2 0-100,1 1 0,8-1 0,3 1 0,-1 1-572,0 4 1,7-9-1,-3 1 1,6-7-457,6-10 1,3-4 0,9-10-1,-1-1-220,1-9 0,1-5 0,0-6 1,3-5 960,-1-11 0,-5-7 0,9-10 0</inkml:trace>
  <inkml:trace contextRef="#ctx0" brushRef="#br0" timeOffset="1766">3126 183 7873,'0'-18'-213,"0"1"769,0-1 805,0 1 0,0 9-1038,0 8 0,-7 16 0,-3 15 0,-2 7-116,1 9 1,-1 5 0,-6 7 0,1 5 0,-1 4 0,1-4 0,2-2 0,3-2-313,6-4 1,4-9 0,2-8 0,2-6-392,4-4 0,-2-16 1,7-1-1,3-8-315,1-4 1,3-2 0,-1-4 0,1-6-154,-1-3 1,1-3 963,-1 1 0,1-8 0,-1-3 0</inkml:trace>
  <inkml:trace contextRef="#ctx0" brushRef="#br0" timeOffset="2099">3336 654 10099,'10'-8'652,"5"5"1,-3-9-481,3-2 1,3 5 0,1-3-1,2-2-21,3-1 1,5-3 0,-6 1 0,-2 0-438,-1-1 0,-3 1 0,-1-1 0,-4 1-16,-7-1 0,-3 7 0,-6 1 396,-7 2 1,-1 2 0,-13 8-1,0 4 292,-4 6 1,1 9-1,1 4 1,2 2 145,4 4 1,1 8-1,5 2 1,1-2-345,2-2 0,9-2 0,-1 0 0,8-2-398,7-4 0,7-4 1,5-10-1,6-3-467,4-6 0,8-4 0,0-6 1,-1-6-174,3-7 1,-8-7 0,2 3 0,-8-4 849,-4-2 0,6-2 0,-4-6 0</inkml:trace>
  <inkml:trace contextRef="#ctx0" brushRef="#br0" timeOffset="2617">3999 672 7204,'12'-6'21,"0"0"1,-6-8 1164,5 3 1,-7 1 0,2-2-776,-4-1 0,-2 3 1,0-1-375,0-3 1,0-2 47,0-1 1,-2 0 0,-4 1 0,-6 4-53,-3 7 0,-3 3 1,1 2-1,-2 0 82,-5 0 1,5 7-1,-6 5 1,1 5 259,1 7 1,-2 3 0,4 8 0,-3 0-230,3 0 1,7 5 0,5 1-1,1-4-463,4-6 1,4 0 0,6-9 0,5-7-193,5-7 0,9-6 0,4-4 0,4-6 123,2-9 0,0-9 1,0-9-1,2-1 293,4-5 1,-10 2 0,4-8-1,-2-1 323,0-3 0,2-3 1,0-2-1,-2-2 176,-4 1 1,2 3 0,-8 4 0,-2 3-2,-1 6 0,-11 6 0,-3 6-279,-4 6 0,-4 11-206,-4 6 0,3 12 0,-11 8 0,-4 7 101,-3 8 1,-2 4 0,3 2-1,-1 2 360,-2 4 1,-2 3-1,3 11 1,-1 1 26,2 2 1,3 1 0,7-7-1,5 2-842,4 4 0,2-11 0,4 0 0,7-11-672,13-6 1,7-5-1,4-10 1,-1-3 1105,1-6 0,8-12 0,2-4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3:58.58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53 602 7852,'0'-18'167,"0"7"0,0-1 1653,0-1-1213,0 5 1,0-4-427,0 12 0,0 4 0,0 14 1,0 1 88,0 4 0,-6-1 0,0 7 1,0 2-119,-1 2 0,5-4 1,-6-2-1,2-2-176,0-3 0,0-9 0,6-1 5,0 1 1,2-5-1,4-2 1,6-8 7,3-10 1,3 1 0,-1-15-1,1 3-114,-1 0 1,3-8 0,1 2-1,2-2 20,-1 2 0,-3-2 0,-2 7 1,1 3-209,-1 2 0,1 3 0,-1 4 67,1 7 1,-7 3-1,-1 5 372,-2 9 1,-2 2 0,-6 15 0,0 2 96,0 2 0,-6 0 0,0-2 1,2-2 76,2 2 1,-4-6-1,1 0 1,1-1-177,2-1 1,4-2-388,4-9 1,3-4-1,9-8 1,-1-2-187,1-4 0,5-4 0,0-7 0,-3-1-425,-7 1 1,1-6 0,-6-1 0,-1 3 873,1 2 0,6 1 0,-5 1 0</inkml:trace>
  <inkml:trace contextRef="#ctx0" brushRef="#br0" timeOffset="717">699 637 7792,'8'-25'738,"-6"5"1573,4-3-1030,-5 4-1153,-1 9-38,0 2 1,-1 8 0,-5 0-153,-6 0 1,-3 2 0,-3 4 0,3 5 134,3 5 0,-4 3 0,5 3 0,-3 3 57,3 2 0,-3 2 0,8 4 0,2-2-108,2-2 0,4-5 0,4 3 0,8-2-70,7-4 0,4-3 1,6-6-1,-2-7 8,2-3 0,2-9 0,2-5 0,-2-6 14,-4-5 1,-3 2-1,-9-8 1,1 0-16,-1 1 0,-7-5 1,-4 6-1,-4-2 24,-2 0 1,-10 2 0,-6-2 0,-7 5-14,-4 5 0,-2 9 1,-6 3-1,0 1 12,0 0 0,6 2 0,2 10 0,1 6-163,5 3 1,2 10-1,3 2 1,5 3-195,5-1 1,4-2 0,4 2 0,5-6-99,11-3 1,1-3-1,10-1 1,2-5 53,2-5 1,2-4 0,0-4 0,-2-4 418,-4-5 0,4-7 0,-3-5 0,3-4 0,1 0 0,-1-6 0,-2 3 0,-1-3 0,1-1 0,0-1 0,0 0 0,-4 0 0,-2 0 0,4 2 0,-5 0 0,-3 2 0,-2 0 0,-1-6 0,-1 8 0,1-2 242,-1 2 1,-1-2-1,-5 7 1,-3 3 515,0 2 1,-6 1 0,4 1 318,-4-1 1,-2 10-801,0 8 0,-8 4 1,-2 12-1,-2 5-71,1 4 1,-1 6-1,-7 10 1,-1 6-6,3 3 1,-10 8-1,11 3 1,1-1-172,1 0 1,4 4 0,-3-8 0,3-3-466,2-5 1,4-11 0,8 0 0,4-10-84,2-8 0,-4-5 0,5-14-241,3 0 0,-4-2 1,-1-4-1,-1-5 4,-4-5 0,-2-1 0,-2-1 755,0 1 0,-8-1 0,-2 1 0</inkml:trace>
  <inkml:trace contextRef="#ctx0" brushRef="#br0" timeOffset="866">1031 497 7792,'-12'0'1124,"2"-2"1207,3-4-1774,1 4 0,10-5 0,5 7 0,13 0-511,9 0 1,2-2 0,11-2 0,1-4-719,0-2 1,-6 7 0,3-5 671,1 0 0,2-2 0,7-7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3:57.21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0 410 7498,'0'-18'131,"6"1"941,0-1 1,0 7-622,-6-1 0,0 10 0,0 4-145,0 14 0,0 3 1,0 10-1,-2 0-194,-4-2 0,4 6 1,-4-5-1,4 1-336,2 0 0,0-8 0,0 2-652,0-3 1,2-10-256,4-5 0,-4-7 0,4-7 1131,-4-9 0,5-11 0,3 2 0</inkml:trace>
  <inkml:trace contextRef="#ctx0" brushRef="#br0" timeOffset="183">53 60 8039,'0'-17'972,"0"0"1,0 5-736,0 0 1,0 10-747,0 2 1,5 2 0,3 8 0,0 0 508,0-1 0,5 3 0,-3 5 0</inkml:trace>
  <inkml:trace contextRef="#ctx0" brushRef="#br0" timeOffset="552">542 375 7731,'0'-18'420,"0"1"1,0-1 380,0 1 1,0 0-1,0-1-379,0 1 1,-2 5 0,-4 0-384,-6-1 0,2 5 0,-1 2-125,-3 4 0,-1 2 0,-1 2 1,3 4 53,1 6 1,2 3 0,-1 3 0,3-1 107,0 1 0,6 1 0,-4 2 1,6 3 135,6-3 0,-2 4 1,6 0-1,-1 1-160,1-1 0,2 4 0,3-6 1,-1 0-76,-2 3 1,-3-1-1,5 4 1,-4-4-7,-3 1 0,-1-7 0,-6 4 0,0-3-46,0-3 1,0-5 0,-2-3 0,-4-1-3,-5-4 1,-5-2-1,-1-2 1,-3-2-327,-3-4 0,2-3 0,-6-11 0,1-1-254,5-3 0,2 7 0,1 5 657,1-1 0,-1-3 0,1-1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3:52.00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18 297 7913,'-2'-10'1030,"-3"4"-758,3 4 0,-6 4 471,8 4 745,0-4-828,0 14 0,6-7 1,0 9-336,-3-1 1,-1 1 0,-2 1-1,0 4-186,0 7 1,0 3-1,0 1 1,0 1-126,0 0 0,0-8 0,0-1 1,0-3-143,0 0 1,0-5 160,0-7 1,0-9-191,0-2 1,0-7 0,0-11-1,0 1 26,0-1 1,0 1-1,0-1-134,0 1 1,0 5 166,0 1 64,0-1 139,0-6 0,8 1-220,4-1 0,-3 3 0,3 1 0,2 3-81,1-3 1,3-1 0,-1-5 0,3 1-87,3 1 1,-2-7 0,6 12-1,1-1-214,-1-2 1,-4 9-1,6 1 1,0 4-1477,-2 2 1972,6 8 0,-13 1 0,5 9 0</inkml:trace>
  <inkml:trace contextRef="#ctx0" brushRef="#br0" timeOffset="450">490 559 7825,'-8'10'1538,"6"-3"1,2-7-1,12 0-1460,3 0 0,3-5 0,-1-3 0,3-2-80,3-4 0,-4 5 1,5-3-1,-3 0-108,2 3 1,-5-7 0,1 7 0,-5-3-359,-1 0 1,-5 1 289,-2-7 0,-4 7 1,-6 1-1,-6 2 92,-7 4 0,-6 2 0,1 2 0,-3 0 228,-2 0 0,5 2 1,-3 2-1,4 4 95,3 2 1,-3 7-1,11 8 1,1 0 34,3 1 0,4 5 0,4-2 1,6 2-336,9-2 0,8 4 0,12-6 0,2 0-392,2-3 0,7-13 0,-3-3 0,1-2-343,1 0 0,-2-3 0,1-8 798,-5-7 0,-4-3 0,-2-3 0</inkml:trace>
  <inkml:trace contextRef="#ctx0" brushRef="#br0" timeOffset="1030">1328 576 7803,'0'-11'602,"0"-1"1,0 0-1,2-5-181,4-1 0,-4 7 0,4-1-21,-4-1 0,-4-3-269,-4-1 0,2 7 1,-8 4-31,-1 4 0,-3 2 1,-1 2-1,-1 4-131,1 6 0,-1 3 0,1 4 0,1 3 32,5 1 0,-3 8 1,8-4-1,2 2-12,3 1 1,1-9 0,1 2 0,5-1-139,6 1 0,5-12 0,5 1 0,1-8 44,-2-4 1,7-2-1,-1-6 1,2-7 81,0-7 1,-2-14-1,4-1 1,-4-6 95,-1-6 0,3-1 0,-4-2 1,0-1-18,0 1 1,-7-1-1,-9 3 1,-1 3 7,-4 7 1,-2 11 0,-2 5-3,0 5 0,-2 9 1,-2 6-76,-2 8 1,-7 8-1,1 11 1,-1 6 68,1 4 0,-2 10 1,7 2-1,-1 1 93,0 1 1,2 5-1,6 6 1,0-3-124,0-7 1,2 3 0,4-5 0,6 3-248,3-3 1,5-5 0,1-12 0,2-8-397,-1-7 1,3-6 0,-2-8 0,-2-4-121,-1-8 1,-5-1-1,-1-18 1,-4-4 735,-3-4 0,-1-2 0,-6 6 0,0 0 0</inkml:trace>
  <inkml:trace contextRef="#ctx0" brushRef="#br0" timeOffset="1497">1922 576 8092,'0'-17'412,"0"-1"1,0 1-141,0-1 0,0 7 293,0-1-257,0 8 0,0-2-20,0 12 0,-2 4 0,-2 7 0,-2 1-68,2-1 1,-3 1 0,1-1 0,2 3-56,2 3 0,-4-4 1,0 7-1,2-3-260,3 0 0,2 1 0,5-7-122,6 0 0,3-7 0,5-4 0,1-4 139,3-2 0,7-2 0,-4-4 0,2-6 61,0-3 0,-2-2 0,2-3 0,-5-1-46,-5-3 1,-2 1-1,-1 4 1,-4-3-64,-7-1 0,-3 0 0,-2 5-65,0 1 1,-6-1-1,-1 3-492,-3 3 1,4 5-28,-5 7 0,7 7 0,-2 5 710,4 3 0,4 3 0,4-1 0,5 1 0,5-1 0,1-5 0,3-2 0,1-3 0,2-3 0,1-2 0,-7-2 0,1 0 0,-1 0 0,0 0 0,1 0 0,-1 0 0</inkml:trace>
  <inkml:trace contextRef="#ctx0" brushRef="#br0" timeOffset="1847">2446 524 7897,'0'-18'1021,"2"1"29,4 0-539,-4-1 0,5 10-201,-7 8 0,0 8 1,0 11-1,-2 5-61,-3 5 0,3 2 0,-4 0 0,4-2-213,2 2 0,0-4 0,0 0 1,0-1-227,0-5 1,2-7 0,4-5-1,5-1 49,5-4 1,7-4 0,2-6-1,2-7 79,5-9 1,1-5 0,1-8-1,-1 0-177,-3 0 1,1 0-1,-8 0 1,-2 2-67,-1 4 1,-5-2 321,-3 8 0,-6 7 73,-12 11 0,-4 12 0,-5 9 0,1 7-17,2 4 1,8 1 0,-1 3 0,3-4-182,2-2 0,0 4 0,2-4 0,5 1-162,11-1 0,3-8 0,12-7 0,6-2-1926,4-4 2196,11-2 0,8-18 0,8-3 0</inkml:trace>
  <inkml:trace contextRef="#ctx0" brushRef="#br0" timeOffset="2797">3424 594 7845,'12'0'182,"-1"0"356,3 0 0,-5-2-10,3-4 1,-8 2 0,4-6-180,-1 3 0,-3-7 1,6 2-254,-2-3 1,-2 3-1,-6 1 1,0-3-96,0-1 0,-2-3 0,-4 1-142,-6-1 1,-3 7 0,-3 1 0,-1 2 63,-4 4 1,3 2 0,-5 4 0,2 4 62,-1 6 1,-5 3 0,6 5 0,2 1 37,1 2 0,9 6 0,1-3 0,2-1 50,4 0 0,2-2 0,4-5 0,4-1-15,6 1 0,9-9 1,4-3-1,1-4-43,-1-2 0,0 0 0,-4 0 0,3-2-60,-3-4 0,-2-3 0,-1-9 1,-1-1-102,1-5 0,-1 3 0,1-8 0,-3-2-13,-3-2 0,3-8 1,-3-1-1,4-3 16,1-4 1,-5 5 0,-1-3 0,1 1 76,-2 1 1,3 2 0,-7 10 810,-2 4-606,-2 4 1,-4 25 0,-4 10-1,-6 13-9,-3 10 1,-3 0-1,3 14 1,1 1 89,3 3 1,1 1 0,-4 2 0,5 3-186,1 1 1,2 0 0,6-6 0,2 1-310,4-1 1,4-3-1,9-7 1,2-11-35,3-9 0,7-3 0,-2-13 0,2-4-297,-2-6 0,2-6 0,-8-9 0,-1-4-311,-3-7 0,-2-2 915,1-3 0,-1 0 0,1 0 0</inkml:trace>
  <inkml:trace contextRef="#ctx0" brushRef="#br0" timeOffset="3633">4175 559 8147,'0'-18'1167,"0"1"0,2-1-740,4 1 0,-4 5 1,3 1-222,-3-3 0,-2 4-283,0-1 1,0-1-89,0-5 0,-7 7 1,-5 4-1,-4 4 106,-1 2 1,-1 0-1,-1 2 1,-2 4 86,-3 6 0,-5 9 0,4 4 0,0 0 82,0 1 0,3 5 1,9-4-1,3 2-16,2 0 0,2-6 1,6 5-1,0-3-83,0-4 0,8-1 0,4-5 0,5-3-193,7-7 0,3-3 0,6-2 0,-2-2 109,-2-3 1,-2-5 0,2-9 0,-4-3 34,1-1 1,-7-8 0,4 4 0,-5-2 163,-7 0 0,3 5 0,-6-3 0,0 2 321,-1 3 1,-1 3-214,-6 2 0,-2 7 0,-4 6-306,-5 8 1,-3 8 0,1 11 0,3 4 86,2 0 0,0 6 0,4-4 0,-1 4-37,1 2 1,2-2 0,4-4 0,4-3 41,5-1 1,5-12 0,3 5 0,2-5 1,3-3 1,7-4 0,-2-12 0,4-6-60,2-3 1,0-5-1,0-3 1,0-6-225,0-4 1,-8 0 0,-4 2 0,-4 2 11,-1-2 0,-3 0 1,-3 0-1,-6 4 20,-4 1 0,-2 3 0,-2 6 302,-4-1 0,2 9 1,-8 3 110,-1 4 1,3 11 0,0 7-1,3 7 84,3 4 1,2 3 0,2 3 0,0-2-67,0-2 0,0-2 1,2 2-1,2-4-119,2 0 0,7-5 1,1 1-1,5-5-84,4-5 1,8-7 0,-1 2-1,3-6-102,1-6 0,-4-3 0,-1-9 0,0-1-61,-2-5 1,4 5-1,-8-4 1,-3 1-77,-7-1 0,1 4 0,-6-5-71,1 5 1,-7 3 341,-2 5 1,-2 5 0,-9 12 0,-1 5 118,2 5 1,-3 7-1,5 2 1,0 3 145,0 3 1,3 2-1,5 2 1,0 0-164,0-1 0,9-4 0,7-3 1,7-4-333,4-7 0,4-7 0,10-9 1,6-2-181,3-4 0,3-5 1,-3-12-1,-1-7-621,-3-3 0,-13-1 1,-2-1 999,-10 0 0,1 0 0,-12 0 0</inkml:trace>
  <inkml:trace contextRef="#ctx0" brushRef="#br0" timeOffset="4016">5729 489 7833,'0'-12'225,"0"1"671,0-3 0,0 4-659,0-1 1,-2 1-1,-4-2-192,-5 7 1,1 3 0,-2 2 91,-1 0 1,-3 7-1,-1 5 1,-1 4 73,1 1 0,-1 1 0,1 1 1,0 2 47,-1 3 0,3 7 0,1-4 1,4 2-59,2 0 1,3 0-1,5 4 1,2-4-590,3-6 0,5-3 0,10-5 1,1-1 25,2-2 0,6-8 0,-4 1 0,1-5-387,-1-5 0,6-5 0,-4-8 1,0 1-1126,-3-1 1874,-5-7 0,-2-2 0,1-8 0</inkml:trace>
  <inkml:trace contextRef="#ctx0" brushRef="#br0" timeOffset="4498">6044 454 7833,'0'-17'259,"0"-1"770,0 1 0,0 5-621,0 0 1,-6 10 0,0 2-269,2 10 1,2 8 0,0 3 0,-2 4-15,-2 2 1,1 2 0,5 4-1,0-1-139,0-3 0,0-8 0,0 2 0,2-1-103,3 1 1,-1-10 0,8 3 0,3-6-122,7-6 0,-1-2 1,8-2-1,0-2 184,-2-4 0,6-4 0,-3-9 0,3-3-35,1-1 1,-4-2 0,-3 3-1,-2-3 40,-4-2 1,-1 6-1,-3-5 1,-1 3 115,-5 0 0,-1 0 1,-6 5 52,2 1 0,0 5 18,-6 0 1,0 16 0,0 4 0,0 11 287,0 11 1,0 3 0,-2 3 0,-2 5-21,-2 6 1,-8-3-1,3 3 1,-5 1-98,-1 3 0,-3-5 0,-3-1 0,-4-2-153,0-4 0,-4-4 1,5-6-1,-1-8-178,-4-7 0,0-7 1,0-7-1,4-2-215,2-3 1,1 1-1,9-8 1,3-2-658,6-1 0,5-3 0,4 1 1,7 0 29,8-1 0,18 1 1,5-1-1,10 1 863,7-1 0,4-7 0,8-2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9:37.52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350 297 8180,'-6'-18'1007,"0"1"0,-2 7-651,2 4 0,4 12 1,-5 8-1,1 9-16,0 12 1,0 4 0,4 11-1,-2 5-265,-2-1 0,1 6 0,5-4 1,0-5-131,0-8 0,0-7 0,0-3 0,0-3-1288,0-7 503,0-12 0,5-11 1,1-11 839,-2-5 0,-2-9 0,-2-2 0</inkml:trace>
  <inkml:trace contextRef="#ctx0" brushRef="#br0" timeOffset="317">53 245 8405,'0'-18'635,"0"1"1,0 5 0,0 0-42,0-1 1,7-1 0,5 1 0,5 1-402,7-2 0,5-1 0,14-3 0,7 3-86,6 3 1,10 4-1,-4 8 1,2 2-66,0 4 0,-7 6 0,-1 11 0,-9 8-193,-13 8 0,-8 11 0,-15 12 1,-5 4 56,-4 6 1,-17 2 0,-9-4 0,-9 2 93,-7 3 0,-5-5 1,-7 0-1,-1-10 157,1-5 0,-1-3 1,-1 0-1,0-1-60,1-5 1,-3-11 0,11-11-1,3-5-299,7-2 1,8-7 0,11-6 0,3-8-351,1-8 0,8-5 1,-2-6 551,4-6 0,10-4 0,2-2 0</inkml:trace>
  <inkml:trace contextRef="#ctx0" brushRef="#br0" timeOffset="631">1153 559 8153,'-12'0'970,"1"0"1,1 2-1,-4 4 1,5 7-471,1 9 1,-4 5 0,4 8 0,1 2-361,-1 3 1,2-1-1,4 6 1,-2-5-405,-2-7 0,1 0 1,5-9-1,2-5-811,3-5 0,5-7 0,8-10 1075,-1-9 0,0-7 0,1-16 0</inkml:trace>
  <inkml:trace contextRef="#ctx0" brushRef="#br0" timeOffset="798">1153 192 8913,'-8'-17'2348,"6"-1"-2237,-4 1 0,6 7-111,6 4 0,12-4 0,9 1 0</inkml:trace>
  <inkml:trace contextRef="#ctx0" brushRef="#br0" timeOffset="1431">1537 629 8533,'0'-18'2604,"0"7"-1976,0-1 1,0 10 0,0 2-189,0 10 1,0 5 0,0 7 0,0 5-351,0 8 1,0 4-1,0-5 1,0 1-157,0 0 1,0-6 0,0-1 0,2-3-185,4-4 0,-2-9 0,7-8-6,3-8 1,1-8 0,1-9 0,-2-4 11,-3-3 0,1-3 1,5-7-1,1-3-27,-1 2 0,7 2 0,-1 4 1,-2 2 96,-1 2 0,3 2 1,0 0-1,-2 7 234,-1 7 1,-3 9-1,-1 0 151,-4 8 0,-5 13 0,-7 12 1,0 6 220,0 6 0,0 2 0,0 5 0,-2-3-74,-3-2 1,1-3 0,-6-7-1,2-4-108,4-5 0,2-5-235,2-1 0,2-11 0,4-7 0,6-11-263,3-11 1,9-5 0,-1-10 0,0-2 25,2-1 0,-3-1 1,5 6-1,0 0 28,0 0 1,-5-4-1,1 3 1,-4 4-156,-1 5 0,-3 10 0,-1 5 105,-3-1 1,-7 7 0,2 6 241,-4 9 0,-2 9 0,0 3 0,0 5 403,0 1 1,0 2 0,0 8-1,0 1-141,0 3 1,0-6 0,0-6 0,0 0-445,0-1 1,2 1 0,2-10 0,4-5-485,1-5 1,5-3-1,7-8-1488,3-4 2156,-1-3 0,2-17 0,2-1 0</inkml:trace>
  <inkml:trace contextRef="#ctx0" brushRef="#br0" timeOffset="1797">2655 716 8054,'0'-12'1067,"0"1"-818,0-3 0,8 6 0,3 1 0,5 1 116,1 0 0,3-2 0,3 4 0,4-1-391,0 1 1,6-4-1,-6 0 1,2-2-191,1-3 1,-11 3 0,0-1-1,-7-3-141,-4-2 0,-2-1 0,-8-1 249,-4 1 1,-10 1 0,-9 5 0,-2 5 273,-4 4 0,0 2 1,0 0-1,2 4 11,-2 8 1,3-1-1,1 14 1,4 1 106,7 3 0,7 4 1,9 4-1,0 1-50,0 3 1,4 0 0,5-8-1,11-2-182,5-2 0,6-9 1,8-1-1,4-7-232,1-5 1,-3-1-1,4-8 1,-3-4-281,-3-5 1,-4-7 0,-6-3 0,-6-4-1532,-3-2 1991,-3-3 0,1-4 0,-1-1 0</inkml:trace>
  <inkml:trace contextRef="#ctx0" brushRef="#br0" timeOffset="2197">3388 454 8270,'0'-17'1671,"0"-1"-234,0 1 1,-2 7-1323,-3 4 0,3 6 0,-6 8 0,2 9-105,0 11 1,-5 5 0,5 3 0,0 3-21,-2 2 0,6 6 1,-4-7-1,4-1-74,2-2 0,0-4 0,0-4 1,2-6 31,4-3 0,6-11 0,9-3 0,4-6-14,3-6 1,-5-5 0,4-12-1,0-7-80,0-3 0,-3-3 0,3-1 0,-2 0 16,-4 4 1,-1 2 0,-5-2 0,-1 2-275,-2 2 1,-9 7 0,3-1-387,-4 4 751,-2 9 1,0 10-1,-2 12 1,-2 5 415,-1 6 1,-1 3-1,6 5 1,0-2 23,0 2 0,0 2 1,0 0-1,2-2-194,3-2 1,5-8 0,8 2-1,-1-3-507,1-3 1,1-7 0,2-4 0,5-6-513,1-6 0,2-4 1,6-9 811,0-4 0,0-4 0,0-8 0</inkml:trace>
  <inkml:trace contextRef="#ctx0" brushRef="#br0" timeOffset="2581">4611 367 8118,'0'-18'183,"-2"1"0,-2-1 472,-2 1 1,-7 1 0,1 5 0,-4 5-437,-1 4 1,-1-4-1,1 0 1,0 2-228,-1 3 0,-5 6 1,-2 3-1,-1 2-97,1 3 0,2 3 0,5 1 0,1 1 103,-1-1 0,9 1 1,3-1-1,4 1 180,2-1 1,0-5 0,0-1 0,0 3 49,0 2 1,10-5-1,5 1 1,7-1-192,-1-1 0,0 6 0,1-7 1,1 3-308,-2 0 0,-1-1 1,-3 7 105,1-1 0,-9 1 1,-3 1-1,-4 2 93,-2 3 1,-8-1 0,-3-5 0,-7-1-47,-5 0 0,1-1 0,-5-2 0,0-5-204,0-1 1,6-2-1,-3-8 1,5-2-1354,1-2 1674,1-7 0,0-5 0,-1-9 0</inkml:trace>
  <inkml:trace contextRef="#ctx0" brushRef="#br0" timeOffset="2847">4978 402 8101,'-10'0'1308,"-6"0"0,9 13 0,-5 7 0,4 3-1193,0 2 1,4 6 0,-5-2 0,1 4-492,4 2 0,2-2 1,2-4-1,0-5-2047,0-5 2423,0-1 0,8-1 0,2 0 0</inkml:trace>
  <inkml:trace contextRef="#ctx0" brushRef="#br0" timeOffset="2997">5100 35 8101,'-10'-2'745,"2"-2"1730,1-2 1,5-1-1567,-4 1-909,4 4 0,2-6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9:36.35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1 375 8323,'0'-17'-70,"0"0"1,1 1 0,3 2-178,2 3 1,2-1 0,-4-5-1,2-1 606,-2 1 0,-1 5 0,1 0 0,4-1 180,2-3 0,-6-1 1,3 1 270,1 5 0,-4-5 551,8 5-952,-8 3 0,3 8 0,-7 11 0,0 5 102,0 1 0,0 9 0,0 3 0,0 4-388,0 2 1,-5-2 0,-1-2 0,2-2-61,2 2 0,2-6 1,2-2-1,2-3-229,2-3 0,13-5 0,0-2 0,7-3-214,5-3 0,2-2 0,2-4 1,1-4-73,5-5 0,-4 1 1,2 0-1,-6 1-216,-4-1 1,-8 4 0,3-4 0,-5 3 667,-2 3 0,1-14 0,-1-1 0</inkml:trace>
  <inkml:trace contextRef="#ctx0" brushRef="#br0" timeOffset="234">490 44 8209,'0'-18'1636,"0"7"-557,0-1 0,0 10-707,0 2 1,0 10 0,0 13 0,-2 8-72,-4 8 0,2 7 0,-6 15 0,0 6-240,1 7 1,3 4-1,-4-4 1,1 1-490,-1-1 0,6-4 0,-2-8 0,4-12-2596,2-13 3024,0-10 0,8-9 0,2-1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9:35.39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36 193 8107,'-12'0'1523,"0"0"269,8 0-779,-3 0 0,9-8-541,3-3 0,5-3 0,6 0 1,-3 3-227,-1-3 1,0 4 0,5-1 0,2-3-275,5-1 1,-5-1 0,6 3 0,-1 1-236,-1-2 0,8 7 0,-2 1 0,2 4-154,-2 2 1,2 4 0,-7 5-1,-5 9 355,-5 1 0,-7 8 0,-7 3 0,-2 4 232,-3 7 1,-7 4 0,-11 5 0,-7-1 85,-2-3 0,-3-1 0,0 4 0,-2-5-15,-4-1 1,10-2 0,-2-6 0,6-2 23,5-4 0,3-4-270,2-8 1,9-7 0,8-4 0,11-4-44,11-2 0,-1 0 0,8 0 0,4-2-36,6-4 0,0-2 1,4-5-1,-3 3-104,-1 2 0,-12 0 1,8 5-1,-2-3-278,0 2 1,0 2 0,-4 2-1,-5 0 466,-5 0 0,-2 8 0,1 1 0</inkml:trace>
  <inkml:trace contextRef="#ctx0" brushRef="#br0" timeOffset="283">961 682 6864,'0'-10'1695,"0"2"-1695,0 8 0,0-7 0,0-3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9:44.79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1 507 8362,'9'-7'901,"-1"3"21,-8-8 1,2 8 437,4-2 1,-4 6-772,4 6 0,-5 10 1,-1 9-1,0 2-94,0 4 0,6 2 0,0 2 0,-2 0-302,-2 0 1,-2 0 0,0-2 0,0-4-69,0-6 0,0-3 1,0-3 170,0 1 0,0-11 0,0-7-619,0-9 1,0-15 0,0-5 0,0-4 62,0-2 1,6-5 0,0-1 0,-3 2-98,-1 2 0,6 8 0,2 0 0,2-2-129,-1-2 1,7 6-1,7 3 1,2 5-47,4 2 0,2 1 1,2 2-1,2 5-58,4 1 1,-5 2 0,7 6 0,-2 0-768,0 0 1,3 0 1356,-9 0 0,4 0 0,-12 0 0</inkml:trace>
  <inkml:trace contextRef="#ctx0" brushRef="#br0" timeOffset="366">524 647 12329,'8'10'541,"4"-4"1,3-5 0,5-1-1,3 0-224,6 0 1,4 0 0,2 0 0,0-1-57,0-5 0,-2 2 1,-2-8-1,-4-1-228,-2-3 0,-1 4 1,-7 1-1,-1-3-385,-5-1 1,-3-3 0,-8 1-1,-2 1-232,-4 5 0,-5-3 1,-13 8-1,-5 2-42,-4 2 1,-4 2-1,-1 0 1,-3 4 386,2 8 0,8 0 0,4 13 0,0 0 626,0 4 0,11 4 0,0 2 1,7 0 30,5 0 0,4-6 1,8-2-1,11-2-214,14-3 1,4-5 0,9-5-1,3-6-649,1-4 1,3-2-1,-1 0 1,1-2-1124,-1-4 0,-5-10 1568,-1-7 0,1-8 0,5 4 0</inkml:trace>
  <inkml:trace contextRef="#ctx0" brushRef="#br0" timeOffset="919">1607 612 8140,'0'-12'1526,"0"1"0,0 5 1,0-6-1255,0-1 1,0 3 0,-2 0 0,-4 3-231,-5 3 1,-1-4-1,-3 2 1,-5 2-108,1 2 1,-1 2-1,1 0 1,-2 2-77,-3 4 1,-5 10-1,6 9 1,2 2 121,1 4 0,5 2 0,3 2 0,6 0-2,4 0 1,4-6 0,4-2 0,8-4-81,7-7 0,6-6 0,10-10 0,2-2-48,2-4 0,-1-10 0,-5-9 1,0-2 44,0-4 1,-2-2 0,-2-4 0,-4-2 201,-1-2 0,-3-7 0,-6 1 0,1-5 38,-1-6 1,1 3-1,-3-3 1,-3 6-59,-6 5 1,2 6-1,-3 12 1,-1 6-137,-2 4 0,-4 11 47,-4 8 1,3 10 0,-9 13-1,-2 6 85,-1 4 0,-3 10 0,1 3 0,-1 7 303,1 5 1,1-4-1,3 4 1,3-3-296,2-3 1,3 2 0,5 1-1,0-1-354,0-3 1,13-16 0,5-2 0,3-6-648,4-6 0,-4-9 1,9-7-1,1-5-730,2-5 0,-4-7 1649,0-11 0,-8-4 0,4-8 0</inkml:trace>
  <inkml:trace contextRef="#ctx0" brushRef="#br0" timeOffset="1286">2376 507 8176,'0'-17'1473,"0"-1"-830,0 1 0,0 5-297,0 1-435,0 7 1,-8 10-1,-4 11 426,-3 2 1,-3 9 0,3 1-1,1 4 158,3 2 1,5 0-1,-4-1 1,2 1-94,4 0 1,4-2-1,6-2 1,8-5-256,7-7 0,6 0 0,8-13 0,0-2-276,0-2 0,0-10 0,0-5 0,0-9-232,0-7 0,-8-4 0,-4-4 1,-3-1 78,-3-3 1,-7 0 0,-4 6 0,-4 2-137,-2 4 0,0-2 0,-2 10 0,-2 3-6,-2 5 0,-8 9 1,5 0-268,-1 8 0,0 5 1,6 11-1,-1 1 691,1 2 0,4 3 0,5-3 0,5-4 0,8 7 0</inkml:trace>
  <inkml:trace contextRef="#ctx0" brushRef="#br0" timeOffset="1852">3249 525 12375,'0'-12'939,"0"0"0,-2 9-1006,-4-3 1,-4 4 0,-7 2 0,-2 0 83,-5 0 0,3 8 0,-6 5 0,0 7 204,-1 3 0,7 10 0,-2 0 0,5 6-84,7-1 0,3 5 0,8-2 0,2-4-243,4-6 0,9-2 0,10-12 0,3-7-211,3-6 1,7-4 0,3-2 0,0-6-225,2-9 0,-6-6 0,5-9 0,-1 1 250,0-5 0,-1 6 0,-7-4 0,-1 1 217,-3 0 1,0-2 0,4 2 0,-4 2-7,-6 1 0,-3 3 0,-3-4 0,0 2 55,1-2 1,-1-2 0,-1-2 0,-3 0 56,-1 0 0,-8-2 0,2 1 1,-4-1 139,-2 4 1,0 9-1,0 1 1,0 4 127,0 1 1,-8 9-1,-4 3-102,-3 4 0,3 10 0,1 5 0,-3 9 2,-2 7 1,-1 4 0,1 2-1,3 1 212,1 5 0,3 4 0,-3 9 0,4 2 24,0 3 1,6 1 0,-3-2 0,3 4-266,2 0 0,2-2 0,1-7 0,5-1-460,2 1 0,4-15 0,7-7 1,2-7-378,-2-9 0,-1-9 1,-3-2-1,1-8-376,-1-8 0,-7-9 0,-2-4 0,-2-2 1042,-1-4 0,-7-10 0,-7-4 0</inkml:trace>
  <inkml:trace contextRef="#ctx0" brushRef="#br0" timeOffset="2033">3511 455 8176,'12'-12'3249,"-1"3"-2556,3 1 1,1 0 0,3 4 0,1-4-495,4-1 1,-1 3-1,7-6 1,4 1-1000,6 1 1,-2-4-1,5 7 1,-1-1 799,0 0 0,7-6 0,-3 5 0</inkml:trace>
  <inkml:trace contextRef="#ctx0" brushRef="#br0" timeOffset="2286">4349 507 8053,'0'-17'1339,"-2"7"1,-2 6 0,-3 8-1099,-3 8 0,6 9 1,-2 4-1,4 1-274,2-1 1,0 4 0,0-6-1,0-1-509,0-3 1,0-2-1,0 1-2795,0-1 3337,0-7 0,8-2 0,2-8 0</inkml:trace>
  <inkml:trace contextRef="#ctx0" brushRef="#br0" timeOffset="2450">4471 210 7980,'0'-17'0,"-2"1"0,-1 3 3754,-3 1-4591,0 8 0,8-2-2549,4 12 3386,-4-4 0,13 14 0,-5-7 0</inkml:trace>
  <inkml:trace contextRef="#ctx0" brushRef="#br0" timeOffset="2885">5118 577 7996,'5'-17'6,"1"-1"197,-2 1 1,-2 5-1,-4 2 403,-4 3 0,-3-5 0,-9 6 0,1 2-282,-1 2 1,-5 2-1,-2 2 1,-1 4-183,1 6 0,0 3 1,4 5-1,-3 1 165,3 2 0,2 8 1,1-2-1,3 6-18,3 6 1,-2-2 0,9 6 0,1-5-329,2-7 0,11 0 0,7-7 0,7-3-185,4-4 1,3-5 0,6-14-1,3-4-385,2-8 0,6-7 0,-7-16 1,-1-2 215,-2-4 1,-10 3 0,-4-9 0,-5 0 362,-6 3 1,-5-5 0,-11 9 0,-7 3 139,-13 6 0,-14 5 0,-9 11 0,-3 3 97,-3 6 0,1 14 0,-2 10 0,-1 9-128,3 6 0,5 9 1,18 3-1,6 2-635,3-1 1,11-1-1,5 1 1,8-7 94,7-8 1,15-7-1,7-11 1,5-3 460,1-2 0,6-10 0,-1-8 0</inkml:trace>
  <inkml:trace contextRef="#ctx0" brushRef="#br0" timeOffset="3235">5572 490 11174,'-2'-8'1983,"-4"10"-1666,-6 14 0,3 3 0,-3 10 0,0 2-256,3 2 1,1 2 0,8 0 0,0 0 6,0 0 0,0-8 0,0-4 1,2-3-181,4-3 0,3-7 0,9-4 0,1-4-199,4-2 0,-1-2 0,7-6 1,0-8 53,-2-5 1,6-8 0,-6 4-1,2-1 48,1 1 1,-9-4 0,2 6-1,-3 1 200,-3 3 1,-7 7 0,-3 3 82,1 1 1,-8 2-1,2 8 1,-8 6 126,-3 9 1,-1 3 0,-2 7 0,6 0-273,5 0 1,2-3 0,7 3 0,10-2-479,9-4 0,21-3 0,11-7 549,7-5 0,19-4 0,4-2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9:41.39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350 670 8250,'0'-18'315,"5"7"422,1-1 1,2 0-228,-2-5 1,-4-1-1,4 1-247,-5 0 0,-1 5 1,-1 0-106,-5-1 0,-4 5 0,-7 2 1,-3 4-269,-3 2 0,-4 8 0,-8 4 0,0 3-117,0 3 0,2 5 0,2 2 0,4 2 94,1 4 0,3 2 0,8 2 0,3-2 152,6-4 0,4 2 0,6-7 0,6-3 97,7-2 1,10-3 0,-1-4-1,1-7 84,4-3 1,0-2-1,0-2 1,-4-5-144,-2-11 1,5 1 0,-7-9 0,-4 1-101,-5-4 0,-1-2 0,-7 0 0,-2 2-217,-2-2 1,-4 6-1,-4-1 1,-7 5-287,-9 4 1,1-3-1,-8 14 1,0 2-1642,2 3 2187,-6 8 0,5 11 0,-6 9 0</inkml:trace>
  <inkml:trace contextRef="#ctx0" brushRef="#br0" timeOffset="433">716 513 11374,'0'17'469,"0"1"1,-2 1-1,-2 4-315,-1 6 1,-7 6 0,6 4 0,0 2-339,-1-2 1,5-4 0,-2-6 0,8-6-12,7-4 0,5-9 1,3-4-1,5-8-46,5-10 0,9-3 0,3-18 1,-2-4 169,-2 0 1,-2 0 0,-2 2-1,-4 0 224,-6 0 0,-3 2 0,-5 4 1,-3 6 254,-6 4 1,1 7-320,-1 0 0,-6 10 0,-8 2 0,1 12-204,-1 9 1,-4 7 0,4 6 0,1 3-67,-1 4 0,2-4 0,8 6 1,2-3-120,2 1 1,13-2-1,1-8 1,5-4-100,6-2 1,2-9 0,4-10 0,2-4-207,1-2 0,7-8 605,-6-4 0,7-11 0,-3-4 0</inkml:trace>
  <inkml:trace contextRef="#ctx0" brushRef="#br0" timeOffset="900">2009 635 8170,'0'-18'185,"0"1"292,0-1 0,0 1 0,0 0 628,0-1 0,5 6-1060,1 1 1,-2 5 0,-10-4-154,-5 3 0,-5 1 1,-3 6-1,-3 0 6,-1 0 0,-8 0 0,2 2 0,-2 3 148,2 7 1,-4 9-1,4 5 1,-2-1 109,2 0 0,3 6 0,9-2 1,-1 4-21,1 2 1,7 0 0,4 0 0,5-2-141,1-4 1,7-4 0,7-9 0,7-4-169,8-7 1,4-3 0,2-4 0,0-5-28,0-11 0,0 1 1,-2-9-1,-4 3 142,-6 0 0,-3-6 1,-3 5-1,-1 3 142,-5 2 1,-1 1 0,-6 1 46,2-1 1,-2 9-1,-10 3 1,-4 6-114,1 6 0,-7 5 1,6 13-1,1 3-242,3 0 0,4 6 1,2-6-1,0 2-58,0 0 0,8-7 0,5 1 0,7-4-174,3-1 0,8-9 0,0-3 1,6-4 454,4-2 0,-1-8 0,-5-1 0</inkml:trace>
  <inkml:trace contextRef="#ctx0" brushRef="#br0" timeOffset="1450">2480 757 8579,'18'-2'608,"-1"-4"1,3-1 0,3-9 0,6 1-437,4-5 1,10-9 0,3-2 0,5-6-244,1-4 1,-7-7 0,-5 1 0,-3-3-9,-2-3 0,-8 1 0,-5 0 1,-9 1 33,-7 5 1,-4 5-1,-4 10 1,-4 6 186,-5 5 0,-5 7 0,-3 13 0,-5 2-97,-5 3 0,2 13 1,-2 13-1,0 8 56,2 7 0,0 1 0,5 3 0,-1 5 34,2-1 1,7 8-1,4 0 1,3 2-38,3 0 1,4-2-1,6 0 1,7-9-159,8-11 0,7-7 0,7-7 0,-1-11-23,1-9 0,0-6 0,0-4 0,0-6-187,0-9 0,0-9 0,0-9 0,-2 1-53,-4-1 1,4 0-1,-4 0 1,2 0 145,-2 0 0,2 2 0,-7 2 0,-3 6 156,-2 5 1,-1-5 0,-1 13 0,1 5 28,-1 3 1,-5 4 159,0 0 0,-3 7 1,3 5-1,-6 4 287,-4 1 1,-2 6 0,0 3 0,2 1-34,3 4 1,-3-4 0,4 0 0,-2 0-251,2 0 1,-4-5-1,6-1 1,-3-5-815,1-5 0,8-1-472,-3 2 0,5-5-470,1-7 1,-5 0 1583,0 0 0,-8 8 0,3 2 0</inkml:trace>
  <inkml:trace contextRef="#ctx0" brushRef="#br0" timeOffset="1683">3633 146 7983,'-10'-18'2,"0"1"0,7-1 952,-3 1 0,0 5 666,6 1-1632,0 7 1,0-2-208,0 12 0,2 2 0,2 5 219,2-1 0,-1-1 0,-5 7 0</inkml:trace>
  <inkml:trace contextRef="#ctx0" brushRef="#br0" timeOffset="1966">3982 59 8009,'0'-18'347,"0"1"456,0-1 1,0 12-193,0 12 0,0 6 0,0 17 0,0 4-297,0 6 1,0 7-1,0 12 1,0 7-129,0 2 1,0 5 0,0 2 0,0 2-31,0-3 1,0-3-1,0-8 1,0-9-330,0-11 1,6-7-1,2-7-577,1-11 0,-3-7 1,4-12-303,-2-4 0,-2-6 0,-6-9 1052,0-2 0,-8-8 0,-2 3 0</inkml:trace>
  <inkml:trace contextRef="#ctx0" brushRef="#br0" timeOffset="2133">3738 513 11235,'17'0'880,"1"0"0,-1 0-1053,0 0 1,3 0 0,3 0 0,6 0-686,4 0 1,2-6 857,0 0 0,8-8 0,1 5 0</inkml:trace>
  <inkml:trace contextRef="#ctx0" brushRef="#br0" timeOffset="2617">4524 600 8780,'0'-18'2148,"0"1"-1702,0 0 0,0 9 1,0 8-264,0 9 0,0 9 0,0 3 1,0 5-139,0 1 1,0 0 0,0 4 0,0-4-51,0-2 0,5-1 1,3-7-1,2 1-34,3-1 0,3-7 1,1-5-1,3-3-145,3-2 0,-2-2 0,7-5 0,-3-9-5,-4-5 0,-1-4 1,-3 3-1,0-1 16,1 2 0,-6-5 0,-3 3 0,-1 2-175,-4 1 1,0 3 166,2-1 1,-4 11 0,3 9 417,-3 13 1,-2 10 0,0 12 0,2 6 223,4 9 1,-2 10 0,8 14 0,1 8 58,3 7 1,-10-41 0,-1 3 0,1 3 0,-2 0-1,0 0 1,0 1-185,-1-1 1,-2 0 0,-3 2 0,-2-1 0,-2-4 0,-2-1 0,-13 45 0,-8-6 1,-6-12 0,-4-5 0,-4-10-454,-1-12 1,5-17 0,-2-17-1,6-12-197,6-10 1,-2-16-1,8-15 1,2-11-587,1-10 0,10-1 0,5-9 0,7-3-184,9-5 1,12-2 0,22 4 0,11-3 467,-24 34 1,2 0 0,6-2 0,2 1 303,6-2 0,3 0 0,3 1 0,2-1 0,2 0 1,-1 1-1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9:53.5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258 158 8280,'10'-8'1465,"-2"-1"1,-8 1-730,0 8 1,0 15 0,0 16 0,-2 8-67,-4 8 1,4 9-1,-4 4 1,4 2-474,2 4 0,0-4 0,0 0 0,2-3-501,4-9 0,-2-7 0,6-14 1,0-6-1119,-1-3 590,-5-11 832,4-9 0,-16-9 0,-2-9 0</inkml:trace>
  <inkml:trace contextRef="#ctx0" brushRef="#br0" timeOffset="333">49 228 8196,'-8'-18'650,"-4"1"0,3-1 2839,-3 1-3148,8 0 1,0 5 0,14 2 0,9 0-324,7 1 1,11 3 0,9-6-1,7-1-1,5-3 0,-2 5 0,10-1 1,4 0 28,4 3 0,1 1 1,-7 8-1,-6 0-119,-9 0 0,-13 8 1,-16 3-1,-13 7 61,-7 5 0,-8 4 0,-7 8 0,-13-2-179,-7-4 1,-9 4 0,-3-6 0,-4 2-230,-7 1 0,0-3 1,-8 4-1,1-4 20,5-2 1,2-2 0,3-5-1,5-1-696,5 1 12,12-8 1084,19-3 0,20-7 0,17 0 0</inkml:trace>
  <inkml:trace contextRef="#ctx0" brushRef="#br0" timeOffset="714">1394 333 8359,'-10'-18'886,"0"3"0,6 1 119,-1 2 0,-3 3 0,4-5 314,-2 3 0,-8-1-982,3-6 1,-5 9-1,-3 3 1,-4 4-241,-6 2 1,-4 2 0,-2 4 0,-2 7-58,-4 9 0,2 5 0,-4 8 0,5 2-170,5 3 1,9 3-1,1 6 1,6-3-207,5 3 1,8-5-1,16-1 1,11-4-92,8-6 1,12-12 0,3-3-1,5-11-191,1-5 1,1-2-1,-1 0 1,0 0-521,1 0 1,-9-8 0,-3-3 1137,-4-5 0,-2-9 0,0-2 0</inkml:trace>
  <inkml:trace contextRef="#ctx0" brushRef="#br0" timeOffset="1047">1918 280 8869,'5'-11'1648,"1"-1"1,-2 10 0,-10 2-1118,-5 10 1,-5 7 0,-1 6 0,-3 7-124,-3 3 1,-4 9 0,-6 5-1,2 3-364,2 3 1,1-1 0,-3-1-1,6-7-316,6-9 1,-1-2-568,15-10 0,1-7 1,10-12-1,5-10-194,5-12 1,-1-1-1,-1-8 1,-3 0-1184,3 0 2216,-6 5 0,7-19 0,-5 5 0</inkml:trace>
  <inkml:trace contextRef="#ctx0" brushRef="#br0" timeOffset="1264">1865 263 8150,'0'-18'1211,"0"1"0,0 5 1,2 3-684,4 1 1,-2 10 0,7 9 0,3 7-223,2 5 0,1 12 1,1 14-1,-1 5-228,0 4 0,1 6 0,-1-4 0,1 0-341,-1 1 0,3-9 0,-1-7 0,1-5-3266,-5-7 2173,-1-5 0,-7-23 1356,-7-10 0,-7-13 0,-11-17 0</inkml:trace>
  <inkml:trace contextRef="#ctx0" brushRef="#br0" timeOffset="1414">1638 577 8150,'-6'12'1295,"1"-1"1,-1-5 0,8 4 0,3 0-738,7-1 1,6-5 0,5 2-1,8-4-722,8-2 1,1 0 163,13 0 0,-5-16 0,13-3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9:52.5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35 210 10422,'0'-11'946,"0"-1"0,8 1 0,4-7 0,3 1-642,3-1 0,1 1 0,2-1 1,5 1-65,1-1 1,2 3 0,6 1 0,-2 4-182,-4 3 1,2 1-1,-8 8 1,-1 4-181,-3 5 1,-3 13 0,-5 5 0,-5 4-150,-4 2 0,-12 5 1,-5 3-1,-9 2 96,-3 3 1,-2-3 0,-4-1 0,0 1 228,-2 0 0,4-5 0,-8 5 0,6-2 244,4-4 1,2-8 0,-2-2 0,8 0-239,7-2 1,6-2-1,8-7-177,0-1 0,14-1 0,5-5 0,7-5-61,5-4 0,2-10 1,2-1-1,0-3-337,-1 0 1,1 1-1,-2-5 1,-2 3-316,-1 1 0,-3 8 1,2-2-1,-6 4 829,-4 2 0,-1-7 0,-1-3 0</inkml:trace>
  <inkml:trace contextRef="#ctx0" brushRef="#br0" timeOffset="283">978 804 9835,'-9'0'8034,"1"-2"-8294,8-4 260,8 5 0,1-15 0,9 6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0:49:56.856"/>
    </inkml:context>
    <inkml:brush xml:id="br0">
      <inkml:brushProperty name="width" value="0.2" units="cm"/>
      <inkml:brushProperty name="height" value="1.2" units="cm"/>
      <inkml:brushProperty name="color" value="#00A0D7"/>
      <inkml:brushProperty name="inkEffects" value="pencil"/>
    </inkml:brush>
  </inkml:definitions>
  <inkml:trace contextRef="#ctx0" brushRef="#br0">70 246 12238 260088 49643,'-18'11'201'0'0,"1"1"1110"0"0,7-8 917 0 0,-5 4-576 0 0,13-8-883 0 0,-6 0-600 0 0,24 0 1 0 0,-3-2 0 0 0,18-2-70 0 0,6-2 1 0 0,6-6 0 0 0,9 4-1 0 0,3 1-81 0 0,3-1 0 0 0,12-6 1 0 0,11 5-1 0 0,6-3 92 0 0,7 0 0 0 0,-3 9 0 0 0,6-5 1 0 0,0 2 3 0 0,0 0 0 0 0,-4 0 0 0 0,4 6 1 0 0,0 0-132 0 0,0 0 1 0 0,-43 0 0 0 0,1 0 0 0 0,5 0 0 0 0,2 0 0 0 0,3 0 0 0 0,2 0-127 0 0,1 0 1 0 0,2 0 0 0 0,6 0 0 0 0,3-2 0 0 0,2 0 0 0 0,1-1-1 0 0,5-3 1 0 0,3 0-12 0 0,5-2 0 0 0,2 0 0 0 0,-6 0 0 0 0,0 1 0 0 0,8 0 0 0 0,0 0 0 0 0,-3 1 0 0 0,0 1 117 0 0,-1-2 1 0 0,0 0 0 0 0,-1 0 0 0 0,0 0 0 0 0,1 0 0 0 0,-1 1 0 0 0,0 1 0 0 0,0 0 210 0 0,-2 1 0 0 0,-2 0 1 0 0,-3-2-1 0 0,-1 1 0 0 0,-2 1 1 0 0,-1 2-1 0 0,0 0 0 0 0,-1 0 186 0 0,-1 1 1 0 0,-1 0-1 0 0,-5 1 1 0 0,-1 0 0 0 0,-3 0-1 0 0,-2 0 1 0 0,-4 0 0 0 0,-2 0-283 0 0,-3 0 0 0 0,-2 0 0 0 0,0 3 0 0 0,-1 0 0 0 0,-4 0 1 0 0,-1 0-1 0 0,-1-1 0 0 0,-1 0-353 0 0,41 0 0 0 0,-14-2 0 0 0,-3 0 0 0 0,-8 0-107 0 0,-8 0 1 0 0,-5-2 0 0 0,-7-2-884 0 0,-5-2 483 0 0,-12 0 1 0 0,-15 6-990 0 0,-20 0 1770 0 0,-4 0 0 0 0,-15 0 0 0 0,8 0 0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0:15.8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103 1153 8322,'0'10'3702,"0"5"-2673,0-13 1,0 4-688,0-12 0,0-4 0,2-9 0,2-4 22,2-6 0,2-6 1,-4-4-1,2-4-91,-3-2 0,5-9 1,0-8-1,0-2-126,0 0 1,3 2-1,-3-4 1,2 2-428,3-2 0,5 6 0,3 2 0,4 5-331,2 7 1,3-3 0,4 8 0,1 4-129,0 6 0,0 6 0,0 10 0,0 3 82,0 6 1,0 4-1,-2 2 1,-4 4-4,-6 8 0,-3-1 660,-3 13 0,-7 3 0,-2 0 0</inkml:trace>
  <inkml:trace contextRef="#ctx0" brushRef="#br0" timeOffset="267">34 769 7240,'-18'0'2708,"8"0"1,5 0-2389,10 0 1,5 0 0,8 0 0,1 0-403,4 0 1,4-2-1,6-2 1,-1-4-409,-3-2 0,0 5 1,4-5 489,-4 2 0,12-6 0,-5 5 0</inkml:trace>
  <inkml:trace contextRef="#ctx0" brushRef="#br0" timeOffset="650">488 908 10817,'2'-9'702,"3"3"0,7 4-481,4 2 0,1-2 1,1-2-1,1-2-76,4 2 0,-3-3 0,3-1 1,-2-2-56,3-3 0,-5-3 1,4-1-1,-3-1-382,-3 1 0,1-1 0,-3 1 0,-3-1 20,-6 1 1,1-1 0,-1 1 177,-2-1 0,-10 9 0,-5 3 0,-7 4 77,-5 2 0,1 8 0,-5 3 0,0 5 175,0 1 0,6 3 0,-3 1 0,5 4 138,1 2 1,3 1-1,3 3 1,7-4 0,3-2 0,2 6 0,2-4 1,3 0-249,7-3 1,11-7 0,8-3 0,6-5-694,4-1 1,0-2-1,-4-6 1,1-2-802,3-4 0,0 0 0,-6-9 1445,0-4 0,0-11 0,0 3 0</inkml:trace>
  <inkml:trace contextRef="#ctx0" brushRef="#br0" timeOffset="1133">1448 804 8278,'18'0'2120,"-3"-8"-1692,-3-4 0,-4 2 0,-8-1 1,-2-1-110,-4 2 0,-4 1 1,-7 5-1,-1-2-121,1 2 1,-8 4 0,-3 4 0,-1 4-133,0 2 1,2 1 0,-4 9 0,4 1-123,2 2 0,1 6 0,9-3 1,3-1 33,6 0 1,4 4-1,4-6 1,4-1 50,6-3 0,11-9 0,6-4 0,4-6-10,2-6 1,0-4 0,0-9-1,0-5-64,0-5 0,0-4 0,-2 0 0,-6 2 68,-10 2 0,1 8 1,-9-2-1,1 3 143,-4 3 1,-6 1-227,-6 5 1,2 5-1,-5 12 1,-1 7-190,0 8 0,6 1 1,-2 5-1,5 0 73,1 0 1,0-5 0,0 3-1,1-2 177,5 0 0,6-5 0,9-6 0,5-1-330,1-1 0,0-2 0,4-8 0,-2-2-1022,2-4 0,-4-4 1351,2-7 0,-7-1 0,3 1 0</inkml:trace>
  <inkml:trace contextRef="#ctx0" brushRef="#br0" timeOffset="1417">2182 227 8280,'0'-11'524,"-2"1"341,-4 2 1,4 0-593,-4 3 0,4 10 0,2 1 0,0 10 163,0 7 0,-6 4 1,1 10-1,1 4-3,2 5 0,2 11 0,-2 3 0,-2 0-226,-2 0 0,0 4 0,6-6 0,0 1-256,0 1 0,0-16 0,0-1 0,2-14-1832,4-9 1,-2-1 609,8-13 0,-3-10 0,3-12 1271,-6-5 0,-4-10 0,-2 4 0</inkml:trace>
  <inkml:trace contextRef="#ctx0" brushRef="#br0" timeOffset="1583">1955 699 12797,'7'-10'1197,"5"2"0,4 2-1023,1 1 1,8-7-1,4 4 1,2 1-908,-1-1 0,3-4 0,-6 6 733,0 2 0,6-5 0,-6-1 0</inkml:trace>
  <inkml:trace contextRef="#ctx0" brushRef="#br0" timeOffset="1936">2479 716 8280,'5'-17'1280,"1"-1"0,6 1 449,-6-1-1425,7 9 0,-13 3-71,0 12 1,-2 3 0,-7 9 0,-1 1-184,0 5 1,6-3-1,-1 6 1,3-2-66,2-3 0,2 3 0,3-2 1,7-2 1,4-1 1,1-5-1,2-3 1,3-6-140,1-4 1,8-4-1,-4-4 1,0-6 8,-3-3 0,1-8 0,-4-3 1,-3-1-75,-5-4 1,-9 4 0,2 0 0,-4 2-374,-2 3 0,0 3 0,-2 3-688,-4 5 1,-3 3 1277,-9 8 0,8 8 0,3 9 0,7 10 0</inkml:trace>
  <inkml:trace contextRef="#ctx0" brushRef="#br0" timeOffset="2320">3037 664 10703,'0'11'2611,"0"1"-2174,0 2 1,0 1 0,0 3 0,0 1-361,0 4 0,0-3 0,0 3 0,0-4-69,0-1 0,0-6 1,0-1-69,0 3 0,0-4-236,0 1-409,0-7 447,0 4 1,6-22 58,0-3 1,2-5 0,-4 5-1,4-1 11,1 1 0,1 0 0,4-3 1,-3-1 40,3-2 1,1-1-1,3 7 1,-1-1-198,1 1 1,1-1-1,2 3 1,3 3-419,-3 6 1,-2-1 761,-1 1 0,-1 0 0,1 6 0</inkml:trace>
  <inkml:trace contextRef="#ctx0" brushRef="#br0" timeOffset="2736">3631 804 14770,'18'0'44,"-1"0"1,6 0-1,3 0 1,-1-2-88,0-4 1,4-4 0,-5-7-1,-3-1-241,-2 1 1,-3-1-1,-5 1 1,-5-1-76,-4 1 1,-10 1 0,-5 5 0,-8 5 318,-9 4 1,-4 10-1,-5 5 1,-2 7 424,2 3 0,4 10 0,6 0 1,8 6-51,7 0 1,6-3 0,10-1 0,8 0-482,13 0 1,8-10 0,22-5 0,7-9-1725,6-3 1870,12-2 0,1-21 0,8-5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0:09.70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437 488 8144,'0'-10'2381,"0"1"-722,0 3-1012,0 4-242,0-6 1,0 22 0,0 5 0,0 6-346,0 6 0,0 4 0,0 6 1,0 6-169,0 3 0,0 8 0,0 2 0,0 0-128,0 1 0,0-9 0,0-7 1,0-5-2633,0-7 2868,0-5 0,8-19 0,2-1 0</inkml:trace>
  <inkml:trace contextRef="#ctx0" brushRef="#br0" timeOffset="382">1 505 8064,'0'-11'4596,"0"-1"-4283,0 8 1,8-9 0,5 7-1,8 2-176,9 2 1,5-4 0,5 0 0,9 1-232,7-3 0,8 4 0,12-6 0,3 0-648,1 1 0,9-3 0,-7-7 1,-5-3-1967,-3-1 2708,-12 0 0,6 5 0,-6 1 0</inkml:trace>
  <inkml:trace contextRef="#ctx0" brushRef="#br0" timeOffset="880">1049 663 8604,'-18'0'2077,"3"9"0,3 7 0,6 9-1777,4 8 1,2-2 0,0 10-1,0-4-317,0-2 1,2 5 0,2-1-1,2-4-17,-2-4 1,4-10 254,-3 3 1,7-15-221,-6-9 0,0-7 0,-6-11 0,0-1-102,0-4 0,0 3 1,-2-3-1,-2 3-140,-2 3 0,0 0 0,6-1 0,0 1-102,0-1 1,0-1 0,0-3 0,0-1-156,0 2 1,8 1 0,4 3 0,3-1 122,3 1 1,1 5-1,4 1 1,6-1 11,4 2 0,2-3 1,2 7-1,2 2-631,2 2 1,-1 2 993,-5 0 0,0-8 0,0-1 0</inkml:trace>
  <inkml:trace contextRef="#ctx0" brushRef="#br0" timeOffset="1380">1922 872 7960,'0'-17'0,"0"-1"356,0 1 0,0-1 0,0 1 248,0-1 0,0 7 0,0-1-219,0-2 0,-2 7 0,-2-1-58,-2 0 1,-7 6 0,1-4-162,-4 4 1,-3 2-1,-2 0 1,-5 0-39,-1 0 0,4 0 1,-6 2-1,0 4-80,2 6 0,-4 3 0,7 3 0,3-1-183,2 1 0,1 5 1,3 2-1,3 1 68,6-1 1,4 4 0,4-4 0,4 0 75,6 1 1,5-3 0,6-8-1,6-3-2,4-6 1,2-4 0,0-2 0,0 0-92,0 0 1,-2-8-1,-4-4 1,-4-5 49,1-6 1,-9-3 0,3-5 0,-9 4 131,-3 2 1,-2 0 0,-6 3 68,0-1 1,-2 2-1,-4 9-217,-6 6 1,3 12-1,-1 6 1,0 5-132,1 7 0,5-3 0,-2 8 0,4 0 151,2-2 0,8 4 0,3-5 0,5-1-21,1 0 1,7-2 0,1-7 0,2-5-345,4-5 1,2-4-1,2-2 1,-2-2-1609,-4-4 2003,-4-3 0,1-17 0,1-1 0</inkml:trace>
  <inkml:trace contextRef="#ctx0" brushRef="#br0" timeOffset="1797">2324 767 8068,'0'-17'744,"0"5"-379,0 1 0,5 9 0,1 2 98,-2 9 1,-2 9-1,-2 3 1,0 4 1,0 3 1,2-5-1,2 4 1,4 0-142,1 0 0,-5-5 1,4 3-1,0-4-191,3-3 0,-1 1 1,2-11-1,1 0-191,3-1 1,1-1-1,-1-8 1,-3-4-166,-1-5 1,0-5 0,5-1-1,-1-3-111,-5-3 1,3 4 0,-6-5 0,-1 5-22,1 2 1,0-1-1,-4 1 226,2-1 1,-1 7 254,-5-1 0,2 10 116,4 2 1,-4 8 0,6 9 0,0 3 1,3 3 1,5-4 0,1 5 0,1-5-566,-1-2 1,3 1-1,1-1 1,4-1-1840,2-4 0,1-5 2160,1-7 0,-4-7 0,-8-3 0</inkml:trace>
  <inkml:trace contextRef="#ctx0" brushRef="#br0" timeOffset="2230">3406 645 8890,'-17'-2'1297,"-1"-4"0,7 4 0,-1-3-1262,-1 3 1,-3 2-1,-1-2 1,-1-2-110,1-2 1,5 0 0,0 6 0,-1 2-136,-3 4 1,1-2-1,3 7 174,6 3 1,4 2 0,2 1 0,0 0 169,0 1 0,8-1 0,6 1 0,5-1-28,4 1 0,6-1 0,-3 1 0,-1-1-20,0 1 0,4 5 0,-5 0 1,-5 1 49,-6 1 1,1-4 0,-8 6 0,-2 0 96,-2 1 1,-4-7 0,-6 2 0,-8-5-310,-5-7 0,-4 3 0,2-8 0,-5-2-811,1-2 1,-4-10 885,8-4 0,-8-19 0,4-6 0</inkml:trace>
  <inkml:trace contextRef="#ctx0" brushRef="#br0" timeOffset="3030">4052 994 8247,'-11'0'399,"-1"0"1,6 6 0,-3 2 95,1 2 0,2-5 0,4 7 440,-4 2 0,4-5 1587,-3 3-640,3 0 1,2-5-1625,0-7 1,0-9-1,0-15 1,0-7-67,0-7 0,0-7 1,0-9-1,0-5-148,0-5 0,2-9 1,3-5-1,7 0-497,4 1 1,1 1-1,0 8 1,1 2 23,-1 2 1,3 18 0,1 3-1,4 12-597,3 6 1,1 7 0,8 9 0,1 1-264,3 4 0,2 4 0,-4 6 1289,1 5 0,9 5 0,-5 1 0</inkml:trace>
  <inkml:trace contextRef="#ctx0" brushRef="#br0" timeOffset="3280">3878 680 10830,'0'10'1296,"8"-3"0,3-7 0,7-1-1251,5-5 1,0 2-1,10-6 1,4 0-539,0 1 0,2-1 0,0-4 493,1 3 0,17-1 0,-3-5 0</inkml:trace>
  <inkml:trace contextRef="#ctx0" brushRef="#br0" timeOffset="3680">4751 663 8288,'0'-12'1182,"0"0"0,2 3 0,2-5-595,2 2 0,0 7-443,-6-7 0,0 6 1,-2-4-1,-4 3-193,-6 3 1,-3 2 0,-5 4-1,-1 4-10,-2 5 0,-8 5 0,1 3 0,-3 4 20,-2 7 0,6-3 0,2 2 0,4 2 64,7 2 1,1 2 0,9 0 0,4-2 98,6-4 1,13-4 0,15-8-1,4-1-121,5-4 0,8-5 1,-5-9-1,3-3-215,-1-7 0,-7-9 0,0-5 0,-8-1 22,-8-4 0,-11 0 1,-6-2-1,-4 2-58,-2 0 1,-10-4-1,-7 12 1,-12 3 39,-10 7 1,-4-1-1,-4 8 1,5 5-278,-1 4 1,12 9-1,-2 11 1,6 4 484,6 1 0,1 12 0,3-3 0</inkml:trace>
  <inkml:trace contextRef="#ctx0" brushRef="#br0" timeOffset="4030">5065 663 13043,'0'17'0,"0"2"344,0 5 0,2-3 1,2 8-1,2 0-156,-2-2 0,-2-1 1,-2-9-1,0 1 703,0-1-749,8 1 1,-1-11-1,5-7-132,-6-9 1,2-9-1,-3-3 1,-1-3-177,-2 3 1,0 0 0,2-1 0,2-1-101,-2 2 1,4 1 0,-1 3 0,3-1-128,4 1 0,1 5 1,3 1-1,-1-1-219,1 2 0,5 3 0,2 7 612,2 0 0,10 0 0,8 0 0</inkml:trace>
  <inkml:trace contextRef="#ctx0" brushRef="#br0" timeOffset="4980">5729 680 8290,'8'-10'104,"-6"1"991,4 3 1,1 6-592,-1 0 0,0 2 1,-6 11-1,0 5-122,0 3 0,0 8 0,0-4 0,0 1-152,0-1 0,0 4 0,0-4 1,0 0 86,0 1 0,0-3-101,0-6 1,2-1-1,4-6-196,5-10 1,-1-8-1,2-11 1,1-5-200,3-5 1,1-4 0,1-2 0,-1 0-15,1 0 1,-1 0 0,1 2 0,-3 4 12,-3 6 0,3 4 0,-3 3-43,3 4 1,-3 5-1,-2 11 1,0 5 183,-1 9 0,-3 11 0,4 0 0,-2 4 235,-5 2 0,1-2 0,0-2 0,2-2 20,-2 2 0,-2-6 0,-2-1 1,0-5 49,0-2 0,2-1 0,4-4-55,5-7 1,5-16 0,1-9 0,1-3-346,-1-2 0,6-6 1,3 2-1,-1-4-76,0-2 1,4 0-1,-6 2 1,-1 2-105,-3 2 0,-1 7 0,-1 1 0,-1 6-242,-5 3 0,3 10 355,-8 2 0,0 8 1,-6 9-1,0 3 497,0 3 0,0-2 1,0 8-1,0 0 89,0-1 0,0 3 1,0-6-1,0 0-135,0 0 1,0-1 0,0-5-1069,0 4 1,0-3 0,2 1-2579,3-7 3396,-3-7 0,22 1 0,-5 2 0</inkml:trace>
  <inkml:trace contextRef="#ctx0" brushRef="#br0" timeOffset="5396">6969 610 8381,'0'-17'130,"0"-1"0,0 7 0,0-1 1273,0-2 1,0 5-475,0-3 1,0 6-644,0-5 1,-2 7 0,-4-2-322,-5 4 1,-1 8 0,-4 2 0,-3-1-39,0 1 0,-7 6 1,3-3-1,2 5-217,1 1 1,3 1 0,1-1 0,3 1 127,1-1 0,8-5 1,0-1 216,8 3 0,12 0 0,9-1 0,2-3-2,4-2 1,2 3 0,2-3 0,0 2 35,0 3 0,-2-3 1,-2 2-1,-4 1 33,-2 3 0,-3 1 1,-11 1-1,-5-1 52,-4 1 0,-2-1 0,-4 1 0,-5-1-149,-9 0 1,-11 1-1,-2-3 1,-6-1-348,-4-2 0,1-8 0,5 1 0,0-3-854,0-2 0,8-7 1176,3-5 0,5-4 0,2-1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0:21.34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0 707 7965,'10'0'688,"-2"-2"1,-6-2-191,4-1 0,-2-7 0,5 4 288,-1-2 0,-2 5 1,-4-5 519,4 2-1065,-4 2 1,5 14 0,-7 4 0,-2 5-95,-3 7 1,3 3 0,-6 8 0,2-2-392,0-4 0,0 2 1,6-8-1,0-2-2561,0-1 1580,0-3 0,0-9 1225,0-8 0,8-15 0,2-13 0</inkml:trace>
  <inkml:trace contextRef="#ctx0" brushRef="#br0" timeOffset="197">0 236 8255,'2'-18'605,"2"1"215,2-1 1,2 9-716,-2 3 1,-2 4-511,7 2 405,-7 8 0,12 1 0,-7 9 0</inkml:trace>
  <inkml:trace contextRef="#ctx0" brushRef="#br0" timeOffset="663">472 725 8395,'0'-18'1478,"0"1"1161,0-1-1414,0 1-811,0 7 0,0 22 0,0 11-265,0 0 1,0 5 0,0-5-1,0 0-85,0 2 1,6-5 0,0 3 0,-2-4-340,-3-1 1,1-1 0,2 1-99,2-1 0,2-5 0,-2-2 143,5-3 0,-1-1 0,2-8 0,1-4 70,3-5 0,-3-7 0,1-5 0,3-4 175,3 0 0,-5-6 0,9 4 0,-5-2 108,-2 1 0,1 5 1,-1 8-1,1-1-59,-1 1 1,-5 5-77,0 1 1,-3 14 0,3 5 0,-6 10 27,-4 5 0,-2 6 0,0-4 0,0 1-267,0-1 0,0 0 0,2-6 0,2 1-315,1-5 0,1-1 0,-4 1 1,2-1-2098,2-2 2663,7-8 0,-11 3 0,6-7 0</inkml:trace>
  <inkml:trace contextRef="#ctx0" brushRef="#br0" timeOffset="963">1398 96 8122,'0'-17'335,"0"-1"0,0 1 827,0-1-889,0 1 0,0 9 1,0 10 122,0 13 1,-2 13 0,-2 12 0,-2 9 115,2 7 0,-4 2 0,2 10 0,1 4-203,-3 0 0,6 2 1,-4-1-1,4 1-258,2-6 0,0-6 0,0-12 0,0-3-1118,0-6 0,2-14 335,4-10 0,2-9 0,3-14 0,-5-7-213,-4-9 1,-2-3-1,-2-6 945,-4 2 0,-11 0 0,-10-6 0</inkml:trace>
  <inkml:trace contextRef="#ctx0" brushRef="#br0" timeOffset="1129">1118 602 12374,'18'0'595,"-7"0"0,1 0 1,1 0-794,3 0 1,9 0-1,2 0 1,4-1-1585,4-5 1,-9 2 1781,9-8 0,3 1 0,7-7 0</inkml:trace>
  <inkml:trace contextRef="#ctx0" brushRef="#br0" timeOffset="1496">1956 672 9656,'0'-11'1184,"0"-1"1,0 6-1054,0-5 0,-2 5 1,-3-4 16,-7 2 1,-3 2 0,-3 6 0,1 2-68,-1 4 0,1 4 0,-1 7 0,1 3-39,-1 3 0,3-2 1,3 9-1,6-1-3,4-2 0,2 6 1,2-6-1,6 0-92,10-4 0,1-3 0,10-5 1,2-3-65,2-6 1,-4-6-1,-2-6 1,0-6-14,1-3 1,-9-10-1,0-6 1,-7-6-18,-4-4 0,-4 2 0,-12 8 0,-9 4-79,-11 2 0,-7 3 1,-5 11-1,-7 7-401,-3 8 0,-3 7 0,1 13 627,-1 5 0,9 11 0,1 5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0:24.29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297 594 8220,'0'-11'-105,"0"-1"0,2 2 0,2-3 1128,2 1 142,0 8-589,-6-11 0,0 11-350,0-8 1,-2 8-1,-4-1-140,-5 3 0,-5 2 1,-1 0-1,-1 0-184,1 0 0,-3 0 0,-1 2 0,-2 3 16,1 7 0,-3 4 0,2 3 0,1 4 42,3 6 1,2-2 0,1 3 0,4-1 48,7-2 1,3 4 0,2-8 0,3-1 67,9-3 1,2-9-1,17-5 1,4-3-8,3-2 1,3-7-1,-6-7 1,-2-5-38,-4-5 1,2-5-1,-7 4 1,-3 0-117,-2 0 0,-9-5 1,-4 7-1,-4 2-189,-2 1 1,-10 5-1,-7 3 1,-11 6-257,-5 5 0,-1 1 1,-1 1-1,0 5-379,0 6 0,6 11 907,0 6 0,7 4 0,-3 2 0</inkml:trace>
  <inkml:trace contextRef="#ctx0" brushRef="#br0" timeOffset="433">699 525 7586,'6'-12'137,"0"0"0,0 1 2627,-6-7-2447,0 8 0,0 5 0,-2 10 0,-2 9 11,-2 7 1,-8 7 0,3 8-1,-5 3-14,-1 2 0,5 0 1,2-8-1,1-4 128,-1-6 0,6 2-128,-2-1 0,6-11 0,6-13 0,6-11-298,3-11 1,3-5-1,-1-8 1,1 0-121,-1 0 0,1 0 0,-3 0 0,-1 2-143,-3 4 0,-5 4 1,4 6-360,-2-5 0,-1 7-19,-1-1 1,-2 9 0,8 9 0,1 2-86,3 4 0,1-3 1,1 7-1,1-2 369,4-4 0,5 3 1,5-1-1,-2-2-193,-2-2 1,4-4 533,2-4 0,4-3 0,-12-9 0</inkml:trace>
  <inkml:trace contextRef="#ctx0" brushRef="#br0" timeOffset="766">1747 1 8057,'-12'0'485,"1"0"0,5 0 0,-6 0-86,-1 0 1,3 5 0,0 3 0,1 2 54,-1 3 0,0 5 0,-3 5 1,1 8-132,-2 8 1,1 8 0,-1 11-1,3 6-117,-3 4 1,4-4 0,-1-2 0,-1-2-153,2-4 0,1-9 0,5-8 0,-2-6-2327,2-4-1366,2-8 2560,2-3 1,0-13 1078,0-10 0,0-5 0,0-8 0</inkml:trace>
  <inkml:trace contextRef="#ctx0" brushRef="#br0" timeOffset="947">1241 507 8057,'0'-10'3661,"1"3"-3331,5 7 1,12 0-1,11 0 1,4 0-299,2 0 1,6 0 0,1 0 0,3-2-490,3-4 0,-3-2 0,0-6 1,-5 3 456,-7-3 0,10-1 0,-6-3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0:30.4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158 561 8147,'0'-17'1199,"0"-1"1,0 7-435,0-1 0,-2 10-341,-4 2 0,4 16 1,-5 15-1,1 8-30,0 7 1,-6 6-1,7 7 1,-1 5-307,-2 4 0,6 1 0,-6 1 0,2-2-260,1-4 0,-1-5 0,6-13 0,0-7-1590,0-8 865,0-6 1,0-17 0,0-8-1,0-12 188,0-9 0,0 0 0,0-9 1,0-1 708,0-2 0,-16-17 0,-3-4 0</inkml:trace>
  <inkml:trace contextRef="#ctx0" brushRef="#br0" timeOffset="250">53 579 8147,'8'-18'179,"-4"1"0,6-1 0,-1 3 298,1 3 1,-4-3-1,6 3 1,3-2-184,6 3 0,1-5 0,9 7 0,4-1-147,4 4 1,1 4 0,-5 2 0,-2 2-87,-4 4 0,2 9 0,-9 11 0,-7 1-192,-7 4 1,-6-4 0,-6 4 0,-6 2 115,-7 0 1,-12 6-1,0-12 1,-6 2 66,-6 0 0,4-7 0,-4 1 1,5-6-38,1-5 1,0 2-1,0-9-453,0-1 0,8-2 0,5-4 1,9-4-419,7-5 1,4-5-1,6-1 856,7-1 0,1-7 0,13-2 0</inkml:trace>
  <inkml:trace contextRef="#ctx0" brushRef="#br0" timeOffset="667">717 491 8147,'6'-17'1317,"0"-1"-550,-1 9 1,-5 3 0,0 12-253,0 5 0,0 13 0,-1 5 0,-3 4-171,-2 2 0,0-6 0,4 0 1,-2 0-173,-2-2 0,1 4 1,5-7-1,0-3 363,0-2-428,-8-1 1,8-9 0,-2-5 0,8-8-286,3-7 0,-3-7 0,6-3 0,-1-4-9,-1-2 0,6-1 0,-7-3 0,3 2-123,0-2 0,-3 6 0,5 2 0,-4 3-55,-3 3 0,7-1 0,-2 3 1,3 1-50,3 3 0,-1 7 0,3-2 0,1 4-63,2 2 1,0 2-1,-5 2 1,1 2-105,5-2 0,-5 3 1,4-1-1,-3-2 581,-3-2 0,1-2 0,-1 0 0</inkml:trace>
  <inkml:trace contextRef="#ctx0" brushRef="#br0" timeOffset="950">1381 474 8226,'11'-8'0,"-1"-3"303,-2-5 0,-2 4 0,-5 3 1400,5 1-1094,-4 2 1,4 8 0,-10 4-268,-2 6 0,-5 9 0,3 4 0,-2 2-141,-3 4 0,5 0 0,0 0 0,2-3-88,1-3 0,-3-2 1,4-5-1,-2-1-1240,2 0 1,2 1-658,2-1 1,2-7 837,4-4 1,-4-14-1,4-7 946,-4-7 0,-2-17 0,0 3 0</inkml:trace>
  <inkml:trace contextRef="#ctx0" brushRef="#br0" timeOffset="1117">1468 212 8147,'10'8'5260,"-3"-6"-3826,-7 5-2718,0-7-2719,0 8 4003,0-6 0,-7 14 0,-3-7 0</inkml:trace>
  <inkml:trace contextRef="#ctx0" brushRef="#br0" timeOffset="1533">1782 474 8300,'0'-18'1312,"0"7"-916,0-1 1,0 10 64,0 2 0,-6 10 0,-1 11 0,-1 5-238,0 1 1,-3-4-1,5 4 1,2 0-126,2 0 1,2-5-1,0 1-24,0-3 0,0-9 1,2-1-1,4-2-257,5-4 1,5-10 0,1-6 0,3-3 60,3-3 1,-4-5 0,5-2-1,-3-1-133,2 1 0,-3-4 1,3 4-1,-4 1-246,-1 5 0,-6-2 263,-1 9 1,-7 6 0,0 8 406,-8 14 0,0 9 0,-7 10 0,-3 0 147,-2 0 1,7-2-1,3-2 1,4-4-274,2-2 1,2 4 0,4-5-227,5-3 0,7-9 0,5-7 0,6-5-453,4-5 0,2-5 0,0-8 1,0-1-1314,0-4 1949,0 3 0,-8-13 0,-2 6 0</inkml:trace>
  <inkml:trace contextRef="#ctx0" brushRef="#br0" timeOffset="2017">2673 544 8147,'8'-10'216,"-6"-5"1,4 3 407,-5-4 0,-1 5 0,0-1 141,0-1 0,0 3-818,0-2 1,-7 8-1,-7-1 1,-5 3 81,-5 2 1,-5 2 0,6 3 0,0 7 229,-2 3 1,3 5 0,-5 1 0,2 4 68,3 3 1,3 1 0,3 4 0,5-2-136,5-2 1,4-6-1,4 4 1,6-1-241,9-5 0,3-9 0,9-7 1,4-3-266,6-2 0,-3 0 1,5-2-1,-4-3-148,-2-7 1,0-4 0,-2-1 0,-2-1 325,-2 1 0,-2-6 1,4-1-1,-4 3 84,-1 2 1,-3 1-1,-8 1 1,-1-1 8,-2 1 1,-3 5 0,5 1 41,-2-3 0,-7 0 1,5 1 393,-2 1-259,-2 8 0,-8-4 0,-2 10 1,-2 4 187,2 6 1,-4 3 0,1 3 0,-1-1 55,0 1 0,2 1 0,6 3 0,0 1-433,0-2 0,0-1 0,0-3 0,0 1-601,0-1 1,2-5 0,4-3-634,6-1 1,3-2-297,3-6 1,-7-2 1582,1-4 0,-8-4 0,4-7 0</inkml:trace>
  <inkml:trace contextRef="#ctx0" brushRef="#br0" timeOffset="2200">3092 160 8147,'0'-18'2505,"0"1"1,0 5-3171,0 0 1,2 9-847,4-3 1,-4 12 1510,4 5 0,3 5 0,1 1 0</inkml:trace>
  <inkml:trace contextRef="#ctx0" brushRef="#br0" timeOffset="2733">3441 509 7864,'0'-12'928,"0"1"1,0 14 0,-2 3-1,-1 10-205,-3 7 0,-6 14 0,4 13 1,-1 11-89,-5 7 0,0 5 0,1 15 0,3-1-348,2 0 0,3-7 0,5-6 0,0-10-312,0-12 0,2-17 11,3-18 1,-3-9 0,6-14-1,-2-5-270,0-5 1,1-3 0,-3-5 0,2-5-232,-2-4 1,4-2-1,-2 0 1,-1-1 106,3-5 0,-6 2 1,6-8-1,-2-1-14,0-3 1,7-1 0,-1 0 0,3-1 190,3 1 0,7 7 0,4 3 0,4 1 143,2 0 1,0 8-1,2 12 1,2 5 133,1 5 0,1 7 0,-8 0 1,-4 8 5,-5 7 1,-5 5 0,-4 1 0,-3 3 45,-6 3 1,-4-4-1,-2 5 1,-2-5 119,-4-1 0,-9-1 1,-11 1-1,1-1 89,0 0 0,-6-1 1,4-2-1,-2-5-191,-1-1 0,3 4 0,-4-7 0,4 1-478,2 2 1,2-6 0,5 4-1670,1-4 1,7-4 47,4-4 1983,4-4 0,2-7 0,0-1 0</inkml:trace>
  <inkml:trace contextRef="#ctx0" brushRef="#br0" timeOffset="3217">4472 631 8410,'10'-17'1896,"-5"-1"0,-3 1-1472,-2-1 1,0 7 0,-2 1-339,-3 2 0,1-3 1,-8 5-1,-2 2-83,-1 2 1,-5 2 0,-1 0 0,-4 0-98,-2 0 1,3 6 0,-3 3 0,0 5 210,0 5 1,4 3-1,-5-3 1,5 2-17,8 3 0,-1-1 1,10-5-1,2-1-134,3 0 1,2-1 0,7-4-118,10-7 0,1-3 0,10-2 0,2 0-13,2 0 1,-4-7-1,-1-5 1,-3-2 145,-4 3 1,-2-5-1,-1 5 252,-1-5 1,-1 4-123,-4 1 1,-7 9-243,-10 2 1,1 8 0,-6 9-1,2 1 91,4-1 1,2 0-1,2 1 1,2-1-59,4 1 1,10-1 0,7-1 0,0-5-295,2-5 0,3-4 1,7-2-1,0 0-302,-1 0 1,-4-2 0,-3-4 0,-2-5-1379,-4-5 2070,-1-1 0,-3-8 0,1-3 0</inkml:trace>
  <inkml:trace contextRef="#ctx0" brushRef="#br0" timeOffset="3450">5083 72 8147,'0'-17'957,"2"1"0,2 3 986,2 1-1638,0 0 1,-6 10-1,0 10 1,0 14 255,0 13 1,-6 9 0,-2 14-1,-2 8-204,-3 8 1,3 0-1,0 5 1,2-3-299,5-8 1,1-8 0,2-13-1,0-7-464,0-3 1,2-11 0,3-9 0,7-9-854,4-6 1,1-2 0,-1-2 1257,-5-4 0,5-12 0,-7-9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0:27.2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53 358 8091,'11'-16'-33,"-1"3"97,-2 1 0,-1 8 1,-3-4 840,2 1-103,0 5-445,-6-6 1,0 22 0,0 3 28,0 2 1,0 9 0,-2 1 0,-2 6-45,-2 5 1,-7 5 0,3 9-1,-2 3-135,1 1 0,1 2 1,-4-4-1,5 2-191,1-1 1,2-13-1,6-9 1,0-10-21,0-5 0,2-14 75,4-12 0,4-6 1,7-17-1,1-2-156,-1-2 0,0-2 0,1 0 0,-1 0-299,1 0 0,-1 6 1,1 2-1,-1 0-113,1 0 0,-3 5 0,-1 1 0,-3 6-3,3 3 1,-4 8 0,-1 0 346,-1 8 1,-2 8 0,-6 9 0,0 4 367,0 2 1,0 3-1,0 4 1,0 1 108,0 0 0,0-2 1,-2-2-1,-2-3-281,-2-3 1,1 0-1,5-4-353,0 3 0,5-7 0,3-7-1193,2-2 1503,1-3 0,15-5 0,1 0 0</inkml:trace>
  <inkml:trace contextRef="#ctx0" brushRef="#br0" timeOffset="417">751 777 8164,'18'-18'249,"-9"1"342,-3 0 1,-4-1-193,-2 1 0,0 5 0,-2 2-286,-4 2 1,-3 3 0,-9 5-1,1 0-67,-1 0 0,1 2 1,-3 3-1,-1 7-3,-2 4 0,-6 3 0,5 2 0,3 5-17,2 1 1,3 2-1,4 6 1,7 0 15,3 0 1,4-6 0,3-2 0,9-2 31,7-4 0,8-3 0,10-6 1,4-7-9,2-3 0,-5-9 0,5-7 0,-4-7-16,-8-8 1,0-6 0,-12-4 0,-4-2-64,-3 2 0,-10 2 0,0 2 0,-10 2-155,-12 4 1,-7 4 0,-12 10 0,-1 3 106,-3 6 0,-8 12 0,5 8 0,-3 7-633,1 8 0,13 4 0,0 2 0,7 0-613,11 0 0,5 0 1307,10 0 0,8 0 0,2-1 0</inkml:trace>
  <inkml:trace contextRef="#ctx0" brushRef="#br0" timeOffset="984">1310 794 8015,'17'-2'800,"1"-3"0,-6 1 1,-1-8-419,3-1 1,-5 3-1,1-2 182,-2-1 0,-2-3-312,-6-1 1,-4 1 0,-6 2 0,-9 5-74,-6 1 1,-1 2-1,-7 6 1,-4 2-304,1 4 0,-1 6 1,2 9-1,2 2-185,4-1 1,3 3 0,11-2 0,3-2 45,6-1 0,5-3 0,2-1 0,7-5 175,10-5 1,9-4 0,12-2 0,3-2 61,3-4 0,-8-1 0,0-7 0,-8 2 21,-4-1 0,-2-3 0,-5 1 0,-1 1 404,1 3-474,-9-1 0,-1 4 0,-8 8 271,0 10 1,0 15 0,0 8 0,-2 8 167,-4 4 1,4 9-1,-3 10 1,3 8 121,2 9 0,-6 1 0,-4 11 0,-3-4-209,-7-2 1,-11 1 0,-2-7-1,-6-11-234,1-18 1,1-13 0,2-12-1,0-9-250,0-10 1,0-8 0,2-6 0,2-8-298,2-7 0,7 0 0,1-9 1,8-1-191,7-2 0,4-1 0,4-1 0,4-2 29,5-4 1,11 4-1,3-4 1,2 4 103,4 3 1,8-3-1,3-2 1,3-2 560,4 2 0,1 2 0,2 3 0</inkml:trace>
  <inkml:trace contextRef="#ctx0" brushRef="#br0" timeOffset="1367">1834 725 8164,'17'0'2296,"1"-6"-1838,-1 0 0,-5-8-113,0 3 1,-9-5-141,3-1 0,-4 5 0,-4 2 1,-4 3-129,-5 3 1,-5 2-1,-3 2 1,-4 2-15,-7 4 1,-1 5 0,0 10-1,2 5 31,-2 1 1,6 2 0,2 6 0,5 0-81,7 0 0,3-8 0,8-4 0,4-3 52,7-3 1,9-7-1,15-4 1,2-4-98,3-2 1,-3-8-1,4-4 1,-6-3-6,-6-3 0,2-5 1,-10-2-1,-3-1-170,-5 1 0,-9 0 1,2 4-1,-4-3-149,-2 3 1,-8 2 0,-5 3-1,-7 4-136,-3 7 0,-8 3 1,2 2-1,-2 2-127,2 3 1,-2 11-1,7 9 1,5 2 617,5 4 0,-1 2 0,5 2 0</inkml:trace>
  <inkml:trace contextRef="#ctx0" brushRef="#br0" timeOffset="1800">2236 637 8164,'0'-17'927,"0"-1"0,1 3-79,5 3-512,-4 4 1,6 16 0,-8 6-1,-2 5-154,-4 4 0,4 6 1,-5-3-1,1 1-8,0 4 0,0-6 0,6-2 0,0-3-130,0-3 1,8 1-1,3-3 1,7-3-99,5-6 0,-1-4 1,7-4-1,4-6-206,5-9 1,-1-7 0,4-7 0,-4 2 78,-2-2 1,-8-2-1,-2-2 1,-3 2 302,-5 4 0,-3 4-19,-14 7 1,-8 9 0,-4 5 0,-3 8-25,-3 7 1,1 13-1,-1 3 1,3 2-90,3 0 0,-1-6 0,7 6 0,2 0-106,2-1 0,10-3 0,3-8 0,7 1-64,5-1 1,4-5-1,8-2 1,2-3-326,4-3 1,-4-4 0,3-6 0,-3-5-360,-2-5 0,-2-1 0,-4-1 864,-5 1 0,-5-8 0,-2-3 0</inkml:trace>
  <inkml:trace contextRef="#ctx0" brushRef="#br0" timeOffset="2250">3196 725 8207,'18'0'268,"-7"0"1,-1-2 0,0-2 266,-1-2 1,-5-2-1,4 4 1,-2-4-147,0-1 0,5 3 1,-3-4-1,0 1-37,-1-1 1,-1 4 0,-6-6-221,0-1 1,-2 5 0,-5 2 0,-9 4-130,-5 2 0,-8 0 1,3 0-1,-1 2-142,-4 4 0,0 4 1,0 7-1,4 1 84,2-1 0,7 1 0,7-1 0,-1 1 94,2-1 1,2 0 0,8 1 32,0-1 1,10-1-1,6-4 1,5-7-123,0-3 1,5-2 0,-1 0-1,0 0-113,0 0 0,4-7 0,-5-3 1,-3-4 26,-2-3 1,-3 9 0,-2-9-1,-5 1 116,-1 1 1,0 3-42,-2 0 0,-6 8-8,0-1 0,-6 16 0,-6 7 1,4 1 47,1 0 0,5 1 0,-2 1 1,6 2-40,4-1 0,9-9 1,1-3-1,7-2-213,4-4 1,2-2 0,8-2-1,2-2-456,2-4 0,-1-4 0,-5-9 0,0-3-895,0-1 1624,0-8 0,0 4 0,0-8 0</inkml:trace>
  <inkml:trace contextRef="#ctx0" brushRef="#br0" timeOffset="2467">4052 61 8374,'0'-18'931,"0"1"0,0 5-147,0 1 1,-2 9-478,-4 2 1,2 9 0,-7 17 0,-3 9 147,-2 9 1,-1 14 0,-1 8-1,1 6-110,0 4 1,5 5-1,2-7 1,2-6-331,5-8 0,8-7 0,7-9 0,4-11-1991,1-13 0,6-11 1976,1-9 0,7-7 0,-4-3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0:36.18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245 532 8360,'10'0'1348,"-2"-8"0,-8-1 892,0-9-697,7 8-1434,-5-5 0,0 11 0,-9-6 0,-3 3-148,-4 3 1,-1 4 0,-3 5 0,-1 7-3,-4 4 1,3 3-1,-5 4 1,2 6-76,-1 4 1,1-3 0,6-1 0,1 4-9,4 5 0,5-1 1,7 2-1,0-6 4,0-4 0,7-6 0,7 5 0,5-3 37,5-4 0,7-9 0,-4-4 1,2-3-696,0 1 778,0 0 0,6-6 0,0 0 0</inkml:trace>
  <inkml:trace contextRef="#ctx0" brushRef="#br0" timeOffset="417">699 567 10980,'-9'-8'2176,"-1"6"-2432,4-4 0,2 4 0,-7 2 69,-3 0 1,0 8 0,1 2 0,1 2 187,-1-1 0,-1 7 0,0 5 1,5 0 122,1 3 0,2-1 0,6 4 0,0-4 102,0 0 1,8-5 0,4 3 0,5-6-95,6-5 0,-1-4 1,7-8-1,0 0-89,-2 0 0,-2-8 1,-7-5-1,-1-7-160,1-3 1,-7-8-1,-1 4 1,-2-3-38,-4 1 0,-10 8 0,-6-4 0,-3 3-179,-3 5 0,-7-2 1,-4 13-1,-4 4-46,-2 6 1,-6 7-1,2 13 1,6 7-871,8 8 0,8-3 1249,5 5 0,-4 4 0,7-1 0</inkml:trace>
  <inkml:trace contextRef="#ctx0" brushRef="#br0" timeOffset="1032">1171 532 8256,'-2'17'1045,"-4"1"1,4-1 0,-4 1-1,4-1-719,2 1 1,-5 5 0,-1 2 0,2 1-220,2-1 1,2 4 0,0-6-1,2-1-22,4-3 0,-2-4 1,5-1-96,-1-2 0,0-8 0,-2-1-184,5-6 0,3-13 0,-1-7 0,-1-1-124,2-1 1,-5 4 0,3-8 0,2 0 98,1 2 0,-3-5 0,-1 7 1,3 0 59,1 0 0,1 7 0,-2 7 0,-3-1 325,3 2 1,1 5 0,3 10 130,-1 7 0,-5 5 0,-2 7 0,-1 5 294,1 4 0,-6 8 0,2-1 0,-4-1-192,-2-2 1,5-2 0,1-2 0,-2-4-352,-2-6 1,-2-9-1,2-4-236,4-3 1,2-11 0,5-11 0,1-8-55,5-5 0,-1-1 0,5-6 1,-4 1 15,-1-1 1,-7 5 0,1 3-1,0 2 49,-3 4 1,1 3 0,-6 5-40,2 1-9,0 8 1,-6-2 0,2 12 243,3 6 1,3 9 0,6 2 0,-3 1 389,3 1 0,-4-6 0,-1 7 1,1-3-318,0 0 0,-6 2 1,3-3-1,-1 1-456,0-2 0,0-1-2156,-6-3 2520,8-7 0,1 5 0,9-5 0</inkml:trace>
  <inkml:trace contextRef="#ctx0" brushRef="#br0" timeOffset="1765">2184 707 8345,'0'-18'910,"0"1"0,0 9 0,0 8 0,2 12-423,4 9 0,-5 8 0,5 12 0,-2 7-177,2 9 1,-4 3 0,6 6-1,-2-4-193,-1-2 0,1-2 0,-6-5 0,2-5-392,4-7 0,-4-2-759,4-16 0,-4-9 1,-2-14 183,0-10 0,0-13 0,0-7 0,0-1-121,0 2 0,-8-4 971,-4 4 0,-3-12 0,-3-3 0</inkml:trace>
  <inkml:trace contextRef="#ctx0" brushRef="#br0" timeOffset="2014">2131 777 8160,'0'-18'1042,"0"1"-609,0-1 0,2 3 0,2 1 1,6 4-296,5 3 1,1-7 0,13 4-1,2-1-51,2-1 1,4 8 0,2-2 0,2 4 6,-3 2 0,-3 2 0,-4 4 0,-4 6-113,-1 3 1,-9 5 0,-7 3 0,-2 6 33,-5 4 0,-8 2 0,-7 0 0,-5-2-77,-7-4 0,3 2 1,-6-6-1,0 1-106,-1-1 0,-1-4 1,-4-7-1,2-5-94,2-1 0,6-2 0,-4-6 0,3-2-299,9-4 0,-1-4 0,11-7 561,1 0 0,2-1 0,2 1 0</inkml:trace>
  <inkml:trace contextRef="#ctx0" brushRef="#br0" timeOffset="2464">2935 689 8150,'2'-11'795,"3"-1"1,-3 0-357,4-5 1,-2 1 0,0 3-55,2 1 0,0 6 0,-6-5 514,0-3-833,0 6 0,-8 0 0,-4 8 0,-3 2-219,-3 4 0,-1 10 0,-2 9 0,-3 2 15,3 4 0,7 2 0,5 2 0,1 2 27,4 4 1,2-10 0,4 4 0,6-4 222,9-4 1,8-8-1,10-9 1,0-2-27,0-4 0,0-4 1,0-8-1,0-8-120,0-5 0,-8-10 1,-6 4-1,-7-2 26,-8 0 0,-4 0 0,-2-4 0,-2 1-35,-4 3 0,-4 8 1,-9-2-1,-4 5-94,-7 7 0,-4 3 1,-5 8-1,-2 2-253,2 4 1,2 5-1,4 13 1,4 5-439,6 4 1,5 7 827,7 1 0,-5 8 0,7-5 0</inkml:trace>
  <inkml:trace contextRef="#ctx0" brushRef="#br0" timeOffset="3097">3494 584 8232,'0'-11'3457,"0"-1"-2772,0 8 0,0-2 0,0 12-374,0 6 1,0 9 0,0 4 0,0 1-133,0-1 1,0 6 0,0-4 0,0 0-145,0-3 0,2-5 0,1-2 0,3 1 13,-2-1 1,6-5 0,1-2-79,5-3 1,1-1 0,1-8 0,-1-5-241,1-11 1,5-1-1,2-10 1,1-2-55,-1-2 0,0 3 1,-4 3-1,3 0 207,-3 0 0,-4 6 0,-3-3 164,-2 5-26,-8 9 1,3 10-1,-7 14 1,0 5 207,0 5 0,0 5 1,0-6-1,0 0-342,0 2 1,0-5 0,2 3 0,2-3-270,2-3 1,2-1-1,-2-3-621,5-1 0,-1-8 0,2 1-1142,1-3 2145,3-2 0,1 0 0,1 0 0</inkml:trace>
  <inkml:trace contextRef="#ctx0" brushRef="#br0" timeOffset="3482">4314 654 9290,'0'12'2948,"0"0"-2503,0-9 0,8 5 0,4-8-518,3 0 0,3 0 0,-1-2 0,1-2-79,-1-1 1,1-9 0,-3 2 0,-1-1-231,-3 1 1,-1-3 0,2 3-12,-6-4 0,-5-1 0,-2 1 202,-5 5 1,-6 3 0,-11 8 0,-4 2 274,-1 4 1,-5 3 0,6 11 0,0 1 207,4 3 1,3 7 0,3-4 0,1 2-48,5 0 1,5-6 0,14 4-1,7-3-218,7-9 1,15 3 0,-3-9 0,5 1-437,4-4 1,0-4 0,5-4-1,-3-2-225,-3-2 0,-1-7 0,-8 1 1,-4-2 633,-5 3 0,3-13 0,0 5 0</inkml:trace>
  <inkml:trace contextRef="#ctx0" brushRef="#br0" timeOffset="3883">4926 515 12766,'0'3'1534,"0"9"-1366,0 6 0,0 9 0,0 0 1,0 2 10,0 0 1,0-6 0,0 5 0,2-5-17,3-8 0,5 3 0,10-8-303,3-1 0,-4-3 0,6-12 0,-1-5-108,-1-5 1,6-9 0,-4-2 0,1-2 112,-1-1 1,4 7 0,-6-4 0,-1 2-198,-3 3 1,-4 3 35,-3 2 0,2 9 0,-10 8 244,-6 10 0,2 7 0,-8 6 0,2 6 392,0 4 0,0 2 0,6 0 0,0 0-169,0 0 1,6-2 0,2-4 0,2-6-441,3-3 1,9-5-1,1-3 1,0-6-411,2-4 1,-3-2-1,5-2 1,-2-4-856,-4-6 1,5-3 1533,-3-3 0,0-7 0,-5-2 0</inkml:trace>
  <inkml:trace contextRef="#ctx0" brushRef="#br0" timeOffset="4148">5904 78 8200,'-2'-18'0,"-2"1"893,-2 0 0,0 5 389,6 0 1,0 10-1016,0 2 0,0 16 1,0 13-1,0 6 76,0 6 0,0 5 0,0 12 0,0 6-130,0 4 1,0 8-1,0 0 1,0-3-230,0-1 0,0-4 1,2-4-1,2-7-300,2-9 1,5-7 0,-3-14 0,0-8-1101,0-5 1,0-12 0,-5-2 275,3-10 1,0-11-1,-6-4 1140,0-3 0,-15-1 0,-5-6 0</inkml:trace>
  <inkml:trace contextRef="#ctx0" brushRef="#br0" timeOffset="4314">5624 497 8200,'12'0'1210,"-1"0"0,-5 0 0,6 0-777,2 0 1,3 0 0,4 0 0,5 0-1084,1 0 0,4-8 0,8-1 0,1-3-587,-1 0 0,4 1 1237,-2-7 0,7-7 0,-3-2 0</inkml:trace>
  <inkml:trace contextRef="#ctx0" brushRef="#br0" timeOffset="4666">6567 480 8043,'0'-18'476,"0"7"0,2-1 842,4-2 0,-4 5-1048,4-3 1,-10 6 0,-4-4 0,-2 3-478,-3 3 1,-8 2 0,-3 2 0,1 0 185,-2 0 0,5 6 1,-3 1-1,4 3 168,1 4 0,3 1 0,1 3 0,4-1 23,3 1 0,1-1 1,8 1-1,4-1-100,5 0 1,5 1-1,3-1 1,2 3-103,3 3 1,5-3 0,-6 3 0,-2-4-107,-1-1 1,-3 1 0,-1 2-1,-4 3 145,-7-3 0,-3-2 1,-4-3-1,-3-2 154,-7-3 1,-11-7 0,-5 2 0,-1-4-138,0-2 1,2-2 0,-4-4 0,4-6-1355,2-3 1330,9-3 0,1-7 0,5-2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0:44.7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1 456 8758,'2'-15'660,"3"3"0,-3 3-213,4 3 0,-4 6 1,-2 0-17,0 9 0,2 9 0,2 5 0,2 6-24,-2 4 0,-2 2 0,-2 0 0,0 0-223,0 0 1,-6-2-1,0-2 1,2-4 128,2-2 1,2-1-161,0-7 0,2-9 0,2-8-319,2-10 0,13-13 0,-1-6 0,1-4-142,0-2 0,5-6 0,-1 0 0,-2 3-68,-1 1 0,-3 2 0,1 2 1,-1 2-64,1 2 0,-1 13 0,1 1 204,-1 5 1,-5 4-1,-3 10 1,1 6 526,0 7 1,-6 12 0,2 0 0,-3 4-12,3 2 1,-4 0 0,4 0 0,-4-2 135,-2-4 1,0 2 0,0-7 0,0-3-117,0-2 1,0-7-1,2-2-215,4-3 1,-2-7 0,7-9 0,5-7-133,5-9 0,0-6 0,7-4 0,-3 0-66,-4 0 1,4 0-1,-1 0 1,-3 0-192,-2 0 1,-1 2 0,-1 2 0,1 4-406,-1 2 1,1 4 272,-1 9 1,-1 8-1,-5 14 506,-5 7 1,2 10 0,-2-1 0,-2 1 339,-2 4 0,-2 2 0,0 0 0,0-2-9,0-2 1,0-6 0,-2 5-1,-2-3-265,-2-4 0,0-2-1427,6-1 122,0-8 1,8-5 0,4-8 69,3-3 0,-3-8 0,-3 1 1098,-1-9 0,6 3 0,-5-6 0</inkml:trace>
  <inkml:trace contextRef="#ctx0" brushRef="#br0" timeOffset="483">1328 456 8339,'8'-17'1135,"-6"0"-450,4-1 0,-3 3 1,1 1-324,2 2 1,0 6-1,-6-5-319,0-3 1,-8 7 0,-3 1-20,-5 4 0,-1 2 1,-1 0-1,-1 0 33,-5 0 1,5 4 0,-6 5 0,1 9-47,1 1 1,-2 6 0,4 1 0,-1 1 42,7 4 0,-1 2 0,8 2 1,1-2-68,-1-4 0,2-2 0,10-8 0,6 1 94,7-5 1,6-9 0,1 0 0,5-6-48,4-6 0,-4-4 1,0-9-1,0-2-16,-2-3 1,-1-1 0,-9 4 0,0-4-30,1-3 0,-6 7 1,-3-2-1,-1 3 50,-4 3 1,-2 5 0,-2 1-78,0-3 0,-2 8 0,-2 6-81,-2 10 1,-5 6 0,3 3 0,0 2 153,0 3 1,2 5-1,6-4 1,0 0-32,0 0 0,6 4 0,2-5 1,2-5-395,3-5 0,9 1 0,1-5 0,0 0-1714,2-5 0,-3-3 2104,7-2 0,0 0 0,6 0 0</inkml:trace>
  <inkml:trace contextRef="#ctx0" brushRef="#br0" timeOffset="1066">1800 422 8320,'0'-18'1534,"0"6"-183,0 1-626,0 7 0,1 10 1,5 13-263,6 6 0,3-1 0,5 5 1,1 4-207,2 6 0,9-3 0,-3 5 1,2-4-372,-2-2 1,2-6 0,-6-2-1,0-2-2502,1-3 1309,-3-3 1,-13-11 1306,-5-8 0,-18-8 0,-7-9 0</inkml:trace>
  <inkml:trace contextRef="#ctx0" brushRef="#br0" timeOffset="1299">2114 491 8320,'0'-17'1939,"0"-1"-1377,0 1 0,0 9-282,0 8 1,-10 10 0,-5 15 0,-9 10-80,-3 10 0,-2 5 0,-6 3 0,0-3-229,0-3 1,6 1-1,2-7 1,2-4-1678,3-6 1705,11-6 0,19-23 0,11-4 0</inkml:trace>
  <inkml:trace contextRef="#ctx0" brushRef="#br0" timeOffset="1616">2550 369 8310,'0'-10'1023,"-1"5"0,-3 12 1,-4 11-163,-2 9 0,6 6 0,-3 4 0,1 4-438,0 5 0,-6 3 0,4-1 0,1-3-320,-1-2 1,2-5 0,6-9-1049,0-5 1,2-13-292,4-5 1,-2-12-1,5-5 1,1-5-191,0-1 1,-6-7 1425,2 1 0,-4-8 0,-2 4 0</inkml:trace>
  <inkml:trace contextRef="#ctx0" brushRef="#br0" timeOffset="1783">2655 72 8231,'-9'-8'1705,"-1"-1"-470,4-9-1102,4 1-3239,-6-1 3106,8 16 0,0 4 0</inkml:trace>
  <inkml:trace contextRef="#ctx0" brushRef="#br0" timeOffset="2433">2917 474 9663,'-2'-10'2794,"-2"6"-2237,-1 8 1,-3 8-1,4 9 1,-2 4-250,2 3 0,2 1 1,2 6-1,0-2-273,0-4 1,-6 2 0,1-8 0,1-2 37,2-1 1,2-9 0,2-1-149,4-2 0,-3-10 0,9-10 0,2-3-164,1-3 0,-3-1 0,0-2 0,1-5-32,3-1 1,-5 4 0,1-4 0,1 0-223,3-1 1,-4 7 0,-1-4-1,3 2 241,1-1 0,-3 7 0,-2 5 0,-1 1 360,1 1 1,2 2 0,3 10 131,-3 4 1,-2 5 0,-6 13 0,1 3 318,-1 0 0,-2 6 0,-2-4 0,0 6-211,0 6 0,0-10 0,0 2 0,0-6-291,0-6 1,0-1 0,0-3-10,0 1 0,2-10 1,4-8-244,6-10 1,3-6 0,3-3-1,-1-2-209,1-3 1,-1-5 0,0 4 0,1 0 80,-1-1 0,1-3 1,-1 6-1,1 2 82,-1 1 1,1 3-1,-3-1 1,-1 3 175,-3 3 190,-7 4 1,4 10 0,-8 4 0,0 8 282,0 7 0,0-1 1,0 5-1,0-2-72,0 0 1,6 8-1,0-3 1,-2-1-136,-2-4 1,-2 2-1,1-3 1,3-5-915,2-3 0,0-3-1704,-6 7 0,2-9-525,4-3 2942,-4-4 0,5-10 0,-7-1 0</inkml:trace>
  <inkml:trace contextRef="#ctx0" brushRef="#br0" timeOffset="2716">3895 456 9726,'0'-11'1063,"0"-1"1,0 16 0,-2 2 0,-2 9-587,-1 9 1,-1 1 0,6 6-1,0-2-319,0 2 1,0 0-1,0 0 1,0-4-389,0-1 1,0-3 0,0-6-1,0 1-947,0-1 1,2-7-1808,4-4 2984,-5-4 0,15-18 0,-6-3 0</inkml:trace>
  <inkml:trace contextRef="#ctx0" brushRef="#br0" timeOffset="2883">3878 142 8196,'-2'-12'0,"-2"1"622,-2-3 0,-2 6 697,3 3 1,5 3-1242,0 2 1,7-8-1,11-2 1</inkml:trace>
  <inkml:trace contextRef="#ctx0" brushRef="#br0" timeOffset="3382">4332 404 8133,'0'-10'1511,"0"1"0,2 5-1225,4-2 1,-3 0 0,7 4 0,0-2-97,0-2 0,1 1 1,7 5-19,-1 0 0,1 0 0,-1 0-158,1 0 0,-1 0 0,-1 2 0,-5 3 101,-5 7 0,-4 4 0,-2 3 1,-2 4 72,-4 6 1,-5 1 0,-11 2-1,-1 7-17,2 4 0,-1-4 0,3 2 0,-3-3-75,1 3 1,13-10 0,-3 2-1,7-6-228,4-5 1,0-9 0,2-3-1,6-2-139,9-4 1,4-2 0,12-4 0,4-2-302,0-2 1,0-8 0,-2 3-1,-2-5-120,-4-1 0,4-1 0,-6 3 0,0 1 692,-3 2 0,-5 1 0,-2-7 0</inkml:trace>
  <inkml:trace contextRef="#ctx0" brushRef="#br0" timeOffset="3633">4332 649 13996,'19'0'259,"5"0"1,1 0 0,6 0 0,-2-2-410,2-4 1,4 2 0,4-6-1,1 1-470,-1-1 620,-2 6 0,-2-19 0,0 3 0</inkml:trace>
  <inkml:trace contextRef="#ctx0" brushRef="#br0" timeOffset="4032">4926 649 8159,'0'-12'1350,"0"0"1,0 6-1,2-3-762,3 1 0,-1 2 0,8 6-392,1 0 1,9 0 0,1 0 0,-2 0-112,-1 0 0,-1 0 0,3 0 1,1 0-102,-2 0 0,-1-8 0,-3-1 0,-1-3-137,-5 0 0,3 1 0,-8-7 50,-2 1 1,-2 5-1,-4 3 1,-4 1-15,-6 4 1,-5 4-1,-7 6 1,-5 5 375,-4 5 0,0 3 0,2 5 0,4 3 57,2 0 0,3 6 0,11-6 0,5 2-332,4 0 0,4-5 0,8 3 0,13-2-558,16-4 0,19-9 0,14-6 574,13-4 0,-31-5 0,3-2 0,5 0 0,0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0:42.1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368 8 9816,'0'-7'1078,"0"7"1,-2 15-1,-2 14-819,-2 4 1,-2 10 0,4 5 0,-3 9-265,-3 7 0,4 4 0,-4 1 0,3-1-401,3-4 0,2-3 0,2-11 0,0-3-495,0-7 1,0-11 900,0-5 0,8-5 0,1-1 0</inkml:trace>
  <inkml:trace contextRef="#ctx0" brushRef="#br0" timeOffset="214">1 515 8353,'12'0'505,"-1"0"15,3 0 0,-4-2 1,1-2-1,5-2-313,5 2 1,0-5-1,10-1 1,4-2-209,4 1 1,8-1 0,-5-4 0,3 5 0,2-5 0,5 7 0</inkml:trace>
  <inkml:trace contextRef="#ctx0" brushRef="#br0" timeOffset="728">822 131 8245,'0'-18'289,"0"1"1,2 5-1,2 0 2102,1-1-2037,1 5 0,-8 2-17,-3 12 0,1 11 0,-8 15 0,-2 6-68,-1 9 0,3 3 0,1 3 0,-1-1-52,2 1 1,-3-1 0,7 0 0,2-1-159,2-5 0,2-3 0,2-10 0,2-4-113,2-6 0,7-11 0,-1-6 1,5-4-55,7-2 0,-5-8 0,6-6 0,-1-5-107,-1-4 0,0-6 0,-5 3 1,-1 1-24,1 0 1,-1-4-1,-1 6 1,-3 1-1,-1 3 0,-8 1 0,3 3-182,1 3 1,-6 1 372,4 11 1,-4 0-1,0 15 1,2 6 333,1 5 1,1 1 0,-4 4 0,2-2-226,2 2 0,8 0 1,-5 0-1,3-4-389,0-1 1,-1-9 0,9-5 0,1-1-189,2-1 0,2-4 515,-1-12 0,3-4 0,8-7 0</inkml:trace>
  <inkml:trace contextRef="#ctx0" brushRef="#br0" timeOffset="1130">1835 480 8259,'0'-12'1223,"0"1"-245,0-3 0,0-2-725,0-1 0,0 5 0,-2 3-86,-4 1 1,2-4 0,-8 6 0,-1 3-61,-3 1 0,-1 2 0,-3 2 0,-1 3-19,-2 7 1,-6 4 0,4 3 0,-1 4-33,1 6 1,2-2 0,7 3-1,3 1 101,1 2 1,8-4-1,-2-2 1,6-4-74,6-7 1,4-1-1,9-9 1,5-2-134,5-2 1,-2-4 0,2-4-1,2-6-148,2-3 0,-6-3 0,-4 1 0,-3 0-44,-3-1 1,1 1 0,-3-1 188,-3 1 1,1-1-193,-7 1 1,0 9 0,-6 8 285,0 10 0,-2 7 1,-2 5-1,-2 3-181,3 2 0,3-4 1,5 4-1,7-1-176,4-5 1,3-2-1,2-3 1,5-4-399,1-7 1,4-5 0,8-5 712,1-7 0,1-11 0,-6-5 0</inkml:trace>
  <inkml:trace contextRef="#ctx0" brushRef="#br0" timeOffset="1413">2498 96 8259,'2'-18'338,"2"1"0,2-1 764,-2 1 1,-2 5-747,-2 0 0,0 11 1,0 2-2,0 15 1,-6 9 0,-2 12 0,-1 6 163,-5 9 1,0 3-1,1 9 1,3 2-210,2 1 1,-3 3 0,5-2-1,2-4-363,2-6 0,2-7 0,2-8 0,4-12-280,5-10 0,-1-7 0,2-14 0,1 0-996,3 0 1,-1-14-1,-1-5 1,-4-7 1328,-3-5 0,-8-2 0,-9-2 0</inkml:trace>
  <inkml:trace contextRef="#ctx0" brushRef="#br0" timeOffset="1547">2097 515 11340,'17'-2'774,"1"-4"0,1 4 0,4-4 0,6 2-279,4-1 1,10-3 0,4-6-1,5 3-1199,6-3 0,-1 0 704,7 3 0,0-5 0,5 7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0:49.6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0 333 8216,'0'-18'233,"0"6"0,0 1 1672,0-3-1472,0 7 1,0 3 0,0 13 0,0 11 0,0 5 1,0 4 0,0 8 0,0 2-202,0 1 1,6 1-1,2-8 1,-1-2-105,1-2 0,0-7 0,-4 1 0,4-4 115,1-1 0,3-8 0,5-5-121,1-3 0,5-15 0,0-7 0,1-5-184,1-6 0,-4-2 0,6-4 0,1-2-259,-1-1 0,-6-1 0,4 6 0,-1 0-590,-1 0 0,0 0 1,-5 2-2218,-1 4 2413,-7 4 1,-2 23-1,-8 10 1,-2 9 713,-4 6 0,-4 16 0,-7-2 0</inkml:trace>
  <inkml:trace contextRef="#ctx0" brushRef="#br0" timeOffset="483">821 542 8216,'17'-17'-520,"-5"1"0,-2 3 1429,-2 1 0,-1 2 0,-3-3 216,2 1 0,0 6-108,-6-5-952,0-1 0,-8 0 0,-4 3-120,-3 1 0,-8 2 1,-1 6-1,1 0-66,-2 0 0,0 2 0,-5 4 0,5 5 19,0 5 1,6-2-1,-5 1 1,7 4 36,5 1 1,-1-1-1,7-1 1,2-1-42,2 1 0,4 5 0,6-2 207,9-5 0,8-1 0,10-9 1,-2-2 3,-4-2 0,4-4 0,-4-4 0,3-5-11,-3-5 1,2-1 0,-8-1 0,-2 1 16,-1-1 0,-5 1 1,-1-1 435,-3 1-581,-7-1 1,2 3 0,-12 5-185,-5 10 1,1 8 0,0 11 0,3 3-58,3 1 0,2 0 0,2-5 0,2-1 37,3 1 0,5-1 0,8 0 0,1-1-58,4-4 0,3-3 1,5-5-1,-2 2-517,2-2 1,2-4 0,0-6 812,-4-6 0,4-3 0,-6-3 0</inkml:trace>
  <inkml:trace contextRef="#ctx0" brushRef="#br0" timeOffset="853">1519 350 8306,'0'-17'634,"0"5"1065,0 0-1387,0 1 0,0 9 0,0 8 0,0 9-15,0 8 0,0 5 0,0 5 0,0-2 120,0-2 0,0 0 0,0 4 1,0-4-57,0-6 0,0-3 1,0-3 187,0 0 0,2-7-512,4-4 0,2-6 0,4-6 0,-5-5-222,1-5 0,-6-1 0,4-3 1,-4-1-104,-2-2 1,6-1 0,0 5 0,-1-3-132,3-1 1,-6 0-1,6 5 1,0 1-20,3 0 0,5 1 0,1 2 1,1 3-65,-1-3 0,3 6 0,1 1 0,4 1-150,2 0 0,2 0 1,4 6 651,-4 0 0,12 0 0,-4 0 0</inkml:trace>
  <inkml:trace contextRef="#ctx0" brushRef="#br0" timeOffset="1152">2253 298 8046,'10'-8'392,"-4"-4"0,-3-1 283,3 1 1,-4 0-254,4 12 0,-10-2 0,-4 16 0,1 4-31,-1 3 1,-4 4 0,4-2 0,1 6-158,-1 4 1,2-3 0,4-3-1,-2-2-373,-2-4 0,1 5 0,5-3-635,0-2 1,2-3 0,3-7-480,7-5 1,4-6 0,1-6-740,0-5 1992,-7-13 0,6-3 0,-7-8 0</inkml:trace>
  <inkml:trace contextRef="#ctx0" brushRef="#br0" timeOffset="1283">2358 18 8350,'9'0'920,"-1"-2"-2750,-8-4 1830,0 5 0,0-7 0,0 8 0</inkml:trace>
  <inkml:trace contextRef="#ctx0" brushRef="#br0" timeOffset="1787">2794 420 7998,'10'-2'-41,"-2"-2"132,0-2 0,1-7 345,9 1 1,-7-2-1,-1 1 80,-2 1 0,0 3 1,-4-5-1,1 2-126,-1-1 1,-4 3 0,-6-2 0,-5 1-115,-5 1 0,-1-4 0,-3 9 1,-1 1-246,-2 2 0,-8 2 0,4 2 1,-3 4-142,1 5 0,8 5 0,-2 1 1,3 3 19,3 3 0,-1 2 0,3 6 0,3-2 107,6 2 0,4-4 0,2 1 0,2-3 28,4-4 1,6-1-1,9-5 1,2-3-46,-1-6 0,5-4 0,0-2 0,2-4-209,0-8 0,-1-2 0,3-13 0,-4 0 65,-2 0 0,-2 0 1,-7-4-1,-3 2 78,-1-2 1,-8 5 0,2 3 555,-4 4-510,-2 1 0,-6 16 0,-2 8 1,-2 10 97,-3 7 1,3-2-1,0 8 1,3 0-66,3-1 1,2 3 0,2-8-1,2 0-151,4 2 1,-3-5 0,9 1-1,4-5-263,5-5 1,0-7-1,6 2 1,1-4-215,-1-2 1,-4-8 0,6-3 0,0-5-824,-2-1 1438,-1-1 0,-1-7 0,2-2 0</inkml:trace>
  <inkml:trace contextRef="#ctx0" brushRef="#br0" timeOffset="2202">3493 210 7983,'-2'-17'310,"-2"-1"265,-2 1 0,0 5-313,6 1 1,0 9 102,0 2 0,0 9 0,0 13 0,0 3-56,0 2 1,-5 0 0,-1 6-1,2-2 87,2 0 0,2 6 0,0-10 0,0 3-207,0-1 1,0-8-1,2 2 1,2-3-306,2-3 1,7-5-1,-1-2 1,3-3-138,3-3 0,-1-2 0,1-2 0,-1-2 3,1-4 0,-1-3 1,1-11-1,1-1-68,4-2 1,-3-3 0,3 5 0,-4-2 177,-1 1 0,-3 3 1,-1 2-282,-2-1 257,-8 1 0,3 9 1,-9 8 298,-3 10 0,3 5 0,-6 3 1,2-1-271,0 0 1,0 1 0,8-1-127,4 1 1,-2-8 0,8-3 0,3-1-89,7 0 0,-3 0 1,6-6-1,-2 0-1366,1 0 1715,-1-8 0,2-2 0,2-7 0</inkml:trace>
  <inkml:trace contextRef="#ctx0" brushRef="#br0" timeOffset="2784">4471 263 8016,'0'-18'261,"0"1"0,0 5 1282,0 1-1418,0-1 0,0 0 0,-2 3 1,-4 1 24,-5 4 0,-7 4 1,-3 4 111,-3 2 1,1 7-1,6-3 1,-1 3 57,1 5 0,-1-4 0,1 9 0,-1-2-67,1 2 1,5-3 0,3 5 0,1-2-131,4 1 1,2-1 0,4-6-1,6 1-283,9-1 1,3-1-1,9-5 1,2-3-182,2 0 0,2-6 1,0 4-1,-1-4 129,1-2 0,0-2 0,0-2 0,-2-4 258,-4-2 0,2 5 0,-7-5 0,-1 0 78,2 0 1,-5 5 0,3-5 1,-4 2 0,1 0 0,1 5 0,2-5-78,-1-2 0,3 6 0,0-4 0,2 3 24,4-1 1,-3-2 0,-1 4 0,0-2-41,0 2 0,-6 3 0,1-1 1,-7-2 298,-3-2-145,-8 0 1,4 4-261,-8-4 1,-8-3 0,-4-7-143,-3 4 0,-3-3 0,1 5 119,-1 1 0,1 1 1,-1 8-1,1 0 166,-1 0 1,1 0-1,-1 2 1,3 4 181,3 5 0,-3 7 0,5 3 0,0 2-4,5-1 1,3 3 0,4-2 0,3-2-161,7-1 1,11-3 0,10 1-1,12-3-515,13-3 1,18-6-1,13-12 1,-38 0-1,3-2-956,5-2 1,2-1 1069,4 2 1,0-1 0,5-6 0,0-1 0,0 3 0,0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1:02.11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455 245 7262,'0'-9'503,"0"1"43,0 8-147,0-8-220,0 6 232,0-6 0,0 22 0,0 4-337,0 1 0,0 0 0,0-1 0,0-1-61,0 1 1,0-1 0,0 1-1,0-1-37,0 1 1,0-1-1,0 0 1,0 1 35,0-1 1,0 7 0,0-1 31,0-2 1,0-1-1,0-3 1,0 1 12,0-1 0,0 1 0,0-1 0,0 1-4,0-1 0,0 6 0,0 1 0,0-3-55,0-2 0,0-1 1,0-1-1,0 1 17,0-1 1,0 1-1,0-1 1,0 1 32,0-1 1,0 0 0,0 1-1,0-1-38,0 1 1,0-1 0,0 3-1,0 1 28,0 2 1,0 3 0,0-5-1,0 2 28,0-1 1,0 3 0,0 0-1,0 0-17,0 0 0,0 5 0,0-5 0,0 0-12,0 0 1,0 0-1,-2-3 1,-2 1-5,-2-2 1,0-1-1,6-3 1,0 1 30,0-1 0,0 1 1,0-1-1,0 1 14,0-1 1,0 6-1,0 1 1,0-3-21,0-2 0,0 5 0,0 1 1,0 0-11,0 0 0,0 1 1,0-3-1,0 4 11,0 0 1,0 4 0,0-5 0,0-1-3,0 0 0,0-2 0,0-5 0,0-1 7,0 1 0,0 5 1,0 0-1,0-1-3,0-3 0,-2-2 1,-2 1-1,-1-1-24,1 1 0,2 5 1,2 2-1,0 1-46,0-1 0,0 4 1,0-4-1,0 2 91,0 4 0,0-3 0,0-1 1,0 0-25,0 0 0,0 0 0,0 2 0,0-3 37,0-1 0,0-6 0,0 4 0,0-1-28,0 1 0,0-4 0,-2 5 0,-2-3-35,-2 2 0,0-1 0,6 5 0,0 0-46,0 0 1,0 0 0,0 4 0,2-1 25,4 1 0,-4-4 1,4 2-1,-4 0 117,-2-2 1,0 4 0,0-6 0,0 1 114,0-1 1,0 4 0,0-4 0,0 2-113,0 4 0,0-3 1,-2-1-1,-2 0-109,-2 0 1,0 2 0,6 4 0,0-2-80,0-2 1,0 0 0,0 6-1,0 0 32,0 0 1,2 0 0,2 0 0,2 0 145,-2 0 1,-2 6 0,-2-1 0,0-1-48,0-2 1,0-2 0,0 2 0,0 0-34,0-2 0,0 2 1,0-12-1,0 0-82,0 0 1,0 4-1,0-3 1,0 1 23,0 4 0,0-4 0,0 4 0,0 4-22,0 4 0,2 9 0,2-3 0,1 1 25,-1 1 0,4 4 1,-2 3-1,-2-6 85,-2-3 0,-2-4 1,0-6-1,0 0 33,0 0 1,0-8 0,0-4 0,0-4-84,0-1 0,0-1 1,-2 1-1,-2 1-28,-2 4 0,0-1 1,6 7-1,0 2-47,0 2 1,0 2 0,0 2 0,0 2 12,0 1 0,0 7 1,0-4-1,0-1 56,0 1 0,0-4 0,0-8 1,0-2 74,0 2 1,-2-6-1,-2-2 1,-1-3-17,1-3 0,2 1 1,2-1-1,-2 1-86,-4-1 1,4 1 0,-4 1 0,4 4-3,2 6 1,0-1 0,0 1 0,0 4-63,0 6 1,0 3 0,0 5 0,0-5 42,0 1 0,0-6 0,0 6 0,0-4 46,0-5 0,0 3 1,0-13-1,0-3 93,0-2 1,-2-3-1,-2-3 1,-1-1-50,1 2 0,-6-5 0,0 3 0,-1 2-60,-1 1 0,8 5 0,-4 1 0,3 4-14,-1 2 1,0-3 0,6 5 0,0 2 4,0 2 1,0 0-1,0 0 1,0-2-42,0 0 0,0 0 0,0-10 1,0 2 76,0-1 1,6-3-1,0-1 100,-3-1 0,-1-5 0,-4-1-63,-3 3 1,3-4-1,-4 1-61,4 3 0,-4 1 1,0 3-1,2 1-33,2 5 0,2-5 0,0 4 0,0-3 34,0-3 0,0 1 0,0-1 87,0 1 1,0-1-1,0 1-72,0-1 1,0 0-1,0 1 1,0-1-101,0 1 0,0-1 1,0 1-1,2-1-58,4 1 1,-4-1 0,4 1-1,-4-1 62,-2 1 1,6-7-1,0 1 1,-3 1-18,-1 3 0,0 1 32,4 1 1,-4-1 0,4 1-166,-4-1 0,-2 1 0,0-1 0,0 1-698,0-1 1,0-5 0,0-1-1631,0 3 2557,0-6 0,8-8 0,1-10 0</inkml:trace>
  <inkml:trace contextRef="#ctx0" brushRef="#br0" timeOffset="1483">1 472 7376,'0'10'4040,"0"-2"-2000,0-8-1861,7 0 0,-3 0 0,6-2 0,0-2-146,-1-2 0,-3-7 0,6 1 1,1-4-79,3-1 1,-1 0 0,-1-1 0,-2 1 61,1-1 0,3-5 1,1 0-1,1 1 34,-1 3 0,-1 1 1,-3 1-1,-1 1-47,1 5 1,-3-5 0,0 5 0,0-5-92,-1-1 1,-3 1 0,6 2 0,-1 3-48,-1-3 1,4-1 0,-7-1 0,1 3 96,0 1 0,0 6 524,-2-5 14,-5 7-533,7-4 0,-8 10-107,0 4 0,-2-4-371,-4 3 535,5-3 0,-7 0 491,8 4-76,0-4-454,0 6 485,0 0 108,0-6-267,0 13 1,6-11-1,-1 8-245,-1 1 0,4-3 1,0 1-1,2 1-72,3-2 0,-3 7 1,1-1-1,3 5-65,2 1 1,7 3-1,0-2 1,-2 0 77,-1 3 1,-3-7-1,1 4 1,-3-3-125,-3-3 0,2-5 1,-7-3-1767,3-1 1,-4-2 1881,5-6 0,-7 8 0,4 1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1:05.8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18 245 7925,'-10'2'846,"4"4"239,5-4-278,1 5-820,7-7 0,3 0 0,9 0 67,5 0 0,-5 0 0,4 0 0,-1 0 44,1 0 0,-2 0 0,10 0 0,4 0-17,4 0 0,8 0 0,-5-2 0,3-1-33,4-3 1,1-2 0,2 4 0,-1-2-74,-5 2 1,3 2 0,-8 0 0,-3-1-43,-1-3 0,-4 0 0,-2 6 1,-3 0-97,-3 0 0,-2 6 0,-5 2 80,-1 1 1,0 1 0,1 2-1,-1-7 64,1-3 0,-1 4 1,1 0-1,1-2 42,4-2 0,5-4 0,7-2 0,1-4 91,5-1 1,-4 3 0,6-6 0,-2 0 23,-1 3 0,1-5 0,-6 6 1,0 1-57,0-1 1,0 2-1,0 6 1,-2 0-116,-4 0 0,4 0 1,-2 0-1,6 0-60,3 0 0,9 6 0,-3 0 1,5-2 3,1-2 1,12-2-1,2 0 1,0 0 39,2 0 0,6 0 0,4-2 0,-1-2 110,1-2 0,-3-6 1,-5 6-1,-2 1 124,-4-3 0,2 6 1,-8-4-1,-1 4-67,-3 2 1,-7 0 0,1 2-1,5 2-157,3 2 0,4 2 0,-2-5 0,4 5-126,0 2 0,10-6 0,-6 2 1,0-4 32,2-2 1,0 0-1,2 0 1,0 0 80,0 0 1,-1 0 0,1 0 0,0 0 112,0 0 0,-2 0 0,-4 0 1,-6 0 70,-4 0 0,-1 0 1,1 0-1,2 0-177,3 0 1,5 0 0,-4 1 0,2 3-145,4 2 1,2 0-1,2-4 1,0 2 79,-1 2 1,1-1 0,2-5 0,2 0 93,2 0 0,1 0 0,-3 0 0,4 0 70,1 0 1,-5 0-1,3 0 1,-1 0 57,0 0 1,-2-5 0,-7-1 0,-1 2-52,0 2 0,6 0 0,-10-2 0,0-2-58,-3 2 1,1 3 0,-2 1 0,-2 0-57,-1 0 0,-9 0 1,1 0-1,1 0 29,3 0 0,-7 0 0,-3 0 0,-4 0 10,-2 0 1,0 0 0,-2 0-1,-4 0 2,-6 0 1,-3 0 0,-3 0-19,0 0 0,1 0-43,-1 0 1,1 0 0,-1 0-192,1 0 0,1 0 104,5 0 0,1 0 0,4 0 0,-6 0-11,-3 0 1,-3 0 0,0 0-1,1 0 109,-1 0 0,-5 0 0,0 0 0,-1-2-76,-1-4 0,6 4 0,-5-6 242,5 0 0,-5 6 0,1-5-192,2-1 1,1 4 0,3-6-1,-1 2-300,0 5 0,-3 1 0,4 2 269,7 0 0,-2 0 0,0 0 75,-3 0 1,-9 0 28,1 0 13,-8 0 0,11 0 0,-5 0 0</inkml:trace>
  <inkml:trace contextRef="#ctx0" brushRef="#br0" timeOffset="818">8296 0 7908,'-12'0'158,"1"0"28,7 0 117,-4 0 1,10 0-1,4 0-136,6 0 0,3 0 0,3 0-51,-1 0 0,0 0 0,1 0 0,-1 0-115,1 0 0,5 0 0,0 0 0,-1 2-197,-3 4 1,1-2 0,1 6 0,4-1 94,2 1 1,-5 0-1,3 3 1,-2-3-14,0-2 0,1 4 0,-7-7 366,1-1 749,-1-2-482,-7-2 1,-4 0-321,-12 0 1,-4 0-145,-7 0 0,-1 2-159,1 4 0,-1-4 87,1 4 0,1-2 0,3-1 82,1 3 1,0 0 0,-5-4 65,-1 4 1,7-4 0,-1 4 49,-1-4 1,-3 0 0,-1 1-80,-1 3 0,1 2 1,-1-4-1,1 2-17,-1-2 0,1 3 1,-1-1-114,1-2 1,-1 4 0,1-2 33,0-3 0,5-1 154,0-2 42,8 0-271,-3 0 0,7-2 36,0-3 0,0 1 45,0-8 0,0 6-57,0-5 0,0-1-39,0-5 1,0-1-1,0 1-112,0-1 0,0 7 0,0-1-1722,0-2 1918,0 7 0,0-1 0,0 8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1:10.71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245 140 7777,'-2'-12'175,"-2"1"642,-2-3 0,1 4 1028,5-1-1475,0-1 1,-6-6-332,0 1 1,-2 7 0,2 4-48,-5 5 0,-5 1 1,-1 0 49,-1 0 1,1 1-1,-1 3 1,1 4 26,-1 2 0,1 3 0,0 9 0,1 1-13,4-2 1,5 5 0,7-1-1,0 0-73,0 0 0,2 4 0,3-5 0,7-3-12,4-2 1,9-7 0,2-2 0,2-2-37,0-5 0,-6-3 1,5-5-1,-3-7 42,-4-4 1,-1-1 0,-3 0 0,-1-1 173,-5 1 1,-3-3 0,-8-1 0,0-2-47,0 1 1,0 3-1,-2 1 1,-6-1-76,-9-4 0,-3 9 0,-7-3 0,0 1-18,0 1 1,4 5 0,-5 4 0,1 4-26,0 2 1,6 2 0,-1 6 0,7 9-68,3 10 1,8 12-1,-1 4 1,3 2 44,2 3 0,7-5 1,5-3-1,5-5 25,7-5 1,3-5 0,8-10 0,0-3-21,0-6 0,0-4 1,0-4-1,0-6 240,-1-9 1,-4-3 0,-5-9 0,-4 0-69,-5 2 0,-11-4 0,1 5 0,-4 1-79,-2 0 0,0-4 1,-2 6-1,-4 1-39,-5 3 0,-12 1 0,-7 3 0,-1 1-10,2 3 0,-4 7 1,4-2-1,-4 4-6,-2 2 1,2 8 0,4 5-1,6 7-105,3 3 1,9 14 0,1-2 0,2 2-40,4 0 0,4-2 0,8-1 0,10-1 233,9-3 0,4-7 0,2-12 1,0-5 19,4-4 0,2-10 1,-4-3-1,-1-5-43,1-1 1,-7-6-1,-5-3 1,-6 1-47,-5 0 0,2 2 1,-9 5-1,-1 1-49,-2-1 0,-10 1 1,-3-1-1,-5 3-34,-1 3 0,-7-1 0,-1 7 0,0 2-8,0 2 0,-4 2 0,5 2 1,3 4-32,2 5 0,1 5 0,3 1 0,3 3 107,6 3 0,4-2 0,2 6 0,2-1-51,4-5 0,4-4 0,9-5 0,2-6 268,3-4 1,5-2 0,-4-2 0,0-4-68,1-6 1,-3-5 0,-6-4 0,-1-3-219,-5 3 1,-3-4 0,-8 2 0,0 1-42,0 3 1,-2 3 0,-4 3 0,-5 3-55,-5 2 0,-1-3 0,-3 5 0,-1 4-80,-2 6 0,0 5 0,5 11 0,3 1 129,3 2 1,-2 7 0,8-5 0,3 0 130,1 0 1,2-1-1,2-9 8,3-3 0,5-7 0,10-10 1,1-7-120,2-3 1,0-5-1,-5-1 1,-3-3-605,-3 3 1,2-4 0,-9 2 684,-1 1 0,-2 3 0,-2 1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1:12.168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175 158 10374,'9'-8'334,"-1"-2"0,-8-7-91,0-1 0,0 7 1,0-1 75,0-2 0,0-1 1,-2-3-194,-4 1 1,-3 7-1,-9 4-233,1 4 1,-1 2-1,1 0 1,-1 2 57,1 4 1,-1 4-1,3 7 1,1 1-35,3-1 0,7 7 1,-2-1-1,4 0 108,2 2 1,8-5 0,5 3 0,7-5 111,3-7 1,8 3 0,-4-8-1,2-3-46,1-1 0,-7-2 1,6 0-1,0 0 53,-2 0 1,-7-7-1,-9-5 1,1-4 45,-2-1 0,-3 0 0,-7-3 0,0-1-129,0-2 1,-7-1 0,-5 5-1,-4-1-22,-1 3 1,-2-4-1,-5 11 1,-3 0-71,0 4 0,-4 4 1,6 2-1,-1 2-178,1 4 1,2 4 0,5 9 0,3 5 38,3 5 0,-1 4 0,7 0 0,2-2 341,2-2 0,4 0 1,4 4-1,7-4-13,9-6 0,-1-5 0,8-5 1,2-3 8,2-2 1,-4-2 0,0-8 0,1-4-89,-3-6 1,0-3 0,-8-3 0,1-1-11,-5-4 1,-3 3 0,-1-5 0,-5 0-98,-4-4 0,-2 3 1,-2 3-1,-4 4 8,-5 1 1,-10-3 0,-3 1 0,1 7-12,-2 3 1,-1 4 0,-5 6-1,2 2-131,-2 4 0,6 4 0,2 7 0,5 3-16,7 3 1,-3 2 0,8 6 0,2-2 135,2 2 0,2-5 0,2-3 0,6-4 208,10-1 1,1-3 0,10-3 0,2-6 49,2-4 1,0-2-1,-2 0 1,-4-2-90,-1-4 1,3-4-1,-6-7 1,-4-1-71,-5 1 0,0-1 1,-9 1-1,-1-1-69,-2 1 1,-4 0 0,-4-1 0,-5 1-65,-5-1 1,-3 3 0,-2 1 0,-5 4-5,-1 3 1,0 1 0,-4 6 0,4 0-59,2 0 0,-5 0 1,7 2-1,2 4 98,1 5 1,11 5-1,3 3 1,4 2 105,2 3 0,2 1 1,4-4-1,5 3 173,5-3 0,9-4 0,4-3 0,4-4-50,2-3 0,-2-1 1,-2-6-1,-2 0-126,2 0 0,-6-7 1,-1-3-1,-5-2-73,-1 1 1,-3-7 0,-3-5 0,-6 1-35,-4 3 0,-2 2 0,-2-1 0,-4 1-140,-6-1 1,-9 3-1,-4 1 1,-3 4-45,-3 3 1,-2 1 0,0 6-1,2 0 137,2 0 1,8 2 0,-2 4 0,5 5 74,7 5 0,-3 7 1,8 0-1,2 1 54,2 1 1,4-6 0,4 4-1,6-5-116,3-6 0,9-5 0,-1-5 0,-2 2-949,-1 2 0,3-2 0,0-8 1027,-2-2 0,-1-7 0,-3 3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1:13.55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263 88 9124,'10'0'3082,"-3"-2"-2865,-7-3 0,0-5 1,-2-6-1,-2 3 6,-1 1 0,-9 6 0,2-3-169,-3 1 1,-8 2-1,-1 6 1,3 2-132,2 4 0,1 3 0,1 9 0,-1 1 142,1 5 0,7 1 0,4 6 0,4-2 159,2 2 0,2 2 0,4 2 1,6 0-49,3 0 0,8-2 0,3-2 0,-1-4-214,0-2 0,-2-9 0,-3-8-98,3-1 1,-3-9-1,3-2 1,-6-13-12,-5-8 0,-2-10 0,-6-6 0,1 2 148,-1 2 1,-2 2 0,-4 2 0,-2 4 269,-1 6 1,-9-2 0,2 2-157,-3 1 1,-9 11 0,1 5-1,0 4-119,-2 2 1,-1 2 0,-5 4-1,4 5-136,2 5 1,2 1 0,5 3-1,1 1 102,-1 2 1,9 2-1,3-3 1,4 1 271,2-2 0,2-1 0,4-3 0,7-1-71,9-5 0,3 3 0,6-8 1,-2-2-222,2-2 1,2-4-1,0-4 1,-2-6-28,-2-3 1,-8-3 0,3 1 0,-5-1 8,-1 1 1,-7-1 0,-1 1-1,-2 0 60,-4-1 1,-2 1 0,-4-1 0,-4 3 32,-6 3 0,-5-2 1,-5 7-1,-3-1-121,-2 0 0,0 2 0,-4 6 0,4 2 71,1 4 1,-3 4-1,6 7 1,2 1 48,1-1 1,3 6 0,1 3 0,5-1 108,5 0 0,4 0 0,2-3 1,2 1 33,4-2 1,5-7 0,11-4 0,3-3-115,2-3 1,0-2 0,4-2-1,-2 0-48,2 0 1,-5-6 0,-3-1 0,-4-3-146,-1-4 1,-1-3 0,-1-4 0,-5-3 36,-5 3 0,-4 1 0,-2 3 1,0 0 209,0-1 0,-6 1 0,-3 1 0,-5 4-55,-5 7 0,-9 3 0,3 2 0,-2 0-21,-4 0 0,4 7 0,0 5 0,-1 4 26,1 1 0,12 2 0,-3 3 0,5 1 158,3-2 0,2 5 0,8-3 0,2 0-14,4 2 1,6-11-1,11 2 1,6-5-144,4-1 1,2-6-1,0 0 1,-2-6-211,-4-4 0,2-10 0,-8 1 0,-1-6 12,-3-1 1,-3-3 0,-5 2 0,-3-1-26,0-1 0,-6 6 0,2-5 0,-8 5 194,-8 2 0,-9 1 0,-3 4 0,1 7 19,-2 3 0,4 2 1,-7 2-1,1 3 14,0 7 0,6 9 0,-3 5 0,7-1 47,5 0 1,3 6 0,5-4-1,-2 2 8,2 1 0,10-9 1,6 2-1,3-3 44,3-3 0,5-7 0,2-4 0,2-4-189,4-2 0,-4-2 1,1-4-1,-3-8-40,-4-7 0,2 1 1,-3-3-1,-7 4-79,-3 1 0,2 1 0,-6-1 0,-3 1-43,-1-1 1,-9 7 0,-5 1 0,-5 2-55,-7 4 0,3-3 0,-8 1 0,0 2 78,2 2 1,-5 10 0,9 1-1,2 3 251,1 0 1,5 1 0,1 9-1,5 1 291,1-2 1,2-1 0,8-3-64,4 1 0,4-9 0,9-3 0,2-4-123,3-2 1,5-2 0,-6-4 0,-2-5-153,-1-5 0,-3-1 1,-1-1-1,-5-1-404,-5-4 0,-4 3 0,-2-3-216,0 3 0,-8 5 0,-3 1 0,-5 5-332,-1 1 1,-1 2 0,1 8 0,-1 4-1258,1 5 2179,7 5 0,-5 1 0,5 1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1:19.133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210 123 7931,'0'-18'968,"0"1"0,0 5-510,0 0 1,0 7-351,0-7 1,-2 2 0,-2-3 65,-2 1 0,-7 8-121,1-2 0,-4 4 0,-1 2 1,-1 0-58,1 0 1,5 8 0,1 4-1,-3 3 25,-1 3 1,3 1 0,2 3-1,1 3-8,-1 2 1,6 0 0,-2 2-1,4-4-6,2 1 1,8-7 0,6 4 0,5-5 88,4-7 0,2-3 0,-1-8 0,3 0-3,0 0 1,4-2 0,-8-4 0,1-5 6,1-5 0,-12-1 0,5-1 0,-4 1 58,-5-1 0,-1 1 0,-8 0 0,0-1-90,0 1 0,-2-1 0,-4 1 0,-5 1-7,-5 5 0,-3-3 0,-3 6 1,-1 0-1,2 1 0,-5 1 0,3 6 1,2 0-84,1 0 0,3 8 0,0 3 0,1 5-87,4 1 1,-1 3 0,7 1 0,2 2 101,2-1 0,2 3 1,2-2-1,4-2 88,6-1 1,5-9 0,6-1-1,4-2-15,1-4 0,5-2 0,-4-4 0,4-4 7,2-6 0,-6-3 0,-2-3 0,-2 1-3,-4-1 0,-7-1 1,-4-2-1,-2-3-45,-5 3 1,-1 2 0,-4 1 0,-3 1 27,-7-1 0,-9 7 1,-5 1-1,-1 0-17,-4 1 1,-2 5 0,-2-2-1,0 4-1,0 2 1,6 2 0,2 4-1,4 5-103,7 5 1,1 7 0,9 2 0,2 2 54,2 5 0,4-1 0,4 0 0,7-4 39,9-2 1,7-2 0,10-5-1,1-3 100,-1-3 0,-2-4 0,-2-8 1,0 0-7,0 0 0,-2-10 0,-4-6 1,-6-7-73,-3-4 1,-11 4 0,-3-6 0,-4 0-128,-2 1 1,-4-3 0,-5 8 0,-11 0-35,-5-2 1,-4 11-1,-8-2 1,-2 7 104,-2 5 1,-1 2 0,5 4 0,0 4-21,4 5 0,10 13 1,-1 7-1,5 5-14,2 5 1,7 6-1,4-6 1,6-3 15,6-1 0,9-10 0,11-5 0,1-9 195,4-7 0,2-6 0,2-6 0,0-5 10,0-5 1,-2-9-1,-4-4 1,-6-4-87,-4-2 0,-7 6 0,-2 0 0,-2 0-223,-5 1 0,-3 3 1,-7 8-1,-11 1-423,-9 5 0,-6 3 1,-2 8-1,0 0-1,0 0 1,0 8 0,2 5 0,2 9-159,2 7 1,14 2 0,-1 0-1,6-2-306,7 2 1,3-6 1017,5-2 0,13-3 0,9-3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1:20.200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193 226 7339,'10'-8'-1517,"5"6"2213,-3-4 44,-5 4 1,3 2-174,-4 0 1,-4-2 0,4-3-14,-4-7 1,-2 2 0,-2 0 0,-2 1-143,-2-1 0,-8 0 0,5-3 0,-3 3-158,1 2 1,-3-3 0,-7 5 0,-3 2-175,3 2 1,2 2 0,3 2 0,2 4 38,3 5 0,5 11 1,-4 3-1,3 2-123,3 4 1,4 2 0,5 2-1,7-2-9,4-4 1,1 0 0,2-9 0,3-5 88,1 1 1,6-8 0,-5-3 0,-1-7 3,2-9 0,-11-3 0,3-15 0,-3-2-52,-5-2 0,-1-2 0,-8 0 1,0 0-48,0 0 1,0 8 0,-2 2 0,-4 2 25,-5-1 1,-5 7-1,-3 7 1,-3 2-33,-1 5 1,-2 1-1,4 4 1,-5 5-75,-1 11 1,8 1 0,-1 8 0,9 1 90,3-1 0,-4-4 0,7 6 0,1 0 100,2-2 1,4-1 0,3-9 0,7 1-18,4-1 0,7-1 0,2-5 1,0-5-58,1-4 1,3-2 0,-4-2 0,0-4-2,0-5 1,-3 1 0,-9-2-1,-1-3 57,2-7 0,-7 3 0,-1-4 1,-4 3-57,-2 3 1,-6-7 0,-3 1 0,-5 2-28,-5 1 0,-5 5 0,3 1 1,-4 5-5,-2 1 1,-1 2-1,-3 6 1,4 0-30,2 0 0,-4 2 1,6 4-1,3 7-10,7 9 1,5 5 0,8 8 0,0 0 135,0 0 0,8-6 0,3-2 0,7-2 169,5-3 0,4-9 1,8-3-1,0-2-118,0-5 0,-2-8 1,-2-7-1,-4-4-94,-2-1 1,-1-8-1,-9-2 1,-1-3-25,-3 1 1,-7 0-1,2-4 1,-6 2-190,-6 2 1,-4 8 0,-9-3 0,-2 5 6,-3 2 0,-7 5 1,4 2-1,-2 3 91,0 3 1,6 4 0,-4 5 0,1 9 5,5 7 0,7 1 0,5 9 0,1 4 84,4 4 0,2 1 0,4-7 0,4-4 62,6-5 0,3-5 0,4-3 0,3-5 4,1-5 0,6-4 0,-5-4 0,-1-6-39,2-9 0,-6-3 0,3-7 0,-7 2-218,-3 4 1,-8-5 0,2 3-1,-4 2-498,-2 1 1,0 3 0,-2-1 0,-4 1-183,-6 0 0,-5 1 0,-5 4 0,-1 5-261,2-1 1,1 6 1115,3-4 0,-8 20 0,-3 5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1:21.450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175 88 9784,'10'0'2468,"0"0"-1758,-4 0 1,-5-2-286,5-3 0,-4 1-444,-2-8 0,-2 6 0,-4-4-269,-5 3 0,-5 9 0,-1 9 0,-1 5 154,1 1 0,1 7 1,3 1-1,3 2 245,2 4 1,3 2 0,5 2-1,0-2 48,0-4 0,9-6 1,7-9-1,5-4-56,0-3 1,5-1 0,-3-8 0,0-4-103,2-5 1,-5-7 0,1-3 0,-5-4 23,-5-2 1,-7 3 0,2-3 0,-4 2 95,-2 4 0,0-1 1,0 1-1,-2-2 0,-4 1 0,-5 9 0,-11 3 1,-3 0-120,-2 1 1,4 5 0,-7-2 0,1 6 0,2 6 0,2-2 1,8 9-1,-1 5 11,1 3 1,7 8-1,4-4 1,4 2 48,2 4 0,2-3 1,4-1-1,7-2 190,9-4 1,-1-7-1,8-4 1,0-3-132,-1-3 0,3-2 1,-6-4-1,0-4-16,0-5 0,-1-5 1,-9-3-1,-1-2-94,-3-3 1,-7-5 0,2 4-1,-4 0-132,-2-1 0,-8 1 0,-3 4 0,-5-2-56,-1 1 1,-7 9 0,-1 1 0,0 0 35,0 3 0,-6 1 0,3 8 0,1 2-5,4 4 0,-2 5 0,3 11 0,5 3 152,3 2 0,10 2 0,-1 6 0,3 0 173,2 0 1,7-6 0,7-2 0,5-3 40,5-9 0,7 1 0,-2-11 1,4-1-146,2-2 0,-2-4 0,-2-4 0,-4-5-32,-2-5 1,-3-3 0,-9-2 0,-3-5-29,-2-1 0,-3 6 1,-5-4-1,0 1-92,0 1 1,-7 0 0,-7 5 0,-5 3-33,-5 3 0,-7-1 1,2 7-1,-2 2-9,2 2 1,-2 10 0,8 3 0,1 5 121,3 1 1,3 8-1,5 5 1,5 3 147,4 2 0,4-6 1,4-2-1,5-2 33,5-4 0,3-3 0,3-7 1,3-5 116,2-4 1,-4-4 0,5-4-1,-3-7-237,-4-8 0,-1-1 0,-5-5 0,-1 0-70,-3 0 0,-7 3 0,2-3 1,-4 2-112,-2 4 0,-2 1 0,-4 3 0,-5 1-54,-5 5 1,-1 3 0,-1 8 0,-1 0-20,-5 0 0,5 4 0,-4 5 0,3 9 197,3 1 0,5 7 0,3-1 0,1 0-19,4 0 0,2 4 1,2-5-1,2-5 30,4-5 0,3-1 0,9-7 0,-1-2-50,1-2 0,-1-10 0,1-4 0,-3-3-552,-3-3 0,3-5 1,-5 0-1075,0 2 1,-4 3 1655,-12 6 0,-4 5 0,-7 7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1:25.5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 10162,'2'11'1229,"4"1"1,5 1-1092,5 3 1,3 1-1,3 1 1,3 1-216,2 5 0,2-5 0,6 6 0,-2-1-756,-4-1 1,-2 0 0,-5-5-1582,1-1 2414,0-7 0,-5-3 0,-1-7 0</inkml:trace>
  <inkml:trace contextRef="#ctx0" brushRef="#br0" timeOffset="230">385 53 7887,'-18'0'908,"1"0"0,5 0-231,1 0 1,-1 0-1,-4 2-490,5 4 1,-5 3-1,5 9 1,-7-1-100,-5 1 1,3 1 0,-5 3 0,0 3-167,-4 2 1,4 0 0,1 2-1,5-5-1775,1-5 0,9-2 1853,3 1 0,-4-1 0,1 1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1:24.41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95 7920,'0'-11'2219,"0"-1"-1629,0 8 0,2-2 1,4 12-379,6 6 1,1 5 0,1 4 0,-2 3-224,1-3 0,3 4 0,1-1 0,1-3-458,-1-2 0,1-1 0,-1-1 0,1-1-1634,-1-5 2103,-7-3 0,5-8 0,-5 0 0</inkml:trace>
  <inkml:trace contextRef="#ctx0" brushRef="#br0" timeOffset="230">367 43 7918,'0'-12'1060,"0"0"0,0 7-852,0-7 0,0 10 1,0 2-1,0 10-82,0 5 0,0 3 0,0 1 0,-2 4-150,-4 7 1,-3 5 0,-11 3 0,-1 5-228,-2 2 0,-8 7 0,1 6 0,-1 0-524,2 3 775,4-7 0,0 6 0,-2-8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1:35.182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263 141 7763,'10'-8'1337,"-3"6"1,-7-8-1078,0 4 0,2 2-113,4-7 0,-4-1 1,2-5-77,-8-1 0,0 7 1,-8 1-68,-1 2 0,-3 0 0,-1 5 0,-1-3-1,1 2 0,0 10 0,-1 5 0,1 5-129,-1 1 1,3 9-1,3 1 1,6 2 156,4 0 0,2-2 0,0 2 0,0-4 79,0 1 0,8-13 1,4 3-1,5-7 80,6-5 1,-3-2-1,5-2 1,-2-2-57,1-4 1,-1-5 0,-6-11 0,1-1-56,-1 2 0,-7-4 0,-2 1 0,-2 1-81,-1-2 0,1 5 0,-6-3 0,-2 4-34,-4 1 0,-5 3 0,-11 1 1,-3 4 5,-2 3 0,4 1 1,-6 6-1,-2 2 8,-2 4 0,5 3 0,5 11 0,4 1-105,1 2 0,1 3 0,1-5 0,5 4-53,5 2 1,4-5 0,4 1 0,4-4 213,5-1 1,11-7 0,3-1 0,2-2 89,4-4 0,-4-4 1,2-6-1,0-4-17,-1 1 0,-1-13 0,-6 5 1,0-3-77,-5 1 0,0 2 1,-11-1-1,-1 1-111,-2-1 0,-2 1 1,-4 1-1,-5 3-65,-9 1 1,-11 8 0,0-2 0,-4 4 137,-2 2 0,2 4 1,2 6-1,4 7 93,2 3 0,3 7 0,9 0 0,3 2 25,2 0 1,2-2-1,10 4 1,6-3-72,7-3 1,7-4 0,-1-9 0,6-6-21,4-4 1,-4-2-1,0-2 1,0-4-420,-1-6 0,-9-9 0,-9-2 0,-3 1-721,-3 3 1,-6 1 1119,-9 1 0,-9-1 0,-15 1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1:36.015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227 175 7934,'12'0'367,"-2"-2"133,-2-4 1,-1 4-1,-3-5-92,2-1 0,0 4 0,-4-6 0,2 1 196,1-1 0,1 4-441,-6-6 1,-2 3 0,-3-5-134,-7 2 1,-4 3 0,-3-3 0,-2 6-126,-3 4 0,1 2 1,6 0-1,-1 2 55,1 4 0,1 0 0,3 9 0,3 5 157,2-1 1,2 1 0,6-1 0,0 2 56,0 3 0,2-1 1,4-6-1,6 1-79,3-1 1,3-5 0,1-2 0,2-3-16,3-3 0,-1-4 0,-6-4 0,1-5-19,-1-7 0,-5 3 0,-2-13 0,-3 3 29,-3 0 0,-2-6 1,-2 5-1,-2 1-65,-3-2 1,-5 11 0,-10-3-1,-1 3-85,-2 5 1,-2 1 0,1 8-1,-3 0 16,0 0 0,2 8 0,7 3 0,1 7 14,-1 5 0,3-2 0,3 7 1,6-3 69,4-4 1,4-1 0,4-3 0,6-1 111,3-5 1,5 3 0,1-8-1,4-3-95,2-1 0,-5-4 0,3-1 0,-2-5-41,1-2 1,-3 4 0,-7-5-1,-5-3-65,-1-1 0,4-3 0,-7 1 0,-1-1 11,-2 1 1,-4 5 0,-3 2-1,-9 1 6,-7-1 0,1 6 0,-5-2 1,2 4 23,-1 2 1,-5 6-1,6 2 1,2 3-24,1 9 1,9-3-1,1 7 1,2-5-34,4-1 1,2-1-1,4 0 1,4-1 27,6-4 0,9-5 0,4-7 0,1-2-157,-1-3 0,4-7 0,-6-9 0,-1-5-277,-3-1 0,-2 4 0,-1-4 0,-4 2-743,-7 3 0,-3 3 1,-4 3 1212,-3 5 0,-21-5 0,-11 6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1:36.865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226 140 7945,'9'-7'364,"1"3"520,-4-8 0,-4 6-94,4-5 1,1 5 9,-1-6 0,0 1-102,-6-7 0,-2 1-590,-4-1 1,-3 8 0,-9 5-1,-1 3-140,-4 2 0,3 0 0,-3 2 1,1 3-99,-1 7 0,4 4 0,-3 1 0,7 2-14,3 5 0,8-5 0,-1 6 0,3-1 244,2-1 0,2 0 0,3-7 0,7-3 104,4-1 0,7-8 0,2 2 0,0-4-68,1-2 0,-1-8 0,-4-2 0,2-3 0,-1-5 0,-9 5 1,-3-11-1,-2 5 44,-4 1 1,-2-5-1,-4 0 1,-4 1-59,-6 3 0,-5 4 1,-7 1-1,-3 4-71,0 3 0,-4 1 0,6 8 0,0 3-128,-1 7 1,3 4 0,8 3 0,1 2-14,2 3 1,8 5-1,-1-6 1,5-2 131,5-1 0,5-5 0,8-3 0,1-6 163,4-4 1,-1-2-1,5 0 1,0-2-170,0-4 0,-5-4 0,1-7 0,-4-1-54,-1 1 0,-9-1 0,-1 1-86,0-1 0,-6 1 0,2 0 0,-10-1-106,-12 1 0,-1 7 0,-8 4 0,0 4-99,0 2 0,3 2 1,-3 4-1,2 6 347,4 3 1,1 3 0,5 1 0,3 2 132,6 3 0,4-1 1,2-6-1,2 1 85,4-1 1,6-7 0,9-4-1,4-4-29,2-2 0,0 0 0,3 0 0,-7-2-90,-4-4 0,-1 2 1,-3-8-206,-3-1 0,-4-3 1,-8-1-103,0-1 0,-8 3 0,-6 3 0,-5 6-306,-4 4 1,-3 2 0,5 0 0,-2 0 238,1 0 1,3 8 0,4 4 0,1 3 24,2 3 1,8-6 0,-1-1-161,3 3 1,9-6 0,7-3 0,5-3 371,5-2 0,7-7 0,-4-3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0:51:41.850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1101 36 12559 274643 42251,'-9'-18'-2717'0'0,"1"9"2717"0"0,8 1 0 0 0,0 8 0 0 0</inkml:trace>
  <inkml:trace contextRef="#ctx0" brushRef="#br0" timeOffset="967">1241 53 12559 274643 42251,'17'10'1088'0'0,"-7"-2"-1224"0"0,-2-8 365 0 0,-31 0 1 0 0,7 0 179 0 0,-19 0 1 0 0,4 0-181 0 0,-4 0 1 0 0,-2 0-144 0 0,-3 0 1 0 0,3 0 0 0 0,-4 0 19 0 0,4 0 0 0 0,2 0-99 0 0,0 0 1 0 0,-8 0-12 0 0,-3 0 0 0 0,3 0 0 0 0,2 0-33 0 0,5 0 1 0 0,7 0 44 0 0,-1 0 1 0 0,1 0-50 0 0,-6 0 0 0 0,0 0-11 0 0,1 0 1 0 0,-1-6 107 0 0,0 0 1 0 0,0 0 113 0 0,0 6-124 0 0,8 0 0 0 0,-6 0 4 0 0,4 0 0 0 0,7 0 11 0 0,-1 0 1 0 0,11 0-80 0 0,-11 0 1 0 0,11 0-278 0 0,-11 0 203 0 0,8 0 1 0 0,-17 2-121 0 0,9 4 195 0 0,8-4-879 0 0,-1 6-1288 0 0,6-8 2184 0 0,1 0 0 0 0,1 0 0 0 0,8 0 0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0:51:59.19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6287 175 11781 260409 70122,'0'-19'279'0'0,"0"3"2036"-3135"0,0 16-2416 3135 0,-7 0 1 0 0,-11 0 74 0 0,-11 0 1 0 0,-4 0-1 0 0,-2 0 1 0 0,0 0 57 0 0,0 0 1 0 0,0 0-1 0 0,-2 0 1 0 0,-1 0 80 0 0,-3 0 0 0 0,-8 0 1 0 0,3 0-1 0 0,-3 0 73 0 0,3 0 0 0 0,-3-2 1 0 0,6-2-1 0 0,1-2-75 0 0,-1 2 1 0 0,-3-3-1 0 0,5 1 1 0 0,0 0-31 0 0,-2-2 0 0 0,5 4 0 0 0,-9-5 0 0 0,-2-1 32 0 0,-1 0 1 0 0,-2 6-1 0 0,-1-1 1 0 0,1 3 15 0 0,-1 2 1 0 0,-5 0-1 0 0,2 0 1 0 0,4 0-54 0 0,3 0 0 0 0,4 0 0 0 0,-3 0 0 0 0,1 2-110 0 0,-1 3 0 0 0,5-3 0 0 0,2 4 0 0 0,3-4 46 0 0,-3-2 1 0 0,4 0-1 0 0,-4 0 1 0 0,4 0 33 0 0,2 0 0 0 0,0-2 1 0 0,1-2-1 0 0,-1-2-8 0 0,0 3 1 0 0,0 1 0 0 0,0 2-12 0 0,0 0 1 0 0,-6 0 0 0 0,0 0 122 0 0,3 0 1 0 0,1-2 0 0 0,2-4-61 0 0,0-6 0 0 0,8 3 0 0 0,1-1-31 0 0,1 2 0 0 0,-2 2 1 0 0,-8 6-1 0 0,-2 0-190 0 0,-3 0 1 0 0,-5 2 0 0 0,-9 2 0 0 0,-1 4-45 0 0,3 2 1 0 0,-4-7 0 0 0,11 5 0 0 0,-2-2 111 0-8,1 0 1 0 1,-1 0-1 0-1,-5-6 1 0 1,1 0 41 0-9,5 0 1 0 0,-5 0 0 0 0,3 0 0 0 0,-6 2 58 0 4,-5 3 1 0 0,-1-3 0 0 0,4 6-1 0 0,-4-2-82 0 7,-2 0 1 0-1,0 7 0 0 1,-3-3 0 0-1,5 2-82 0 6,0-1 0 0 0,0-7 0 0-1,-6 2 0 0 1,6-4 62 0 0,6-2 0 0 0,-3 0 0 0 0,13 0 0 0 0,-3 0 40 0 0,1 0 1 0 0,1 0-1 0 0,-4 0 1 0 0,5 0 4 0 0,1 0 0 0 0,-5 0 0 0 0,1 0 1 0 0,-3 0 36 0 0,-3 0 1 0 0,1 0 0 0 0,-3 0 0 0 0,-1 0-15-83 0,-2 0 1 83 0,-4 0 0 0 0,7 0 0 0 0,5 0-18-288 0,0 0 1 288 0,-1 6-1 0 0,-1 0 1 0 0,-1-1-89-310 0,1 3 1 310 0,5-6-1 0 0,1 4 1 0 0,-3-4-61-340 0,-1-2 0 340 0,-1 0 0 0 0,3 0 0 0 0,3 0 94-292 0,3 0 0 292 0,-1 0 1 0 0,4 0-1 0 0,-2-2 26-253 0,2-4 0 253 0,3-2 0 0 0,-1-5-57-221 0,-4 1 1 221 0,10 8 0 0 0,-4-2-639-231 0,2 5 0 231 0,6 1 735-254 0,-2 0 0 254 0,7 7 0 0 0,-3 3 0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0:51:44.898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3825 53 12607 276945 41345,'28'0'-544'0'0,"-11"0"0"0"0,-13 0 706 0 0,-16 0 0 0 0,-1 0-106 0 0,-16 0 0 0 0,0 0 0 0 0,-8 0-97 0 0,-4 0 1 0 0,2 0 0 0 0,-5 0-1 0 0,-1 0-108 0 0,0 0 1 0 0,-9 6-1 0 0,-12-1 1 0 0,-10-1-45 0 0,-11-2 1 0 0,0 4 0 0 0,-8 0 0 0 0,1 0 66 0 0,1 1 1 0 0,6-5 0 0 0,9 4-1 0 0,7-4 454 0 0,8-2 1 0 0,15 0 0 0 0,7-2 0 0 0,2-2 15 0 0,-1-1 0 0 0,9-7 1 0 0,-6 4-1 0 0,0 0-153 0 0,-2 1 1 0 0,-2-7-1 0 0,6 4 1 0 0,0 1-198 0 0,0 3 0 0 0,-1-2 0 0 0,-3 2 0 0 0,-4 2-93 0 0,-2 2 0 0 0,5 2 0 0 0,-7 0 0 0 0,-3 0-72 0 0,-7 0 1 0 0,-5 0 0 0 0,-6 2 0 0 0,2 2 137 0 0,2 2 1 0 0,8 8 0 0 0,-2-5 0 0 0,4 3 155 0 0,1 0 1 0 0,9-7-1 0 0,3 5 1 0 0,6 0 130 0 0,6 0 1 0 0,-2-5 0 0 0,5 7-92 0 0,-1 2 0 0 0,4-7-130 0 0,-6-1 1 0 0,2-2-1 0 0,-4 0-65 0 0,2 2 1 0 0,0 0 0 0 0,-6-5-19 0 0,0 5 1 0 0,6-4 157 0 0,-1 4 30 0 0,1-4-342 0 0,2-2-225 0 0,10-8-743 0 0,9 6 592 0 0,8-5 0 0 0,-8 8 580 0 0,-3 5 0 0 0,-5 4 0 0 0,-1 7 0 0 0</inkml:trace>
  <inkml:trace contextRef="#ctx0" brushRef="#br0" timeOffset="701">2708 821 12607 276945 41345,'-10'-10'1176'0'0,"0"-5"-994"0"0,5 3 0 0 0,1 3-254 0 0,-8-3 1 0 0,4 6-11 0 0,-9-5 1 0 0,1 7 39 0 0,-13-2 1 0 0,-6 4 0 0 0,-7 2 0 0 0,-3 2 75 0 0,-4 4 1 0 0,-9-2 0 0 0,-8 5-1 0 0,-8-1-50 0 0,-7-4 0 0 0,-12 4 1 0 0,-6-1-1 0 0,47-3 0 0 0,-1 0 23 0 0,-2 0 0 0 0,-1 0 1 0 0,3 2-1 0 0,0 0 1 0 0,-2-2-1 0 0,1-1 0 0 0,3 1 1 0 0,1 0 14 0 0,-43 4 1 0 0,2 3 0 0 0,2-5 0 0 0,1-2 53 0 0,9-2 0 0 0,7-2 1 0 0,8 0-1 0 0,6 0 69 0 0,3 0 1 0 0,9 0-86 0 0,-1 0-1341 0 0,16 0 164 0 0,-2 0 1117 0 0,23 16 0 0 0,3-5 0 0 0,7 15 0 0 0</inkml:trace>
  <inkml:trace contextRef="#ctx0" brushRef="#br0" timeOffset="16032">6742 489 11831 266324 66478,'27'-9'-247'0'0,"-9"-7"154"-1288"0,-11 14 1083 1276 0,-7-6-951 12 0,-15 8 1 0 0,1 0-179 0 0,-15 0 1 0 0,-2 0 64 0 0,-10 0 0 0 0,5 0 1 0 0,-7 0 40 0 0,0 0 1 0 0,4 0-1 0 0,-5 0 65 0 0,1 0 1 0 0,8 0 0 0 0,6 0 0 0 0,-2 0 62 0 0,-2 0 1 0 0,-8 0 0 0 0,0 0 0 0 0,1 0-19 0 0,-3 0 1 0 0,-4 0 0 0 0,-11 0 0 0 0,-6 0-147 0 0,-4 0 1 0 0,-4 6 0 0 0,-3 2 0 0 0,-9 2-36 0 0,-7 3 0 0 0,2 3 0 0 0,-4-1 0 0 0,5-1 112 0 0,7-2 1 0 0,1-9 0 0 0,9 3 0 0 0,-1-4 77 0 0,4-2 1 0 0,8 0 0 0 0,-2 0-1 0 0,0 0 68 0 0,-1 0 1 0 0,5-6 0 0 0,-4-1 0 0 0,2-1-65 0 0,4 0 1 0 0,-1 2-1 0 0,1 6 1 0 0,-4-2-39 0 0,-2-3 1 0 0,-2 3 0 0 0,-6-4-1 0 0,-2 4-45 0 0,-3 2 0 0 0,3 2 0 0 0,-4 2 1 0 0,4 1-112 0 0,2-1 1 0 0,1-2 0 0 0,1-2 0 0 0,2 0-41 0 0,2 0 0 0 0,0 0 0 0 0,-4 0 1 0 0,0 0 136 0 0,-2 0 0 0 0,6 0 0 0 0,-8 0 0 0 0,8 0 138 0 0,4 0 0 0 0,-6 0 0 0 0,2 0 0 0 0,-4 0 23 0 0,-2 0 1 0 0,0 0-1 0 0,0 0 1 0 0,-1 0 86 0 0,-5 0 1 0 0,10 2 0 0 0,-2 2 0 0 0,4 2-266 0 0,2-2 1 0 0,2 4 0 0 0,-6-3 0 0 0,-2 1-167 0 0,2 2 0 0 0,6-6 1 0 0,-4 4-1 0 0,-2-4-63 0 0,-2-2 1 0 0,6 0-1 0 0,2 0 1 0 0,1 0 148 0 0,1 0 1 0 0,-2 0 0 0 0,4 0 0 0 0,-3 0 273 0 0,3 0 0 0 0,-4 0 1 0 0,2 0-1 0 0,2 0 50-392 0,1 0 0 392 0,5 0 0 0 0,1 0 0 0 0,5 2-134-1391 0,1 3 1 1391 0,-4-3 0 0 0,7 4 0 0 0,-1-2-130-719 0,-2 2 0 719 0,6-4 0 0 0,-3 4 0 0 0,1-2-190-733 0,-2 1 0 733 0,10-3 1 0 0,-4 4-1 0 0,2-4-118-710 0,0-2 0 710 0,4 0 0 0 0,0-2-1090-581 0,-2-4 1441 219 0,6 4 0 362 0,-1-13 0 0 0,9 5 0 0 0</inkml:trace>
  <inkml:trace contextRef="#ctx0" brushRef="#br0" timeOffset="17718">7406 175 11790 277655 69408,'-26'-10'497'0'0,"5"3"1"0"0,-10 7-602-210 0,-6 0 0 210 0,8 0 1 0 0,-6 0 3-26 0,2 0 0 26 0,-6 0 0 0 0,-3 0 270 0 0,-3 0 0 0 0,6 0 0 0 0,-2 0 45 0 0,5 0 1 0 0,6 0-1 0 0,1 0-118 0 0,-2 0 1 0 0,-7 0-1 0 0,-7 0-182 0 0,-6 0 0 0 0,9 1 0 0 0,-11 3 1 0 0,3 2-47 0 0,-1-2 1 0 0,-1 0 0 0 0,-2 0 0 0 0,-3 2 177 0 0,-1-2 1 0 0,0-3 90 0 0,6-1 1 0 0,-7 0-23 0 0,1 0 0 0 0,0 0 0 0 0,8 0 0 0 0,1 0-18 0 0,2 0 0 0 0,5 6 0 0 0,-7 0 0 0 0,1-2-200 0 0,5-2 1 0 0,-2 0 0 0 0,3 2 0 0 0,-3 2-186 0 0,-3-3 1 0 0,-1-1 0 0 0,1-2 0 0 0,3 0 169 0 0,2 0 1 0 0,-5 0-1 0 0,3 0 1 0 0,0 0 226 0 0,5 0 0 0 0,1 0 0 0 0,0-2 1 0 0,-4-1 116 0 0,-1-3 1 0 0,3 0-1 0 0,-6 4 1 0 0,1-2-36 0 0,1-2 1 0 0,-5 0 0 0 0,3 6 0 0 0,-3 0-168-33 0,-3 0 0 33 0,7 0 0 0 0,-1 0 1 0 0,-1 0-130-301 0,-3 0 1 301 0,1 6-1 0 0,1 0 1 0 0,5-2-25-313 0,1-2 0 313 0,-6-2 0 0 0,3 0 0 0 0,-3 0 92-346 0,3 0 0 346 0,-5 0 0 0 0,7 0 0 0 0,-5-2 53-177 0,-3-4 0 177 0,9 2 1 0 0,-9-5-1 0 0,1-1 59 0 0,1 0 1 0 0,1 6 0 0 0,-1-2 0 0 0,-3 5-49 0 0,5 1 0 0 0,-6 0 1 0 0,3 0-1 0 0,-7 0-26 0 0,-4 0 0 0 0,6 0 1 0 0,-5 1-1 0 0,3 5-20 0 0,0 6 1 0 0,-2-2-1 0 0,4 1 1 0 0,-3 1-20 0 0,3-2 0 0 0,0 3 0 0 0,0-7 0 0 0,-3 0-21-1259 0,3 2 0 1259 0,-4-6 0 0 0,2 3 0 0 0,1-3 70-2429 0,3-2 0 2429 0,2 0 1 0 0,-1 0-1 0 0,3 0 33-75 0,3 0 1 75 0,-1 0 0 0 0,5 0 0 0 0,-2 0 163 0 0,-3 0 1 0 0,-2 2-1 0 0,-1 2 1 0 0,3 2-100-796 0,1-2 1 796 0,0 0 0 0 0,-5 0-1 0 0,0 3-187-1755 0,-1 3 0 1755 0,1-4 0 0 0,1 4 0 0 0,3-3-74-353 0,1-3 1 353 0,3-2 0 0 0,-5-2-1 0 0,5 0 49-476 0,1 0 0 476 0,-4 0 0 0 0,5 0 0 0 0,-1 0 71-1287 0,0 0 1 1287 0,2 0 0 0 0,7 0 0 0 0,-1 0 58-634 0,0 0 0 634 0,-6-2-60-488 0,0-4 0 488 0,0 4-51-340 0,6-3 1 340 0,1 3 0 0 0,-3 4 0 0 0,-4 2-89-536 0,-6 1 1 536 0,3 7-1 0 0,-1-4 1 0 0,0 1-74-941 0,1 5 0 941 0,-3-4 0 0 0,-3-1 1 0 0,3 1-80-1242 0,6 0 1 1242 0,5-6 322-1103 0,1 2 0 1103 0,0-4 0 0 0,0-2 0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0:52:05.894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262 45 11874 218600 63850,'10'-10'-886'0'0,"-2"-5"1464"0"0,-8 13 581 0 0,0-6-245 0 0,0 0 741 0 0,0 6-1553 0 0,0 18 0 0 0,-2 3-82 0 0,-4 16 1 0 0,4 0-55 0 0,-4-6 0 0 0,4-2 79 0 0,2 2 1 0 0,0 0-62 0 0,0 6 1 0 0,0 0-1 0 0,-2-2 2 0 0,-3-4 0 0 0,3 4 126 0 0,-4-4 1 0 0,4 4 0 0 0,0 2 136 0 0,-4 0 0 0 0,4-6-162 0 0,-4 1 0 0 0,5-1 1 0 0,1 6-26 0 0,0 0 1 0 0,0-4-91 0 0,0 3 1 0 0,0-1 0 0 0,0 14 1 0 0,0-8-1 0 0,0 2 48 0 0,0-5 1 0 0,0-6 0 0 0,0-1 104 0 0,0 2 1 0 0,-6 2-21 0 0,0 2 0 0 0,0 5 0 0 0,4-1 15 0 0,-4-6 0 0 0,4 10-90 0 0,-3-2 0 0 0,-3 5 0 0 0,2 1-27-456 0,2-6 1 456 0,0-10-1 0 0,0 0 50-933 0,-2 6 1 933 0,-1-8 0 0 0,3 6 13-793 0,-2-2 0 793 0,0-6 0 0 0,6 2-6-821 0,0 2 1 821 0,0 2 0 0 0,0 4-37-931 0,0 3 0 931 0,0-1 0 0 0,0 6-35-1014 0,0-2 1 1014 0,0-3 0 0 0,0-5 0 0 0,-2 0 50-1176 0,-4 0 1 1176 0,4 2 0 0 0,-3 4 0 0 0,3 3-7-1109 0,2 1 1 1109 0,0 5 0 0 0,-2-5-1 0 0,-2 4 27-967 0,-2 3 1 967 0,0-9-1 0 0,6 9 1 0 0,0-3-53-1063 0,0-5 0 1063 0,-2 1 1 0 0,-2-6-1 0 0,-1 1-29-1121 0,1-1 0 1121 0,2-8 1 0 0,2-2-1 0 0,0 2-5-1093 0,0 2 1 1093 0,-2-3-1 0 0,-2-1 1 0 0,-2 4-6-1026 0,2 5 1 1026 0,-3 1 0 0 0,1 8 0 0 0,0 1-33-1057 0,-2 3 1 1057 0,6 9 0 0 0,-4 4 0 0 0,4 6-43-727 8,2 5 1 727 0,-5-3 0 0 0,-1 2-1 0 0,2-6 43-780 41,2-4 0 780-1,2-6 0 0 1,0 2 0 0 0,0-5 125-683 4,0-11 1 683 1,0-5 0 0-1,2-6-1 0 1,2-2 94-690 52,2-2 0 690 0,-1 2-151-768-39,-5 10 0 768 0,0 4 0 0 0,0 5-26-817-20,0-3 1 817 1,0-5 0 0-1,0-7 0 0 0,0 2-7-793-1,0 4 1 793-1,0 2 0 0 1,0 5 0 0 0,0-1-4-851-1,0 1 0 851 0,0 10 0 0-1,0 5 0 0 1,0-1-62-919-2,0-4 0 919 0,0-2 0 0-1,0-2 0 0 1,0 1-5-842 12,0-5 1 842-1,0-9 0 0 1,0 0 112-767-3,0-4 0 767-1,0-2 1 0 1,0-1 13-670-15,0 1 0 670 0,-5-5 1 0 0,-1-1-1 0 0,2 2-43-557-2,2 2 1 557 0,0 2-1 0 0,-2 0 1 0-1,-2 1 23-539-4,2 5 0 539-1,2 4 0 0 0,2 7 0 0 1,0-1-15-463-3,0-5-1 463 0,0 3 1 0 0,0-7 0 0 0,0 1-17-370 26,0 0 1 370 0,0-1 77-413-1,0-1 1 413 1,0-4 62-246-3,0 4 1 246-1,0-8-12-213-19,0 2 0 213 0,0-10 0 0 0,0 10-184-138-10,0-2 0 138-1,0-6 1 0 0,0 2-1 0 1,0 2-130-135 2,0 2 1 135 0,0-4 0 0 0,0 0-445-328 42,0 2 310-263-26,0-5 1 591 0,0-15-151-609-22,0-22 0 609 1,0-11 0 0-1,0-22 0 0 1,0-1 485-172-17,0 0 0 172 0,0-9 0 0 0,0-8 0 0 0</inkml:trace>
  <inkml:trace contextRef="#ctx0" brushRef="#br0" timeOffset="1386">1031 1355 11862 212834 64508,'0'-20'3115'0'0,"0"5"-3071"0"0,0 46 0 0 0,-6-20 50 0 0,0 24 0 0 0,-2-4 0 0 0,5 6 0 0 0,-3-4 7 0 0,2 0 0 0 0,-4 2 0 0 0,2 6 0 0 0,2 5-59 0 0,2 5 0 0 0,-3 7 0 0 0,-1 2 0 0 0,2 2-14 0 0,2 4 0 0 0,2-4 0 0 0,0 1 0 0 0,0-1 112 0 0,0 0 1 0 0,0-12-1 0 0,-2 3 1 0 0,-2-5 73 0 0,-2-3 1 0 0,1 1 0 0 0,5-3 0 0 0,-2 4-59-10 0,-4-5 1 10 0,4 3 0 0 0,-4-4 0 0 0,4-1-116-846 0,2 3 1 846 0,0-4-1 0 0,-2 6 1 0 0,-2-3-37-1318 0,-2-3 0 1318 0,1 0 0 0 0,5 0 0 0 0,0 1-25-1146 0,0-1 0 1146 0,0-2 0 0 0,0-2 0 0 0,0 2 83-983 0,0 4 0 983 0,0-5 0 0 0,0 5 0 0 0,0-2 58-1057 5,0 2 0 1057 0,0-4 1 0 0,0 3-1 0 0,0-3-95-1015 38,0-2 0 1015 0,0 2 0 0 0,0 2-4-1085 27,0 2 1 1085-1,0-6 151-1064-6,0-6 0 1064 0,0 8-95-899-27,0 9 0 899 0,0 5 0 0 1,-2-1-51-714-16,-4-3 0 714 0,4-5 0 0 1,-4-5 0 0-1,4 2-105-722-1,2 2 0 722 0,0 1 0 0 1,0-3 0 0-1,0 2 24-922 0,0-2 1 922-1,0-2 0 0 1,0-2 0 0 0,0-1 30-810 7,0 1 0 810-1,0-5 0 0 0,0-1 43-759 1,0 2 0 759-1,-2 2 0 0 0,-2 2 28-647-7,-1 0 0 647-1,-1-1 0 0 1,4-1 0 0 0,-2 0-4-567-1,-2 2 0 567 0,0-4 0 0 0,6 10 0 0 0,0-4-65-618 1,0-2 1 618 0,0 6 0 0 0,0-1 0 0-1,0-1 13-645 10,0-2 1 645-1,0-2 0 0 1,0 2 82-637 14,0 4 1 637 0,0-3-3-698 1,0 9 1 698 0,0-8-33-685-12,0 2 0 685 1,-2-1 0 0-1,-2-1-11-769-3,-1 0 0 769 1,-3-14 0 0-1,4 6 1 0 0,-2-4-29-869 4,2 3 1 869 0,2 4-1 0 0,2 5 1 0 1,0 2 0-873 0,0-2 0 873 1,0 0 0 0-1,0-1 0 0 1,0 3-80-934 11,0-2 1 934 0,0-2 0 0-1,0-2-33-1099 24,0 0 1 1099-1,0 5 107-1137-23,0 1 1 1137 0,0 0 0 0 0,-2-8 35-1023-2,-3-4 0 1023 1,-3 10 0 0 0,-6-6-61-1140-2,3-2 0 1140-1,7 4 0 0 1,-2-6-32-1224-4,4 4 1 1224 1,2-4-1 0-1,0 0-58-1143 13,0 2 1 1143-1,0-2-14-1205-10,0 6 0 1205 1,6-4 29-1085-2,0 10 0 1085-1,-1-4-209-1080 21,-5-2-1355-166-29,0-8-1073 262-25,0-10 2026-169-4,0-9 1 1153 0,0-8 0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0:52:08.963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2463 0 11819 224273 67302,'20'0'1301'0'0,"-5"0"1"0"0,-15 16-1205 0 0,0 7 0 0 0,-6 8 0 0 0,-1 4 1 0 0,-1 2 19 0 0,0 3 0 0 0,-3 1 0 0 0,5 10 1 0 0,0 3 1 0 0,-2 0 1 0 0,4 8-1 0 0,-5 2 1 0 0,-1 2-46-407 0,0-2 0 407 0,6-3 0 0 0,-3-9 1 0 0,1 0-26-1298 0,0 1 0 1298 0,0-1 1 0 0,6-1-1 0 0,0-3 16-1459 0,0-1 1 1459 0,0-7-1 0 0,0 5 1 0 0,-2 0 65-1531 0,-4-1 0 1531 0,4-5 1 0 0,-3 4-1 0 0,3-2 5-1671 0,2-1 0 1671 0,-6 1 1 0 0,0-6-1 0 0,0 0-39-1849 0,-2 0 0 1849 0,4 0 1 0 0,-5 0-1 0 0,-1 0 2-2048 0,0 0 1 2048 0,7-6 0 0 0,-5-2 1-2077 0,0-2 0 2077 0,4 14-25-1974 0,-8 2 0 1974 0,9-1 0 0 0,-3 1-18-1874 0,4-4 0 1874 0,0 4 0 0 0,-2 0 0 0 0,-2-3-35-1811 0,2-1 0 1811 0,2-2 1 0 0,2 2-1 0 0,0 2-43-1851 0,0 2 0 1851 0,0-1 0 0 0,0-5 1 0 0,0 0 61-1875 0,0 0 0 1875 0,0-6 0 0 0,0 0 0 0 0,0 2 24-1762 0,0 2 0 1762 0,-2 2 0 0 0,-1 0 0 0 0,-3 0-54-1583 0,2 0 0 1583 0,-4 0 0 0 0,2 0 0 0 0,2 0-17-1452 0,2 0 0 1452 0,2 0 1 0 0,0 2-1 0 0,0 1-43-1557 0,0 3 0 1557 0,0 6 0 0 0,0-7 1 0 0,0-1-107-1557 0,0-2 0 1557 0,0 0 0 0 0,0 2 0 0 0,2 2 65-1431 0,4-3 0 1431 0,-4-1 0 0 0,4 0 162-1092 0,-4 4 1 1092 0,-2-4 0 0 0,0 5 82-812 0,0 1 1 812 0,-6-12-1 0 0,-2 6-102-283 0,-1 2 1 283 0,5-2-1 0 0,-4 5-50-26 0,0-5 1 26 0,6 2 0 0 0,-4-10 0 0 0,4 4-192-173 0,2 2 0 173 0,2 0 0 0 0,2 2 0 0 0,2 2 58-47 0,-2 1 1 47 0,-2 1 0 0 0,0-6-1 0 0,2 0 113-250 0,2 0 0 250 0,-1 2 0 0 0,-5 2 104-278 0,0 1 1 278 0,0-5 0 0 0,-2-7 75-679 0,-3-3 1 679 0,3 12-223-616 0,-4-2 0 616 0,4 11-34-581 0,2 1 1 581 0,0 3 0 0 0,2 1 6-699 0,4-5 0 699 0,-2-1 1 0 0,5-6-5-729 0,-1 1 0 729 0,-2 1 0 0 0,-6-6 239-780 0,0 0 1 780 0,0-4-88-809 0,0 4 0 809 0,0-4 0 0 0,-2 10 118-882 0,-4-4 0 882 0,4-2-149-879 0,-4-1 1 879 0,4 9-152-878 0,2 4 1 878 0,0-5-1 0 0,0 1-114-938 0,0 0 1 938 0,0-6-1 0 0,0 3 112-1057 0,0-3 1 1057 0,6-2 229-1111 0,0 0 1 1111 0,0 0 159-1174 0,-6 0 0 1174 0,0 6-181-1195 0,0-1 0 1195 0,0 1 1 0 0,0-6-92-1217 0,0 0 0 1217 0,0 2-92-1207 0,0 4 0 1207 0,0 1 3-1230 0,0 5 0 1230 0,6-4 258-1121 0,0-8 0 1121 0,-1-6-96-1045 0,-5 0 1 1045 0,0-6 16-1022 0,0 6 0 1022 0,-2-13 1 0 0,-1 3 23-891 0,-3 2 0 891 0,0-7-924-920 0,6 9-1465 50 0,0-15 369 89 0,0 8 1909 306 0,0-40 0 475 0,0 3 0 0 0,0-22 0 0 0</inkml:trace>
  <inkml:trace contextRef="#ctx0" brushRef="#br0" timeOffset="633">1905 5239 11738 182107 74097,'1'26'4305'0'0,"5"-3"-4273"-1024"0,-12 12 1 1024 0,5 2 0 0 0,1 9-1 0 0,0-5-52 0 0,0-4 0 0 0,0 4 1 0 0,0-1-1 0 0,0-1 87 0 0,0-2 1 0 0,0-2 0 0 0,-2 0 0 0 0,-2 0-33-406 0,-2 0 0 406 0,0-6 0 0 0,6 0-107-852 0,0 2 0 852 0,-2-6-389-911 0,-4-2-251 33 0,4-3-599 103 0,-5-10 804 127 0,7-3 1 648 0,0-7-1 0 0</inkml:trace>
  <inkml:trace contextRef="#ctx0" brushRef="#br0" timeOffset="1566">752 4191 11772 195718 70872,'0'-19'1339'0'0,"0"4"-1026"-2662"0,8 22 0 2662 0,-6 11 0 0 0,3 11 50-48 0,-3 4 0 48 0,-2-2-231 0 0,0 4 0 0 0,-2 4 0 0 0,-1 11 1 0 0,-3-1-110-94 0,2-3 1 94 0,2-3 0 0 0,0 7 0 0 0,-2 7-13-384 0,-2 3 0 384 0,0-2 0 0 0,6 4 1 0 0,0 0 8-386 0,0 0 1 386 0,2 2-1 0 0,2 6 1 0 0,4-2-71-655 0,2-4 1 655 0,-6-4 0 0 0,3-7 0 0 0,-1-1 130-659 0,0 0 1 659 0,0-1 0 0 0,-6-5 0 0 0,0-3 23-918 0,0 0 0 918 0,0-4 0 0 0,0 5-70-1083 0,0-1 0 1083 0,0 4 0 0 0,0-7-102-1307 0,0-1 0 1307 0,0-14 20-1288 0,0-1 1 1288 0,-6-13-24-1364 0,0 13 1 1364 0,-5-7-23-1058 0,5 12 1 1058 0,0 0-1 0 0,6 6-193-962 0,0 0 0 962 0,0-6-790-979 0,0 0 773 187 0,0-15 1 792 0,6-8-1 0 0,0-26 302-652 0,-3-13 0 652 0,-1-2 0 0 0,-2-7 0 0 0</inkml:trace>
  <inkml:trace contextRef="#ctx0" brushRef="#br0" timeOffset="2333">36 5222 11763 179925 71629,'0'29'329'0'0,"0"0"335"1841"0,0-15 172-1698 0,0 9 1029-134 0,0-21-1856-9 0,-8-2 0 0 0,4 13 33 0 0,-7 5 1 0 0,7 17 0 0 0,-2 8 0 0 0,4-1-41 0 0,2 1 1 0 0,0 3 0 0 0,0-5 0 0 0,0 0-72 0 0,0 2 0 0 0,2-6 1 0 0,2 3 82 0 0,2-3 0 0 0,-1-2-18 0 0,-5 0 0 0 0,0 0-94 0 0,0 0 1 0 0,6-6-543-38 0,0 0 271-530 0,8-8 26-186 0,-5 5-801 37 0,1-17 1144 293 0,-2-1 0 424 0,-8-23 0 0 0,0-5 0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2:15.350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193 490 7896,'6'-12'-570,"2"2"486,1 3 0,-3-1 980,6 2 374,-1 4-583,7-6 0,-7 8-246,1 0 1,-8-8-120,2-3 0,-4 1-132,-2-2 0,-8 3 1,-4-3-221,-3 6 0,-5 4 0,-1 2 0,-2 0-65,1 0 1,1 6 0,0 2 0,-3 2-52,3 3 0,2-3 0,1 2 1,1 1 23,-1 3 1,9 1-1,3 1 1,4-1 226,2 1 1,0-1-1,2 0 1,6-1 23,9-4 1,2 3-1,11-3 1,-1 1 8,-2-1 1,4-4 0,-6-8 0,0 0 5,1 0 1,3 0 0,-4-2-1,0-4 13,0-6 0,-3-9 0,-9-2 1,-1-1 14,1-1 0,-5 6 1,-2-6-1,-4 1-99,-2 1 1,0 0 0,-2 7 0,-4 3-159,-5 1 1,-7 2-1,-3-3 1,-4 3-189,-3 2 1,1 2-1,-4 6 1,2 0 159,-2 0 0,6 0 0,2 0 0,3 2 68,3 4 1,-1 4 0,3 7 0,1 1 84,2-1 0,9 7 0,-3 1 0,6 0 11,6 0 0,3 4 1,9-5-1,1-3-57,4-2 0,-1-1 1,7-3-1,0-3-28,-2-6 0,4-4 0,-6-2 1,1-2 61,-1-4 0,-2-6 1,-7-9-1,-3-4 86,-1-2 1,-8 3-1,2-5 1,-4 0 44,-2 2 1,-8-4-1,-4 8 1,-5 3-105,-7 7 1,3-1 0,-8 8 0,-2 2-159,-2 2 0,0 2 0,2 2 0,4 6-75,1 10 1,3 1 0,8 8-1,3 0 10,6 1 0,-2-1 1,5 2-1,3-6 136,3-4 1,13-1 0,-1-3 0,9-3 135,3-6 1,0-4-1,4-2 1,-2-2-29,2-4 1,-4-4 0,-1-7-1,-5-1-42,-5 1 0,-5 0 0,3-1-63,-3 1 1,-7-1-1,0 3 1,-8 1-100,-7 2 1,-11 9 0,-3-5 0,0 2 111,0 0 0,-6 0 1,1 6-1,-1 0 149,2 0 1,4 6 0,8 2-62,-1 2 0,8 1 1,5 7-1,3-1 15,2 1 0,7-7 1,5 1-1,6 0-68,5-3 1,-4-1 0,7-8 0,-3 0-116,0 0 1,0 0-1,-5-2 1,-3-4 86,-3-5 0,-4 1 0,-8-2 0,0-1-838,0-3 0,-4 1 0,-6 1 847,-7 2 0,-12 1 0,1-7 0</inkml:trace>
  <inkml:trace contextRef="#ctx0" brushRef="#br0" timeOffset="2579">280 175 7847,'0'-11'147,"0"-1"190,0-2 1,0 5-26,0-3 0,0 6 82,0-5 1,0-1 35,0-6 1,0 7-175,0-1 0,-7 8-257,-5-2 0,2 5 0,-1 2 0,-3 3-61,-2 2 1,5 8 0,1-3 0,0 5 102,1 1 0,-1 1 0,-2-1 49,7 1 1,3-1 0,2 1 0,0-1-8,0 1 0,2-7 0,3-1 0,7 0-82,4-1 1,1-5 0,0 2 0,3-4 29,3-2 0,-3 0 0,3-2 0,-4-4 133,-1-5 1,-1-5-1,-1-1 1,-3-1 3,-1 1 1,-8-7 0,2-1 0,-4 0-12,-2 0 1,0 1-1,-2 7 1,-4 0-106,-6-1 1,-9 8-1,-4 5 1,-3 3-137,-3 2 0,4 0 0,0 2 0,0 3-106,0 7 1,5 9 0,-1 3 0,4-1 102,1 2 1,8-5 0,5 3 0,3-4 98,2-1 0,0-1 1,2 1-1,3-3 77,7-3 1,11-4-1,5-8 1,1 0-47,0 0 0,-6 0 0,4 0 0,0 0-24,1 0 0,-7 0 1,2 0-1,-3 0 62,-3 0 0,-5-2 21,-1-4 1,-7-4-1,2-7-22,-4-1 1,-8 7 0,-2-1 0,-3 0-105,-9 3 1,1-5 0,-8 6 0,0-1-14,-1-5 0,7 6 0,-4 2 0,2 2 7,-1-1 0,1 3 0,6-4 39,-1 4 1,8 10-1,5 3 1,3 5 177,2 1 1,2 1-1,5-1 1,9 1-129,5-1 0,4-5 0,-3-2 0,1-1-29,-2 1 0,5-6 0,-3 2 1,-2-4-48,-1-2 1,-3-2 0,-1-4 0,-5-6-24,-5-3 0,2-3 0,-2 1 0,-2-1 97,-2 1 1,-10-1-1,-6 1 1,-5-1-17,-4 1 0,-7 1 1,5 3-1,-2 3 1,-4 2 0,4 3 0,0 5 0,1 0-31,5 0 1,2 7-1,3 5 1,4 3 33,7 3 1,3 1 0,4 3 0,3 1 13,7-2 0,9-1 1,5-3-1,-1-1 6,0-5 0,4-3 1,-4-8-1,1 0-117,-1 0 0,-2 0 1,-5 0-194,-1 0 0,-7-8 0,-4-3 0,-4-5-331,-2-1 0,-2-1 1,-4 1-1,-8 1-72,-7 5 1,0-5-1,-7 6 1,3 1-169,4 3 1,1 4 0,3 2 815,0 0 0,7 15 0,2 5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2:20.432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175 176 9552,'10'-8'950,"-2"4"-570,-8-8 0,0 6-296,0-5 1,0 5-1,-2-4-128,-4 2 1,-2 1-1,-5 3-52,1-2 0,0 0 1,-5 6-13,-1 0 1,3 8 0,1 2-1,4 1 218,3 1 0,-1 0 0,4 5 1,-2 1 86,2-1 1,2 0 0,2 1-77,0-1 0,2-1 0,4-3 0,6-3-55,3-2 0,3-2 1,-1-6-1,1 0 20,-1 0 0,1 0 0,-1-2 0,1-2 84,-1-2 0,-1-9 0,-3-1 0,-3-5-22,-2-1 1,-3 1 0,-5 0-1,0-3-26,0 3 0,0-4 0,-1 2 1,-5 1-97,-6 3 0,-5 3 1,-5 5-1,-1 5-177,2 4 0,-5 2 0,3 0 1,2 0 4,1 0 0,3 8 0,-1 3 1,3 5 55,3 1 0,5 7 0,7 1 0,0 0 221,0 0 0,1 4 0,5-3 0,8-1 20,7 0 0,1-2 0,7-5 1,2-3-13,2-3 1,2 2 0,-2-9-1,-2-1-72,-2-2 1,-8-8 0,2-3-1,-3-5 54,-3-5 1,-7-5 0,-4 3 0,-4-4 23,-2-2 1,-2 3-1,-4-3 1,-6 2-23,-3 4 1,-8 1 0,-3 3 0,-1 1-137,-4 5 1,0 3-1,0 8 1,4 0-232,2 0 0,-5 2 0,9 6 0,4 7-75,3 6 0,10 8 1,-2-3-1,4-1 122,2 0 0,2 4 1,4-5-1,6-3 220,3-2 0,3-7 1,1-2-1,3-3 115,1-3 1,0-2 0,-5-4 0,-1-2-98,1-1 1,-1-9 0,-1 2 0,-3-5-156,-1-6 1,-8 3 0,1-3-1,-3 4 80,-2 1 1,-2 1-1,-3-1 1,-7 3 42,-4 3 1,-3-2 0,-2 9 0,-5 1 47,-1 2 1,4 4 0,-4 4 0,2 5-31,3 5 0,5 1 0,3 3 0,5 1-18,1 2 1,2 0 0,8-5 0,4-1 85,5 1 1,5-7-1,3-1 1,3-2-50,1-4 1,6-4-1,-4-4 1,0-4-91,1-2 0,-9-1 1,-5-7-1,-1 1-161,-1-1 0,-2 1 0,-8 0-266,0-1 0,-8 1 0,-3 1 0,-7 4 158,-5 7 0,3 3 0,-3 2 0,4 0 225,1 0 0,-3 7 1,1 5-1,7 4-145,3 1 1,4 1 0,6-1-1,2-1-347,4-5 580,4 5 0,15-7 0,2 9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2:26.295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262 123 7407,'12'0'610,"0"0"-143,-9 0 1,7-6 135,-4 0 0,-4-2-110,4 2 0,-4 3-413,-2-9 1,-8 8 0,-2-4-75,1 1 0,-7 5 0,4-4 1,-3 4-13,-3 2 1,7 0 0,-1 2-1,-2 2-81,-1 1 0,3 7 1,3-4-1,1 2 25,4 3 1,-4-3 0,2 2 91,3 1 1,3 3 0,5-1 59,7-3 0,4 1 0,1-7 0,0-2 15,1-2 1,-1-2 0,1 0-1,-1 0 59,1 0 0,-3-2 0,-1-2 0,-2-4 16,1-1 0,-5-3 0,-2-5-38,-4-1 1,-2 7 0,0-1-35,0-2 0,-2-1 0,-4-3-111,-6 1 0,3 5 0,-3 3 0,-2 1-19,-1 4 1,-3 0 0,1 0-147,-1-2 0,1 0 1,-1 6-119,1 0 0,5 8 0,3 4 246,1 3 1,2 3-1,6-1 1,2 1 133,4-1 1,-2 1 0,7-1-1,3 1-30,1-1 1,9-1 0,1-3 0,0-3 13,0-2 0,5-3 0,-7-5 0,0 0 1,2 0 1,-5 0-1,3-1-24,-4-5 0,-9 2 0,-4-8 0,-4-1-19,-2-3 1,-2-3 0,-4-3-1,-6-1-15,-3 2 1,-3 3 0,-1 5 0,-2 1 21,-3-2 1,-5 7 0,4 1-1,0 4-33,0 2 1,-4 0-1,5 2 1,3 4-53,2 5 0,3 5 0,2 1 0,5 3-96,1 3 1,2-4-1,6 5 1,2-5 124,4-1 0,0-1 1,9-1-1,5-5 73,-1-5 0,6-4 0,0-2 0,3 0-23,3 0 0,-4 0 0,0 0 0,-2-2 1,-3-4 0,-3-4 0,-2-7 0,1 0-4,-1-1 0,-7 1 0,-4-1 0,-4 1 56,-2-1 1,0 1 0,-2 1 0,-4 3-28,-6 1 1,-5 6 0,-6-3 0,-4 1-50,-1 4 1,-5 2 0,4 2 0,-2 0-69,2 0 0,-2 2 0,8 4-39,1 5 1,5 5 0,5 3 0,7 3 89,3 1 1,4 0 0,3-5 0,7 1 141,4 4 0,9-3 1,4 1-1,4-5-19,2-5 0,0-1 0,0 4 0,0-5-90,-1-1 0,-1-2 0,-1-8 1,-5-2-9,-2-2 1,-4-7 0,-9-1 0,-6-5-60,-4-5 0,-2-5 0,-2 4 0,-4 0 55,-6 0 1,-11-1 0,-6 5 0,-4-2 82,-2 1 1,-6 9 0,-2 3 0,1 2-82,-1 4 1,2 2 0,8 2 0,4 2-91,6 4 1,4 10 0,3 9-1,4 0-303,7 0 0,8 5 0,7-7 0,4-2-79,5-1 0,10-3 0,-2-1 1,3-5-449,-1-5 0,-2-4 900,2-2 0,4-8 0,-6-2 0</inkml:trace>
  <inkml:trace contextRef="#ctx0" brushRef="#br0" timeOffset="1933">245 682 6458,'0'-10'2700,"0"0"-2337,0 4 0,0 2 15,0-7 0,0 5 92,0-6 1,0 1-82,0-7 1,0 7-288,0-1 1,-2 6 0,-4-4-1,-6 3-196,-3 3 1,-3 2 0,1 2 0,0 2-45,-1 4 0,1 1 0,1 7 0,2-2 1,3 1 0,5 3 0,-4 1 126,3 1 1,1-1 0,8 1 0,3-1 187,7 0 1,4-5 0,1-2-1,1 0 2,-1-1 1,6-5 0,1 2 0,-3-4 69,-2-2 1,5 0 0,-1-2 0,-2-4-114,-1-6 1,-9-3 0,-1-3 0,0 1-95,-1 0 0,-5-3 0,2-1 0,-4-2-42,-2 1 1,0 3 0,-2 3 0,-4 3 28,-5 1 1,1 8 0,-4-4 0,-3 3-86,-4-1 1,-5 2 0,5 10 0,-2 3-90,1 1 1,-3 9-1,2-5 1,2 2-77,1 5 0,5-4 1,1 7 156,2-5 0,8-1 0,-1-1 1,3 0 65,2 1 0,7-6 0,7-3 0,5 1 161,5 0 1,7-6-1,-2 1 1,2-3-50,-2-2 1,4 0-1,-6 0 1,2 0 56,0 0 1,-7-2 0,1-1 0,-4-5 31,-1-2 0,-6-2 0,-3-5 0,-1-1-136,-4 1 0,-4 0 1,-6-1-1,-7 1-100,-9-1 0,1 1 0,-8 1 0,-4 3-4,-6 1 0,2 6 0,-4-4 0,4 3 80,3 3 0,-1 2 0,2 4 0,3 2-25,7 1 1,6 9-1,5 0 1,6 5-183,4 4 0,4 3 0,6-5 0,8 2 137,5-1 1,10-9 0,-2-1 0,2-1 25,-2-1 1,4-2 0,-6-8 0,2 0 55,1 0 0,-9-2 1,2-2-1,-3-4-23,-3-1 1,-5-3 0,-3-7-1,-1-3-113,-4-1 0,-4 0 1,-6 5-1,-5 1 19,-5-1 1,-7 1 0,-2 1-1,-5 3 41,-6 1 1,1 8 0,-6-2 0,6 6-81,6 6 1,-2 6 0,8 11 0,1 6-619,3 4 0,9-4 1,6 0-1,8 0-569,8-1 1,11 3 1287,6-8 0,12 0 0,4-5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2:29.745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123 210 8153,'0'-11'-404,"0"-1"490,0-1 1,0 3 444,0-2 1,0 1 114,0-7 0,0 6 477,0 1-302,0-1-563,0-5 0,-2 7-319,-4 4 0,-3 4 0,-9 2-88,1 0 0,-1 8 0,1 4 9,-1 3 1,8 3-1,5-1 1,3 1 249,2-1 0,0 0 0,0 1 0,2-1 0,3 1 1,7-1 0,9-1 0,5-3-73,1-1 0,-4-2 0,6 1 0,0-5 59,-1-4 0,3-2 0,-6 0 1,0-2 20,0-4 0,-7-3 0,-9-9 1,1 1-3,0-1 0,-6-5 0,2-2 0,-5 0 36,-1-1 1,-7-3-1,-5 6 1,-5 2-61,-7 1 1,-3 5 0,-6 1-1,2 4-81,2 3 1,0 1 0,-4 8-1,4 4-122,6 5 0,3 5 0,3 3 0,1 4 9,4 7 0,5 6 0,7 1 0,0-4 68,0 0 0,9-2 0,7-2 0,7-5 21,4-5 0,3-9 0,4-4 1,1-4 33,0-2 1,-2-2 0,-2-4-1,-4-8 19,-1-7 1,-3 0 0,-7-7 0,-5 1-4,-5 0 1,-4 4-1,-2-4 1,0 1-12,0 5 0,-8 2 0,-5 1 0,-9 3 16,-7 3 1,2-2 0,-2 9-1,-2 1-41,-2 2 1,-2 9 0,2 5 0,2 4 16,2 1 0,9 6 0,1 3 0,7 1 15,5 4 1,1-4-1,8 0 1,3-2 29,7-3 1,6-5 0,5-5-1,6-6-73,4-4 1,2-2 0,0-2 0,0-6-48,0-10 0,-2 1 0,-4-8 0,-6 1 84,-4 1 0,-9-6 1,-4 4-1,-4 0 61,-2-1 0,-4 3 1,-6 8-1,-9 1-179,-6 2 1,-4 8-1,-6 1 1,0 5-77,0 3 1,0 15 0,0-1 0,2 4 138,4 3 1,4 3 0,9-4 0,4 0-4,7 0 1,3-1 0,4-7-1,3-1 130,7-5 0,11-3 0,5-8 0,1 0 83,0 0 1,-2-8 0,4-3 0,-4-5-71,-2-1 0,-3-1 0,-9 1 0,-3-1-44,-2 1 1,-2-1-1,-6 1-261,0 0 1,-8 7-1,-6 4 1,-5 4-189,-4 2 1,-1 0-1,7 2 1,-1 4-34,1 5 1,1-1 0,3 2-1,3 1-259,2 3 0,3-4 1,5-1 672,0 3 0,7 1 0,3 3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2:34.278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210 171 10584,'-2'-10'1265,"-4"5"0,4-5-1115,-4-2 1,4 3-1,0-1-178,-3 2 1,1-4 0,-8 7-196,-1 1 1,3 2 0,-2 2 49,-1 0 0,-3 8 1,1 3 198,3 5 1,-2 3 0,9 2-1,1 3 88,2-3 1,2 4 0,2-1 0,3-3-105,7-2 1,4-1-1,1-1 1,1-1 9,-1-5 0,2-3 0,3-8 1,1 0 105,-2 0 0,-1-2 0,-5-4 1,-1-5 70,-2-5 1,-3-7 0,3 0 0,-4 1 96,-1 3 0,-5 2 1,4-1-1,-4 1-59,-2-1 0,-8 1 0,-5 1-259,-9 4 0,1 5 0,-6 7 0,0 0-117,0 0 1,-3 2-1,-2 3 1,2 7-58,7 4 1,4 3-1,1 2 1,3 5 138,3 1 0,4-6 1,8 4-1,0-1 273,0-1 0,8-2 1,6-7-1,7-4-59,8-3 1,4 5 0,2-6 0,0-2-117,0-2 0,0-4 0,-2-4 0,-2-6-49,-2-3 0,-8-3 0,3 1 0,-7-3-38,-5-3 0,1 4 1,-7-7-1,-2 3 16,-2 0 1,-10 0-1,-5 3 1,-9-1 28,-7-2 0,0 1 1,-4 9-1,-4 3 15,0 2 0,0 2 1,4 6-1,4 2-25,6 4 0,4 4 0,1 9 1,3 3 99,3 1 1,4 8-1,8-4 1,2 0 179,4-4 1,4 3-1,7-5 1,1-3-188,-1-5 0,8-9 0,4 2 0,2-4-64,-1-2 1,1-2-1,-8-6 1,-2-7-79,-1-7 1,-3-7-1,-1 4 1,-5 0-34,-5-1 0,-4-3 0,-2 4 0,-2 0 121,-4 0 1,-3 1-1,-9 7 1,-1 1 40,-5 5 1,3-3-1,-6 8 1,2 4-84,3 6 1,3 8-1,1 11 1,1 4-102,0 0 0,7 6 0,4-3 0,4 1-2,2-2 1,8 2 0,4-10 0,3-3 76,2-5 0,1-9 1,-1 2-1,1-4-489,-1-2 0,-1-2 0,-3-4 531,-1-6 0,0-3 0,5-3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2:31.464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157 228 8079,'0'-18'8,"0"7"0,0-1 170,0-1 1,0 3 68,0-2 1,0 1 0,2-5 251,4 4 0,-4 3 1051,4 3-976,-4-4 0,-4-5-353,-4 3 0,2 4 0,-7 8-184,-3 0 0,-1 2 1,-3 4-148,1 6 1,5 3 0,2 3 0,1-1 34,-1 1 0,6 5 0,-2 0 0,4 0 114,2 3 0,2-7 0,4 2 0,6-5-31,3-4 0,5-3 0,1 3 0,2-6-104,-1-4 1,3-2 0,-2 0 0,0 0 186,3 0 1,-9-8-1,2-6 1,-7-5 128,-4-4 1,-2-3-1,-6 5 1,0-2-18,0 1 0,-6 3 0,-4 2 0,-3-1 50,-7 1 0,-1 1 0,1 4 0,-1 7-261,-2 3 0,-6 2 0,3 0 0,1 2-121,0 3 0,2 5 0,7 8 0,3 1-17,1 4 0,8-3 1,-2 5-1,4-2 24,2 1 0,2-1 1,4-6-1,6 1 63,3-1 0,9-7 0,1-2 0,2-2 28,4-1 0,-4 1 0,0-8 0,0-2 61,1-1 1,-7-9 0,2 2 0,-3-1 90,-3 1 1,-5-3 0,-3 3-1,-1-4 13,-4-1 1,-4-1-1,-4 1 1,-4 0-25,-1-1 1,-9 6 0,-7 1-1,0-1-33,0 2 1,-6 1 0,3 5 0,-1-2-54,0 2 0,6 2 0,-4 4 0,3 4-16,9 6 1,-3 3-1,9 5 1,-1 3 45,4 6 1,6-2 0,6 0 0,6 0 33,3 1 0,5-13 0,1 3 1,4-5-64,2-3 0,-3-2 0,3-8 1,-2 0 81,-4 0 1,5-8-1,-3-6 1,-4-5-74,-5-4 0,-1-3 0,-7 5 0,-2-4 17,-2-2 0,-2 5 1,0-1-1,-2 4-6,-4 1 0,-5 3 1,-11 1-1,-1 4-58,2 3 0,-4 1 0,1 6 0,3 2-106,1 3 1,-3 5 0,0 10-1,3 1-49,7 2 1,-1 2 0,9-3 0,1 1 156,2-2 1,2-1 0,2-5 0,3-1-52,7-2 1,6-9 0,3 3 0,2-4-330,-1-2 1,-3 0 0,-2-2 0,1-2-1494,-1-1 0,-1-9-490,-5 2 2374,-3-3 0,0-3 0,2 1 0</inkml:trace>
  <inkml:trace contextRef="#ctx0" brushRef="#br0" timeOffset="1800">926 228 9599,'0'-18'1687,"0"7"-1450,0-1 0,-2 2 0,-2-3 67,-2 1 0,0 6-72,6-5 1,-2 7-305,-3-2 1,1 4-1,-8 2 90,-1 0 0,3 6 0,0 2 0,0 1-132,1 5 1,5 2 0,-2 1-1,4 0 200,2 1 1,0-1-1,2 1 25,4-1 1,4-1 0,7-5-1,1-5-46,-1-4 0,0-2 0,1 0 0,-1-2 35,1-4 1,-1-3-1,1-9 1,-3 1 1,-3-1 1,2 1-1,-9-3 1,-1-1 34,-2-2 1,-2 0 0,-2 5 0,-4 1-62,-5-1 0,-5 3 0,-1 1 0,-3 4-75,-3 3 0,2-1 1,-6 4-1,-1-2-23,1 2 0,6 8 0,-2 4 0,3 2-84,3 3 0,5 9 0,2 3 0,3 0 209,3 0 0,4 4 1,6-3-1,5-1 10,5 0 0,3 0 1,4-5-1,5-1-68,-1-3 1,6-11 0,-4 1 0,2-4-126,-2-2 0,2-2 0,-6-4 0,0-5 57,1-5 0,-3-7 0,-7-2 1,-5-1 48,-5 1 1,-4-6-1,-2 4 1,0 0 69,0 4 1,-10-3-1,-5 3 1,-9 2 25,-3 1 0,-2 11 0,-6 3 0,0 4-109,0 2 1,0 0 0,1 2 0,1 4-147,3 5 1,-1 13-1,10 5 1,4 4 81,3 2 1,10 0 0,-2-1 0,6-1 172,6-3 1,6 1 0,11-6 0,4-2-1,0-4 1,12 1 0,-4-14 0,4-2-142,4-2 0,-7-4 1,3-4-1,-6-6-11,-4-3 0,-7-5 1,-1-1-1,-7-4-121,-9-3 0,-3 5 0,-4-4 0,-3 2-159,-7 3 0,-5 3 0,-7 2 0,-5 1-14,-4 4 0,4 5 1,0 7-1,0 0-164,2 0 0,1 7 0,9 7 0,1 7-15,5 8 1,3-1-1,8 1 1,0 2-216,0 2 1,10 0 0,5-4 717,7-6 0,9-3 0,-4-3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0:52:41.844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51 158 12038 221458 56199,'19'0'104'0'0,"-3"0"312"0"0,-16 0-337 0 0,0 7-24 0 0,0 3 0 0 0,0 4 29 0 0,0 3 0 0 0,-2-1-46 0 0,-4 13 1 0 0,4 0 0 0 0,-4 6 0 0 0,4 0 1 0 0,2-6 0 0 0,-2 2-18 0 0,-4 6 1 0 0,4-2 0 0 0,-3 5-22 0 0,3-3 0 0 0,2 4 1 0 0,0 2 31 0 0,0 1 1 0 0,0-5-1 0 0,0 2 63 0 0,0-4 1 0 0,2-8 0 0 0,1 0 44 0 0,3 2 1 0 0,0 2-1 0 0,-6 2-138 0 0,0 0 1 0 0,6-6 0 0 0,0 0 9 0 0,-2 2 1 0 0,-2 2 0 0 0,-2 4 11 0 0,0 4 1 0 0,0-4-1 0 0,0 5 99 0 0,0 1 0 0 0,0-6 0 0 0,0 4-36 0 0,0-4 0 0 0,0 3 1 0 0,0 1-1 0 0,0-2-7 0 0,0-2 1 0 0,0-8-1 0 0,0 0-58 0 0,0 2 0 0 0,0 8 0 0 0,0 2 0 0 0,0-3-36-17 0,0-1 0 17 0,0-8 0 0 0,0 0 0 0 0,0 2 120-959 0,0 2 1 959 0,0 2-1 0 0,0 2 1 0 0,0 2-63-1618 0,0 2 0 1618 0,0 0 0 0 0,0-7 1 0 0,0 1-19-1668 0,0 0 0 1668 0,0 0 1 0 0,0 0-1 0 0,0 0 46-1543 0,0 0 0 1543 0,0-6 1 0 0,0 0-54-1261 0,0 2 0 1261 0,-6 2 0 0 0,0 2-4-1220 0,2 0 0 1220 0,2 6 0 0 0,2 0 0 0 0,-2-3 22-1325 0,-4-1 1 1325 0,4-2 0 0 0,-3 0 0 0 0,3 0 43-1465 0,2 0 0 1465 0,0 6 0 0 0,0 1 0 0 0,0 1-20-1343 0,0 0 1 1343 0,0 5 0 0 0,0-1 0 0 0,0 3-34-1159 14,0 3 1 1159 0,0-7 0 0 0,0-1 0 0 0,0-2-57-1225 58,0-4 0 1225-1,0-1 1 0 1,0 3-37-1154-6,0 6 0 1154 0,0-3 1 0 0,0 1 47-1013-26,0-2 0 1013 0,0-8 1 0 0,0-6-1 0 0,0 4 22-941-8,0 5 1 941-1,0 1 0 0 0,0 8 0 0 0,0 1-38-808-1,0 3 0 808-1,-2-1 0 0 1,-2-1 0 0 0,-2-1-11-931-1,2 7 0 931 1,2-9 1 0-1,2 7-1 0 1,0-5 35-917-1,0-3 0 917 1,0 3 0 0-1,0-7 0 0 0,0-2 46-852 3,0-2 1 852 0,0-1 0 0 0,2 3 42-640-7,4 2 1 640 0,-4-6-1 0 1,4-4-41-545-14,-4 6 1 545 1,-2-2 0 0-1,0 6 0 0 1,0-5-39-182-11,0-1 0 182-1,0 0 0 0 1,0 0 1 0 0,0 0-12-4-2,0 0 1 4 0,0 0-1 0 0,-2-2 1 0 0,-2-2 9 0 0,-2-2 0 0 0,0 2-1 0 1,6 10 0 0-1,0-4 1 0 20,0 4 0 0 0,0-10-49-97 17,0-2 0 97 0,0-6-83-393 12,0 6 0 393 0,0 2 109-442-18,0 10 0 442 1,-2 0 1 0-1,-2 1 216-412 10,-1-7 1 412 0,-1-9 7-362 6,6 3 1 362 0,-2-2-81-722 75,-4 2-917-428-62,4-4 1 1150 1,-4-7-992-902 31,12-1 1783 251-92,-4-7 0 651 0,14-10 0 0 0,-7-10 0 0 0</inkml:trace>
  <inkml:trace contextRef="#ctx0" brushRef="#br0" timeOffset="1233">889 0 12114 226014 53436,'10'10'930'0'0,"-3"8"-716"-802"0,-7-1 1 802 0,0 2 0 0 0,0 11-162 0 0,0 1 1 0 0,0 7-1 0 0,0 5 1 0 0,0 2-84 0 0,0 3 1 0 0,-2 9 0 0 0,-1 3-1 0 0,-3 2 54 0 0,2 4 0 0 0,0 0 1 0 0,0 0-1 0 0,-2-4 120 0 0,2-2 0 0 0,2 4 0 0 0,2-4 1 0 0,0 0 3-62 0,0 0 0 62 0,0-1 0 0 0,0-7 0 0 0,0 2-52-729 0,0 5 1 729 0,2 1 0 0 0,2 6 0 0 0,4-4-82-1302 0,2-2 1 1302 0,-6 6 0 0 0,1-2 0 0 0,-3 2-25-1823 0,-2-2 0 1823 0,0 2 0 0 0,0-8 0 0 0,0 0 51-2368 103,0 3 1 2368 1,-5-7 0 0 0,-3 4 0 0 0,0-4 0-2755 142,0-1 0 2755 1,1-1 1 0 0,3-1-1 0 0,-4-3-25-2636-32,-2-1 1 2636 1,6-3-1 0-1,-1 5 1 0 1,1-1 8-2440-50,-2 7 1 2440 1,4-3-1 0-1,-4 8 1 0 0,4 0-148-2333-37,2 5 1 2333-1,0 2-1 0 0,2 1 1 0 1,2-2-45-2127-25,2-2 1 2127 0,0-7 0 0 0,-6 1 0 0 0,0-4 128-1892-22,0-1 1 1892 1,-2-7-1 0-1,-2-1 1 0 1,-4-3 92-1611-24,-2-3 1 1611-1,6 0 0 0 1,-3 0-1 0 0,1 4 112-1271-16,0 1 0 1271 0,-2-5 0 0 0,4 4 1 0 0,-1-1-54-1085-11,1 5 0 1085 1,2 5 0 0 0,2 5 0 0-1,2 3-222-1106 1,3 2 1 1106-1,5 4 0 0 1,6 8-1 0-1,-3 1 29-1266 3,-1-1 1 1266 0,-8-8-1 0 0,4-6 1 0 0,-3-4 225-1074-2,1-5 0 1074 1,-2-10 0 0-1,-8-1 0 0 1,-4-5 178-878 3,-1-6 0 878 0,3 2 0 0 0,-6-7-119-648-16,-1-3 0 648 0,-1 8 0 0 0,2 4-137-152-19,7 6 1 152 1,3-4 0 0-1,2-6-1 0 0,0 2-287 0-1,0 2 1 0-1,6 10-1 0 0,1 1 1 0 0,3 3 8-177 8,4 0 1 177 0,-5-7 0 0-1,1 5 0 0 1,-2 0 141-556 19,-4-1 0 556-1,0-5 1 0 0,-1 2 165-651 28,3-4 0 651 0,0-8 175-839 3,-6 0 1 839 1,-6-6-251-760-3,0 6 1 760 0,1-5-468-810-5,5 5 0 810-1,0-6 155-790-16,0 6 1 790 1,2-2 0 0-1,3 6-200-779 0,7 2 0 779 0,-4-4 1 0 0,-1 8-837-713 53,1-8 1320 122-86,-6-6 0 591 0,-2-23 0 0 0,-10-4 0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0:52:44.210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18 0 12238 226008 49644,'9'10'-373'0'0,"-1"-3"485"-292"0,-8-7-89 292 0,0 8-114 0 0,0 2 176 0 0,0 15 0 0 0,-6 2 134 0 0,0 8 0 0 0,1-6-122 0 0,5 0 1 0 0,0-5-153 0 0,0 5 1 0 0,0 0-216 0 0,0 6 0 0 0,0 0-466 0 0,0 0 322 0 0,0-16 414 0 0,0 4 0 0 0,-8-21 0 0 0,-2 6 0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0:52:52.311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1974 71 11866 208435 64314,'18'9'-481'0'0,"-1"7"0"0"0,1-7 0 0 0</inkml:trace>
  <inkml:trace contextRef="#ctx0" brushRef="#br0" timeOffset="537">1992 88 11866 208435 64314,'10'10'-394'0'0,"-3"-3"3602"0"0,-7-7-3291 0 0,-15 0 0 0 0,3-1 15 0 0,-11-5 0 0 0,2 4 1 0 0,-1-6-22 0 0,-1 0 1 0 0,-10 4 0 0 0,0-5 45 0 0,-6 1 1 0 0,-2 2-1 0 0,4 4 1 0 0,-3-2 1 0 0,-7-2 1 0 0,3 1-1 0 0,-3 5 1 0 0,-2 0 105 0 0,-1 0 1 0 0,3 2 0 0 0,3 1 0 0 0,-1 3 106 0 0,1-2 1 0 0,5 4 0 0 0,-2-2 28 0 0,4-2 0 0 0,-4-2 0 0 0,1-2 0 0 0,1 0-94 0 0,2 0 1 0 0,8-2-1 0 0,0-2 1 0 0,-2-4-198 0 0,-2-2 1 0 0,-2 4 0 0 0,-2-3-18 0 0,-4 1 1 0 0,4 2-1 0 0,-2 4 1 0 0,6-2 77 0 0,4-1 1 0 0,6-1 0 0 0,-6 8 0 0 0,-2 3 114 0 0,-2 7 1 0 0,0-2-1 0 0,2 1 1 0 0,2 1-48 0 0,-2-2 1 0 0,-2 3 0 0 0,0-5 0 0 0,2 0-56 0 0,2 0 1 0 0,-2-3 0 0 0,-8-5-428 0 0,-2 0 0 0 0,6 0-187 0 0,6 0 1 0 0,10-9-1285 0 0,1-9 579 0 0,8 1 1335 0 0,10-8 0 0 0,0 7 0 0 0,-7 16 0 0 0,-3 4 0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0:52:53.743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1393 280 11866 208435 64314,'10'-10'628'0'0,"-18"2"0"0"0,0 6-569 0 0,-15-4 1 0 0,6 4 13 0 0,-12-3 0 0 0,-6 1 0 0 0,-8 0 0 0 0,0-2 72 0 0,1 2 0 0 0,-9-4 0 0 0,1 3 0 0 0,-7 1 90 0 0,1 2 0 0 0,0-4 0 0 0,0 0 0 0 0,-3 2-37 0 0,3 2 0 0 0,4-4 0 0 0,5 1 0 0 0,6 1-8 0 0,5 2 1 0 0,1 2 0 0 0,0 0-153 0 0,0 0 1 0 0,0 0-163 0 0,0 0-1199 0 0,15 0 380 0 0,5 0 1 0 0,25 8-690 0 0,7 3 1632 0 0,-7-3 0 0 0,21 7 0 0 0,-12-5 0 0 0</inkml:trace>
  <inkml:trace contextRef="#ctx0" brushRef="#br0" timeOffset="1298">3210 87 11866 208435 64314,'-20'0'-1855'0'0,"-3"2"1973"0"0,11 4-84 0 0,-3-4 632 0 0,5 6 1434 0 0,2-8-1712 0 0,0-8 1 0 0,3 6-258 0 0,-13-4 0 0 0,3 4-60 0 0,-14 2 0 0 0,-2 0 1 0 0,-8-1 15 0 0,-2-5 0 0 0,0 4 1 0 0,6-6-1 0 0,-2 2-60 0 0,-3 0 0 0 0,-7-1 0 0 0,-11 3 0 0 0,-6-2-73 0 0,-4 2 1 0 0,-2 2-1 0 0,-2 2 1 0 0,-1 0-46 0 0,-3 0 0 0 0,2 2 1 0 0,8 2-1 0 0,4 4 61 0 0,2 1 0 0 0,-4 1 1 0 0,6 4-1 0 0,1-5 23 0 0,3-1 0 0 0,4-2 0 0 0,-1-6 0 0 0,3 0 74 0 0,-1 0 1 0 0,-5-2 0 0 0,7-4 0 0 0,-3-4 51 0 0,-3 1 0 0 0,1-7 1 0 0,0 5-1 0 0,-1-3-5 0 0,1 2 0 0 0,-3-1 1 0 0,-5 7-1 0 0,-8 2-78 0 0,-5 2 1 0 0,-5 2-1 0 0,0 2 1 0 0,-5 6-83 0 0,-2 9 0 0 0,-10 1 0 0 0,13 5 0 0 0,6-4 98 0 0,8-1 0 0 0,10-3 1 0 0,12-1-79 0 0,5-2 0 0 0,4-8-594 0 0,2 1 18 0 0,16-3 0 0 0,7-15 1 0 0,22-5 601 0 0,7-1 0 0 0,5-1 0 0 0,-5 3 0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2:59.942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280 193 6549,'10'-2'1057,"-5"-4"-935,-3 4 1,-2-8 307,0 4 1,-2 4 385,-3-3-510,3-5-114,-14 8 0,12-6-174,-7 8 1,1-2 0,-4-2 123,3-2 1,5 1 12,-6 5 1,1 2-68,-7 3 1,6 5 0,3 8-87,1-1 1,2 1-1,6-1 1,0 0-44,0 1 0,2-6 0,4-1 78,6 3 0,3-6 0,3-3 227,-1-3 0,0-2-137,1 0 0,-3-7 0,-3-5-58,-6-4 1,-4-1 0,-2-1-1,0 1 24,0 0 0,-6 5 0,-2 2 0,-1 0 44,-5 1 1,-3 3-1,-5-4 1,-1 2-62,2 5 0,-1 1 1,1 2-1,-2 2-86,1 3 1,3 5-1,3 8 1,3-1-116,1 1 0,8-1 1,-2 0-1,4 1 73,2-1 1,8 1 0,4-3 0,3-1 35,3-2 0,5-9 1,2 3-1,1-4 86,-1-2 1,-2-6-1,-5-1 1,-1-3 37,0-4 0,1-1 1,-3-3-1,-1 1-67,-2-1 1,-8 1 0,1 0 0,-3-1-22,-2 1 1,-2 1 0,-3 2 0,-7 3-54,-4-3 1,-1 6 0,-2 1 0,-3 1 14,-1 0 1,-6 0-1,6 8 1,1 2 9,3 2 0,-3 13 0,3 1 1,4 5 24,-1 6 1,8 2 0,2 2 0,4-2 9,2-4 1,8 2 0,6-8 0,7-1-24,8-3 1,2-9 0,0-4-1,-2-6 9,3-6 1,-1-6 0,0-11 0,-4-6 39,-2-4 0,-4 4 0,-9 0 1,-6-1-25,-4 3 0,-2-4 0,0 8 0,-2 2-153,-4 1 0,-11 5 0,-13 3 0,-1 6-337,2 4 1,-4 2-1,4 2 1,-2 6 17,2 9 0,-2 3 1,10 9-1,5 2-33,8 2 1,6 2 0,2-2 0,0-4-933,0-6 1408,16-3 0,3-3 0,16 1 0</inkml:trace>
  <inkml:trace contextRef="#ctx0" brushRef="#br0" timeOffset="734">420 123 7660,'17'0'-268,"-5"-6"562,-1 0 0,-5 0 825,6 6 447,-8 0-1208,3 0 0,-14-6 0,-5 1-223,-3 1 1,3-4 0,0 2 0,-1 2-156,-3 2 1,-1 2 0,-1 2 0,1 4-68,-1 6 1,3 3 0,1 3-1,4-1 11,3 1 1,-5-1-1,6 2 1,2 3 102,2 1 0,4 2 0,4-3 1,6 1 73,3-2 0,5-1 0,1-5 1,4-3-41,2-6 0,1-4 1,1-2-1,-6-2 50,-4-4 1,-1-4-1,-3-9 1,-1-5-33,-2-5 1,-8 2-1,-1-2 1,-6 0-83,-9 2 1,-4-4-1,-3 7 1,-2 3-11,-3 2 0,-13 3 0,3 5 0,-3 5-2,0 4 1,4 10 0,2 5-1,4 8-30,1 9 0,-1 3 0,8 2 1,5-1-6,5 1 0,3-6 1,6-1-1,2-3 68,3-4 1,7-9 0,11-6 0,5-4-11,-1-2 1,6-8-1,-4-6 1,2-5-3,-2-4 0,2-7 0,-8 5 0,-1 0 23,-3 0 1,-3-4-1,-5 5 1,-3 3-73,0 2 0,-6 1 0,2 3-43,-8 3 1,-12-2-1,-7 9 1,0 1-75,-3 2 1,5 2 0,-6 2 0,2 4 135,3 5 1,-3 5 0,2 3 0,3 2 130,7 3 1,-1 7 0,8-2 0,3 2 95,1-2 0,4 2 0,3-8 1,9-1-32,7-3 1,6-3 0,8-5 0,0-5-160,0-4 0,0-12 0,0-5 0,-2-8-343,-4-5 1,-4 1 0,-9-4-1,-4 2-160,-7-2 1,-3 4 0,-6 2 0,-5 3-2332,-9 7 2821,-11 1 0,-14-3 0,-11-1 0</inkml:trace>
  <inkml:trace contextRef="#ctx0" brushRef="#br0" timeOffset="1817">1205 105 7728,'0'-11'133,"0"-1"0,0 6 209,0-6 0,0 7 315,0-7-416,0 8 1,0-6 0,-1 7 22,-5-3 1,2 0-200,-8 6 1,1 0 0,-7 0-130,1 0 1,5 0 0,2 2 0,1 2 41,-1 2 0,4 9 1,-4 1-1,3 5-21,3 0 1,2 4 0,2 1 0,0-1 127,0 0 1,2 4 0,4-5-1,5-5 28,5-5 0,3-1 0,2-7 0,3-2 87,-3-2 1,-2-4 0,1-4-1,-1-6-10,-1-3 1,3-3 0,-9 1 0,1-1-38,-1 1 0,-2 0 0,-6-1 1,1 1-181,-1-1 1,-2 6-1,-2 1 1,-2-1-127,-4 2 0,-3-5 1,-9 5-1,-1-1-39,-4-1 0,-3 2 1,-5-1-1,2 3 126,-2 0 1,4 6-1,0-4 1,0 4 147,-1 2 1,7 8-1,0 4 1,5 3 65,5 3 0,7 5 1,-2 2-1,6 1-25,6-1 1,3 0 0,9-4 0,1 1-37,5-7 0,-3 3 0,8-9 0,0 1-14,-2-4 0,4-6 0,-5-4 0,-1-4-22,0-1 1,-2-9 0,-5-5 0,-3 1-29,-3 3 1,2 2-1,-9-1 1,-1 1-34,-2-1 1,-4 1 0,-2-1 0,-3 3-115,-3 3 0,-4-1 0,-7 7 0,-4 2-47,-2 2 0,-1 2 0,-3 0 0,4 2 138,2 4 0,2 3 0,3 11 1,-1 1 68,-2 2 1,5 6 0,9-3 0,1 1 126,4 4 0,2-6 1,4-2-1,6-3 17,9-3 0,2-1 0,11-5 1,1-5-122,2-4 1,-4-4 0,-2-4 0,-2-5-236,-4-5 0,-1-1 0,-5-3 0,-3-1-207,-6-2 0,-4-2 0,-4 3 0,-4-1-295,-6 2 0,-5 1 0,-6 3 0,-6 1-1042,-4 5 1720,5 3 0,-12 0 0,3-2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3:07.942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263 297 7683,'0'-12'-387,"0"1"0,0-1 554,0-5 0,0 5 1,0 0-186,0-1 0,0 3 125,0-2 1,0 1 0,0-7 143,0 1 1,0 5 0,0 0 265,0-1 0,0-3-13,0-1 1,-2 1 0,-2 3-280,-2 1 1,-8 8-1,3-2-275,-5 5 1,5 8-1,-1 5 1,0 3 27,3 3 0,-7-1 0,6 3 0,1 1-99,3 2 1,-2 1 0,2-7 113,2 1 0,8-1 1,6-1-1,3-5-19,7-5 1,3-4 0,-1-2 0,1 0 12,-2 0 1,4 0 0,-1-2 0,-3-4 98,-2-5 0,-1-5 0,-3-1 0,-3-1 271,-6 1 0,-4-1 0,-2-1 0,0-3-13,0-1 0,-8 0 0,-4 5 0,-5 3-127,-6 3 1,1-1-1,-7 7 1,-2 2-196,-2 2 1,-2 2 0,2 2 0,2 6-192,2 9 0,8 3 0,-3 9 1,7 2-87,5 2 0,5 2 1,7-2-1,3-4 164,9-6 0,2-4 0,15-3 1,4-4 51,6-7 1,-3-3 0,5-2-1,-4-2 40,-2-3 1,-2-5 0,-4-8 0,-6 1 48,-3 0 1,-5-1-1,-3 1 1,-6-1-13,-4 1 0,-2 5 1,-2 0-1,-6-1-138,-9-3 0,-3 5 1,-9 1-1,0 0-91,2 1 0,-6 5 0,4-2 0,-2 4 108,2 2 1,3 2 0,9 4 0,-1 5 3,1 5 1,7 3-1,4 3 1,4 3-396,2 2 0,8-6 0,6 3 474,7-5 0,-1-2 0,5 1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3:06.178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241 540 8599,'2'-12'568,"4"0"0,-4 7 0,3-7-180,-3-2 1,-2 5-172,0-3 0,-2 6-295,-3-5 0,-5 7-188,-8-2 0,1 6 0,-1 6 142,1 5 0,1 5 0,5 3 0,3 3 81,0 1 0,6 2 1,-3-4-1,3 3 104,2-3 0,7-1 1,5-3-1,4-2 33,1-3 1,2-4 0,3-8 0,1 0 38,-2 0 0,-1-2 1,-3-2-1,1-4 49,-1-1 0,-5-3 1,-3-5-1,-1-1 75,-4 1 1,-2-1 0,-2 1-164,0-1 0,-8 1 0,-3-1 0,-7 3-78,-5 3 1,2-1 0,-7 7 0,1 2 10,0 2 1,0 2-1,-4 0 1,4 2-82,1 4 1,5 5 0,8 11 0,3 3-50,2 2 1,2 0 0,8 4-1,6-4 30,9-1 0,9 3 0,7-8 0,0-5 45,2-9 1,-4-5 0,9-2 0,-5-2 3,-6-3 0,2-7 0,-7-9 0,-3-3-26,-2 3 0,-7-6 0,-2 0 0,-2-3-25,-5 1 0,-8 8 0,-7-4 0,-5 2 38,-7-1 0,-3 7 0,-10 7 1,-2 2 70,-1 4 0,-1 2 1,6 4-1,0 6 20,0 10 0,6 7 0,4 10 1,3 0-211,7 0 0,9-2 1,2-2-1,8-6-217,8-6 1,5 1-1,6-14 1,7-3-92,3-1 1,-4-9-1,-2-5 1,0-5 463,0-7 0,-5-3 0,3-8 0</inkml:trace>
  <inkml:trace contextRef="#ctx0" brushRef="#br0" timeOffset="982">293 208 9839,'0'-18'1417,"0"1"-980,0 0 0,-2 1-507,-4 4 1,-3 5 0,-9 7-84,1 0 1,-1 0 0,1 2-1,1 3-19,5 7 0,-3-2 0,6 1 0,1 3 23,-1 1 0,2-3 0,6 0 194,0 1 0,8-3 0,5 0 0,7-3 45,3-3 0,6-2 0,-4-2 1,1 0-17,-1 0 0,4 0 1,-6 0-1,-3-2 102,-7-3 0,3-3 1,-7-6-1,1 3 45,-4-3 1,-4-2 0,-2-1 0,0 0-48,0-1 0,-8 1 0,-3-1 0,-5 1-80,-1-1 1,-3 1-1,-1 1 1,-4 3-198,-3 1 1,5 8-1,-4-2 0,2 6-54,3 6 1,3 4 0,2 9-1,1 3 18,4 1 1,5 8 0,7-4-1,0 0 58,0-3 0,7-5 0,5-4 1,5-1 133,7-2 0,-3-8 0,8 1 1,0-3 25,-2-2 0,5-6 0,-9-1 1,-2-3 43,-1-4 0,-5-1 0,-1-3-42,-3 1 1,-7 0 0,2-1-53,-4 1 1,-10 5 0,-3 2 0,-5 2-95,-1 5 1,-7 1 0,-1 2-1,-2 2-148,-4 3 1,4 3 0,-1 6 0,3-3 45,4 3 1,2-4-1,1 1-313,1 3 0,9-6 91,8-3 1,8-3 0,11-2 0,2 0-1399,3 0 1787,7 0 0,-12 0 0,6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3:09.760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175 105 7918,'10'0'-1380,"0"0"1696,-4 0 1,-2 0 335,7 0-638,-7 0 1,4-2-65,-8-4 298,0 4 0,0-7 70,0 3 1,0 2 432,0-8 0,0 6-621,0-5 0,-6 5 1,-2-4-302,-1 3 1,3 1 0,-6 6-42,-1 0 1,-1 7 0,0 3 0,3 2 33,-3-1 1,4 1 0,1 6 0,1-1 193,4 1 0,2 5 0,2 0 0,0-2 78,0-1 0,2-3 1,4 1-1,6-3 0,3-3 0,4-2 1,3-6-1,1 1 126,-2-1 0,-7-2 0,-2-4 0,1-2 23,3-1 1,-7-9 0,-1 0-1,-2-5-161,0-4 1,0-3-1,-6 5 1,-2-4-17,-4-2 0,-4 5 1,-7-1-1,-3 4-62,-3 1 1,4 3-1,-7 3 1,3 6-46,0 4 1,-2 2 0,3 2-1,-1 4-132,2 6 1,7 11 0,4 6 0,3 6 40,3 6 1,2-6 0,2 2 0,2-6 12,4 0 0,5-6 1,11-2-1,3-5 95,2-7 1,2-3-1,6-8 1,0-2 233,0-4 1,-8-3 0,-4-9 0,-3-1-16,-3-5 1,1 3-1,-3-6 1,-3 0-151,-6 0 0,-4 5 1,-2-1-1,-2 2-56,-4-3 0,0 7 0,-10-3 0,-5 9-99,-4 3 0,2 2 1,-5 6-1,1 2-155,0 4 0,6 6 0,-3 9 0,7 6-38,5 6 1,-1-2 0,7 10 0,4-4-247,6-2 0,8 0 0,11-2 0,6-6 549,4-10 0,10-7 0,1-10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3:10.64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191 158 7914,'0'-17'-845,"0"5"1,0 0 1697,0-1 1,0-3-342,0-1 0,0 5 0,0 1-38,0-3 0,0 4-42,0-1 1,-2 7-330,-4-2 0,-4 6 0,-7 6-48,-1 5 0,3 5 0,1 1 1,3 1-76,-3-1 1,6 3 0,2 1 0,4 2-101,2-1 0,0-3 0,0-1 0,2-1-71,4 0 1,4-5 0,7-2-1,1-2 99,-1-5 0,7-1 0,-1-2 0,-2 0 109,-1 0 0,-3-5 0,1-3 0,-3-2 153,-3-4 0,1-7 0,-7-2 0,-2 2 77,-2 1 0,-2 3 0,0-3 0,-2 1-18,-4 1 0,-5-3 0,-11 9 0,-1-3-76,2-3 0,-5 9 0,1 3 1,0 4-142,0 2 1,-4 0-1,5 2 1,3 6-172,2 9 0,9 3 1,2 9-1,2 2-44,0 2 1,3 0-1,8-2 1,9-4 71,7-2 0,1-2 0,7-7 0,2-4 98,2-7 0,2-3 0,0-2 0,0-2 97,-1-3 1,-6-5 0,-5-8 0,-6-1 96,-5-4 0,2 3 1,-9-3-1,-1 2-36,-2-3 1,-2 5 0,-2-4-1,-4 3-85,-5 3 0,-7 1 0,-5 3 0,-4 3-182,0 2 1,-10-3-1,6 5 1,0 4-23,-2 6 0,6 5 1,-1 11-1,3 3-84,4 6 0,3 6 0,7 4 1,5 2-220,4-3 0,4-1 1,6-4-1,7-4-221,7-5 1,9-11 0,-2-3 687,4-2 0,2-2 0,0-6 0</inkml:trace>
  <inkml:trace contextRef="#ctx0" brushRef="#br0" timeOffset="730">1134 193 7197,'0'-17'509,"6"5"1,-1 0 236,-1-1 0,-2-3-313,-2-1 1,0 5 0,-2 2-308,-4 3 0,3 1 1,-9 8-1,0 4-92,3 5 1,-7 5 0,6 1 0,-1 1-36,-1-1 1,8 6 0,-2 1 0,4-3-19,2-2 1,2-1 0,4-3 0,6-1-36,3-2 1,5-8 0,1 1-1,4-3 46,2-2 1,-5-2 0,1-2-1,-3-3 82,-3-3 1,0-4 0,-1-7 0,-4-2 109,-7 1 0,-3 1 0,-2 0 0,0-3 1,0 3 0,-7 2 1,-7 3-1,-7 3-22,-8 1 1,-4 8 0,-2-2 0,0 6-109,0 6 0,2 6 0,2 11 1,4 6-221,1 4 1,9 4 0,7 2 0,2 0 2,5-6 1,10 0-1,11-12 1,9-6 89,6-7 0,8-6 0,1-4 0,1-4-22,0-5 1,-8-11 0,-8-3 0,-2 0-7,-4 0 1,-9-6 0,-6 4 0,-6-1-56,-6 5 1,-4 0-1,-11 3 1,-6 7-155,-8 3 0,-6 4 1,0 6-1,-3 0-104,-1 0 1,2 10 0,11 7 0,0 11 412,3 5 0,8 2 0,-4-1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3:28.7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105 584 8105,'6'-17'469,"0"-1"1,0 1 817,-6-1-1074,0 9-1,0 10 1,0 15 0,0 7 160,0 4 1,0 8 0,-2 8 0,-2 4-238,-2 7 0,-2-2 0,4 9 0,-1-5-315,1-4 1,-4 3-1,2-15 1,2-1-1808,2-2 1355,2-10 1,6-17 0,2-18 0,0-11 630,-1-10 0,7-12 0,-4-4 0</inkml:trace>
  <inkml:trace contextRef="#ctx0" brushRef="#br0" timeOffset="267">1 549 8105,'0'-11'-26,"0"-1"0,1 0 466,5 3 0,-2-7 0,10 6-17,5 1 0,1-7 0,9 6 1,2 1-429,2 3 0,7 4 0,1 2 0,-2 0-96,-2 0 0,-4 8 1,-4 3-1,-6 5 13,-3 1 1,-5 7 0,-3-1 0,-6 0-69,-4 2 0,-10-5 1,-4 5-1,-5-2 8,-7 1 0,3-1 0,-8-4 0,-2 1 26,-2-3 0,-2 5 0,2-13 1,2 1-52,2-4 0,8-4 0,-3-2 0,5 0 173,1 0 0,9 0 0,1 0 0</inkml:trace>
  <inkml:trace contextRef="#ctx0" brushRef="#br0" timeOffset="717">751 444 10020,'-11'2'766,"1"4"1,2 6-420,5 3 1,-1 3-1,0 1 1,-2 4-307,2 7 1,2-3-1,2 0 1,0-2-264,0-4 0,0 5-14,0-3 1,2-7-1,4-13 49,6-6 0,-5-7 1,1-8-1,-2 1 250,0-1 1,-1-5 0,-3 0-1,2 2-50,2 1 1,0 3 0,-6-1 0,2 1-223,4-1 0,-2 3 1,5 1-1,1 2-226,0-1 0,1 3 0,7 1 0,-1 1-58,1 4 1,-1 0 0,1 0 0,-1-2 492,1 2 0,7 10 0,2 4 0</inkml:trace>
  <inkml:trace contextRef="#ctx0" brushRef="#br0" timeOffset="1150">1345 514 8045,'-17'-2'978,"-1"-4"0,1 3-402,-1-9 0,7 6 0,-1-4-743,-1 3 0,-3 1-72,-1 6 1,-1 6 0,3 1-1,3 3 138,6 4 0,-2 3 0,3 5 0,1 1 80,2-2 0,2 1 0,0-1 1,2 2 97,3-2 0,5-7 0,8-4 0,1-1-167,4 1 0,-1-6 0,5 2 1,0-6-20,0-6 0,-5 2 0,1-7 1,-4-3-9,-1-2 1,-9-7-1,-3 0 1,-4 2 171,-2 1 0,-2-3 1,-4 0-1,-7 1 98,-9 3 0,-7 7 0,-9 2 0,-5 3-137,-2 3 0,1 4 1,-3 8-1,8 7-104,8 6 1,6 10 87,7-1 0,1 3 0,0 1 0</inkml:trace>
  <inkml:trace contextRef="#ctx0" brushRef="#br0" timeOffset="1567">1642 514 8115,'0'-11'237,"0"-1"1710,0-2-664,0 7-1141,0-1 1,-6 16 0,-1 5 0,-1 9-20,0 7 0,-4 4 0,7 4 0,1 3-136,2 7 0,2 3 0,0 5 0,0 1-79,0 2 1,-2 0 0,-2-5 0,-2-3-16,2-3 1,-5-7 0,-1-10 0,-4-7-48,-3-4 0,1-9 0,-11-4 0,0-4-259,0-2 1,-8-2 0,-6-4 0,2-6-1,2-3 0,4-8 0,2-1 1,4 3-1061,2 1 1473,2-5 0,5 6 0,1-6 0</inkml:trace>
  <inkml:trace contextRef="#ctx0" brushRef="#br0" timeOffset="1817">1660 270 11227,'0'-10'0,"0"2"0</inkml:trace>
  <inkml:trace contextRef="#ctx0" brushRef="#br0" timeOffset="2167">1869 602 9394,'18'0'1314,"-1"0"0,1-2-1201,-1-4 1,1 4-1,-3-6 1,-1 2-139,-3 0 1,-1-1-1,4 3 1,-5-4-182,-1-2 0,0 5 1,-4-7-177,1-2 0,-1 5 0,-9-1 97,-7 2 1,-6 2 0,-3 6-1,-4 2 109,-2 4 0,0 4 0,-5 7 0,5 3 168,2 3 1,2-4 0,7 7 0,3-3 205,1 0 0,8 6 1,-2-5-1,8-3-236,10-2 0,2-1 0,13-3 0,0-3-421,0-6 0,2-4 1,6-2-1,0 0 459,0 0 0,0-16 0,0-3 0</inkml:trace>
  <inkml:trace contextRef="#ctx0" brushRef="#br0" timeOffset="2484">2533 549 8100,'0'-11'573,"0"-1"0,-6 6 0,-2-4-229,-1 3 0,3-5 0,-6 4-311,-1-2 0,-3 7 0,-1-3-144,-1 4 1,1 10-1,-1 3 1,3 5 8,3 1 1,-2 1 0,9-1 0,1 1 11,2-1 0,2 6 1,0 1-1,0-3-83,0-2 0,2-3 0,4-2 0,5-3-199,5 3 1,1-6-1,1-3 372,-1-3 0,8-2 0,2 0 0</inkml:trace>
  <inkml:trace contextRef="#ctx0" brushRef="#br0" timeOffset="2783">2917 113 8100,'-8'-18'-102,"6"-5"1,-3 0 239,3 1 454,2 3 0,0 11-440,0 8 0,0 14 1,0 11-1,-2 2 327,-4 4 0,2 10 0,-8 5 0,1 5-161,1 1 0,-6 8 0,7 2 1,-3 2-179,0 1 0,9-9 0,-3 0 0,4-7-513,2-9 0,2-5 0,4-8-428,5-9 1,-1-8-1,2-12 1,-1-4 151,-1-6 0,3-3 1,-7-5-1,-2-3 649,-2-6 0,-10-4 0,-1-2 0</inkml:trace>
  <inkml:trace contextRef="#ctx0" brushRef="#br0" timeOffset="2933">2690 497 8100,'17'0'1044,"-5"0"0,0 0-636,1 0 1,3 0 0,1-2 0,1-2-593,-1-2 1,9-6 0,1 7 0,0-1-133,-4-2 0,2 6 316,-1-4 0,7-3 0,-4-1 0</inkml:trace>
  <inkml:trace contextRef="#ctx0" brushRef="#br0" timeOffset="3183">3284 462 8022,'10'-8'815,"-5"-4"1,-1 5 0,0 3-543,2 8 1,0 7 0,-6 13 0,0 5-278,0 4 0,-6-4 0,0 0 0,2 0-602,2-2 1,2 4 0,0-7-1067,0-3 1672,0-2 0,-7-17 0,-3-4 0</inkml:trace>
  <inkml:trace contextRef="#ctx0" brushRef="#br0" timeOffset="3333">3336 200 9155,'0'-18'-120,"0"9"1,8 1 0,2 8 0</inkml:trace>
  <inkml:trace contextRef="#ctx0" brushRef="#br0" timeOffset="3750">3790 427 8257,'-9'-8'586,"-7"4"0,4-5-395,-3 1 1,3 2 0,1 6 0,-3 0-276,-2 0 0,1 8 0,1 3 0,3 5-25,-3 1 0,4 1 1,-1 1-1,-1 3 224,2 1 0,3 0 0,7-3 0,0 1 48,0 2 0,2 0 0,3-7 0,7-2-215,4-3 0,3-7 1,2 2-1,5-4-188,1-2 1,-4 0 0,4 0 0,-2-2 40,-3-4 0,-3 2 0,-3-7 0,-3-3 96,-1-2 1,-8-1-1,2 0 1,-4-1 73,-2 1 0,-2-1 0,-4 1 0,-6 1-86,-3 5 1,-9-3-1,-1 6 1,-2 0-84,-4 1 1,4 3 0,0 10 0,1 5-606,5 5 803,9 1 0,-11 8 0,4 3 0</inkml:trace>
  <inkml:trace contextRef="#ctx0" brushRef="#br0" timeOffset="4150">4070 497 11700,'0'17'265,"0"1"1,0 1 0,0 2-184,0 3 0,0-1 0,0-6 0,0 1-171,0-1 0,0 1 0,2-1-125,3 1 1,5-8-1,8-5 1,-1-3-205,1-2 0,-1-7 0,0-5 0,1-2 136,-1 3 0,1-11 0,-1 5 224,1-3 0,-8 7 0,-3 3 0,-1 0 210,0 1 1,0 7-229,-6 2 1,0 10-1,0 11-145,0 2 0,0 2 0,2-3 0,3 1-887,7-2 1108,4 7 0,1-9 0,1 6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3:26.14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418 70 8066,'-12'-10'181,"0"5"1,7 10 0,-5 7-220,2 4 1,0 1 0,2 2 0,-5 3 241,-5 1 1,-1 8 0,-1-2 0,1 6 167,-1 6 0,-5-2 0,-2 7 0,-2 3-227,-4 1 0,4-3 1,-1-3-1,3-1-428,4-4 0,1-4 1,5-6-597,3-6 1,6-13 0,12-12 878,6-13 0,3-11 0,3-9 0</inkml:trace>
  <inkml:trace contextRef="#ctx0" brushRef="#br0" timeOffset="232">400 0 8259,'0'18'948,"0"1"0,0 4-788,0 7 0,0 10 0,0 7 0,2 5-224,4 6 1,2 3-1,5 5 1,-3-4-197,-2-2 1,3-10 0,-3-9 0,0-6-1654,0-6 1913,-2-4 0,1-15 0,3-2 0</inkml:trace>
  <inkml:trace contextRef="#ctx0" brushRef="#br0" timeOffset="432">103 489 9435,'10'-8'398,"0"7"1,-4-5 0,5 2 2,5-2 1,1 2 0,3-6 0,3 3-531,6 3 0,2-4 0,0 2 0,-2 2-442,2 2 0,2 0 1,0-1 570,-4-3 0,4 0 0,-6 6 0</inkml:trace>
  <inkml:trace contextRef="#ctx0" brushRef="#br0" timeOffset="717">749 367 8723,'2'12'2025,"2"-1"-1662,2 3 1,8 1 0,-3 3 0,5-1-365,1 1 0,3 5 0,1 2 0,2 1-423,-1-1 0,-3 4 0,-1-6 0,-3-2-2475,-3-1 2899,3-10 0,-5-3 0,7-7 0</inkml:trace>
  <inkml:trace contextRef="#ctx0" brushRef="#br0" timeOffset="949">942 402 8132,'0'-12'3134,"0"1"-3238,0 7 1,-2-2-1,-4 12 1,-6 5-75,-3 5 0,-3 9 0,-1 4 0,-3 4-221,-1 2 0,0-2 0,5-2 0,3-4-441,3-1 1,-1-3 839,7-6 0,-8 1 0,5-1 0</inkml:trace>
  <inkml:trace contextRef="#ctx0" brushRef="#br0" timeOffset="1199">1169 384 9290,'0'18'251,"0"-1"1,0 3 0,0 1-343,0 2 0,0 3 0,0-5 1,0 2-417,0-1 1,0-9 506,0-1 0,7-1 0,3 7 0</inkml:trace>
  <inkml:trace contextRef="#ctx0" brushRef="#br0" timeOffset="1382">1221 140 7959,'-2'-18'3598,"-4"1"-3968,4 7 1,-5 5 369,7 10 0,7 5 0,3 7 0</inkml:trace>
  <inkml:trace contextRef="#ctx0" brushRef="#br0" timeOffset="1815">1762 332 7918,'0'-12'1326,"0"1"-1070,-7-1 1,-3 2-1,-8 5-213,1 3 0,0 2 1,-1 0-1,1 0-60,-1 0 0,6 5 0,1 3-28,-3 2 0,-1 2-90,-3 5 0,9 1 0,3-1 62,4 0 1,2 1 0,0-1 0,0 1-92,0-1 1,8-5-1,1 0 1,3-1-124,0-1 1,-7 5 290,7-3 0,0 2 168,5-3-33,-7 5 1,-4-8 0,-12 3 0,-4-3-95,0 0 0,-5-4 0,1 5 0,-5 1-98,-4 0 0,-1-6 0,5 1 0,-2-3-204,-3-2 1,1-2 0,8-3 256,3-7 0,-4-4 0,7-1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6:29.03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3738 3055 7729,'10'-2'-193,"-4"-3"0,-4 1 436,-2-8 0,0 6 138,0-5 1,0 5-95,0-6 0,-8 8 0,-4-2-64,-3 4 0,3 2 0,0 0-261,-1 0 1,-3-5 0,-1-1-27,-1 2 0,1-4 0,-1 0 89,1-1 0,-1-1 1,1-4-1,0 5 123,-1 1 1,-1-4 0,-3 5 0,-1-1-67,2 0 0,-1-4 1,1 7-1,-2 1-32,1 2 0,-3 2 1,2 0-1,2 0-29,1 0 1,-3 0 0,0-2 0,-1-2-116,-1-2 1,6 0-1,-7 6 1,3-2 94,0-4 0,-6 3 1,4-7-1,-1 0 71,1 1 1,-4 3 0,4-6 0,-2 0-89,-4 3 0,3-1 0,1 6 1,0-2 3,0 2 0,-2 2 0,-6 2 0,2 0-359,4 0 1,-10 2-1,2 2 1,-4 2 178,-1-2 0,-1 4 1,4-2-1,-4-3 160,-1-1 0,5-2 1,-2 0-1,4 0 181,2 0 1,2-7 0,2-3 0,2-2 84,-2 1 0,4 1 0,0-4 1,0 5-133,0 1 1,3-4 0,-5 6 0,0 3-137,2 1 0,-6 2 0,4 2 0,-2 1-132,2 3 1,-4 6 0,4-6-1,-4-2 76,-2-2 1,2 3-1,2 1 1,2-2 151,-3-2 1,5-2 0,-2 0 0,-2 0 89,-2 0 0,4 0 0,0 0 0,-2 0-34,-2 0 0,-8 0 1,0 2-1,3 2-95,1 2 0,-4 9 0,-2 1 0,1 7-233,-1 4 1,2-4 0,6 5 0,0-1 61,0 0 1,2-6-1,2 3 1,4-5 133,2-2 1,-4-1-1,4-2 1,-1-3 90,1 3 1,-4-5-1,4 3 1,0 2 70,-1 1 0,-3-3-76,6 0 0,-2 5-57,1 6 1,3 2-1,-6-3 1,0 3-102,0 2 0,5 2 0,-1 4 1,4-2-8,1-2 0,1 1 0,-1 3 0,3-2 121,3-2 1,-2-6-1,9 6 1,1 0 162,2-2 1,2 4 0,2-5 0,4 1-55,5 4 0,-1 2 0,2 2 0,1 0-79,3 0 1,1 0 0,3 1 0,1 3-224,2 2 0,2-2 0,-1-8 0,3-4 96,0-2 1,10-1 0,-4-7 0,2 0 133,4 1 1,1 1 0,1 3 0,4 1 137,-1-2 0,7 5 0,-5-3 0,7 0-49,5 2 0,-4 1 0,5 3 0,-3-6-100,2-4 0,-4-1 0,7-3 1,-3-3-70,0-6 0,6-4 0,-4-4 1,2-4-141,4-6 1,8-9 0,4-2 0,-1 1 160,1 3 1,5 7-1,-1 3 1,1 1 45,-1 4 0,-3 2 0,-3 2 0,5 0-53,5 0 1,-1 0 0,-3 0 0,-7 0-225,-3 0 1,-4-8 0,-2-5 0,-4-9-95,-2-7 1,-7-4 0,-9-4 0,1-1 225,0-3 0,-7-6 0,1 5 1,-6-1 331,-4 0 1,-2-3 0,4 3 0,-1 0 2,1 1 1,2-5-1,0 4 1,-2 1-143,-2-1 1,-2 2 0,2 6-1,-6 0-312,-3 0 0,-3-5 1,1-3-1,-3 0-268,-3 1 0,1 1 0,-7 6 0,-2 0 480,-2 0 0,-2-8 0,0-1 0</inkml:trace>
  <inkml:trace contextRef="#ctx0" brushRef="#br0" timeOffset="935">4227 2811 7745,'-2'9'-17,"-2"-1"75,-2 0 274,1-6 158,5 6-425,0-8 1,2 0-1,1-2 1,5-4-40,2-6 1,2-3-1,7-3 1,4-1 114,6-4 1,6-5 0,8-8-1,11-5-16,14-6 0,-25 21 0,2-2 0,7-3 0,2-2 0,6-4 0,3-2-32,4-2 1,3-1-1,10-5 1,3-1-1,-23 15 1,1 0-1,1 0 1,2-2-1,1 0 1,0 0-200,2-2 0,1 0 1,1 0-1,0 1 0,1 0 1,0 0-1,2-3 0,1-1 1,-1 0-1,2 0 1,0 0-1,0 0 78,-2 0 0,1-1 0,1 2 0,4-1 0,2 0 0,-1 1 0,-4 3 0,1 1 0,0 0 1,4-2-1,1 1 0,0 0-77,4-1 1,1 0 0,-1 0 0,1 2 0,0 0 0,0 2 0,3 2 0,0 2 0,-1 0 0,-3 2 0,0 1 0,0 2 123,-2 1 0,0 1 1,1 3-1,-1 1 0,1 2 1,-1 1-1,1 1 0,-1 1 1,0 1-1,1 1 1,0 1-1,-1 0 42,-2 2 0,0 0 1,-1 1-1,1 2 1,-2 0-1,0 1 5,-6 0 0,-2 0 1,0 1-1,-1 1 0,-2 0 1,0 0-35,29-4 1,-2 0 0,-7 1 0,-3-1 0,-9-3 0,-3 0 0,-7 1 0,-4-1-91,-6 1 0,-3-2 1,36-13-1,-15-2 0,-12-1 20,-15 1 0,-6 2 1,-20 5-1,-6 1-313,-7 0 0,0 5 1,-2 0-685,-2-1 1,-4 5 279,-6 2 1,2 8 0,-8 8 1062,-1 7 1,-3 5 0,-1-5 0</inkml:trace>
  <inkml:trace contextRef="#ctx0" brushRef="#br0" timeOffset="1468">11422 69 7988,'0'-18'758,"0"1"0,-2 7-611,-3 4 379,3-3 0,-4 7-376,12-4 1,9 10 0,10 2 0,3-2-85,3-2 1,2-1 0,2 3-1,0 2 9,-1-2 0,-1-2 1,-2-2-1,-3 0-110,-3 0 15,-2 0 0,-7 8 157,-5 3 0,-13 5 1,-15 1-1,-10 3-174,-6 3 1,-8 4 0,-2 8 0,1-2-40,-1-4 0,4 2 0,10-7 1,6-3 37,3-2 64,3-1-49,7-8 1,4-16 0,12-12 0,4-3-115,0-4 0,-1-1 1,-5-3-1,2 4-555,-2 0 0,-2 5 692,-2-3 0,0-4 0,0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6:31.74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348 837 8259,'0'-17'0,"0"-1"422,0 1 1,0 5 0,0 1 271,0-3 1,0 4 648,0-1-96,0-1-994,0 2 1,2 12 0,2 14 0,1 7-118,-1 4 0,-2 2 1,-2 4-1,0-2-400,0-2 0,6-1 1,0 3-1,-2-4-418,-2-2 1,0-2 0,1-5 0,3-1-2444,-2 1 2136,-2-9 0,-2-3 989,0-12 0,0-11 0,0-10 0</inkml:trace>
  <inkml:trace contextRef="#ctx0" brushRef="#br0" timeOffset="349">173 610 8259,'0'-17'730,"-6"5"1,0 0 468,3-1 1,1 3-873,2-1 0,2 1 0,3-4 0,7 3-98,4-3 1,9-1 0,4-3 0,4 1-165,2-1 0,2 1 1,1-1-1,5 3-83,2 3 1,-1-3 0,5 5 0,-2 0-253,1 4 0,-5 12 1,-3 8-1,-3 9-157,-2 12 0,-6 8 1,-3 11-1,-7 4 216,-9 6 0,-6-2 1,-6 2-1,-6 4 172,-10 6 1,-7-10 0,-12 2-1,-1-6 163,-3-2 0,-14-3 1,1-7-1,-4 3-83,-2-3 1,-6-7 0,4 0-1,-2-6-281,0-6 0,9-4 0,3-10 0,9-3-163,6-6 1,10-6 0,6-6 0,7-8-312,8-7 1,6-6 713,6-8 0,12-8 0,9-1 0</inkml:trace>
  <inkml:trace contextRef="#ctx0" brushRef="#br0" timeOffset="864">1099 1029 8311,'6'-11'-54,"-1"-1"1,3 6 0,-4-5 0,4-1 340,1 2 1,-3-3-1,4 5 1,0 0 510,-1 0 0,-3-5-226,6 1 0,-8-3 1,2-3-161,-5 1 1,-2-1 0,-5 3-258,-6 3 0,-3 4 1,-3 8-1,1 0-219,-1 0 0,-5 2 0,0 4 0,-1 8-241,-1 7 1,6 0 0,-5 7-1,7-1 34,5 0 0,-1 2 1,7 4-1,2-2 147,2-2 0,2-8 1,0 3-1,2-7 157,4-5 0,5-4 1,11-8-1,3 0 36,2 0 0,-4-8 0,5-4 0,-3-5-24,-4-7 1,-1 5 0,-3-4 0,1 3 134,-1 3 1,-7-1-1,-3 1 186,1 0-406,-6-1 1,6 10-228,-8 8 1,0 14 0,0 9-1,2 0 107,4 3 0,-2-7 0,7 4 0,3-3-297,1-3 0,3-1 1,-1-5-1,3-5-619,3-4 0,-4-2 1076,5 0 0,3-15 0,0-5 0</inkml:trace>
  <inkml:trace contextRef="#ctx0" brushRef="#br0" timeOffset="1163">1727 366 8311,'-2'-10'174,"-3"4"1,1 4 286,-8 2 1,8 8-1,-2 6 1,4 5-2,2 4 0,0 16 1,0 0-1,0 7-109,0 7 0,0-3 0,0 14 0,0 2-189,0 2 0,6-6 0,2-3 0,0-7-469,0-5 0,3-7 0,-3-11-1015,2-5 0,-6-15 0,1-9 1322,-3-9 0,-9-15 0,-3-3 0</inkml:trace>
  <inkml:trace contextRef="#ctx0" brushRef="#br0" timeOffset="1330">1483 837 9574,'2'-15'2011,"4"3"0,7 4-1775,9 1 1,-1 3 0,6-6 0,0 0-724,0 1 1,4 3-1,8-4 1,2 0 486,-2 1 0,-2-3 0,-2-5 0</inkml:trace>
  <inkml:trace contextRef="#ctx0" brushRef="#br0" timeOffset="1747">2251 820 8293,'0'-12'4315,"0"1"-3712,0-1 0,0-6-511,0 1 1,0 5-112,0 1 1,-2 7 0,-3-2 0,-7 4-143,-4 2 1,-3 0-1,-2 2 1,-3 4-25,3 5 0,-4 11 1,2 3-1,1 0 155,3 0 1,3 5 0,3-5-1,3 0 87,2 0 1,2-1 0,8-9-1,4-1 112,6-3 0,5-1 1,5 2-1,3-7-89,2-3 0,-4-4 0,4-3 1,-1-7-69,-5-4 1,2 5 0,-3-1 0,-5-1 100,1-3 1,-7 1 0,1 1-19,-2 2 1,-2 6-283,-6-5 1,0 9 0,0 2 0,0 10 87,0 5 0,0 8 0,2 1 0,3-3-224,7-2 0,9-3 0,7-2 0,5-5-487,9-1 810,7-2 0,11-14 0,2-2 0</inkml:trace>
  <inkml:trace contextRef="#ctx0" brushRef="#br0" timeOffset="2430">3666 1099 10520,'0'10'1561,"0"-4"0,0-12 0,0-6-1323,0-3 1,0-10 0,0-7 0,0-6 50,0-9 1,0-5 0,2-5-1,2-3-100,2-2 1,1 4-1,-3-6 1,4 0-332,2 2 1,1 0-1,7 7 1,-1 1-221,1 4 0,5 9 0,2 0 0,2 6-123,4 6 1,2 4-1,4 7 1,2 1-181,2-1 1,-2 9-1,-8 3 1,-4 6 112,-2 6 0,-2 5 1,-5 11-1,-3 1-161,-3-2 0,2 5 0,-9-1 713,-1 2 0,-2-6 0,-2 5 0</inkml:trace>
  <inkml:trace contextRef="#ctx0" brushRef="#br0" timeOffset="2681">3544 663 8797,'-10'0'1434,"4"0"1,12 0 0,6 0-1051,3 0 0,8 0 1,3-2-1,1-2-456,4-2 1,-4-6-1,2 5 1,0-1-645,-2 0 1,4-4 0,-5 5 0,-1-1-2364,0 0 3079,-2 2 0,3-1 0,1-3 0</inkml:trace>
  <inkml:trace contextRef="#ctx0" brushRef="#br0" timeOffset="3049">4050 663 13287,'0'17'147,"0"1"0,0-1 0,0 0-198,0 1 1,0 5 0,0 1 0,0-3-304,0-2 1,0-1 539,0-1 88,0 1-242,0-9 1,0-9 139,0-11 1,0-5 0,0-1-71,0-1 1,0 1-1,0-1 1,2 1-42,4-1 0,2-5 1,5-2-1,-1 0-217,1-1 1,3-3 0,3 6 0,3 0-251,1-2 1,2 5-1,-3-1 1,3 7-289,2 8 0,-4 4 0,6 2 0,1 0-217,-3 0 1,0 8 910,-4 4 0,-3 3 0,5 3 0</inkml:trace>
  <inkml:trace contextRef="#ctx0" brushRef="#br0" timeOffset="3449">4592 750 8275,'9'-2'929,"-3"-4"1,-4 2 0,0-7-206,4-3 0,-4 4-79,4-1 0,-5 5-496,-1-6 0,-7 3 1,-5-3-243,-3 6 1,-3 6-1,1 6 1,-1 6-176,1 3 0,-1 3 0,1-1 0,-1 0-47,1 1 1,1 5 0,5 1 0,5-1 93,4 2 0,2-6 1,2 5-1,4-5 118,5-1 0,7-9 0,5-3 1,6-4 48,4-2 0,-4-2 1,-2-4-1,-1-5 79,-5-5 0,-2-3 0,-3-3 0,-2-1 79,-3 2 0,-7-4 0,2 1 0,-6 3 49,-6 1 0,-4-1 1,-9 4-1,-2 5-371,-3 2 1,-7 8-1,4-1 1,-2 6-213,0 9 0,8 4 0,-1 3 430,9 4 0,-3 4 0,6 8 0</inkml:trace>
  <inkml:trace contextRef="#ctx0" brushRef="#br0" timeOffset="4047">4871 698 8226,'0'-18'3394,"0"1"-2126,0-1-1167,0 8 1,0 12 0,0 14-1,-2 5-66,-4 1 1,4 3-1,-5 0 1,1 0-118,0 1 0,0-3 0,6-6 0,0 1-173,0-1 0,2-7 254,4-4 0,4-4 0,7-4 1,2-6-67,5-10 1,-5-1 0,6-8 0,-1 0 207,-1 0 1,6 3 0,-6-3-1,-1 2-258,-3 4 0,-2 7 1,1 4 20,-1 3 1,-1 3 175,-4 9 1,-5 11 0,-7 7 0,0 1 120,0 1 0,0 2 0,0 6 0,0-2-7,0-2 1,-2-8 0,-1 3 0,-3-5-43,2-1-199,2-1 1,4-7 0,4-6-76,5-8 1,5-6 0,1-7-1,1-1-19,-1 1 1,1 1 0,-3 3 0,-1 1 43,-3-2 1,1 1 0,4-1 0,-3 3-86,-1-3 1,-6 6 0,3 0 79,-1 1 1,0 5 405,-2-4 1,-4 6-1,3 6-38,-3 5 0,-7 5 1,-1 1-1,2 1-197,2-1 0,2 1 0,0-1-763,0 1 1,0-7-2319,0 1 3012,8-8 0,1 4 0,9-8 0</inkml:trace>
  <inkml:trace contextRef="#ctx0" brushRef="#br0" timeOffset="4798">6705 69 8371,'0'-18'1004,"0"1"0,-6 15 0,0 8 0,0 9-756,-2 9 0,7 11 1,-7 11-1,2 5-186,0 1 1,-5 6-1,5 2 1,0 2-165,-2 4 1,6-5 0,-4-5 0,4-8-394,2-7 1,0-12 0,0-6-145,0-3 1,6-12-1,2-8 1,0-10-531,0-6 0,-3-1 1169,-5-1 0,0-7 0,0-2 0</inkml:trace>
  <inkml:trace contextRef="#ctx0" brushRef="#br0" timeOffset="4963">6338 505 8529,'-17'0'1214,"7"0"0,4 0 0,12 2-678,5 4 0,13-4 0,5 4 0,4-4-340,2-2 1,0-2 0,0-2 0,1-4-651,5-1 0,-4-1 1,4-4-1,-4 3-508,-2-3 1,5-1 961,1-3 0,0 1 0,-6-1 0</inkml:trace>
  <inkml:trace contextRef="#ctx0" brushRef="#br0" timeOffset="5497">7054 558 8371,'0'-12'-63,"0"1"984,0-3 1,0 4 1217,0-1-1355,0-1-670,0 2 1,0 4 0,-2 12 70,-4 6 0,2 9 1,-5 3-1,1-1-134,4 2 1,-4-4 0,2 7-1,3-1-45,1 0 1,2-6 0,2 3 0,3-5 54,7-2 1,4-5-1,3-2 1,4-2 6,6-5 0,-2-8 1,3-7-1,1-4-85,2-1 0,0-6 0,-4-3 0,-6 1-21,-4 0 0,-7-4 0,-2 6 0,-2 1 95,-5 3 1,-1 1-184,-2 1 0,-7 9 0,-3 8-100,0 10 0,-3 7 0,5 5 0,0 3 174,0 2 0,2-4 0,8 5 0,2-3 238,2-4 0,14 4 0,-3-1 0,4-5-7,5-5 1,1-1 0,8-7 0,-2-2-98,-4-2 1,4-4 0,-6-4 0,2-6-106,0-3 0,-9-8 0,-1-1 0,-7 1-177,-5-2 1,-1 3 0,-6-5 0,0 0 13,0 0 0,-2 4 0,-4-5 0,-5 3 146,-5 4 0,5 2 1,-1 3-222,-2 4 1,-1 5-670,-3 7 1,9 2 0,3 5-1,4 9 930,2 5 0,-8 10 0,-2-4 0</inkml:trace>
  <inkml:trace contextRef="#ctx0" brushRef="#br0" timeOffset="5897">8189 663 8368,'0'-18'858,"0"7"0,0-1-87,0-2 0,-6 5 1,1-3-368,1-2 0,-4 5 0,0-3 1,-2 0-386,-3 3 0,-3-5 0,-1 8 0,-3 0-124,-3-1 1,2 5 0,-6-4 0,1 6-139,5 6 1,2 5 0,1 11 0,3 3 41,3 2 0,4 0 0,8 4 1,0-2 265,0 2 1,14-5 0,3-3 0,5-4 118,3-1 1,4-8 0,10-5 0,0-3-177,-6-2 1,0-13 0,-8-5-1,0-3-9,0-4 1,-9 3 0,-10-5 0,-4 0-274,-2 0 1,-4 4 0,-8-5 0,-11 3-433,-8 4 1,-4 9 0,-2 6-1,-2 4-415,-2 2 0,3 14 1121,8 3 0,-10 13 0,3-3 0</inkml:trace>
  <inkml:trace contextRef="#ctx0" brushRef="#br0" timeOffset="7280">714 2130 8210,'6'-12'230,"0"0"0,0 7 300,-6-7 0,0 0-54,0-5 0,0-1 0,0 1-123,0-1 1,0 1-356,0-1 1,-2 3 0,-4 1 0,-5 5-128,-5 1 1,-3 2 0,-3 6 0,-1 0-4,2 0 0,-5 8 0,3 3 0,2 7 72,1 5 1,3-1 0,1 7 0,3 2 35,1 2 0,8-4 0,-2-2 1,6-2 15,6-3 1,0-3-1,10-4 1,5-3 38,4-6 0,-2-4 0,7-4 0,-1-4 4,-2-6 0,4-5 1,-8-4-1,-1-3 11,-3 3 1,-4-4 0,-1 2-1,-4 1 54,-2 3 0,-3 1-120,-5 1 0,0 9 0,-2 8 0,-3 12 16,-7 9 1,2 6 0,1 10 0,1 4 39,4 5 0,2 5 0,2 3 0,0 4 94,0 6 0,2 4 0,2 0 0,2-2 102,-3-2 0,-1-7 0,-4-1 1,-3-8-84,-7-7 0,-4-10 0,-1-4 0,-2-1-64,-5-5 0,-3-4 1,-8-3-1,-2-4-68,-3-3 0,-3 5 1,-6-6-1,5-2-64,1-2 1,2-10 0,6-6 0,2-5-148,4-4 1,10-8 0,9 0-1,2-8-246,5-8 1,14-1 0,11-1-1,7 3-16,8-3 0,11 1 0,4-1 0,9 4-325,1 3 0,4 3 781,-8 10 0,8-4 0,-4 6 0</inkml:trace>
  <inkml:trace contextRef="#ctx0" brushRef="#br0" timeOffset="7663">1046 2165 8313,'0'-18'252,"0"1"0,0-1 209,0 1 0,0 5 0,0 0-306,0-1 1,2 3 0,2-2 90,2-1 1,2 5-84,-2 2 0,-5 6 0,5 6 133,-4 6 1,-4 9-1,-2 4 1,-1 3-54,1 3 0,-4 0 1,2 0-1,0-4-112,-1-2 1,5 0 0,-4-3 84,4 1-72,2 0 1,2-15 0,2-8-211,1-10 0,7-11 1,-4-4-1,0-2-132,-1-5 1,5 1-1,-4 0 1,0 4-379,-1 2 1,7-4 0,-2 4 206,3-3 0,8 7 0,1-2 1,-3 5-273,-2 7 0,7-3 0,1 8 0,2 2-277,0 3 1,-8 1 917,3 0 0,3 0 0,0 0 0</inkml:trace>
  <inkml:trace contextRef="#ctx0" brushRef="#br0" timeOffset="8046">1588 2077 11572,'9'-17'177,"-3"-1"0,-4 7 1,-4 1-385,-4 2 0,-3 2 0,-9 6 78,1 0 1,-1 8 0,1 6 0,1 5 178,5 4 1,-3 3 0,6-3 0,1 4 26,-1 0 0,2 4 1,8-7-1,4-3 10,5-2 1,7-9 0,5-4-1,4-4-109,0-2 0,5-2 0,-7-4 0,0-6-73,0-3 1,4-10 0,-5-4 0,-5-3-35,-5 3 0,-1-2 1,-7 6-1,-2 0-48,-2 0 0,-10 1 1,-6 7-1,-5 1-67,-4 5 0,-8-3 0,2 8 0,-2 4-135,1 6 1,3 8 0,6 11 0,0 6-87,5 4 1,1 4 0,9 2 464,2 2 0,10-1 0,3-5 0</inkml:trace>
  <inkml:trace contextRef="#ctx0" brushRef="#br0" timeOffset="8396">1972 2077 8313,'-2'-9'0,"-2"1"1019,-2 0 1,-2 6-539,3-4 1,3 2-485,-4-1 1,4 5 0,2 0 0,0 9 17,0 7 1,0 1-1,0 1 1,0 1-80,0 4 0,2-1 0,4 5 1,5-2 66,5-4 1,1-3-1,1-4 1,1-5 123,5-1 0,-3-2 0,8-8 1,0-4-135,-2-6 1,4-5 0,-7-4-1,-3-3-23,-2 3 1,-3-4-1,-3 1 1,-3 3-86,-2 2 0,-2 1 0,-6 1-619,0-1 1,-8 3 149,-4 3 0,-1 12 0,-1 12 584,3 3 0,-1 11 0,-6 1 0</inkml:trace>
  <inkml:trace contextRef="#ctx0" brushRef="#br0" timeOffset="8913">2478 2025 8313,'0'-18'959,"-2"7"1496,-3-1-2154,3 8 1,-6 4-1,8 14 1,0 7-82,0 8 0,0 4 0,0 4 0,0 4-27,0 5 0,0 7 0,0 7 0,0 8 11,0 6 1,0 3 0,2-5-1,2 0-155,2-4 0,-1-10 0,-5-4 0,0-11-9,0-14-343,0-8 1,0-19-1,2-9 1,2-13-198,2-9 0,0-6 0,-6-4 0,0-3 276,0-3 1,0 4 0,0-5 0,0-3 151,0-1 0,0-3 1,0 1-1,0 2 55,0 3 1,2-7 0,4 5 0,3 3 43,1 1 1,6 4 0,-3 6-1,7 2-31,3 4 1,8 4-1,-4 9 1,2 5-135,0 5 0,-2 4 1,2 4-1,-5 6-17,-5 9 0,-7 1 0,-2 7 0,-3-2 255,-3 0 0,-4 8 0,-6-3 0,-5-1 69,-5-4 1,-1 2 0,-1-1 0,-1-3-204,-4-2 0,1-1 0,-7-3 0,0-1-129,2-2 1,-4-9 0,6 3-1,-1-4-417,1-2 1,2-6 0,7-1 0,5-3-1415,5-4 1994,4-1 0,-6-10 0,-2-3 0</inkml:trace>
  <inkml:trace contextRef="#ctx0" brushRef="#br0" timeOffset="9280">3264 1955 8842,'-8'-10'983,"5"-3"0,-7 5-298,2-2 1,0 6 0,5-3-645,-3-1 0,-8 4-288,2-8 1,-3 8 0,-3-3 0,1 1 62,0 0 0,-1 0 0,1 8 0,-1 2 54,1 2 1,-1 7-1,1-1 1,1 4 93,5 1 1,3-5-1,8-1 1,0 3 290,0 1 1,8 1 0,3-2-1,7-3-58,5 3 1,-2 1 0,8 3-1,1-1-143,-3 1 1,-2-1 0,-8 1 0,1 1-27,-1 4 0,-5-3 0,-2 3 0,-3-4-102,-3-1 1,-4-1 0,-6 1-1,-5-3-87,-5-3 0,-7-4 0,-2-8 0,-2 0-327,-4 0 0,0-8 0,1-4 488,7-3 0,4-10 0,1-3 0</inkml:trace>
  <inkml:trace contextRef="#ctx0" brushRef="#br0" timeOffset="10180">4137 2007 8334,'0'-17'213,"0"-1"1,0 1 1334,0 0-1116,0 7 1,0 10 0,2 13 0,2 11 40,2 11 0,0 7 1,-6 11-1,0 1-95,0 4 0,0 4 1,2 8-1,2 0-120,2 0 1,-1 8 0,-5 3-1,0 2-176,0-1 0,0-14 0,0-16 1,0-11-114,0-10 0,0-10 0,0-15-180,0-12 0,0-15 1,0-10-1,0-8-243,0-7 1,0-11 0,0-1 0,0 0 127,0-2 1,0 0 0,0-4 0,0 5 45,0 5 0,0-6 0,0-2 0,0 0 292,0 3 0,6-1 0,2 2 0,2 2 61,3 2 0,5 9 1,3 4-1,2 6-34,-1 6 0,5 10 1,0 9-1,2 2-171,0 4 0,-2 12 0,4 8 0,-3 7 98,-3 4 0,-4 2 0,-7 6 0,-5 0 45,-1 0 1,-2 0 0,-8 0 0,-4 0 8,-5 0 0,-5-8 1,-1-4-1,-3-2-18,-3 3 1,-2-11-1,-6 3 1,2-6-261,-2-7 1,3-1 0,1-2 0,2-2-164,4-3 1,3-5-1,7-8 1,5 1 420,4 0 0,2-1 0,0 1 0</inkml:trace>
  <inkml:trace contextRef="#ctx0" brushRef="#br0" timeOffset="10563">4854 1833 8274,'0'-18'1941,"-2"7"-41,-4-1-1788,4 8 0,-6 4 0,8 12 0,-2 5-20,-4 6 0,4 5 1,-3 5-1,3-2 20,2-2 1,0-2-1,0 2 1,0-4-100,0 1 0,0-7 1,-2 2-1,-2-5 185,-2-5-125,0-7 1,6 2 0,0-12 0,2-5-169,4-5 1,-4-7 0,6-2-1,-3-1-62,1 1 0,2-4 0,-4 6 0,4 0-66,1-3 0,3 7 0,3-4 1,-1 1-67,-2-1 0,-1 6 0,9-3 0,1 8-207,2 5 0,3-5 0,-5 6 0,2 2-230,-1 2 1,3 2 0,-2 0 725,-2 0 0,7 0 0,-1 0 0</inkml:trace>
  <inkml:trace contextRef="#ctx0" brushRef="#br0" timeOffset="10946">5412 1903 8274,'0'-18'421,"0"1"1,0-1 121,0 1 1,0 5 0,0 0-275,0-1 1,0 3-313,0-1 0,-2 7 0,-3-2-105,-7 4 0,-4 2 0,-1 2 1,0 4 112,-1 5 0,-1 7 0,-3 3 0,-1 4 108,2 2 1,7 3 0,4 5 0,3-1-83,3 1 1,2-2-1,4-4 1,4-5-80,5-5 1,12-1-1,7-3 1,1-3 12,-2-6 0,4-12 0,-6-6 0,0-3-11,-4-3 1,-3-1 0,-5-5-1,-3-3 203,-6 0 0,-4-4 0,-4 6 0,-4 0-52,-6-1 0,-11 9 0,-6 7 0,-4 2-131,-2 5 0,2 1 1,2 4-1,4 3-714,2 7 1,1 11 779,7 6 0,-1 4 0,1 2 0</inkml:trace>
  <inkml:trace contextRef="#ctx0" brushRef="#br0" timeOffset="11329">5814 1763 8398,'-2'-10'816,"-2"2"95,-2 1-494,1 5 1,5-4 0,0 12 25,0 5 1,0 13-1,0 7 1,0 7-101,0 9 0,-2 13 1,-2 10-1,-2 12-202,2 9 0,2 6 0,1-44 0,0 1 0,-1 0 0,0 0 32,0 2 0,-2-1 0,1-3 0,-1-1 0,-2 40 0,-6-8-107,-3-7 1,-3-18-1,3-7 1,-1-9-341,-1-9 0,7-11 0,-11-13 0,-1-1-161,3-4 0,-6-4 0,-1-4 1,-1-6-250,-4-5 1,-4-1 0,-2-13 0,1-2-55,3-2 0,4-4 0,-1-3 1,7-7-142,4-3 1,3-9 878,5 1 0,3-8 0,8 4 0</inkml:trace>
  <inkml:trace contextRef="#ctx0" brushRef="#br0" timeOffset="11563">5866 1466 9255,'-7'-10'2329,"5"1"-2724,-4 3-2288,4 4 2683,2-6 0,0 16 0,0 2 0</inkml:trace>
  <inkml:trace contextRef="#ctx0" brushRef="#br0" timeOffset="11896">6006 1955 10424,'12'-2'2106,"-1"-2"-1950,3-2 1,2-7 0,1 3 0,0-2-175,1 1 0,-1-1 0,-1-5 0,-2-3-154,-3-3 1,-7 4 0,2-5 0,-4 5-152,-2 1 0,-2 3 0,-4 1 1,-6 5 259,-3 1 1,-8 4-1,-3 10 1,1 5 81,0 5 1,2 11-1,5 6 1,3 8 240,3 3 0,4-3 0,8 4 0,2-2-104,4-5 1,6-7 0,11-3 0,6-5-427,4-8 1,8-5 0,1-10 0,3-4-496,4-7 0,-1-3 1,-3-13-1,-8 0-864,-6-1 1629,-10-1 0,4-13 0,-7-3 0</inkml:trace>
  <inkml:trace contextRef="#ctx0" brushRef="#br0" timeOffset="12196">6827 1780 8097,'0'-17'602,"0"-1"402,0 1 1,0-1-597,0 1 0,-2 1 0,-2 3 0,-4 3-348,-1 2 1,3 3 0,-6 5-1,-3 0-57,-7 0 0,3 7 0,-6 5 0,1 5-62,1 7 1,-6 3 0,8 8 0,3 0 166,5 0 0,3 0 1,-2 0-1,6-2 34,5-4 1,8 2 0,5-8 0,5-2-165,7-1 0,3-11 0,8-3 1,2-4-464,3-2 0,-5 0 0,2-2 1,-8-4 484,-3-5 0,-3-12 0,-6-5 0</inkml:trace>
  <inkml:trace contextRef="#ctx0" brushRef="#br0" timeOffset="12446">7351 1309 8097,'-12'-18'209,"3"1"0,-1-1 1340,0 1 0,4 1-1161,-5 5 1,7 5 0,-4 12 0,2 7-407,0 9 1,-1 11-1,3 9 1,-4 5-99,-2 7 1,6 6-1,-3 10 1,1 2-102,0 4 1,-2-2 0,4 5 0,-1-3-231,1-8 1,2-14 0,2-13 0,2-8-335,3-10 1,-1-4 0,6-19 281,-2-7 1,3-9-1,-5-7 499,-2-6 0,-2-12 0,-2-4 0</inkml:trace>
  <inkml:trace contextRef="#ctx0" brushRef="#br0" timeOffset="12613">6949 1693 8097,'10'0'2679,"0"0"-2007,-5 0 1,-1 0 0,8 0 0,3 0-478,7 0 1,5 0 0,8 0 0,0-2-778,0-4 1,0 2-1,0-7 1,0-1-3406,0 2 3987,-1-5 0,1 5 0,0-7 0</inkml:trace>
  <inkml:trace contextRef="#ctx0" brushRef="#br0" timeOffset="12930">7456 1920 13112,'17'0'148,"1"0"0,5-2 0,0-2 0,0-4-188,3-1 0,-7-1 0,4-5 0,-3-1-346,-3-3 1,1-3-1,-3 5 1,-3-1 7,-6 1 1,-4-1 0,-4 3-1,-6 3 198,-10 6 1,-1 4 0,-10 2 0,0 2 398,2 4 0,-4 10 1,5 11-1,1 4 232,0 6 1,4 2 0,9-4 0,6 1-111,4 5 1,2-6 0,4 2 0,6-8-478,7-4 0,14-9 0,2-10 0,8-4-436,4-2 1,-5-8 571,7-4 0,0-11 0,5-4 0</inkml:trace>
  <inkml:trace contextRef="#ctx0" brushRef="#br0" timeOffset="13832">8102 1955 8366,'10'8'3396,"-3"-6"-2895,1 5 1,-4-7-1,6-1-345,-3-5 0,-1-4 1,-8-7-142,-4-1 1,-3 3-1,-7 1 1,1 4-181,-3 2 0,5-3 1,-11 5-1,5 2-75,2 2 1,-7 8 0,1 4 0,4 3 163,5 7 1,0 1 0,9-2-1,1 3 110,2 1 0,4 0 0,4-7 0,5-4 135,5-7 0,9-3 0,2-2 0,2-2-107,0-3 0,0-11 1,4-9-1,-2-4-125,-1-8 0,-9 2 1,2-8-1,-3 1-52,-3-5 0,0-2 0,1 1 0,-3 1-114,-3-1 1,-2 5 0,-6 0 0,2 5 91,-3 3 1,1-2 0,0 14 567,2 1-324,0 11 1,-12 11 0,-2 13-1,-1 8 81,-5 9 1,-2 5 0,1 5 0,1 7 167,3 3 0,5 9 1,-4 1-1,2 0-290,5 0 0,1 0 0,4-4 0,3 1-254,7-7 0,3-5 0,5-12 0,3-6-2234,6-10 2422,4-7 0,2-18 0,0-1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6:51.81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280 540 12156,'0'-17'280,"0"0"0,0-1 0,0 1-158,0-1 0,-2 6 0,-4 1 0,-5-1-153,-5 2 1,-7 3 0,-2 9-1,-1 5-40,1 11 1,-6 7 0,4 10 0,0 2 97,4 4 1,5 1-1,6 7 1,7-3-38,3 3 0,4-8 0,3-4 0,9-8-156,7-4 1,8-8 0,10-7 0,2-4-354,-2-8 1,-2-6 0,-2-9 0,0-3-331,0-3 0,-8 2 0,-6-6 0,-5-1 849,-5 1 0,-7 6 0,4-12 0,-8 6 0</inkml:trace>
  <inkml:trace contextRef="#ctx0" brushRef="#br0" timeOffset="263">594 156 8285,'0'-17'-964,"0"-1"2634,0 1-495,0-1 1,-1 11-828,-5 7 1,4 15 0,-4 14 0,4 4-65,2 2 1,-6 10-1,0 5 1,2 7-67,3-1 1,1 4-1,0-2 1,0 0-520,0 3 0,0-9 1,0 0-1,0-11-554,0-10 1,7-8 0,5-11-60,3-6 0,3-8 0,-3-8 914,-3-7 0,11-12 0,-3 1 0</inkml:trace>
  <inkml:trace contextRef="#ctx0" brushRef="#br0" timeOffset="648">891 506 8518,'0'-18'727,"0"6"1,0 1 530,0-3 0,-5 4-556,-1-1-682,0 7 1,0 6 0,0 13 0,2 9 82,2 3 0,2-4 0,0 6 0,0 2-158,0 2 0,0 2 0,2 0 0,4-2-46,6-4 0,3-4 1,5-9-1,3-4 40,6-7 1,4-5 0,2-5 0,-2-9-15,-4-7 0,4-8 0,-6-10 0,0-2-6,-3 2 1,-7 2 0,-5 2 0,-6 1-64,-4-1 1,-2 7 0,-2 5-1,-4 4-137,-6 1 1,-1 7 0,-1 1-5,2 2 1,3 4 0,-3 10-461,6 6 0,4 5 1,2 5-1,0 1 745,0-2 0,16 6 0,3 1 0</inkml:trace>
  <inkml:trace contextRef="#ctx0" brushRef="#br0" timeOffset="1015">1695 383 11141,'-16'-17'2904,"3"1"-2707,1 5 1,8 1 0,-4 6 0,1-4-440,-5-1 0,2 5 0,-1-4 0,-3 2-53,-2 0 0,-1 0 1,0 6-1,-1 0-338,1 0 0,-1 8 0,1 4 435,-1 3 0,9 3 0,3 1 0,4 3 342,2 1 0,0 0 0,0-5 1,2 1 26,4 4 1,3-3 0,11 5-1,1-2-13,2 1 0,1 5 0,-7-6 1,-1 0-113,-5 2 1,3-3-1,-8 5 1,-3-2 42,-1-3 1,-2-3-1,0-2-87,0 1 0,-7-3 1,-5-3-1,-4-6-266,-1-4 1,-6-4-1,-1-4 1,3-6-312,2-3 1,3-8-1,3-1 1,3 3-1422,2 2 1996,2 1 0,6 1 0,0-1 0</inkml:trace>
  <inkml:trace contextRef="#ctx0" brushRef="#br0" timeOffset="1331">2027 51 8205,'0'-17'1064,"0"0"-785,-8 7 1,6 4 0,-4 14 33,4 9 1,0 3-1,-2 9 1,-2 4 13,3 6 1,-1 5 0,0 9 0,-2-1-127,2 0 1,2 1 0,2-3 0,-2-1-326,-4-3 0,4-7 1,-3 0-1,3-6-470,2-4 0,6-14 1,1 1-280,3-6 1,2-6-1,3-10-1620,-3-6 2493,-4-3 0,-8-3 0,0 1 0</inkml:trace>
  <inkml:trace contextRef="#ctx0" brushRef="#br0" timeOffset="1496">1800 488 8205,'11'0'1086,"1"0"1,-6-2-753,5-4 1,1 2 0,5-5 0,3 1-275,3 4 1,-2-4 0,9 2 0,2 1-797,7-3 1,-2 6 0,6-6 0,-2 2 735,-1 1 0,9-17 0,-4 3 0</inkml:trace>
  <inkml:trace contextRef="#ctx0" brushRef="#br0" timeOffset="1863">2393 523 9746,'12'0'664,"0"-2"1,1-4-776,3-5 0,1 1 0,3-4 0,1-3-145,2-5 1,0-1 0,-5 6 0,-3-1 168,-3 1 0,-4-1 209,-8 1 0,-8 1 0,-5 5 0,-7 7-66,-3 8 0,-8 7 1,2 11-1,-2 3 160,2 2 1,3 2 0,9 6-1,-1 0 58,1 0 1,7 0 0,4 0 0,6-2-142,6-4 0,10 2 0,9-8 1,4-3-357,8-7 1,0-5 0,7-8 0,1 0-375,0 0 1,-7-8 0,3-3 0,-4-7-45,-2-5 0,-6 2 1,-4-9-1,-3 1 641,-7 2 0,-9-6 0,2 6 0</inkml:trace>
  <inkml:trace contextRef="#ctx0" brushRef="#br0" timeOffset="2213">3005 401 8130,'0'-12'1165,"-2"2"254,-4 3 1,2 1-1005,-8 6 1,8 9-1,-1 7 1,3 7-218,2 4 0,0 3 0,0 5 0,0-1-11,0 1 1,0-6 0,0-1 0,0-3-93,0-4 0,0-1 0,0-3-193,0 1 1,0-11 0,0-7 10,0-9 0,5-7 0,1-1 0,-2-3-83,-2-3 1,-2 4 0,0-7 0,0 3 69,0 0 1,0-3 0,0 5-1,0-2-58,0 2 0,2 1 0,2 3 0,4-1-75,1 1 1,-3-1 0,6 1-1,3 1-55,7 5 0,-1-3 0,6 6 0,0 1-84,1-1 0,1 2 0,4 6 0,-2 0 372,-2 0 0,-8-8 0,4-2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6:49.62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367 260 8200,'0'-17'292,"0"-1"1,0 1 248,0-1 0,0 7 0,0-1 0,0-1-14,0-3 1,0-1 0,-2-1-272,-4 1 0,2-1 1,-7 1-231,-3-1 1,-7 7 0,-3 1 0,1 2-106,-2 4 1,0 4 0,-6 6-1,3 6-32,3 3 0,2 3 0,5 1 0,1 2 105,-1 3 0,9-1 0,3-4 0,4 3 88,2 1 1,8 2-1,3-3 1,7 3-61,5 2 1,-3-4 0,5 6 0,-2 2 7,0 2 1,-1 0 0,-11-1 0,-5-3 74,-4 2 0,4 0 0,0-2 1,-4-6 62,-6-3 0,-6-5 0,-7-3 1,-3-7-248,-3-3 1,2-4 0,-7-5 0,3-9-256,4-5 0,-2-10 1,3 2-1,7-2-711,3 2 0,4-2 0,6 5 1045,0-1 0,8 6 0,2-4 0</inkml:trace>
  <inkml:trace contextRef="#ctx0" brushRef="#br0" timeOffset="1019">646 417 8459,'0'-17'764,"0"5"0,0 1-228,0-3 0,0 4-104,0-1 0,0-1-201,0-5 1,2 5 0,2 0-159,2-1 1,0 3 0,-8 0-185,-4 3 0,-4-5 0,-7 6 1,-1 2-53,1 2 0,-3 2 1,-1 2-1,-2 4 112,1 6 0,-3 3 0,2 5 0,4 1 125,5 2 0,0 8 1,9-3-1,1 1 42,2 0 1,2-2-1,0 2 0,2-6-37,3-3 0,7-5 0,9-3 0,5-6-44,1-4 0,2-2 0,4-4 1,-2-6-104,-2-7 0,-2-11 1,2 3-1,-5-2-67,-5-4 0,-3 4 1,-3-2-1,-3 0 8,-2 1 1,-3-3 0,-5 8 290,0 2 0,-1 7 0,-5 4-233,-6 3 1,2 9-1,-1 9 1,-1 7 206,2 5 0,3 4 1,7 8-1,0-2 12,0-4 0,0 4 0,0-4 0,2 2-108,3-2 0,11-3 1,9-11-1,0-1-13,1-3 1,5-7-1,-2 2 1,4-6-53,2-6 0,0-11 0,0-10 0,-3-2-40,-2 0 0,-5 5 1,-8-5-1,1 0-67,-1 2 0,-1-4 1,-3 8-1,-3 1-363,-2 3 1,-2 7-1,-4 0 147,3-1 311,-3 5 0,6 2 1,-8 12-1,0 6 204,0 3 1,0 9 0,0 1 0,0 2 266,0 4 0,0 2 1,0 2-1,2 0-127,4 0 1,-4 0 0,6-2 0,-1-4-211,5-6 0,-2-5 0,1-7 1,3-5-62,1-4 0,3-12 0,-1-5 0,1-9-134,-1-3 0,1-2 0,-1-6 0,1 0-136,-1 0 1,-5 2-1,-1 2 1,1 4 74,-2 2 0,3 2 0,-7 5 0,0 1-26,2-1-9,-6 9 0,5 3 1,-7 12 262,0 5 0,0 11 1,0 1-1,0 0 183,0 2 0,0 1 0,0 5 0,0-4-33,0-2 0,0 0 0,0-3 0,0 1-155,0-2 0,2-9-83,4-6 1,4-4-1,9-6 1,3-6-205,1-7 0,0-7 0,-5 1 1,-1-4 28,1 0 1,-1 0 0,1 5-1,-1-1 59,0 2 1,-1 1-1,-2 3 1,-3-1-148,3 1 1,-4-1 405,1 1-112,-7 7 1,4 4 0,-8 12 0,0 6 134,0 3 1,0 3 0,0 1 0,0 4 98,0 7 1,0-5 0,0-2 0,2-2-397,4 3 1,-5-5 0,7 2 0,-2-5-1063,0-4 0,2-3 1,-3 3 1209,7-6 0,11-4 0,5-2 0</inkml:trace>
  <inkml:trace contextRef="#ctx0" brushRef="#br0" timeOffset="1369">2096 313 11299,'17'-2'573,"1"-2"-442,-1-2 1,1-6 0,1 5 0,2-3 6,3-4 1,5-1 0,-6-3-1,-2-1-474,-1-4 1,-5 3 0,-3-3 134,-6 4 0,-4 1 0,-4 3 204,-4 3 0,-10 4 0,-9 10 0,-2 6 268,-4 9 0,4 9 1,0 9-1,1-1 63,5 1 1,8 6 0,3 0-1,2-2-132,4-2 0,10 1 0,8-1 0,7-6-524,8-4 0,12-9 0,7-8 0,9-5-488,7-7 0,2-7 810,-2-15 0,4-10 0,-6-11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6:47.99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342 0 8762,'10'0'1234,"-4"4"1,-10 6 0,-2 9-833,2 6 0,-3 6 0,-1 12 0,0 7-243,0 7 1,2 14 0,4-1 0,-1 4-286,-3 4 1,0-7-1,6 3 1,0-10-508,0-11 1,0-11 0,0-13-138,0-5 1,8-13 0,1-7 16,1-8 0,4-11 1,-8-8-1,-3-1 753,-1-1 0,-2-2 0,0-8 0</inkml:trace>
  <inkml:trace contextRef="#ctx0" brushRef="#br0" timeOffset="183">45 506 8228,'-11'-5'1272,"-1"-1"1,6-2 339,-5 2-1250,7 4 0,4-5 0,13 7 0,9 0-113,7 0 1,6 0 0,4 0-1,3 0-628,3 0 1,0-8 0,3-4 0,-1-3-429,1-3 0,3-5 0,-1-2 0,-1-3 807,-3-3 0,-7-2 0,4-1 0</inkml:trace>
  <inkml:trace contextRef="#ctx0" brushRef="#br0" timeOffset="635">762 227 8128,'-2'-17'18,"-4"-1"0,4 6 1,-4 1-1,2-3 697,-2-1 0,4 3 1,-3 0-47,3-1 0,2 3-431,0-1 1,0 9 0,0 2 0,0 9-104,0 7 0,-2 9 1,-2 4-1,-4 6 95,-2 6 1,6 3-1,-1 9 1,3-1-36,2 1 1,0 5 0,0 0 0,0-4-61,0-5 0,0-6 0,2-8 0,1-3-196,3-2 1,8-13-1,-2-11 1,3-4-81,3-2 1,-1-14 0,0-5-1,3-6-50,3-6 0,-3-8 1,3-2-1,-4 0-55,-1-1 0,-1 7 1,1-2-1,-1 8-129,1 3 1,-3 1 0,-1 6 141,-3 1 0,-5 7 227,6 17 1,-8 9 0,1 10 0,-3 2 317,-2 4 0,-5-3 1,-1 1-1,2 2-106,2 2 0,2 0 0,0-4 0,0-4-242,0 0 0,2-5 0,4 1-342,5-7 0,7-1 0,3-7 0,2-4-163,-1-6 1,3 0-1,0-7 1,0-3-106,1-1 1,-3-3-1,-6 1 1,-1-1 645,-4 1 0,3-1 0,-5-7 0,7-2 0</inkml:trace>
  <inkml:trace contextRef="#ctx0" brushRef="#br0" timeOffset="900">1320 541 10104,'2'10'867,"4"-4"1,-2-4 0,8-2-700,1 0 0,3-2 1,1-4-178,1-6 1,-1-3-1,-1-3 1,-3 1-153,-1 0 1,-8-1 0,2 1-79,-4-1 1,-4 3-1,-4 3 160,-6 6 1,-3 6 0,-5 6 0,1 6 308,1 3 0,-3 10 0,9 4 0,-1 4 16,1 2 1,4 0-1,8 0 1,0 0-83,0 0 0,10-8 1,8-5-1,9-9-746,6-7 0,7-4 0,3-4 582,2-4 0,9-3 0,8-9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6:46.77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346 189 8235,'8'-25'-4,"-6"5"1,3-3 0,-1 4 108,2 1 0,-4 1 0,4-1 1,-4 1 1541,-2-1-1081,8 9 1,-6 5-246,3 15 1,-9 5 0,-3 17-1,-1 6-31,0 3 0,-3 5 0,3 7 0,0 5-175,0 5 0,-3-2 0,5 0 0,2-2-139,2-4 1,-4 4 0,0-1 0,2-5-362,2-6 0,2-7 0,2-12-643,4-5 0,-2-15 1,6-11-1659,-2-13 2686,-3-10 0,3-10 0,2 0 0</inkml:trace>
  <inkml:trace contextRef="#ctx0" brushRef="#br0" timeOffset="197">32 591 8235,'-12'-2'1138,"0"-4"0,8 2 0,0-6 0,8 1-859,8-1 1,5 4-1,7-5 1,5-1-336,4 2 1,2-3 0,2 5 0,1-2-530,3-3 0,0 5 0,-4 0 0,2 2-2650,1 0 3235,-7-7 0,8 3 0,-4-7 0</inkml:trace>
  <inkml:trace contextRef="#ctx0" brushRef="#br0" timeOffset="567">730 608 11720,'6'-11'361,"0"-1"0,0 6 0,-6-6-121,0-1 0,0 3 0,-2 0-275,-4 3 1,2 1 0,-8 6 0,-1 0-117,-3 0 1,-1 8-1,-1 3 1,1 5 51,-1 1 0,7 8 0,1 3 1,0 1 68,1 0 0,5-2 0,0 4 0,8-4 49,7-2 1,7-3-1,5-11 1,6-5-33,4-4 1,2-4 0,-2-4-1,-2-7-38,-2-8 1,-7-7 0,1-7 0,-6-1-98,-5-5 1,-4 4 0,-8-2 0,-2 6 44,-4 4 1,-6 4 0,-11 0 0,-6 9-121,-4 6 0,-2 5 0,2 8 0,2 9-133,2 11 1,9 8 0,3 6 355,9 4 0,-1 4 0,-1 7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9:37.52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350 297 8180,'-6'-18'1007,"0"1"0,-2 7-651,2 4 0,4 12 1,-5 8-1,1 9-16,0 12 1,0 4 0,4 11-1,-2 5-265,-2-1 0,1 6 0,5-4 1,0-5-131,0-8 0,0-7 0,0-3 0,0-3-1288,0-7 503,0-12 0,5-11 1,1-11 839,-2-5 0,-2-9 0,-2-2 0</inkml:trace>
  <inkml:trace contextRef="#ctx0" brushRef="#br0" timeOffset="317">53 245 8405,'0'-18'635,"0"1"1,0 5 0,0 0-42,0-1 1,7-1 0,5 1 0,5 1-402,7-2 0,5-1 0,14-3 0,7 3-86,6 3 1,10 4-1,-4 8 1,2 2-66,0 4 0,-7 6 0,-1 11 0,-9 8-193,-13 8 0,-8 11 0,-15 12 1,-5 4 56,-4 6 1,-17 2 0,-9-4 0,-9 2 93,-7 3 0,-5-5 1,-7 0-1,-1-10 157,1-5 0,-1-3 1,-1 0-1,0-1-60,1-5 1,-3-11 0,11-11-1,3-5-299,7-2 1,8-7 0,11-6 0,3-8-351,1-8 0,8-5 1,-2-6 551,4-6 0,10-4 0,2-2 0</inkml:trace>
  <inkml:trace contextRef="#ctx0" brushRef="#br0" timeOffset="631">1153 559 8153,'-12'0'970,"1"0"1,1 2-1,-4 4 1,5 7-471,1 9 1,-4 5 0,4 8 0,1 2-361,-1 3 1,2-1-1,4 6 1,-2-5-405,-2-7 0,1 0 1,5-9-1,2-5-811,3-5 0,5-7 0,8-10 1075,-1-9 0,0-7 0,1-16 0</inkml:trace>
  <inkml:trace contextRef="#ctx0" brushRef="#br0" timeOffset="798">1153 192 8913,'-8'-17'2348,"6"-1"-2237,-4 1 0,6 7-111,6 4 0,12-4 0,9 1 0</inkml:trace>
  <inkml:trace contextRef="#ctx0" brushRef="#br0" timeOffset="1431">1537 629 8533,'0'-18'2604,"0"7"-1976,0-1 1,0 10 0,0 2-189,0 10 1,0 5 0,0 7 0,0 5-351,0 8 1,0 4-1,0-5 1,0 1-157,0 0 1,0-6 0,0-1 0,2-3-185,4-4 0,-2-9 0,7-8-6,3-8 1,1-8 0,1-9 0,-2-4 11,-3-3 0,1-3 1,5-7-1,1-3-27,-1 2 0,7 2 0,-1 4 1,-2 2 96,-1 2 0,3 2 1,0 0-1,-2 7 234,-1 7 1,-3 9-1,-1 0 151,-4 8 0,-5 13 0,-7 12 1,0 6 220,0 6 0,0 2 0,0 5 0,-2-3-74,-3-2 1,1-3 0,-6-7-1,2-4-108,4-5 0,2-5-235,2-1 0,2-11 0,4-7 0,6-11-263,3-11 1,9-5 0,-1-10 0,0-2 25,2-1 0,-3-1 1,5 6-1,0 0 28,0 0 1,-5-4-1,1 3 1,-4 4-156,-1 5 0,-3 10 0,-1 5 105,-3-1 1,-7 7 0,2 6 241,-4 9 0,-2 9 0,0 3 0,0 5 403,0 1 1,0 2 0,0 8-1,0 1-141,0 3 1,0-6 0,0-6 0,0 0-445,0-1 1,2 1 0,2-10 0,4-5-485,1-5 1,5-3-1,7-8-1488,3-4 2156,-1-3 0,2-17 0,2-1 0</inkml:trace>
  <inkml:trace contextRef="#ctx0" brushRef="#br0" timeOffset="1797">2655 716 8054,'0'-12'1067,"0"1"-818,0-3 0,8 6 0,3 1 0,5 1 116,1 0 0,3-2 0,3 4 0,4-1-391,0 1 1,6-4-1,-6 0 1,2-2-191,1-3 1,-11 3 0,0-1-1,-7-3-141,-4-2 0,-2-1 0,-8-1 249,-4 1 1,-10 1 0,-9 5 0,-2 5 273,-4 4 0,0 2 1,0 0-1,2 4 11,-2 8 1,3-1-1,1 14 1,4 1 106,7 3 0,7 4 1,9 4-1,0 1-50,0 3 1,4 0 0,5-8-1,11-2-182,5-2 0,6-9 1,8-1-1,4-7-232,1-5 1,-3-1-1,4-8 1,-3-4-281,-3-5 1,-4-7 0,-6-3 0,-6-4-1532,-3-2 1991,-3-3 0,1-4 0,-1-1 0</inkml:trace>
  <inkml:trace contextRef="#ctx0" brushRef="#br0" timeOffset="2197">3388 454 8270,'0'-17'1671,"0"-1"-234,0 1 1,-2 7-1323,-3 4 0,3 6 0,-6 8 0,2 9-105,0 11 1,-5 5 0,5 3 0,0 3-21,-2 2 0,6 6 1,-4-7-1,4-1-74,2-2 0,0-4 0,0-4 1,2-6 31,4-3 0,6-11 0,9-3 0,4-6-14,3-6 1,-5-5 0,4-12-1,0-7-80,0-3 0,-3-3 0,3-1 0,-2 0 16,-4 4 1,-1 2 0,-5-2 0,-1 2-275,-2 2 1,-9 7 0,3-1-387,-4 4 751,-2 9 1,0 10-1,-2 12 1,-2 5 415,-1 6 1,-1 3-1,6 5 1,0-2 23,0 2 0,0 2 1,0 0-1,2-2-194,3-2 1,5-8 0,8 2-1,-1-3-507,1-3 1,1-7 0,2-4 0,5-6-513,1-6 0,2-4 1,6-9 811,0-4 0,0-4 0,0-8 0</inkml:trace>
  <inkml:trace contextRef="#ctx0" brushRef="#br0" timeOffset="2581">4611 367 8118,'0'-18'183,"-2"1"0,-2-1 472,-2 1 1,-7 1 0,1 5 0,-4 5-437,-1 4 1,-1-4-1,1 0 1,0 2-228,-1 3 0,-5 6 1,-2 3-1,-1 2-97,1 3 0,2 3 0,5 1 0,1 1 103,-1-1 0,9 1 1,3-1-1,4 1 180,2-1 1,0-5 0,0-1 0,0 3 49,0 2 1,10-5-1,5 1 1,7-1-192,-1-1 0,0 6 0,1-7 1,1 3-308,-2 0 0,-1-1 1,-3 7 105,1-1 0,-9 1 1,-3 1-1,-4 2 93,-2 3 1,-8-1 0,-3-5 0,-7-1-47,-5 0 0,1-1 0,-5-2 0,0-5-204,0-1 1,6-2-1,-3-8 1,5-2-1354,1-2 1674,1-7 0,0-5 0,-1-9 0</inkml:trace>
  <inkml:trace contextRef="#ctx0" brushRef="#br0" timeOffset="2847">4978 402 8101,'-10'0'1308,"-6"0"0,9 13 0,-5 7 0,4 3-1193,0 2 1,4 6 0,-5-2 0,1 4-492,4 2 0,2-2 1,2-4-1,0-5-2047,0-5 2423,0-1 0,8-1 0,2 0 0</inkml:trace>
  <inkml:trace contextRef="#ctx0" brushRef="#br0" timeOffset="2997">5100 35 8101,'-10'-2'745,"2"-2"1730,1-2 1,5-1-1567,-4 1-909,4 4 0,2-6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9:36.35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1 375 8323,'0'-17'-70,"0"0"1,1 1 0,3 2-178,2 3 1,2-1 0,-4-5-1,2-1 606,-2 1 0,-1 5 0,1 0 0,4-1 180,2-3 0,-6-1 1,3 1 270,1 5 0,-4-5 551,8 5-952,-8 3 0,3 8 0,-7 11 0,0 5 102,0 1 0,0 9 0,0 3 0,0 4-388,0 2 1,-5-2 0,-1-2 0,2-2-61,2 2 0,2-6 1,2-2-1,2-3-229,2-3 0,13-5 0,0-2 0,7-3-214,5-3 0,2-2 0,2-4 1,1-4-73,5-5 0,-4 1 1,2 0-1,-6 1-216,-4-1 1,-8 4 0,3-4 0,-5 3 667,-2 3 0,1-14 0,-1-1 0</inkml:trace>
  <inkml:trace contextRef="#ctx0" brushRef="#br0" timeOffset="234">490 44 8209,'0'-18'1636,"0"7"-557,0-1 0,0 10-707,0 2 1,0 10 0,0 13 0,-2 8-72,-4 8 0,2 7 0,-6 15 0,0 6-240,1 7 1,3 4-1,-4-4 1,1 1-490,-1-1 0,6-4 0,-2-8 0,4-12-2596,2-13 3024,0-10 0,8-9 0,2-1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9:35.39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36 193 8107,'-12'0'1523,"0"0"269,8 0-779,-3 0 0,9-8-541,3-3 0,5-3 0,6 0 1,-3 3-227,-1-3 1,0 4 0,5-1 0,2-3-275,5-1 1,-5-1 0,6 3 0,-1 1-236,-1-2 0,8 7 0,-2 1 0,2 4-154,-2 2 1,2 4 0,-7 5-1,-5 9 355,-5 1 0,-7 8 0,-7 3 0,-2 4 232,-3 7 1,-7 4 0,-11 5 0,-7-1 85,-2-3 0,-3-1 0,0 4 0,-2-5-15,-4-1 1,10-2 0,-2-6 0,6-2 23,5-4 0,3-4-270,2-8 1,9-7 0,8-4 0,11-4-44,11-2 0,-1 0 0,8 0 0,4-2-36,6-4 0,0-2 1,4-5-1,-3 3-104,-1 2 0,-12 0 1,8 5-1,-2-3-278,0 2 1,0 2 0,-4 2-1,-5 0 466,-5 0 0,-2 8 0,1 1 0</inkml:trace>
  <inkml:trace contextRef="#ctx0" brushRef="#br0" timeOffset="283">961 682 6864,'0'-10'1695,"0"2"-1695,0 8 0,0-7 0,0-3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9:44.79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1 507 8362,'9'-7'901,"-1"3"21,-8-8 1,2 8 437,4-2 1,-4 6-772,4 6 0,-5 10 1,-1 9-1,0 2-94,0 4 0,6 2 0,0 2 0,-2 0-302,-2 0 1,-2 0 0,0-2 0,0-4-69,0-6 0,0-3 1,0-3 170,0 1 0,0-11 0,0-7-619,0-9 1,0-15 0,0-5 0,0-4 62,0-2 1,6-5 0,0-1 0,-3 2-98,-1 2 0,6 8 0,2 0 0,2-2-129,-1-2 1,7 6-1,7 3 1,2 5-47,4 2 0,2 1 1,2 2-1,2 5-58,4 1 1,-5 2 0,7 6 0,-2 0-768,0 0 1,3 0 1356,-9 0 0,4 0 0,-12 0 0</inkml:trace>
  <inkml:trace contextRef="#ctx0" brushRef="#br0" timeOffset="366">524 647 12329,'8'10'541,"4"-4"1,3-5 0,5-1-1,3 0-224,6 0 1,4 0 0,2 0 0,0-1-57,0-5 0,-2 2 1,-2-8-1,-4-1-228,-2-3 0,-1 4 1,-7 1-1,-1-3-385,-5-1 1,-3-3 0,-8 1-1,-2 1-232,-4 5 0,-5-3 1,-13 8-1,-5 2-42,-4 2 1,-4 2-1,-1 0 1,-3 4 386,2 8 0,8 0 0,4 13 0,0 0 626,0 4 0,11 4 0,0 2 1,7 0 30,5 0 0,4-6 1,8-2-1,11-2-214,14-3 1,4-5 0,9-5-1,3-6-649,1-4 1,3-2-1,-1 0 1,1-2-1124,-1-4 0,-5-10 1568,-1-7 0,1-8 0,5 4 0</inkml:trace>
  <inkml:trace contextRef="#ctx0" brushRef="#br0" timeOffset="919">1607 612 8140,'0'-12'1526,"0"1"0,0 5 1,0-6-1255,0-1 1,0 3 0,-2 0 0,-4 3-231,-5 3 1,-1-4-1,-3 2 1,-5 2-108,1 2 1,-1 2-1,1 0 1,-2 2-77,-3 4 1,-5 10-1,6 9 1,2 2 121,1 4 0,5 2 0,3 2 0,6 0-2,4 0 1,4-6 0,4-2 0,8-4-81,7-7 0,6-6 0,10-10 0,2-2-48,2-4 0,-1-10 0,-5-9 1,0-2 44,0-4 1,-2-2 0,-2-4 0,-4-2 201,-1-2 0,-3-7 0,-6 1 0,1-5 38,-1-6 1,1 3-1,-3-3 1,-3 6-59,-6 5 1,2 6-1,-3 12 1,-1 6-137,-2 4 0,-4 11 47,-4 8 1,3 10 0,-9 13-1,-2 6 85,-1 4 0,-3 10 0,1 3 0,-1 7 303,1 5 1,1-4-1,3 4 1,3-3-296,2-3 1,3 2 0,5 1-1,0-1-354,0-3 1,13-16 0,5-2 0,3-6-648,4-6 0,-4-9 1,9-7-1,1-5-730,2-5 0,-4-7 1649,0-11 0,-8-4 0,4-8 0</inkml:trace>
  <inkml:trace contextRef="#ctx0" brushRef="#br0" timeOffset="1286">2376 507 8176,'0'-17'1473,"0"-1"-830,0 1 0,0 5-297,0 1-435,0 7 1,-8 10-1,-4 11 426,-3 2 1,-3 9 0,3 1-1,1 4 158,3 2 1,5 0-1,-4-1 1,2 1-94,4 0 1,4-2-1,6-2 1,8-5-256,7-7 0,6 0 0,8-13 0,0-2-276,0-2 0,0-10 0,0-5 0,0-9-232,0-7 0,-8-4 0,-4-4 1,-3-1 78,-3-3 1,-7 0 0,-4 6 0,-4 2-137,-2 4 0,0-2 0,-2 10 0,-2 3-6,-2 5 0,-8 9 1,5 0-268,-1 8 0,0 5 1,6 11-1,-1 1 691,1 2 0,4 3 0,5-3 0,5-4 0,8 7 0</inkml:trace>
  <inkml:trace contextRef="#ctx0" brushRef="#br0" timeOffset="1852">3249 525 12375,'0'-12'939,"0"0"0,-2 9-1006,-4-3 1,-4 4 0,-7 2 0,-2 0 83,-5 0 0,3 8 0,-6 5 0,0 7 204,-1 3 0,7 10 0,-2 0 0,5 6-84,7-1 0,3 5 0,8-2 0,2-4-243,4-6 0,9-2 0,10-12 0,3-7-211,3-6 1,7-4 0,3-2 0,0-6-225,2-9 0,-6-6 0,5-9 0,-1 1 250,0-5 0,-1 6 0,-7-4 0,-1 1 217,-3 0 1,0-2 0,4 2 0,-4 2-7,-6 1 0,-3 3 0,-3-4 0,0 2 55,1-2 1,-1-2 0,-1-2 0,-3 0 56,-1 0 0,-8-2 0,2 1 1,-4-1 139,-2 4 1,0 9-1,0 1 1,0 4 127,0 1 1,-8 9-1,-4 3-102,-3 4 0,3 10 0,1 5 0,-3 9 2,-2 7 1,-1 4 0,1 2-1,3 1 212,1 5 0,3 4 0,-3 9 0,4 2 24,0 3 1,6 1 0,-3-2 0,3 4-266,2 0 0,2-2 0,1-7 0,5-1-460,2 1 0,4-15 0,7-7 1,2-7-378,-2-9 0,-1-9 1,-3-2-1,1-8-376,-1-8 0,-7-9 0,-2-4 0,-2-2 1042,-1-4 0,-7-10 0,-7-4 0</inkml:trace>
  <inkml:trace contextRef="#ctx0" brushRef="#br0" timeOffset="2033">3511 455 8176,'12'-12'3249,"-1"3"-2556,3 1 1,1 0 0,3 4 0,1-4-495,4-1 1,-1 3-1,7-6 1,4 1-1000,6 1 1,-2-4-1,5 7 1,-1-1 799,0 0 0,7-6 0,-3 5 0</inkml:trace>
  <inkml:trace contextRef="#ctx0" brushRef="#br0" timeOffset="2286">4349 507 8053,'0'-17'1339,"-2"7"1,-2 6 0,-3 8-1099,-3 8 0,6 9 1,-2 4-1,4 1-274,2-1 1,0 4 0,0-6-1,0-1-509,0-3 1,0-2-1,0 1-2795,0-1 3337,0-7 0,8-2 0,2-8 0</inkml:trace>
  <inkml:trace contextRef="#ctx0" brushRef="#br0" timeOffset="2450">4471 210 7980,'0'-17'0,"-2"1"0,-1 3 3754,-3 1-4591,0 8 0,8-2-2549,4 12 3386,-4-4 0,13 14 0,-5-7 0</inkml:trace>
  <inkml:trace contextRef="#ctx0" brushRef="#br0" timeOffset="2885">5118 577 7996,'5'-17'6,"1"-1"197,-2 1 1,-2 5-1,-4 2 403,-4 3 0,-3-5 0,-9 6 0,1 2-282,-1 2 1,-5 2-1,-2 2 1,-1 4-183,1 6 0,0 3 1,4 5-1,-3 1 165,3 2 0,2 8 1,1-2-1,3 6-18,3 6 1,-2-2 0,9 6 0,1-5-329,2-7 0,11 0 0,7-7 0,7-3-185,4-4 1,3-5 0,6-14-1,3-4-385,2-8 0,6-7 0,-7-16 1,-1-2 215,-2-4 1,-10 3 0,-4-9 0,-5 0 362,-6 3 1,-5-5 0,-11 9 0,-7 3 139,-13 6 0,-14 5 0,-9 11 0,-3 3 97,-3 6 0,1 14 0,-2 10 0,-1 9-128,3 6 0,5 9 1,18 3-1,6 2-635,3-1 1,11-1-1,5 1 1,8-7 94,7-8 1,15-7-1,7-11 1,5-3 460,1-2 0,6-10 0,-1-8 0</inkml:trace>
  <inkml:trace contextRef="#ctx0" brushRef="#br0" timeOffset="3235">5572 490 11174,'-2'-8'1983,"-4"10"-1666,-6 14 0,3 3 0,-3 10 0,0 2-256,3 2 1,1 2 0,8 0 0,0 0 6,0 0 0,0-8 0,0-4 1,2-3-181,4-3 0,3-7 0,9-4 0,1-4-199,4-2 0,-1-2 0,7-6 1,0-8 53,-2-5 1,6-8 0,-6 4-1,2-1 48,1 1 1,-9-4 0,2 6-1,-3 1 200,-3 3 1,-7 7 0,-3 3 82,1 1 1,-8 2-1,2 8 1,-8 6 126,-3 9 1,-1 3 0,-2 7 0,6 0-273,5 0 1,2-3 0,7 3 0,10-2-479,9-4 0,21-3 0,11-7 549,7-5 0,19-4 0,4-2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9:41.39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350 670 8250,'0'-18'315,"5"7"422,1-1 1,2 0-228,-2-5 1,-4-1-1,4 1-247,-5 0 0,-1 5 1,-1 0-106,-5-1 0,-4 5 0,-7 2 1,-3 4-269,-3 2 0,-4 8 0,-8 4 0,0 3-117,0 3 0,2 5 0,2 2 0,4 2 94,1 4 0,3 2 0,8 2 0,3-2 152,6-4 0,4 2 0,6-7 0,6-3 97,7-2 1,10-3 0,-1-4-1,1-7 84,4-3 1,0-2-1,0-2 1,-4-5-144,-2-11 1,5 1 0,-7-9 0,-4 1-101,-5-4 0,-1-2 0,-7 0 0,-2 2-217,-2-2 1,-4 6-1,-4-1 1,-7 5-287,-9 4 1,1-3-1,-8 14 1,0 2-1642,2 3 2187,-6 8 0,5 11 0,-6 9 0</inkml:trace>
  <inkml:trace contextRef="#ctx0" brushRef="#br0" timeOffset="433">716 513 11374,'0'17'469,"0"1"1,-2 1-1,-2 4-315,-1 6 1,-7 6 0,6 4 0,0 2-339,-1-2 1,5-4 0,-2-6 0,8-6-12,7-4 0,5-9 1,3-4-1,5-8-46,5-10 0,9-3 0,3-18 1,-2-4 169,-2 0 1,-2 0 0,-2 2-1,-4 0 224,-6 0 0,-3 2 0,-5 4 1,-3 6 254,-6 4 1,1 7-320,-1 0 0,-6 10 0,-8 2 0,1 12-204,-1 9 1,-4 7 0,4 6 0,1 3-67,-1 4 0,2-4 0,8 6 1,2-3-120,2 1 1,13-2-1,1-8 1,5-4-100,6-2 1,2-9 0,4-10 0,2-4-207,1-2 0,7-8 605,-6-4 0,7-11 0,-3-4 0</inkml:trace>
  <inkml:trace contextRef="#ctx0" brushRef="#br0" timeOffset="900">2009 635 8170,'0'-18'185,"0"1"292,0-1 0,0 1 0,0 0 628,0-1 0,5 6-1060,1 1 1,-2 5 0,-10-4-154,-5 3 0,-5 1 1,-3 6-1,-3 0 6,-1 0 0,-8 0 0,2 2 0,-2 3 148,2 7 1,-4 9-1,4 5 1,-2-1 109,2 0 0,3 6 0,9-2 1,-1 4-21,1 2 1,7 0 0,4 0 0,5-2-141,1-4 1,7-4 0,7-9 0,7-4-169,8-7 1,4-3 0,2-4 0,0-5-28,0-11 0,0 1 1,-2-9-1,-4 3 142,-6 0 0,-3-6 1,-3 5-1,-1 3 142,-5 2 1,-1 1 0,-6 1 46,2-1 1,-2 9-1,-10 3 1,-4 6-114,1 6 0,-7 5 1,6 13-1,1 3-242,3 0 0,4 6 1,2-6-1,0 2-58,0 0 0,8-7 0,5 1 0,7-4-174,3-1 0,8-9 0,0-3 1,6-4 454,4-2 0,-1-8 0,-5-1 0</inkml:trace>
  <inkml:trace contextRef="#ctx0" brushRef="#br0" timeOffset="1450">2480 757 8579,'18'-2'608,"-1"-4"1,3-1 0,3-9 0,6 1-437,4-5 1,10-9 0,3-2 0,5-6-244,1-4 1,-7-7 0,-5 1 0,-3-3-9,-2-3 0,-8 1 0,-5 0 1,-9 1 33,-7 5 1,-4 5-1,-4 10 1,-4 6 186,-5 5 0,-5 7 0,-3 13 0,-5 2-97,-5 3 0,2 13 1,-2 13-1,0 8 56,2 7 0,0 1 0,5 3 0,-1 5 34,2-1 1,7 8-1,4 0 1,3 2-38,3 0 1,4-2-1,6 0 1,7-9-159,8-11 0,7-7 0,7-7 0,-1-11-23,1-9 0,0-6 0,0-4 0,0-6-187,0-9 0,0-9 0,0-9 0,-2 1-53,-4-1 1,4 0-1,-4 0 1,2 0 145,-2 0 0,2 2 0,-7 2 0,-3 6 156,-2 5 1,-1-5 0,-1 13 0,1 5 28,-1 3 1,-5 4 159,0 0 0,-3 7 1,3 5-1,-6 4 287,-4 1 1,-2 6 0,0 3 0,2 1-34,3 4 1,-3-4 0,4 0 0,-2 0-251,2 0 1,-4-5-1,6-1 1,-3-5-815,1-5 0,8-1-472,-3 2 0,5-5-470,1-7 1,-5 0 1583,0 0 0,-8 8 0,3 2 0</inkml:trace>
  <inkml:trace contextRef="#ctx0" brushRef="#br0" timeOffset="1683">3633 146 7983,'-10'-18'2,"0"1"0,7-1 952,-3 1 0,0 5 666,6 1-1632,0 7 1,0-2-208,0 12 0,2 2 0,2 5 219,2-1 0,-1-1 0,-5 7 0</inkml:trace>
  <inkml:trace contextRef="#ctx0" brushRef="#br0" timeOffset="1966">3982 59 8009,'0'-18'347,"0"1"456,0-1 1,0 12-193,0 12 0,0 6 0,0 17 0,0 4-297,0 6 1,0 7-1,0 12 1,0 7-129,0 2 1,0 5 0,0 2 0,0 2-31,0-3 1,0-3-1,0-8 1,0-9-330,0-11 1,6-7-1,2-7-577,1-11 0,-3-7 1,4-12-303,-2-4 0,-2-6 0,-6-9 1052,0-2 0,-8-8 0,-2 3 0</inkml:trace>
  <inkml:trace contextRef="#ctx0" brushRef="#br0" timeOffset="2133">3738 513 11235,'17'0'880,"1"0"0,-1 0-1053,0 0 1,3 0 0,3 0 0,6 0-686,4 0 1,2-6 857,0 0 0,8-8 0,1 5 0</inkml:trace>
  <inkml:trace contextRef="#ctx0" brushRef="#br0" timeOffset="2617">4524 600 8780,'0'-18'2148,"0"1"-1702,0 0 0,0 9 1,0 8-264,0 9 0,0 9 0,0 3 1,0 5-139,0 1 1,0 0 0,0 4 0,0-4-51,0-2 0,5-1 1,3-7-1,2 1-34,3-1 0,3-7 1,1-5-1,3-3-145,3-2 0,-2-2 0,7-5 0,-3-9-5,-4-5 0,-1-4 1,-3 3-1,0-1 16,1 2 0,-6-5 0,-3 3 0,-1 2-175,-4 1 1,0 3 166,2-1 1,-4 11 0,3 9 417,-3 13 1,-2 10 0,0 12 0,2 6 223,4 9 1,-2 10 0,8 14 0,1 8 58,3 7 1,-10-41 0,-1 3 0,1 3 0,-2 0-1,0 0 1,0 1-185,-1-1 1,-2 0 0,-3 2 0,-2-1 0,-2-4 0,-2-1 0,-13 45 0,-8-6 1,-6-12 0,-4-5 0,-4-10-454,-1-12 1,5-17 0,-2-17-1,6-12-197,6-10 1,-2-16-1,8-15 1,2-11-587,1-10 0,10-1 0,5-9 0,7-3-184,9-5 1,12-2 0,22 4 0,11-3 467,-24 34 1,2 0 0,6-2 0,2 1 303,6-2 0,3 0 0,3 1 0,2-1 0,2 0 1,-1 1-1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9:53.5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258 158 8280,'10'-8'1465,"-2"-1"1,-8 1-730,0 8 1,0 15 0,0 16 0,-2 8-67,-4 8 1,4 9-1,-4 4 1,4 2-474,2 4 0,0-4 0,0 0 0,2-3-501,4-9 0,-2-7 0,6-14 1,0-6-1119,-1-3 590,-5-11 832,4-9 0,-16-9 0,-2-9 0</inkml:trace>
  <inkml:trace contextRef="#ctx0" brushRef="#br0" timeOffset="333">49 228 8196,'-8'-18'650,"-4"1"0,3-1 2839,-3 1-3148,8 0 1,0 5 0,14 2 0,9 0-324,7 1 1,11 3 0,9-6-1,7-1-1,5-3 0,-2 5 0,10-1 1,4 0 28,4 3 0,1 1 1,-7 8-1,-6 0-119,-9 0 0,-13 8 1,-16 3-1,-13 7 61,-7 5 0,-8 4 0,-7 8 0,-13-2-179,-7-4 1,-9 4 0,-3-6 0,-4 2-230,-7 1 0,0-3 1,-8 4-1,1-4 20,5-2 1,2-2 0,3-5-1,5-1-696,5 1 12,12-8 1084,19-3 0,20-7 0,17 0 0</inkml:trace>
  <inkml:trace contextRef="#ctx0" brushRef="#br0" timeOffset="714">1394 333 8359,'-10'-18'886,"0"3"0,6 1 119,-1 2 0,-3 3 0,4-5 314,-2 3 0,-8-1-982,3-6 1,-5 9-1,-3 3 1,-4 4-241,-6 2 1,-4 2 0,-2 4 0,-2 7-58,-4 9 0,2 5 0,-4 8 0,5 2-170,5 3 1,9 3-1,1 6 1,6-3-207,5 3 1,8-5-1,16-1 1,11-4-92,8-6 1,12-12 0,3-3-1,5-11-191,1-5 1,1-2-1,-1 0 1,0 0-521,1 0 1,-9-8 0,-3-3 1137,-4-5 0,-2-9 0,0-2 0</inkml:trace>
  <inkml:trace contextRef="#ctx0" brushRef="#br0" timeOffset="1047">1918 280 8869,'5'-11'1648,"1"-1"1,-2 10 0,-10 2-1118,-5 10 1,-5 7 0,-1 6 0,-3 7-124,-3 3 1,-4 9 0,-6 5-1,2 3-364,2 3 1,1-1 0,-3-1-1,6-7-316,6-9 1,-1-2-568,15-10 0,1-7 1,10-12-1,5-10-194,5-12 1,-1-1-1,-1-8 1,-3 0-1184,3 0 2216,-6 5 0,7-19 0,-5 5 0</inkml:trace>
  <inkml:trace contextRef="#ctx0" brushRef="#br0" timeOffset="1264">1865 263 8150,'0'-18'1211,"0"1"0,0 5 1,2 3-684,4 1 1,-2 10 0,7 9 0,3 7-223,2 5 0,1 12 1,1 14-1,-1 5-228,0 4 0,1 6 0,-1-4 0,1 0-341,-1 1 0,3-9 0,-1-7 0,1-5-3266,-5-7 2173,-1-5 0,-7-23 1356,-7-10 0,-7-13 0,-11-17 0</inkml:trace>
  <inkml:trace contextRef="#ctx0" brushRef="#br0" timeOffset="1414">1638 577 8150,'-6'12'1295,"1"-1"1,-1-5 0,8 4 0,3 0-738,7-1 1,6-5 0,5 2-1,8-4-722,8-2 1,1 0 163,13 0 0,-5-16 0,13-3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49:52.5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35 210 10422,'0'-11'946,"0"-1"0,8 1 0,4-7 0,3 1-642,3-1 0,1 1 0,2-1 1,5 1-65,1-1 1,2 3 0,6 1 0,-2 4-182,-4 3 1,2 1-1,-8 8 1,-1 4-181,-3 5 1,-3 13 0,-5 5 0,-5 4-150,-4 2 0,-12 5 1,-5 3-1,-9 2 96,-3 3 1,-2-3 0,-4-1 0,0 1 228,-2 0 0,4-5 0,-8 5 0,6-2 244,4-4 1,2-8 0,-2-2 0,8 0-239,7-2 1,6-2-1,8-7-177,0-1 0,14-1 0,5-5 0,7-5-61,5-4 0,2-10 1,2-1-1,0-3-337,-1 0 1,1 1-1,-2-5 1,-2 3-316,-1 1 0,-3 8 1,2-2-1,-6 4 829,-4 2 0,-1-7 0,-1-3 0</inkml:trace>
  <inkml:trace contextRef="#ctx0" brushRef="#br0" timeOffset="283">978 804 9835,'-9'0'8034,"1"-2"-8294,8-4 260,8 5 0,1-15 0,9 6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0:49:56.856"/>
    </inkml:context>
    <inkml:brush xml:id="br0">
      <inkml:brushProperty name="width" value="0.2" units="cm"/>
      <inkml:brushProperty name="height" value="1.2" units="cm"/>
      <inkml:brushProperty name="color" value="#00A0D7"/>
      <inkml:brushProperty name="inkEffects" value="pencil"/>
    </inkml:brush>
  </inkml:definitions>
  <inkml:trace contextRef="#ctx0" brushRef="#br0">70 246 12238 260088 49643,'-18'11'201'0'0,"1"1"1110"0"0,7-8 917 0 0,-5 4-576 0 0,13-8-883 0 0,-6 0-600 0 0,24 0 1 0 0,-3-2 0 0 0,18-2-70 0 0,6-2 1 0 0,6-6 0 0 0,9 4-1 0 0,3 1-81 0 0,3-1 0 0 0,12-6 1 0 0,11 5-1 0 0,6-3 92 0 0,7 0 0 0 0,-3 9 0 0 0,6-5 1 0 0,0 2 3 0 0,0 0 0 0 0,-4 0 0 0 0,4 6 1 0 0,0 0-132 0 0,0 0 1 0 0,-43 0 0 0 0,1 0 0 0 0,5 0 0 0 0,2 0 0 0 0,3 0 0 0 0,2 0-127 0 0,1 0 1 0 0,2 0 0 0 0,6 0 0 0 0,3-2 0 0 0,2 0 0 0 0,1-1-1 0 0,5-3 1 0 0,3 0-12 0 0,5-2 0 0 0,2 0 0 0 0,-6 0 0 0 0,0 1 0 0 0,8 0 0 0 0,0 0 0 0 0,-3 1 0 0 0,0 1 117 0 0,-1-2 1 0 0,0 0 0 0 0,-1 0 0 0 0,0 0 0 0 0,1 0 0 0 0,-1 1 0 0 0,0 1 0 0 0,0 0 210 0 0,-2 1 0 0 0,-2 0 1 0 0,-3-2-1 0 0,-1 1 0 0 0,-2 1 1 0 0,-1 2-1 0 0,0 0 0 0 0,-1 0 186 0 0,-1 1 1 0 0,-1 0-1 0 0,-5 1 1 0 0,-1 0 0 0 0,-3 0-1 0 0,-2 0 1 0 0,-4 0 0 0 0,-2 0-283 0 0,-3 0 0 0 0,-2 0 0 0 0,0 3 0 0 0,-1 0 0 0 0,-4 0 1 0 0,-1 0-1 0 0,-1-1 0 0 0,-1 0-353 0 0,41 0 0 0 0,-14-2 0 0 0,-3 0 0 0 0,-8 0-107 0 0,-8 0 1 0 0,-5-2 0 0 0,-7-2-884 0 0,-5-2 483 0 0,-12 0 1 0 0,-15 6-990 0 0,-20 0 1770 0 0,-4 0 0 0 0,-15 0 0 0 0,8 0 0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7:16.44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1 507 8362,'9'-7'901,"-1"3"21,-8-8 1,2 8 437,4-2 1,-4 6-772,4 6 0,-5 10 1,-1 9-1,0 2-94,0 4 0,6 2 0,0 2 0,-2 0-302,-2 0 1,-2 0 0,0-2 0,0-4-69,0-6 0,0-3 1,0-3 170,0 1 0,0-11 0,0-7-619,0-9 1,0-15 0,0-5 0,0-4 62,0-2 1,6-5 0,0-1 0,-3 2-98,-1 2 0,6 8 0,2 0 0,2-2-129,-1-2 1,7 6-1,7 3 1,2 5-47,4 2 0,2 1 1,2 2-1,2 5-58,4 1 1,-5 2 0,7 6 0,-2 0-768,0 0 1,3 0 1356,-9 0 0,4 0 0,-12 0 0</inkml:trace>
  <inkml:trace contextRef="#ctx0" brushRef="#br0" timeOffset="1">524 647 12329,'8'10'541,"4"-4"1,3-5 0,5-1-1,3 0-224,6 0 1,4 0 0,2 0 0,0-1-57,0-5 0,-2 2 1,-2-8-1,-4-1-228,-2-3 0,-1 4 1,-7 1-1,-1-3-385,-5-1 1,-3-3 0,-8 1-1,-2 1-232,-4 5 0,-5-3 1,-13 8-1,-5 2-42,-4 2 1,-4 2-1,-1 0 1,-3 4 386,2 8 0,8 0 0,4 13 0,0 0 626,0 4 0,11 4 0,0 2 1,7 0 30,5 0 0,4-6 1,8-2-1,11-2-214,14-3 1,4-5 0,9-5-1,3-6-649,1-4 1,3-2-1,-1 0 1,1-2-1124,-1-4 0,-5-10 1568,-1-7 0,1-8 0,5 4 0</inkml:trace>
  <inkml:trace contextRef="#ctx0" brushRef="#br0" timeOffset="2">1607 612 8140,'0'-12'1526,"0"1"0,0 5 1,0-6-1255,0-1 1,0 3 0,-2 0 0,-4 3-231,-5 3 1,-1-4-1,-3 2 1,-5 2-108,1 2 1,-1 2-1,1 0 1,-2 2-77,-3 4 1,-5 10-1,6 9 1,2 2 121,1 4 0,5 2 0,3 2 0,6 0-2,4 0 1,4-6 0,4-2 0,8-4-81,7-7 0,6-6 0,10-10 0,2-2-48,2-4 0,-1-10 0,-5-9 1,0-2 44,0-4 1,-2-2 0,-2-4 0,-4-2 201,-1-2 0,-3-7 0,-6 1 0,1-5 38,-1-6 1,1 3-1,-3-3 1,-3 6-59,-6 5 1,2 6-1,-3 12 1,-1 6-137,-2 4 0,-4 11 47,-4 8 1,3 10 0,-9 13-1,-2 6 85,-1 4 0,-3 10 0,1 3 0,-1 7 303,1 5 1,1-4-1,3 4 1,3-3-296,2-3 1,3 2 0,5 1-1,0-1-354,0-3 1,13-16 0,5-2 0,3-6-648,4-6 0,-4-9 1,9-7-1,1-5-730,2-5 0,-4-7 1649,0-11 0,-8-4 0,4-8 0</inkml:trace>
  <inkml:trace contextRef="#ctx0" brushRef="#br0" timeOffset="3">2376 507 8176,'0'-17'1473,"0"-1"-830,0 1 0,0 5-297,0 1-435,0 7 1,-8 10-1,-4 11 426,-3 2 1,-3 9 0,3 1-1,1 4 158,3 2 1,5 0-1,-4-1 1,2 1-94,4 0 1,4-2-1,6-2 1,8-5-256,7-7 0,6 0 0,8-13 0,0-2-276,0-2 0,0-10 0,0-5 0,0-9-232,0-7 0,-8-4 0,-4-4 1,-3-1 78,-3-3 1,-7 0 0,-4 6 0,-4 2-137,-2 4 0,0-2 0,-2 10 0,-2 3-6,-2 5 0,-8 9 1,5 0-268,-1 8 0,0 5 1,6 11-1,-1 1 691,1 2 0,4 3 0,5-3 0,5-4 0,8 7 0</inkml:trace>
  <inkml:trace contextRef="#ctx0" brushRef="#br0" timeOffset="4">3249 525 12375,'0'-12'939,"0"0"0,-2 9-1006,-4-3 1,-4 4 0,-7 2 0,-2 0 83,-5 0 0,3 8 0,-6 5 0,0 7 204,-1 3 0,7 10 0,-2 0 0,5 6-84,7-1 0,3 5 0,8-2 0,2-4-243,4-6 0,9-2 0,10-12 0,3-7-211,3-6 1,7-4 0,3-2 0,0-6-225,2-9 0,-6-6 0,5-9 0,-1 1 250,0-5 0,-1 6 0,-7-4 0,-1 1 217,-3 0 1,0-2 0,4 2 0,-4 2-7,-6 1 0,-3 3 0,-3-4 0,0 2 55,1-2 1,-1-2 0,-1-2 0,-3 0 56,-1 0 0,-8-2 0,2 1 1,-4-1 139,-2 4 1,0 9-1,0 1 1,0 4 127,0 1 1,-8 9-1,-4 3-102,-3 4 0,3 10 0,1 5 0,-3 9 2,-2 7 1,-1 4 0,1 2-1,3 1 212,1 5 0,3 4 0,-3 9 0,4 2 24,0 3 1,6 1 0,-3-2 0,3 4-266,2 0 0,2-2 0,1-7 0,5-1-460,2 1 0,4-15 0,7-7 1,2-7-378,-2-9 0,-1-9 1,-3-2-1,1-8-376,-1-8 0,-7-9 0,-2-4 0,-2-2 1042,-1-4 0,-7-10 0,-7-4 0</inkml:trace>
  <inkml:trace contextRef="#ctx0" brushRef="#br0" timeOffset="5">3511 455 8176,'12'-12'3249,"-1"3"-2556,3 1 1,1 0 0,3 4 0,1-4-495,4-1 1,-1 3-1,7-6 1,4 1-1000,6 1 1,-2-4-1,5 7 1,-1-1 799,0 0 0,7-6 0,-3 5 0</inkml:trace>
  <inkml:trace contextRef="#ctx0" brushRef="#br0" timeOffset="6">4349 507 8053,'0'-17'1339,"-2"7"1,-2 6 0,-3 8-1099,-3 8 0,6 9 1,-2 4-1,4 1-274,2-1 1,0 4 0,0-6-1,0-1-509,0-3 1,0-2-1,0 1-2795,0-1 3337,0-7 0,8-2 0,2-8 0</inkml:trace>
  <inkml:trace contextRef="#ctx0" brushRef="#br0" timeOffset="7">4471 210 7980,'0'-17'0,"-2"1"0,-1 3 3754,-3 1-4591,0 8 0,8-2-2549,4 12 3386,-4-4 0,13 14 0,-5-7 0</inkml:trace>
  <inkml:trace contextRef="#ctx0" brushRef="#br0" timeOffset="8">5118 577 7996,'5'-17'6,"1"-1"197,-2 1 1,-2 5-1,-4 2 403,-4 3 0,-3-5 0,-9 6 0,1 2-282,-1 2 1,-5 2-1,-2 2 1,-1 4-183,1 6 0,0 3 1,4 5-1,-3 1 165,3 2 0,2 8 1,1-2-1,3 6-18,3 6 1,-2-2 0,9 6 0,1-5-329,2-7 0,11 0 0,7-7 0,7-3-185,4-4 1,3-5 0,6-14-1,3-4-385,2-8 0,6-7 0,-7-16 1,-1-2 215,-2-4 1,-10 3 0,-4-9 0,-5 0 362,-6 3 1,-5-5 0,-11 9 0,-7 3 139,-13 6 0,-14 5 0,-9 11 0,-3 3 97,-3 6 0,1 14 0,-2 10 0,-1 9-128,3 6 0,5 9 1,18 3-1,6 2-635,3-1 1,11-1-1,5 1 1,8-7 94,7-8 1,15-7-1,7-11 1,5-3 460,1-2 0,6-10 0,-1-8 0</inkml:trace>
  <inkml:trace contextRef="#ctx0" brushRef="#br0" timeOffset="9">5572 490 11174,'-2'-8'1983,"-4"10"-1666,-6 14 0,3 3 0,-3 10 0,0 2-256,3 2 1,1 2 0,8 0 0,0 0 6,0 0 0,0-8 0,0-4 1,2-3-181,4-3 0,3-7 0,9-4 0,1-4-199,4-2 0,-1-2 0,7-6 1,0-8 53,-2-5 1,6-8 0,-6 4-1,2-1 48,1 1 1,-9-4 0,2 6-1,-3 1 200,-3 3 1,-7 7 0,-3 3 82,1 1 1,-8 2-1,2 8 1,-8 6 126,-3 9 1,-1 3 0,-2 7 0,6 0-273,5 0 1,2-3 0,7 3 0,10-2-479,9-4 0,21-3 0,11-7 549,7-5 0,19-4 0,4-2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0:57:16.473"/>
    </inkml:context>
    <inkml:brush xml:id="br0">
      <inkml:brushProperty name="width" value="0.2" units="cm"/>
      <inkml:brushProperty name="height" value="1.2" units="cm"/>
      <inkml:brushProperty name="color" value="#00A0D7"/>
      <inkml:brushProperty name="inkEffects" value="pencil"/>
    </inkml:brush>
  </inkml:definitions>
  <inkml:trace contextRef="#ctx0" brushRef="#br0">70 246 12238 260088 49643,'-18'11'201'0'0,"1"1"1110"0"0,7-8 917 0 0,-5 4-576 0 0,13-8-883 0 0,-6 0-600 0 0,24 0 1 0 0,-3-2 0 0 0,18-2-70 0 0,6-2 1 0 0,6-6 0 0 0,9 4-1 0 0,3 1-81 0 0,3-1 0 0 0,12-6 1 0 0,11 5-1 0 0,6-3 92 0 0,7 0 0 0 0,-3 9 0 0 0,6-5 1 0 0,0 2 3 0 0,0 0 0 0 0,-4 0 0 0 0,4 6 1 0 0,0 0-132 0 0,0 0 1 0 0,-43 0 0 0 0,1 0 0 0 0,5 0 0 0 0,2 0 0 0 0,3 0 0 0 0,2 0-127 0 0,1 0 1 0 0,2 0 0 0 0,6 0 0 0 0,3-2 0 0 0,2 0 0 0 0,1-1-1 0 0,5-3 1 0 0,3 0-12 0 0,5-2 0 0 0,2 0 0 0 0,-6 0 0 0 0,0 1 0 0 0,8 0 0 0 0,0 0 0 0 0,-3 1 0 0 0,0 1 117 0 0,-1-2 1 0 0,0 0 0 0 0,-1 0 0 0 0,0 0 0 0 0,1 0 0 0 0,-1 1 0 0 0,0 1 0 0 0,0 0 210 0 0,-2 1 0 0 0,-2 0 1 0 0,-3-2-1 0 0,-1 1 0 0 0,-2 1 1 0 0,-1 2-1 0 0,0 0 0 0 0,-1 0 186 0 0,-1 1 1 0 0,-1 0-1 0 0,-5 1 1 0 0,-1 0 0 0 0,-3 0-1 0 0,-2 0 1 0 0,-4 0 0 0 0,-2 0-283 0 0,-3 0 0 0 0,-2 0 0 0 0,0 3 0 0 0,-1 0 0 0 0,-4 0 1 0 0,-1 0-1 0 0,-1-1 0 0 0,-1 0-353 0 0,41 0 0 0 0,-14-2 0 0 0,-3 0 0 0 0,-8 0-107 0 0,-8 0 1 0 0,-5-2 0 0 0,-7-2-884 0 0,-5-2 483 0 0,-12 0 1 0 0,-15 6-990 0 0,-20 0 1770 0 0,-4 0 0 0 0,-15 0 0 0 0,8 0 0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7:16.4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3756 373 8180,'-6'-18'1007,"0"1"0,-2 7-651,2 4 0,4 12 1,-5 8-1,1 9-16,0 12 1,0 4 0,4 11-1,-2 5-265,-2-1 0,1 6 0,5-4 1,0-5-131,0-8 0,0-7 0,0-3 0,0-3-1288,0-7 503,0-12 0,5-11 1,1-11 839,-2-5 0,-2-9 0,-2-2 0</inkml:trace>
  <inkml:trace contextRef="#ctx0" brushRef="#br0" timeOffset="1">3459 321 8405,'0'-18'635,"0"1"1,0 5 0,0 0-42,0-1 1,7-1 0,5 1 0,5 1-402,7-2 0,5-1 0,14-3 0,7 3-86,6 3 1,10 4-1,-4 8 1,2 2-66,0 4 0,-7 6 0,-1 11 0,-9 8-193,-13 8 0,-8 11 0,-15 12 1,-5 4 56,-4 6 1,-17 2 0,-9-4 0,-9 2 93,-7 3 0,-5-5 1,-7 0-1,-1-10 157,1-5 0,-1-3 1,-1 0-1,0-1-60,1-5 1,-3-11 0,11-11-1,3-5-299,7-2 1,8-7 0,11-6 0,3-8-351,1-8 0,8-5 1,-2-6 551,4-6 0,10-4 0,2-2 0</inkml:trace>
  <inkml:trace contextRef="#ctx0" brushRef="#br0" timeOffset="2">4559 635 8153,'-12'0'970,"1"0"1,1 2-1,-4 4 1,5 7-471,1 9 1,-4 5 0,4 8 0,1 2-361,-1 3 1,2-1-1,4 6 1,-2-5-405,-2-7 0,1 0 1,5-9-1,2-5-811,3-5 0,5-7 0,8-10 1075,-1-9 0,0-7 0,1-16 0</inkml:trace>
  <inkml:trace contextRef="#ctx0" brushRef="#br0" timeOffset="3">4559 268 8913,'-8'-17'2348,"6"-1"-2237,-4 1 0,6 7-111,6 4 0,12-4 0,9 1 0</inkml:trace>
  <inkml:trace contextRef="#ctx0" brushRef="#br0" timeOffset="4">4943 705 8533,'0'-18'2604,"0"7"-1976,0-1 1,0 10 0,0 2-189,0 10 1,0 5 0,0 7 0,0 5-351,0 8 1,0 4-1,0-5 1,0 1-157,0 0 1,0-6 0,0-1 0,2-3-185,4-4 0,-2-9 0,7-8-6,3-8 1,1-8 0,1-9 0,-2-4 11,-3-3 0,1-3 1,5-7-1,1-3-27,-1 2 0,7 2 0,-1 4 1,-2 2 96,-1 2 0,3 2 1,0 0-1,-2 7 234,-1 7 1,-3 9-1,-1 0 151,-4 8 0,-5 13 0,-7 12 1,0 6 220,0 6 0,0 2 0,0 5 0,-2-3-74,-3-2 1,1-3 0,-6-7-1,2-4-108,4-5 0,2-5-235,2-1 0,2-11 0,4-7 0,6-11-263,3-11 1,9-5 0,-1-10 0,0-2 25,2-1 0,-3-1 1,5 6-1,0 0 28,0 0 1,-5-4-1,1 3 1,-4 4-156,-1 5 0,-3 10 0,-1 5 105,-3-1 1,-7 7 0,2 6 241,-4 9 0,-2 9 0,0 3 0,0 5 403,0 1 1,0 2 0,0 8-1,0 1-141,0 3 1,0-6 0,0-6 0,0 0-445,0-1 1,2 1 0,2-10 0,4-5-485,1-5 1,5-3-1,7-8-1488,3-4 2156,-1-3 0,2-17 0,2-1 0</inkml:trace>
  <inkml:trace contextRef="#ctx0" brushRef="#br0" timeOffset="5">6061 792 8054,'0'-12'1067,"0"1"-818,0-3 0,8 6 0,3 1 0,5 1 116,1 0 0,3-2 0,3 4 0,4-1-391,0 1 1,6-4-1,-6 0 1,2-2-191,1-3 1,-11 3 0,0-1-1,-7-3-141,-4-2 0,-2-1 0,-8-1 249,-4 1 1,-10 1 0,-9 5 0,-2 5 273,-4 4 0,0 2 1,0 0-1,2 4 11,-2 8 1,3-1-1,1 14 1,4 1 106,7 3 0,7 4 1,9 4-1,0 1-50,0 3 1,4 0 0,5-8-1,11-2-182,5-2 0,6-9 1,8-1-1,4-7-232,1-5 1,-3-1-1,4-8 1,-3-4-281,-3-5 1,-4-7 0,-6-3 0,-6-4-1532,-3-2 1991,-3-3 0,1-4 0,-1-1 0</inkml:trace>
  <inkml:trace contextRef="#ctx0" brushRef="#br0" timeOffset="6">6794 530 8270,'0'-17'1671,"0"-1"-234,0 1 1,-2 7-1323,-3 4 0,3 6 0,-6 8 0,2 9-105,0 11 1,-5 5 0,5 3 0,0 3-21,-2 2 0,6 6 1,-4-7-1,4-1-74,2-2 0,0-4 0,0-4 1,2-6 31,4-3 0,6-11 0,9-3 0,4-6-14,3-6 1,-5-5 0,4-12-1,0-7-80,0-3 0,-3-3 0,3-1 0,-2 0 16,-4 4 1,-1 2 0,-5-2 0,-1 2-275,-2 2 1,-9 7 0,3-1-387,-4 4 751,-2 9 1,0 10-1,-2 12 1,-2 5 415,-1 6 1,-1 3-1,6 5 1,0-2 23,0 2 0,0 2 1,0 0-1,2-2-194,3-2 1,5-8 0,8 2-1,-1-3-507,1-3 1,1-7 0,2-4 0,5-6-513,1-6 0,2-4 1,6-9 811,0-4 0,0-4 0,0-8 0</inkml:trace>
  <inkml:trace contextRef="#ctx0" brushRef="#br0" timeOffset="7">8017 443 8118,'0'-18'183,"-2"1"0,-2-1 472,-2 1 1,-7 1 0,1 5 0,-4 5-437,-1 4 1,-1-4-1,1 0 1,0 2-228,-1 3 0,-5 6 1,-2 3-1,-1 2-97,1 3 0,2 3 0,5 1 0,1 1 103,-1-1 0,9 1 1,3-1-1,4 1 180,2-1 1,0-5 0,0-1 0,0 3 49,0 2 1,10-5-1,5 1 1,7-1-192,-1-1 0,0 6 0,1-7 1,1 3-308,-2 0 0,-1-1 1,-3 7 105,1-1 0,-9 1 1,-3 1-1,-4 2 93,-2 3 1,-8-1 0,-3-5 0,-7-1-47,-5 0 0,1-1 0,-5-2 0,0-5-204,0-1 1,6-2-1,-3-8 1,5-2-1354,1-2 1674,1-7 0,0-5 0,-1-9 0</inkml:trace>
  <inkml:trace contextRef="#ctx0" brushRef="#br0" timeOffset="8">8384 478 8101,'-10'0'1308,"-6"0"0,9 13 0,-5 7 0,4 3-1193,0 2 1,4 6 0,-5-2 0,1 4-492,4 2 0,2-2 1,2-4-1,0-5-2047,0-5 2423,0-1 0,8-1 0,2 0 0</inkml:trace>
  <inkml:trace contextRef="#ctx0" brushRef="#br0" timeOffset="9">8506 111 8101,'-10'-2'745,"2"-2"1730,1-2 1,5-1-1567,-4 1-909,4 4 0,2-6 0</inkml:trace>
  <inkml:trace contextRef="#ctx0" brushRef="#br0" timeOffset="10">1537 581 8323,'0'-17'-70,"0"0"1,1 1 0,3 2-178,2 3 1,2-1 0,-4-5-1,2-1 606,-2 1 0,-1 5 0,1 0 0,4-1 180,2-3 0,-6-1 1,3 1 270,1 5 0,-4-5 551,8 5-952,-8 3 0,3 8 0,-7 11 0,0 5 102,0 1 0,0 9 0,0 3 0,0 4-388,0 2 1,-5-2 0,-1-2 0,2-2-61,2 2 0,2-6 1,2-2-1,2-3-229,2-3 0,13-5 0,0-2 0,7-3-214,5-3 0,2-2 0,2-4 1,1-4-73,5-5 0,-4 1 1,2 0-1,-6 1-216,-4-1 1,-8 4 0,3-4 0,-5 3 667,-2 3 0,1-14 0,-1-1 0</inkml:trace>
  <inkml:trace contextRef="#ctx0" brushRef="#br0" timeOffset="11">2026 250 8209,'0'-18'1636,"0"7"-557,0-1 0,0 10-707,0 2 1,0 10 0,0 13 0,-2 8-72,-4 8 0,2 7 0,-6 15 0,0 6-240,1 7 1,3 4-1,-4-4 1,1 1-490,-1-1 0,6-4 0,-2-8 0,4-12-2596,2-13 3024,0-10 0,8-9 0,2-1 0</inkml:trace>
  <inkml:trace contextRef="#ctx0" brushRef="#br0" timeOffset="12">35 599 8107,'-12'0'1523,"0"0"269,8 0-779,-3 0 0,9-8-541,3-3 0,5-3 0,6 0 1,-3 3-227,-1-3 1,0 4 0,5-1 0,2-3-275,5-1 1,-5-1 0,6 3 0,-1 1-236,-1-2 0,8 7 0,-2 1 0,2 4-154,-2 2 1,2 4 0,-7 5-1,-5 9 355,-5 1 0,-7 8 0,-7 3 0,-2 4 232,-3 7 1,-7 4 0,-11 5 0,-7-1 85,-2-3 0,-3-1 0,0 4 0,-2-5-15,-4-1 1,10-2 0,-2-6 0,6-2 23,5-4 0,3-4-270,2-8 1,9-7 0,8-4 0,11-4-44,11-2 0,-1 0 0,8 0 0,4-2-36,6-4 0,0-2 1,4-5-1,-3 3-104,-1 2 0,-12 0 1,8 5-1,-2-3-278,0 2 1,0 2 0,-4 2-1,-5 0 466,-5 0 0,-2 8 0,1 1 0</inkml:trace>
  <inkml:trace contextRef="#ctx0" brushRef="#br0" timeOffset="13">960 1088 6864,'0'-10'1695,"0"2"-1695,0 8 0,0-7 0,0-3 0</inkml:trace>
  <inkml:trace contextRef="#ctx0" brushRef="#br0" timeOffset="24">9100 670 8250,'0'-18'315,"5"7"422,1-1 1,2 0-228,-2-5 1,-4-1-1,4 1-247,-5 0 0,-1 5 1,-1 0-106,-5-1 0,-4 5 0,-7 2 1,-3 4-269,-3 2 0,-4 8 0,-8 4 0,0 3-117,0 3 0,2 5 0,2 2 0,4 2 94,1 4 0,3 2 0,8 2 0,3-2 152,6-4 0,4 2 0,6-7 0,6-3 97,7-2 1,10-3 0,-1-4-1,1-7 84,4-3 1,0-2-1,0-2 1,-4-5-144,-2-11 1,5 1 0,-7-9 0,-4 1-101,-5-4 0,-1-2 0,-7 0 0,-2 2-217,-2-2 1,-4 6-1,-4-1 1,-7 5-287,-9 4 1,1-3-1,-8 14 1,0 2-1642,2 3 2187,-6 8 0,5 11 0,-6 9 0</inkml:trace>
  <inkml:trace contextRef="#ctx0" brushRef="#br0" timeOffset="25">9466 513 11374,'0'17'469,"0"1"1,-2 1-1,-2 4-315,-1 6 1,-7 6 0,6 4 0,0 2-339,-1-2 1,5-4 0,-2-6 0,8-6-12,7-4 0,5-9 1,3-4-1,5-8-46,5-10 0,9-3 0,3-18 1,-2-4 169,-2 0 1,-2 0 0,-2 2-1,-4 0 224,-6 0 0,-3 2 0,-5 4 1,-3 6 254,-6 4 1,1 7-320,-1 0 0,-6 10 0,-8 2 0,1 12-204,-1 9 1,-4 7 0,4 6 0,1 3-67,-1 4 0,2-4 0,8 6 1,2-3-120,2 1 1,13-2-1,1-8 1,5-4-100,6-2 1,2-9 0,4-10 0,2-4-207,1-2 0,7-8 605,-6-4 0,7-11 0,-3-4 0</inkml:trace>
  <inkml:trace contextRef="#ctx0" brushRef="#br0" timeOffset="26">10759 635 8170,'0'-18'185,"0"1"292,0-1 0,0 1 0,0 0 628,0-1 0,5 6-1060,1 1 1,-2 5 0,-10-4-154,-5 3 0,-5 1 1,-3 6-1,-3 0 6,-1 0 0,-8 0 0,2 2 0,-2 3 148,2 7 1,-4 9-1,4 5 1,-2-1 109,2 0 0,3 6 0,9-2 1,-1 4-21,1 2 1,7 0 0,4 0 0,5-2-141,1-4 1,7-4 0,7-9 0,7-4-169,8-7 1,4-3 0,2-4 0,0-5-28,0-11 0,0 1 1,-2-9-1,-4 3 142,-6 0 0,-3-6 1,-3 5-1,-1 3 142,-5 2 1,-1 1 0,-6 1 46,2-1 1,-2 9-1,-10 3 1,-4 6-114,1 6 0,-7 5 1,6 13-1,1 3-242,3 0 0,4 6 1,2-6-1,0 2-58,0 0 0,8-7 0,5 1 0,7-4-174,3-1 0,8-9 0,0-3 1,6-4 454,4-2 0,-1-8 0,-5-1 0</inkml:trace>
  <inkml:trace contextRef="#ctx0" brushRef="#br0" timeOffset="27">11230 757 8579,'18'-2'608,"-1"-4"1,3-1 0,3-9 0,6 1-437,4-5 1,10-9 0,3-2 0,5-6-244,1-4 1,-7-7 0,-5 1 0,-3-3-9,-2-3 0,-8 1 0,-5 0 1,-9 1 33,-7 5 1,-4 5-1,-4 10 1,-4 6 186,-5 5 0,-5 7 0,-3 13 0,-5 2-97,-5 3 0,2 13 1,-2 13-1,0 8 56,2 7 0,0 1 0,5 3 0,-1 5 34,2-1 1,7 8-1,4 0 1,3 2-38,3 0 1,4-2-1,6 0 1,7-9-159,8-11 0,7-7 0,7-7 0,-1-11-23,1-9 0,0-6 0,0-4 0,0-6-187,0-9 0,0-9 0,0-9 0,-2 1-53,-4-1 1,4 0-1,-4 0 1,2 0 145,-2 0 0,2 2 0,-7 2 0,-3 6 156,-2 5 1,-1-5 0,-1 13 0,1 5 28,-1 3 1,-5 4 159,0 0 0,-3 7 1,3 5-1,-6 4 287,-4 1 1,-2 6 0,0 3 0,2 1-34,3 4 1,-3-4 0,4 0 0,-2 0-251,2 0 1,-4-5-1,6-1 1,-3-5-815,1-5 0,8-1-472,-3 2 0,5-5-470,1-7 1,-5 0 1583,0 0 0,-8 8 0,3 2 0</inkml:trace>
  <inkml:trace contextRef="#ctx0" brushRef="#br0" timeOffset="28">12383 146 7983,'-10'-18'2,"0"1"0,7-1 952,-3 1 0,0 5 666,6 1-1632,0 7 1,0-2-208,0 12 0,2 2 0,2 5 219,2-1 0,-1-1 0,-5 7 0</inkml:trace>
  <inkml:trace contextRef="#ctx0" brushRef="#br0" timeOffset="29">12732 59 8009,'0'-18'347,"0"1"456,0-1 1,0 12-193,0 12 0,0 6 0,0 17 0,0 4-297,0 6 1,0 7-1,0 12 1,0 7-129,0 2 1,0 5 0,0 2 0,0 2-31,0-3 1,0-3-1,0-8 1,0-9-330,0-11 1,6-7-1,2-7-577,1-11 0,-3-7 1,4-12-303,-2-4 0,-2-6 0,-6-9 1052,0-2 0,-8-8 0,-2 3 0</inkml:trace>
  <inkml:trace contextRef="#ctx0" brushRef="#br0" timeOffset="30">12488 513 11235,'17'0'880,"1"0"0,-1 0-1053,0 0 1,3 0 0,3 0 0,6 0-686,4 0 1,2-6 857,0 0 0,8-8 0,1 5 0</inkml:trace>
  <inkml:trace contextRef="#ctx0" brushRef="#br0" timeOffset="31">13274 600 8780,'0'-18'2148,"0"1"-1702,0 0 0,0 9 1,0 8-264,0 9 0,0 9 0,0 3 1,0 5-139,0 1 1,0 0 0,0 4 0,0-4-51,0-2 0,5-1 1,3-7-1,2 1-34,3-1 0,3-7 1,1-5-1,3-3-145,3-2 0,-2-2 0,7-5 0,-3-9-5,-4-5 0,-1-4 1,-3 3-1,0-1 16,1 2 0,-6-5 0,-3 3 0,-1 2-175,-4 1 1,0 3 166,2-1 1,-4 11 0,3 9 417,-3 13 1,-2 10 0,0 12 0,2 6 223,4 9 1,-2 10 0,8 14 0,1 8 58,3 7 1,-10-41 0,-1 3 0,1 3 0,-2 0-1,0 0 1,0 1-185,-1-1 1,-2 0 0,-3 2 0,-2-1 0,-2-4 0,-2-1 0,-13 45 0,-8-6 1,-6-12 0,-4-5 0,-4-10-454,-1-12 1,5-17 0,-2-17-1,6-12-197,6-10 1,-2-16-1,8-15 1,2-11-587,1-10 0,10-1 0,5-9 0,7-3-184,9-5 1,12-2 0,22 4 0,11-3 467,-24 34 1,2 0 0,6-2 0,2 1 303,6-2 0,3 0 0,3 1 0,2-1 0,2 0 1,-1 1-1</inkml:trace>
  <inkml:trace contextRef="#ctx0" brushRef="#br0" timeOffset="32">2550 2520 8280,'10'-8'1465,"-2"-1"1,-8 1-730,0 8 1,0 15 0,0 16 0,-2 8-67,-4 8 1,4 9-1,-4 4 1,4 2-474,2 4 0,0-4 0,0 0 0,2-3-501,4-9 0,-2-7 0,6-14 1,0-6-1119,-1-3 590,-5-11 832,4-9 0,-16-9 0,-2-9 0</inkml:trace>
  <inkml:trace contextRef="#ctx0" brushRef="#br0" timeOffset="33">2341 2590 8196,'-8'-18'650,"-4"1"0,3-1 2839,-3 1-3148,8 0 1,0 5 0,14 2 0,9 0-324,7 1 1,11 3 0,9-6-1,7-1-1,5-3 0,-2 5 0,10-1 1,4 0 28,4 3 0,1 1 1,-7 8-1,-6 0-119,-9 0 0,-13 8 1,-16 3-1,-13 7 61,-7 5 0,-8 4 0,-7 8 0,-13-2-179,-7-4 1,-9 4 0,-3-6 0,-4 2-230,-7 1 0,0-3 1,-8 4-1,1-4 20,5-2 1,2-2 0,3-5-1,5-1-696,5 1 12,12-8 1084,19-3 0,20-7 0,17 0 0</inkml:trace>
  <inkml:trace contextRef="#ctx0" brushRef="#br0" timeOffset="34">3686 2695 8359,'-10'-18'886,"0"3"0,6 1 119,-1 2 0,-3 3 0,4-5 314,-2 3 0,-8-1-982,3-6 1,-5 9-1,-3 3 1,-4 4-241,-6 2 1,-4 2 0,-2 4 0,-2 7-58,-4 9 0,2 5 0,-4 8 0,5 2-170,5 3 1,9 3-1,1 6 1,6-3-207,5 3 1,8-5-1,16-1 1,11-4-92,8-6 1,12-12 0,3-3-1,5-11-191,1-5 1,1-2-1,-1 0 1,0 0-521,1 0 1,-9-8 0,-3-3 1137,-4-5 0,-2-9 0,0-2 0</inkml:trace>
  <inkml:trace contextRef="#ctx0" brushRef="#br0" timeOffset="35">4210 2642 8869,'5'-11'1648,"1"-1"1,-2 10 0,-10 2-1118,-5 10 1,-5 7 0,-1 6 0,-3 7-124,-3 3 1,-4 9 0,-6 5-1,2 3-364,2 3 1,1-1 0,-3-1-1,6-7-316,6-9 1,-1-2-568,15-10 0,1-7 1,10-12-1,5-10-194,5-12 1,-1-1-1,-1-8 1,-3 0-1184,3 0 2216,-6 5 0,7-19 0,-5 5 0</inkml:trace>
  <inkml:trace contextRef="#ctx0" brushRef="#br0" timeOffset="36">4157 2625 8150,'0'-18'1211,"0"1"0,0 5 1,2 3-684,4 1 1,-2 10 0,7 9 0,3 7-223,2 5 0,1 12 1,1 14-1,-1 5-228,0 4 0,1 6 0,-1-4 0,1 0-341,-1 1 0,3-9 0,-1-7 0,1-5-3266,-5-7 2173,-1-5 0,-7-23 1356,-7-10 0,-7-13 0,-11-17 0</inkml:trace>
  <inkml:trace contextRef="#ctx0" brushRef="#br0" timeOffset="37">3930 2939 8150,'-6'12'1295,"1"-1"1,-1-5 0,8 4 0,3 0-738,7-1 1,6-5 0,5 2-1,8-4-722,8-2 1,1 0 163,13 0 0,-5-16 0,13-3 0</inkml:trace>
  <inkml:trace contextRef="#ctx0" brushRef="#br0" timeOffset="38">175 2799 10422,'0'-11'946,"0"-1"0,8 1 0,4-7 0,3 1-642,3-1 0,1 1 0,2-1 1,5 1-65,1-1 1,2 3 0,6 1 0,-2 4-182,-4 3 1,2 1-1,-8 8 1,-1 4-181,-3 5 1,-3 13 0,-5 5 0,-5 4-150,-4 2 0,-12 5 1,-5 3-1,-9 2 96,-3 3 1,-2-3 0,-4-1 0,0 1 228,-2 0 0,4-5 0,-8 5 0,6-2 244,4-4 1,2-8 0,-2-2 0,8 0-239,7-2 1,6-2-1,8-7-177,0-1 0,14-1 0,5-5 0,7-5-61,5-4 0,2-10 1,2-1-1,0-3-337,-1 0 1,1 1-1,-2-5 1,-2 3-316,-1 1 0,-3 8 1,2-2-1,-6 4 829,-4 2 0,-1-7 0,-1-3 0</inkml:trace>
  <inkml:trace contextRef="#ctx0" brushRef="#br0" timeOffset="39">1118 3393 9835,'-9'0'8034,"1"-2"-8294,8-4 260,8 5 0,1-15 0,9 6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7:37.10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384 386 7819,'-2'-11'54,"-4"-1"763,5 8-301,-7-11-864,8 13 824,0-6 1,0 22 0,0 3-338,0 2 1,0 3 0,0-1 0,0 2-35,0-1 1,0 5-1,0 0 1,0 2-32,0 0 1,-6 0 0,0 8 0,2 2-73,2 2 1,2 0 0,0-6 0,0-1 35,0 1 1,-6 0-1,1 0 1,1 0 64,2 0 0,2-2 0,0 0 1,-2 0-27,-4 4 0,4-4 0,-4-4 0,4 2-35,2 2 0,0 2 1,0 0-1,0-2-5,0-4 1,0 4 0,0-4 0,-2 2 31,-3-2 0,3 2 0,-4-5 0,4 1 5,2 4 0,0 0 0,0 0 0,0-2-31,0 2 1,-2-4-1,-2 4 1,-2 4-27,2 4 0,2-4 1,2-6-1,0 2-61,0 2 0,-5 8 0,-1-2 0,2-4 85,2-4 0,2-4 0,0 4 0,0-2 56,0 2 0,0-6 0,0 0 0,-2 1-10,-4 3 0,4 2 1,-4 0-1,5-2-79,1 2 0,0-4 0,0 2 0,0 2-25,0 2 1,0 2 0,0 0 0,0 0-18,0 0 1,-2 6 0,-2 0-1,-2-3 57,2-1 1,2 4-1,2 0 1,0-2 101,0-3 1,0-3 0,0-2 0,0-3-29,0-3 0,0 6 1,0-2-1,0 4-87,0 2 1,0 0 0,0 0 0,2 0-27,4 0 0,-4 5 1,4 3-1,-4 2 5,-2 3 0,0 8 0,0 5 0,0-1-6,0 0 1,-6-2-1,0-4 1,2 1 71,2-3 1,2 3 0,0-17-1,0-3 2,0-4 1,0 2 0,0 4 0,0-4-48,0 0 1,0 0-1,0 4 1,0 4-59,0 5 1,6 5-1,0 3 1,-2 2-7,-2 3 0,-2 7 0,-2-4 0,-2 2 2,-2 0 0,0-6 0,6 6 0,0 0 53,0-2 1,0-2 0,0-7 0,0-1 11,0 0 1,6 1 0,0-1 0,0 1-42,1-1 1,-3 0 0,6 3 0,-2 1-35,-4 2 0,-3 0 0,-1-3 0,0 1 0,0 2 0,0 6 0,0-5 1,0-3 51,0-2 0,0-1 1,0-1-1,0 0 20,0 1 1,0-9-1,0-1 1,0-2-10,0 0 1,0 5-1,0-3 1,0 1-7,0 5 0,0-4 0,0 1 0,0 1 13,0-3 0,0-1 0,0-8 0,0-2 16,0-4 1,-5 8 0,-1-6 0,0-2-82,-2-2 0,4 4 0,-5-2 0,-1 4-44,0 2 1,4 0-1,-3 0 1,-1 2-5,0 4 0,1-2 1,-3 5-1,6 1 64,4-1 1,2-5 0,0 2 0,0-4-12,0-2 0,0-2 0,0-4 1,0-4-163,0 0 1,2-5-1,2 3-151,2-4 0,2-1-293,-3-1 0,-3 1-427,4-1 1,-6-7 1084,-6-4 0,-3-12 0,-9-4 0</inkml:trace>
  <inkml:trace contextRef="#ctx0" brushRef="#br0" timeOffset="849">17 439 7837,'0'17'3,"0"1"1,-5-7 314,-1 1 1,0-6 668,6 5-489,0-7 1,0 2-12,0-12 0,6-3-348,0-9 0,7-1 1,-1-3-235,3-1 0,-3 0 0,0 3 0,1-3-119,3-6 1,7-4 0,0-2-1,-1 0 166,-3 0 0,4 2 0,1 2 1,-5 4 250,-5 2 0,1-2 0,-5 7 476,0 5-617,-3 1 0,-7 12 0,2 8 0,2 8-67,2 3 1,2 8 0,-4 4 0,3 3-61,3-3 0,0 4 0,3-6 1,-3 0-208,-2-4 1,4-3 0,-5-3-553,3 1 1,-4-3 823,5-3 0,-7-5 0,4-7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7:39.4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0 454 9558,'10'-1'292,"-4"-5"0,4 4 0,1-4-345,5 4 1,7 0-1,2-2 1,4-2-14,8 2 0,2-3 1,12 1-1,5 2 39,4 2 1,-2-4 0,6 0-1,0 3 51,-2 1 0,1 2 1,-7 0-1,4 0 23,2 0 0,-6 0 0,4 0 0,3 0-34,6 0 1,1-6 0,6 0 0,-2 0 6,1-2 0,5 1 0,7-7 0,1 4 107,-1 3 0,-2-1 0,-1 4 1,-3-2 21,3 2 0,-3-4 0,-3 3 0,-8 1-134,-2 2 1,1 2-1,5 2 1,2 2-62,-2 1 0,-1 7 0,3-6 0,5-2-111,5-2 0,-3-2 1,3 0-1,5 0 78,4 0 1,4 0-1,-47 0 1,1 0-1,-2 0 1,1 0 149,47 0 0,-48 0 0,0 0 1,48-2-1,-47 0 0,1 0 36,3-1 0,-1 0 0,-5 0 0,1 0 0,0 3 1,0 0-1,48 0-32,-2 0 1,2 0 0,-46 0 0,-1 0 0,1 0-1,-1 0-118,0 0 1,1 0 0,-1 0-1,1 0 1,-1 0 0,0 0-1,2 0 1,-1 0-59,2 0 1,1 0-1,-3 0 1,0 0-1,3 0 1,1 0-1,-1 0 1,1 0-33,1 0 0,0 0 0,0 0 1,0 0-1,1 0 0,1 0 0,0 0 1,0 0 113,-1 0 1,0 0 0,0 0-1,1-2 1,1 1 0,0-2-1,1 1 1,0-1 101,2 0 0,0 2 0,-2 0 0,-1 0 0,1 1 1,0 0-1,-2 0 0,0 0 2,2 0 1,0 0 0,-1 0 0,0 0 0,4 0 0,-1 0 0,-3 0 0,0 0-116,-3 0 0,0 0 0,2 0 0,1 0 0,-3 0 0,0 0 0,3 0 0,0 0-37,3 0 1,0 0 0,-4 0 0,-1 0 0,2 0 0,0 0 0,-1 0-1,0 0-20,0 0 0,1 0 0,0-1 0,2 0 0,0-1 0,0 0 0,0-1 0,0-2 74,-3 0 0,0 1 0,2 1 1,-1 0-1,-3-2 0,0 0 1,3 0-1,0 0 96,4 0 1,-2 1 0,-7 1 0,-1 0 0,0-2 0,-1 0-1,-4 1 1,0 0 75,47 0 0,-5-3 0,-1 1 0,-8 2-395,-7 2 0,-10 2 0,-6 0 0,-4 0-715,-5 0 1,-10 0 950,-1 0 0,-9-6 0,-1 0 0,1 3 0,2 1 0</inkml:trace>
  <inkml:trace contextRef="#ctx0" brushRef="#br0" timeOffset="786">11055 18 8098,'12'0'-243,"0"0"323,-8 0 0,11 0 59,-3 0 1,3 0-1,3 0-29,-1 0 0,1 0 0,-1 0 0,1 0 3,-1 0 1,0-2 0,1-2 0,1-2-34,5 2 1,-5 2 0,4 4 0,-3 2-49,-3 2 1,6 8-1,1-3 1,-3 5-25,-2 1 0,-1-1 1,-1-3-1,1-3-248,-1-2 297,-7 5 0,-4-11-34,-12 4 1,-9-4-1,-9-2 1,1 0 99,-2 0 1,3 2 0,-5 2 0,0 4-4,0 1 1,-2 3 0,-4 4 0,2-3-127,2-1 0,5-1 1,-3 7-1,2-3-63,4-3 1,1 4 16,3-5 239,7-3 0,4 0 1,12-8-1,4-2-489,-1-4 0,7 2 0,-4-6-661,3 3 1,3-5-920,-1 6 1882,-7-7 0,5 11 0,-5-6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7:58.357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138 176 7854,'10'0'2425,"-1"0"-2187,-3 0 1,-4-2-1,4-4-216,-4-6 0,0-3 0,2-3 0,2 1 0,-2-1 0,-3 1 0,-1-1-16,0 1 1,0 5 0,-1 3-88,-5 1 1,-4 2-1,-7 8 55,-1 4 1,1 3 0,1 9-1,2 1 20,3 5 1,1-5 0,-1 4 0,5-1 204,4 1 0,2-9 0,0 3-74,0-1 0,13-3 0,5-1 0,1-8-89,1-8 1,-3 0-1,2-8 1,3-1 19,1-3 0,-5-1 0,-9-1 0,1 1 75,0-1 0,-6 7 0,1-1-87,-3-2 0,-9 1 1,-5 1-1,-4 6-51,-1 4 0,-2 2 1,-3 2-1,-3 2-50,-2 2 0,0 8 0,-1-3 0,9 5-223,5 1 0,5 1 0,-3-1-88,6 1 0,8-3 0,8-3 137,7-6 0,7-6 1,-3-6-1,4-6-169,2-3 1,-5-3-1,1 1 400,-4-1 0,-1 1 0,-1-1 0</inkml:trace>
  <inkml:trace contextRef="#ctx0" brushRef="#br0" timeOffset="901">575 560 7845,'2'-10'390,"1"2"40,3 1 0,0 3 0,-4-6 21,4 2 0,-4 1-191,4 1-331,-4-4 0,-4-6-43,-4 5 1,-4 5-1,-7 12 94,-1 5 1,9-1 0,1 2 0,2 1 86,0 3 1,0 1 0,6 1 56,0-1 0,2-1 0,2-3 0,4-3-38,2-2 0,1-2 0,7-6-67,-1 0 0,1 0 1,-1 0 43,1 0 1,-9-2-1,-1-4 22,0-6 0,-6 3 0,4-3 0,-6 0 32,-6 3 1,-4 1 0,-7 8-71,-1 0 1,1 0-1,-1 0-56,1 0 0,1 8 1,3 3-1,3 5 2,2 1 1,2 1 0,6-1 55,0 1 0,2-3 1,4-3-1,6-4-12,3-1 0,8-5 0,1 4 0,-1-6-49,2-6 0,-5 2 0,3-7 1,-4-3-23,-1-1 1,-7-3 0,-1 1 22,-2-1 1,-2 1 0,-8-1 0,-4 3 35,-6 3 0,-5 4 0,-4 8 1,-5 0 27,-1 0 1,4 2-1,-4 6 1,1 8-84,5 5 1,8 2 0,3-5 0,2-1-79,4 1 0,2-1 1,2 1-1,2-3 27,4-3 0,4-5 0,9-7 0,2 0-64,3 0 1,5-7 0,-6-5 0,-1-3-1625,-3-3 1769,-2 1 0,1-9 0,-1-1 0</inkml:trace>
  <inkml:trace contextRef="#ctx0" brushRef="#br0" timeOffset="1681">1430 158 7852,'0'-17'519,"0"-1"1,0 7-1,-2 1 1,-1 0-373,-3 0 1,0 5-31,6-7 0,-8 2-54,-3-1 0,1-3 1,-2 8 14,-1 2 1,-1 4-1,0 6 1,3 6-14,-3 3 1,5 3-1,-1-1 1,2 3 4,4 3 0,2-4 1,2 5-63,0-5 0,8-3 1,4-5-1,3-3-14,3 0 0,-1-6 0,1 2 0,-1-6 81,0-4 0,1-8 0,-1 3 14,1-5 1,-8-1 0,-5-1-1,-3 1 127,-2-1 0,-2 1 1,-3 1-163,-7 5 0,-4 3 1,-3 8-1,-2 2-16,-3 4 1,1 1-1,6 7 1,1-2-38,4 1 1,-1 3 0,7 1-1,2 1-48,2-1 1,4-1 0,4-5 0,6-3 32,3 0 1,3-6 0,1 4-1,2-6-49,3-6 0,5 2 1,-6-6-1,-4 0 19,-5 1 1,2-1 0,-7-4 58,1 3 0,-2-1-26,-8-5 1,-10 1-1,-5 5 1,-9 5 30,-3 4 1,6 2 0,-3 2-1,5 4 83,2 5 1,-1-1-1,3 2 1,1 1 23,2 3 0,8-5 0,-1 1-93,3 2 0,4-7 1,3-1-1,7-4-35,4-2 0,1 0 1,1-2-1,-1-2-83,0-2 0,1-5 1,-3 3-409,-3-2 1,-4-1 29,-8-7 1,-4 8 0,-6 5-1,-7 3-122,-3 2 1,1 0-1,2 2 1,-1 3-363,1 7 1,5-2 945,0 1 0,8 1 0,-3 6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8:06.141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53 87 7693,'8'-9'52,"-6"-1"316,3 4 0,3 2 38,-2-7 0,0 5 271,-6-6-427,0 8-182,0-3 0,0 5-332,0-4 0,-8 4-13,-4-4 1,3 6 320,-3 6 0,0 4 78,-5 7 1,7 0 101,5 1 1,3-1-153,2 1 1,2-3 0,3-3-19,7-6 0,3 2 0,3-3-7,-1-1 1,-5-2 0,0-4 79,1-3 1,-3-5 0,0-8-61,-3 1 0,-1 5 0,-8 1-13,-3-3 1,1 0-1,-6 1 1,0 3-14,1 2 0,-3 3 0,-4 3 1,3-2-37,1-2 0,6 0 0,-3 8 0,-1 4-38,0 6 1,6 3 0,-1 2 0,3 1 43,2-1 0,0 1 1,2-1-1,3 1 5,7-1 0,3-7 1,3-2-1,-1-2 52,1-1 0,-1 1 0,1-6 0,-1-2-63,1-4 0,-3 3 0,-3-9 0,-4-2 12,-1-1 1,-5-3 0,4 1 0,-4-1 7,-2 1 1,-6 5 0,-1 3 0,-3 1-42,-4 4 0,-1 2 0,-3 2-53,1 0 1,-1 6-1,3 2 1,1 1-174,3 5 1,7-4 0,-2 1 114,4 3 0,4-6 0,4-3 19,5-3 0,5-2 1,1 0 1,1 0 1,-3-7 0,-1-3-2160,-2 0 2265,-9 2 0,5 1 0,-8-3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8:07.424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297 105 7210,'0'-18'-372,"0"7"1,0-1 712,0-1 1,-2 5 0,-2 0 0,-4 2-617,-1 0 0,3-1 1,-6 3-30,-1-2 1,-3 0 0,-1 6 198,-1 0 0,1 6 0,1 2 167,5 1 0,1-3 1,6 6 585,-2 1 0,0-3 93,6 2 0,0-6-279,0 5 0,2-7-220,4 2 1,-4-6 83,4-6 1,-4 2 271,-2-7-453,0 7-41,0-12-224,-8 14 1,0-4 212,-3 12 1,3-2 103,8 8 0,0-1-67,0 7 0,2-3-72,4-3 1,3-4 0,9-8-133,-1 0 1,1-2-1,-1-4 158,1-6 1,-7-3-1,-1-3 46,-2 1 0,-2 5 0,-8 3-80,-4 1 1,-4 2 0,-7 6 9,-1 0 0,1 8 0,-1 3 0,1 5-13,-1 1 1,9 7 0,3-1 0,2-2-11,-2-1 1,4-3 0,-2-1 0,6-3-23,4-1 0,14-8 0,-3 2 0,2-4-90,1-2 1,3-2 0,0-4 0,-1-6-118,-3-3 0,-3-5 1,-5-1-1,-5-2 103,-4 1 1,-2 3-1,-2 1 1,-4 1 6,-5-1 1,-11 9-1,-3 3 1,-2 4-28,-4 2 0,0 2 0,0 6 0,4 7 109,1 7 0,3 3 1,8-2-1,3 4-95,6 0 1,4-1 0,2-9-1,4-1-164,8-5 1,1-3 0,14-8 0,1-2-356,-1-4 1,-4-3 613,6-9 0,-7-7 0,3-2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8:08.423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210 140 7958,'10'-2'916,"-4"-3"0,-4-5-619,-2-8 1,0 7-262,0-1 0,0 1-62,0-7 0,0 6 0,-2 3 128,-4 1 1,-4 2 0,-7 6 6,0 0 0,5 2 0,0 2 0,1 4-9,1 1 1,-4 3-1,7 6 1,-1-1 24,0 0 1,2 1 0,6-1 159,0 1 0,2-1-176,4 1 0,-2-8 0,7-5 0,1-5-85,-2-5 1,5-3-1,-5-6 1,2 3 61,-1-3 0,-7-2 0,4-1 34,0-1 1,-6 1 0,4 0-140,-5-1 1,-8 1 0,-5 1 28,-3 4 1,-3 5 0,1 7-80,-1 0 0,1 0 1,1 2-1,3 2-24,1 1 0,6 7 0,-4-4 0,3 1 81,3 5 0,2-4 0,2 1 66,0 3 1,8-4-1,3-1 1,5-1-15,1-4 0,-5-2 0,-1-2 0,3 0 5,2 0 1,1 0 0,-1-2 0,-3-2 42,-1-2 1,-8-1 0,3 3 0,-1-4 26,0-2 1,0 4 0,-8-3-124,-4 1 1,2-4-1,-7 6 1,-3 3-35,-1 1 0,-3 2 0,1 0 26,-1 0 0,1 2 1,-1 1-1,3 5 26,3 2 1,2 2-1,6 5 1,-1 0 124,1 1 0,2-6 0,4-1 0,2 3-20,1 1 0,9-5 1,-2-4-1,3-4-112,3-2 1,5 0 0,0 0 0,-3-2 4,-7-4 0,3-4 0,-7-7 0,1-1-18,-4 1 0,-4-1 1,-2 1-1,0 0-8,0-1 0,-8 6 0,-3 3 0,-5 1-20,-1 4 0,-7 2 0,1 2 0,2 2 27,1 4 0,3 4 0,-1 9 0,3 2-47,3 3 0,-1 5 1,7-6-1,2-2-36,2-1 1,10-3-1,3-1 1,7-5-575,5-5 1,-4-6 0,7-6 667,-1-5 0,2-12 0,8-5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9:28.83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105 190 8218,'8'-9'530,"-6"-1"1,5 4 28,1-5 1,-6 1-1,4-2-282,-4-1 0,0-1 0,2 0 1,2 3-103,-3-3 0,-1 4 1,-2-1-220,0-3 1,-7 5 0,-5-1-103,-4 2 0,1 4 0,1 8 0,3 4-16,-3 2 1,1 1 0,-1 7 0,4-1 175,3 1 1,-5-1 0,6 1 0,2-1 53,2 0 1,2 1-1,2-1 1,4 1 1,4-8 0,7-5 0,1-3-8,-1-2 0,1 0 1,-1-2-1,2-3 15,5-7 0,-11 2 0,5-1 0,-5-3 109,-3-2 0,-2-3 0,-8-2 58,0-3 1,0 1 0,-2 8 0,-4 1-155,-6 2 0,-3 9 1,-3-3-1,1 4-136,-1 2 0,1 0 1,0 0-1,-1 2-99,1 4 0,5 3 0,2 9 0,3-1-81,3 1 1,2-1 0,2 1 0,2-1 260,3 0 1,5-1 0,8-4 0,-1-5 28,1 1 0,1-6 0,2 4 0,3-4-21,-3-2 1,-2-6-1,-1-2 1,-1-1-65,1-5 0,-9-2 0,-3-1 0,-4 0-113,-2-1 1,-2 1 0,-4 1 0,-7 2-64,-8 3 0,-1 7 0,-5-2 0,0 4-67,0 2 1,3 8-1,-3 4 1,4 3-261,7 3 1,1 5 0,9 2 0,2 0-633,2 1 1,4-3 1155,4-6 0,4 1 0,7-1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9:28.067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123 88 8027,'10'-8'339,"0"6"85,-5-3 0,-1-3 835,8 2-904,-8-8 1,4 11-217,-8-9 1,-2 6-125,-4-6 0,-4 9 1,-7-3-39,-1 4 0,1 2 0,-1 2 7,1 4 1,5 1 0,2 7 0,1 0 34,-1 5 0,6-2 1,-2 7-1,4-5 7,2-1 1,0-1 0,0 0 0,2-1 47,4-4 1,4 1-1,7-7 1,1-2-67,-1-2 0,1-2 0,-1-2 0,1-2-31,-1-2 1,1-7 0,-3 1 0,-3-4 100,-6-1 0,-4 5 1,-2 1-1,0-3-32,0-1 0,-2-1 1,-4 4-1,-6 7 65,-3 3 0,-5 2 0,-1 0 1,-2 2 17,1 3 0,3 7 0,1 9 1,1 5-61,-1 1 1,9-4-1,3 4 1,4 0-38,2 1 0,8-7 0,5 2 1,7-5 17,3-7 1,8-3 0,-2-8-1,4 0-45,2 0 0,-6-8 0,-2-3 1,-1-7 25,-5-5 0,-8 4 1,-3-7-1,-2 3-71,-4 0 0,-4-6 0,-6 5 0,-6 1-94,-3-2 1,-8 11-1,-3-1 1,1 5 9,0 6 1,-6 2 0,4 4 0,0 4-107,3 6 1,5 3 0,3 5 0,5 1-156,5 2 0,4 0 0,2-5 0,2-3-118,4-3 0,3-2 0,9-6 0,-1 2 503,1-3 0,7-8 0,2-5 0</inkml:trace>
  <inkml:trace contextRef="#ctx0" brushRef="#br0" timeOffset="1550">1014 787 6392,'6'-18'1184,"0"1"1,1 5 0,-3 1-760,2-3 0,0 4 1,-4 1-1,2-1-92,1 0 1,1 4-1,-6-5 24,0-3 0,0-1-426,0-3 1,-7 8 0,-5 5-1,-4 3-54,-1 2 0,-1 2 1,1 3-1,-1 7-1,1 4 1,5 1-1,3 2 1,1 3 165,4 1 1,2 2-1,2-3 134,0 1 1,2-2 0,4-7 0,7-4-72,9-3 0,-1-1 0,6-8 1,-1-2-79,-5-2 1,0-7 0,1 1 0,-1-3-25,-6-3 0,1 1 0,-10-1 1,-2 1 34,-2-1 0,-2 7 1,-2 1-1,-6 0-15,-10 1 0,-1 5 0,-10-2 0,0 6 20,2 6 0,-4 2 1,7 7-1,1 1-52,-2 3 0,11 2 1,-1-3-1,5-1-38,6 1 1,2-1 0,4-1 0,4-3 67,6-1 0,5-8 0,6 2 0,6-4-30,4-2 0,-3-6 0,-3-2 1,-2-2-76,-4-3 1,-1-3 0,-5-1-36,-3-1 1,-4 1 0,-8-1-4,0 1 1,-10 5 0,-6 3-1,-7 1 96,-4 4 1,4 4 0,-5 4 0,3 4 121,4 1 0,1 3 0,5 5 0,1 1-132,3-1 0,7-5 0,-2 0-354,4 1 1,12-5-1,5-2 1,7-6 389,-1-6 0,6-4 0,0-7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9:33.53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208 437 8908,'-10'2'2812,"4"3"-1931,4-3 0,2 8-122,0-4 0,2-4 0,4 4-495,6-4 1,-3-4 0,3-4-217,2-6 0,1-3 0,3-3 1,1 1-337,4-1 0,-3-1 1,3-2-1,-4-3-328,-1 3 0,-1 1 0,1 3 274,-1 0 1,-5 1 0,-2 2 188,-3 3 62,-1 7 334,-6-4 13,0 8-10,0 16 1,0-5 0,0 15 0,0-1-220,0 4 0,2 4 1,2 4-1,2 2-101,-2 1 0,0 7 1,-1-6-1,3-3-217,-2-1 1,-2-10 0,-2-3 0,0-5-1253,0-1 0,0-7-1306,0 1 2849,0-8 0,0 4 0</inkml:trace>
  <inkml:trace contextRef="#ctx0" brushRef="#br0" timeOffset="933">574 70 9974,'2'-10'1564,"2"2"-1120,2 1 1,0 3-370,-6-8 0,-8 6 0,-5-3-177,-9 1 0,1 2 0,-8 6 0,-2 0 54,-2 0 0,-4 10 0,-4 5 0,-5 10-20,-5 8 0,1 4 0,1 14 1,6-1 48,7 5 0,-1 9 0,15 2 0,7 5 0,7 5 0,10 2 0,10-3 0,11 7-77,8 3 0,12-13 0,3-8 0,5-12-38,1-11 1,6-8 0,1-17 0,-3-5 24,-2-5 0,-3-8 0,-3-7 1,-3-11 140,-3-5 1,-1-10 0,-6-8 0,-2-1 65,-4-5 0,2 3 1,-7-5-1,-3-3 49,-2-1 0,-3 1 1,-5 2-1,-5-1-105,-4 1 0,-4 7 0,-4 5 1,-5 3-15,-5 2 1,-9-2 0,-4 0 0,-6 0-209,-6 4 1,-9 8 0,-10-2-1,-2 2-197,-4 3 1,0 5-1,2 5 377,5 6 0,13 12 0,3 4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9:39.09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140 1850 8216,'12'0'2835,"0"0"-997,-9 0-1199,5 0 1,-6-2-1,2-4-415,2-6 0,0-3 0,-6-5 1,0-3-129,0-6 1,-2-6 0,-2-6 0,-4-5-185,-2-5 1,7-5 0,-5-4 0,2-6-279,0 0 0,0 2 0,6-2 0,0 4-168,0 2 0,8 9 0,4 10 0,3 6-98,3 6 0,5 10 0,2 9 1,2 2 29,4 5 1,2 8 0,0 7 0,-2 4 601,-1 1 0,-1 0 0,-2 9 0,-2 1 0</inkml:trace>
  <inkml:trace contextRef="#ctx0" brushRef="#br0" timeOffset="234">1 1570 10501,'17'0'678,"1"0"0,-1-2-737,0-4 1,9 3 0,1-9 0,2 0-1144,0 3 0,0-5 0,4 6 1202,-4-2 0,4-1 0,-6-7 0</inkml:trace>
  <inkml:trace contextRef="#ctx0" brushRef="#br0" timeOffset="633">734 1588 8093,'0'-12'0,"0"0"934,0-1 1,0-3-651,0-1 1,0-1 0,0 1-381,0-1 0,0 7 0,-2-1-80,-4-2 1,2 7 0,-7 1 0,-3 4 82,-1 2 1,-3 8 0,1 3-1,-1 5 11,1 1 0,5 7 1,3 1-1,1 0 106,4 0 0,2 4 0,4-3 0,2-1 11,2 0 1,13-2-1,-2-5 1,5-3-47,3-3 1,-6-4 0,5-8 0,-3 0-66,2 0 1,-3-4 0,1-6 0,-5-9-83,-5-6 0,-7-5 0,2-4 0,-4-1-5,-2 0 0,-2 6 0,-4 1 0,-7 3 56,-9 4 0,3 3 0,-6 7 0,1 5-103,1 4 1,0 16 0,5 5 0,3 6 209,3 6 0,-3 10 0,5 4 0</inkml:trace>
  <inkml:trace contextRef="#ctx0" brushRef="#br0" timeOffset="1000">1048 1535 10469,'0'25'362,"0"-3"0,2 5 0,2 0-356,2 0 1,2 0 0,-4 3-1,2-7-75,-3-4 1,1-3 0,2-5-63,6-5 1,-4-6-1,-1-8 1,-1-9 65,0-10 0,0-6 0,-6 0 0,2 2 179,4 2 0,-5 2 0,5-4 0,-4 3-55,-2 3 0,2 2 1,2 5-1,4 1-202,2-1 0,1 9 0,7 1 0,-1 2-148,1 0 0,7 1 0,4 5 0,4 0-281,2 0 1,2 0-1,1 0 572,3 0 0,0-8 0,-6-2 0</inkml:trace>
  <inkml:trace contextRef="#ctx0" brushRef="#br0" timeOffset="1767">1992 1745 13462,'17'0'0,"0"-2"122,1-4 1,5-2 0,2-5-1,1 1-118,-1-2 0,6-7 1,-4-2-1,0 0-335,-3-3 0,-5 7 0,-2-6 0,-1 1-187,-4 1 0,-5 0 0,-7 5 45,0 1 1,-7 7 0,-5 4-1,-4 4 269,-1 2 1,-6 2-1,-1 4 1,3 8 334,2 7 1,1 0 0,3 7 0,3-1 137,6 0 1,4-4 0,2 4 0,0-1 5,0-5 0,8-2 0,6-1 0,5-3-196,4-3 1,8-4-1,-2-8 1,4 0-533,2 0 0,0 0 0,-2-4 0,-2-6-841,-2-7 1294,-7-5 0,11-3 0,-6-2 0</inkml:trace>
  <inkml:trace contextRef="#ctx0" brushRef="#br0" timeOffset="2217">2952 1570 8200,'10'-17'0,"-4"-1"474,-4 1 1,-1 5 0,3 0-26,2-1 0,0-3 0,-6-1-243,0-1 1,-2 7 0,-4-1-67,-5-1 0,-5 5 0,-1 2 1,-3 4-218,-3 2 0,4 0 1,-7 0-1,3 2-59,0 4 0,-3 4 1,5 7-1,-2 2 99,2 5 0,3-3 0,4 6 0,5-2 24,1-3 1,2 3 0,6-2-1,2-3 3,4-7 0,4 1 0,7-6 1,3-1-2,3 1 0,-2-4 1,6-8-1,0-4-29,1-1 0,-5-1 1,4-4-1,-2 3-3,-3-3 1,1 4 0,-2-1 13,1-3 1,-13 5 65,9-3 0,-12 10-102,-1 2 0,-3 8 0,-2 9 0,0 1-112,0-1 1,2-5 0,2-1 0,4 1-210,2-2 1,1 3 0,7-7 0,-1-2 385,1-2 0,7-2 0,2 0 0</inkml:trace>
  <inkml:trace contextRef="#ctx0" brushRef="#br0" timeOffset="2567">3825 1483 8095,'0'-18'895,"0"1"-554,0-1 1,-6 1 0,-1 1-100,-3 5 1,6 1-1,-4 6 1,1-2-123,-5 3 1,-4-1-1,-1 0 1,-2-2 21,-5 2 0,3 4 0,-6 4 1,2 4-96,3 1 0,3 3 1,-1 6-1,1-1-100,2 0 0,-3 7 1,14-1-1,2 0 11,2 3 1,2-7 0,2 4 0,4-3-165,6-3 0,5 1 0,7-3 0,5-3-142,4-6 1,7-5 0,1-1 0,-2 0-273,-2 0 0,-2-7 1,0-5-1,-2-3-655,-4-3 1275,-4 1 0,-7-9 0,-1-1 0</inkml:trace>
  <inkml:trace contextRef="#ctx0" brushRef="#br0" timeOffset="2933">4140 1116 8301,'0'-17'1288,"0"5"-1060,0 0 0,0 10 0,0 4 31,0 14 0,-2 3 1,-2 10-1,-2 4-140,2 6 1,2 0-1,2 8 1,0-1-111,0-1 1,0-3 0,0-9 0,0-3-18,0-7 1,8 0 0,4-3 0,3-7-28,3-3 0,-1-6 1,2-8-1,3-6-209,1-5 1,2 1-1,-3-11 1,1 1-30,-2 1 0,-1 0 0,-3 5 0,-1 1 118,-5 0 1,3 5 0,-6 2 153,1 2 0,-5 5 1,2 8 292,-4 7 0,-2 9 0,0 5 0,0 1-221,0 4 1,6 0 0,2 0 0,1-2-495,5 2 1,1-6-1,3-3 423,-1-9 0,16 3 0,4-7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9:43.2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228 524 8150,'17'0'2161,"-5"0"-165,-1 0-1786,-7 0 1,4-2 0,-10-2 0,-2-3-268,-2-3 0,-7 0 1,1-3-1,-3 3-28,-3 2 1,1-3-1,-1 5 1,1 2-97,-1 2 0,1 4 0,-1 4 1,1 7 100,-1 9 1,1-1 0,-1 8 0,3 2 57,3 2 1,5 2-1,7 0 1,0-2-101,0-4 0,7-4 0,5-9 1,5-5-138,7-5 0,-3-4 1,8-4-1,0-6-73,-2-9 1,4-2 0,-5-12 0,-1-4 169,0-4 0,-2-2 1,-5 6-1,-1-2 77,1-3 1,-7 3 0,-1-4 0,-2 4-8,-4 2 1,-2 0 0,-2 0 0,0 0 103,0 0 0,0 2 0,0 4 1,0 6 81,0 4 1,0 1 719,0 1-582,0 7 0,0 4 0,0 12-125,0 6 1,-6 3 0,0 5-1,0 1 41,-1 2 1,5 8 0,-4-2 0,2 6-6,-2 6 1,4-2-1,-4 5 1,4-1-94,2-4 1,2 4-1,2-3 1,4-1-287,2-2 0,1-4 0,9-4 0,1-6-223,2-3 0,3-10 0,-5-7 459,2-6 0,0-15 0,-5-9 0</inkml:trace>
  <inkml:trace contextRef="#ctx0" brushRef="#br0" timeOffset="250">769 402 8150,'0'-12'1104,"0"1"0,0 3-684,0 2 0,-6 20 0,0 17-276,2 0 0,3 0 0,1 4 1,0-2-420,0-4 0,-6 2 1,0-6-1,2 0-1637,2 1 1912,2-3 0,8-6 0,2 1 0</inkml:trace>
  <inkml:trace contextRef="#ctx0" brushRef="#br0" timeOffset="417">926 105 8150,'0'-12'587,"-2"3"1,-2-1 158,-1 0-746,-1 6 0,-2-11 0,-2 5 0</inkml:trace>
  <inkml:trace contextRef="#ctx0" brushRef="#br0" timeOffset="984">1293 297 8084,'-8'-17'1365,"4"7"-1251,-7 4 0,5 6 0,-4 6 1,2 8 2,4 7 0,1 6 1,-1 8-1,-2 0-11,2 0 0,2 0 0,2 0 0,0-2-31,0-4 0,0-4-94,0-7 1,8-9 0,3-7-53,5-12 0,-4-3 1,-1-14-1,1 0-76,-2-1 0,3 7 0,-5-4 1,2 2-109,3-1 0,-3 1 0,2 6 0,-1-1 109,-1 1 1,5 1 0,-3 4 123,4 7 1,-5 3-1,-1 4 1,-2 5 131,-4 11 0,-2 7 0,-2 8 1,0-2 133,0-2 0,0 0 1,0 6-1,0-2-77,0-4 0,0-3 0,0-9-198,0 0 0,1-7 0,3-8-125,2-12 0,8-1 1,-5-14-1,3 1 9,0 1 0,-1-8 0,5 4 0,-1-2 172,3 0 1,-8 7-1,11-1 1,-2 4-26,-5 1 0,3 8 1,-5 5-1,4 3 37,1 2 1,-5 2 0,-3 3 0,-1 7 145,-4 4 0,4 7 0,-2 2 0,-3 0-30,-1 0 1,-2 5 0,0-7 0,0 0-179,0 2 1,0-5 0,0 3-246,0-4 1,0-7 0,2-2-388,4-2 1,-2-10 656,8-10 0,-1-4 0,7-1 0</inkml:trace>
  <inkml:trace contextRef="#ctx0" brushRef="#br0" timeOffset="1450">2166 489 8163,'0'12'2648,"0"0"-2247,0-9 0,8 3 0,4-12-473,3-5 0,2-5 0,1-1 0,-1-1-100,1 1 0,-6-1 0,-1 1 0,1 0-182,-2-1 0,3 1 0,-7-1 45,-2 1 1,-4-1 0,-8 3 146,-9 3 1,-1 4-1,-7 8 1,2 2 159,-1 4 1,-1 4 0,4 9 0,-1 4 103,7 7 1,-1 3-1,11 1 1,1 1 7,2 0 0,4 0 0,3-2 0,7-2 54,4-2 1,3-9 0,2-1 0,5-7-270,1-4 0,0-3 1,4-7-1,-4-3-363,-2-7 1,-1-5-1,-7-5 1,1-1 467,-1 2 0,1-7 0,-1 1 0</inkml:trace>
  <inkml:trace contextRef="#ctx0" brushRef="#br0" timeOffset="1833">2638 280 8025,'0'-12'2254,"0"0"-1729,0 9 1,0 8 0,0 15-461,0 5 1,0 4 0,0 4 0,0-2-144,0-2 0,0 0 0,0 4 1,0-2 17,0-1 0,0-9 1,0 2-1,0-3-14,0-3 0,7-7 1,5-4-92,4-5 1,1-10 0,0-7 0,1-7-156,-1-4 1,7 4 0,-1-7 0,-2 1 6,-1 2 1,-3-6-1,1 6 1,-1 0 222,1 4 1,-3 3-1,-1 5 437,-3 3 1,-7 8-68,2 16 0,-4-1 0,-2 15 0,0-1-155,0 4 1,0 4 0,0 2 0,0 0-230,0 0 0,0-6 0,0-2 0,2-2-444,4-3 1,-2-9-1,7-3 1,3-2-10,1-5 1,5-4-1,1-9 557,2-8 0,1-11 0,-7 2 0</inkml:trace>
  <inkml:trace contextRef="#ctx0" brushRef="#br0" timeOffset="2217">3371 315 8025,'0'-12'299,"0"0"478,0-1 0,-2-1 1,-2 1-144,-2 1 0,-7 2-606,1-1 0,-3 3 0,-3 8 0,1 2-414,-1 4 0,1 3 0,1 9 0,3-1 87,1 1 0,0-1 1,-3 3 261,3 3 0,-1 2 1,7 4 192,2-6 0,2-3 0,4-5 0,4-1-11,6-2 1,3-3 0,4 5 0,5-4-231,5-3 1,-2 5 0,2-4-1,0 0-81,-2-1 0,-1 5 0,-9-4 0,-1 1 109,-5 5 1,3-4 0,-8 1 141,-2 3 1,-10 0-1,-6-1 1,-5-3-242,-7-2 1,3-3 0,-6-5 0,2 0-285,3 0 1,-3 0-1,2 0 440,1 0 0,3-7 0,1-3 0</inkml:trace>
  <inkml:trace contextRef="#ctx0" brushRef="#br0" timeOffset="2484">3703 350 8025,'0'-18'1505,"0"1"-1133,0 7 1,0 4 0,0 12-73,0 6 1,0 11-1,0 6 1,0 4-335,0 2 1,0 0-1,0-2 1,0-2-398,0-2 1,0-8-1,0 3-998,0-5 0,2-3 727,4-5 1,1-13 701,5-15 0,4-8 0,-7-10 0</inkml:trace>
  <inkml:trace contextRef="#ctx0" brushRef="#br0" timeOffset="2634">3825 0 8966,'-8'10'1062,"1"6"-1062,-5-5 0,-3 5 0,5 1 0</inkml:trace>
  <inkml:trace contextRef="#ctx0" brushRef="#br0" timeOffset="3036">4140 437 7978,'0'-12'0,"0"1"467,0-3 0,0-1 296,0-3 0,0 1-517,0-1 1,-2 6-129,-4 1 0,-10 9 0,-7 2 0,2 10-87,1 5 0,3 3 0,-1 1 0,1 2 39,-1 3 0,3 7 0,1-2 0,5 2-32,1-2 1,2 2 0,6-8 0,0-1-66,0-3 1,8-2-1,3-1 1,7-4-130,5-7 1,-3-3-1,5-2 1,-2-2-299,0-3 0,3-5 0,-5-9 0,0-5-53,-5-5 1,-1-4 0,-7-2 0,0 0 282,0 0 1,-3 0 0,-7 1 0,-3 1 459,-7 3 0,-4 7 0,-3 11 0,-2 7 9,-3 3 0,-5 9 0,4 7 0,0 7-481,0 9 1,3 8-1,9 5 1,3 0-1076,2-1 1311,2-1 0,6 2 0,0 1 0</inkml:trace>
  <inkml:trace contextRef="#ctx0" brushRef="#br0" timeOffset="3486">4454 332 7978,'0'-17'211,"0"-1"0,0 1 623,0-1 0,0 7-508,0-1 0,0 10 0,0 2-6,0 10 0,0 11 0,0 4 0,0 4-168,0 8 0,0-2 0,0 6 0,0-4-122,0-2 0,0-2 1,0-2-1,0-4-85,0-2 1,2-2 0,2-5 0,4-3-366,1-3 0,3-6 1,5-12-23,1-6 0,-1-5 0,1-6 1,-3-6 73,-3-4 0,3-2 0,-3 0 0,2 2 187,-3 4 0,3 1 1,-6 7 818,1-2-299,-5 0 0,6 17 0,-6 10 0,2 11-169,-3 5 0,-1 7 0,0 2 0,2 4-192,2 2 0,6-6 0,-5-2 0,3 0-358,4 0 1,1-7 0,3-1 0,1-7-1527,4-4 1906,-3-3 0,13-5 0,-6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9:47.73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245 446 7909,'7'-17'-451,"-5"-1"1,6 3 327,0 3 0,-6-3 1,5 3 911,1-3 0,-6 3 0,4 0-260,-4-1 0,-2 3 1,0-2-315,0-1 1,-6 3-1,-2-2 1,-1 1-156,-5 1 0,0 0 1,1 7-1,1-3-140,-1 2 1,-3 2 0,-1 2 0,-3 2-42,-3 4 0,4 11 1,-5 12-1,5 6-46,1 6 0,1-2 1,1 9-1,5 5 153,5 3 1,4-4 0,2-7-1,2-2-18,4-5 0,5-1 1,13-4-1,5-6-60,4-9 0,2-8 1,2-10-1,1-2-379,3-4 0,-6-4 1,-6-9-1,0-3 471,-2-1 0,6-8 0,-5 4 0</inkml:trace>
  <inkml:trace contextRef="#ctx0" brushRef="#br0" timeOffset="469">768 621 8330,'6'-12'-899,"0"1"2204,-2-3 0,-2 4-356,-2-1 0,-2 5-894,-4-6 1,2 8 0,-7-1-1,-3 3-130,-1 2 1,-3 0 0,-1 0 0,-3 0 52,-1 0 0,0 7 0,5 5 0,1 4-116,-1 1 0,1 3 1,1 1-1,3 4 118,1 2 1,8-5 0,-2 1-1,5-4 19,1-1 0,1-3 1,5-3-1,6-6-12,3-4 1,9-2 0,-1 0 0,0-2 3,3-4 1,-7-4 0,4-7 0,-3-1 48,-3 1 0,1-1 0,-3 1 309,-3-1 1,1 1-326,-7 0 0,0 9-197,-6 8 0,0 8 0,0 9 0,0 0 60,0 1 1,0 1 0,0 3-1,0 1-257,0-2 1,8-7 0,3-4 0,5-3-38,1-3 1,3-2-1,1-2 1,4-2-298,2-4 1,-5-3 703,1-9 0,4-7 0,0-2 0</inkml:trace>
  <inkml:trace contextRef="#ctx0" brushRef="#br0" timeOffset="752">1257 62 10863,'-9'18'276,"1"1"1,8 6 0,-2 10-115,-4 10 1,4 5 0,-4 5 0,5 3-72,1 6 0,0 4 1,0 0-1,0-4-238,0-6 1,5-11 0,3-9-1,0-7-612,0-7 1,5-13 0,-1-7-389,3-8 0,-3-7 1147,0-13 0,-8-3 0,3-8 0</inkml:trace>
  <inkml:trace contextRef="#ctx0" brushRef="#br0" timeOffset="1535">1677 516 8913,'0'-11'1199,"2"1"-666,3 2 1,-3-5-377,4 1 1,-4 2 0,-2-1-11,0-3 0,0 4 1,0-1 79,0-3 1,0 4 0,-2 1-140,-4 1 0,-9 2 1,-9 6-1,3 2-53,2 4 1,-5 5-1,1 11 1,2 3-169,1 2 0,3-3 1,1 5-1,5 2-69,5 2 0,4-6 0,2-2 1,2-4-60,4-3 0,5 3 1,11-11-1,3 0-182,2-5 1,0-3 0,4-2-1,-3 0-308,-3 0 1,4-5 0,-6-3 750,-1-2 0,-3-2 0,-2-5 0</inkml:trace>
  <inkml:trace contextRef="#ctx0" brushRef="#br0" timeOffset="2184">1939 411 8140,'0'-17'1163,"0"0"-327,0-1 1,-2 6-575,-4 1 0,4 15 0,-4 2 1,4 9 4,2 8 1,0-1-1,0 7 1,0 2-111,0 2 1,0 2 0,0 0-1,0 0-196,0 0 0,0-8 1,2-4-1,2-4-159,2-1 1,7-8 0,-1-5-1,5-3 58,7-2 1,-3-7-1,6-5 1,0-6-201,1-5 0,-7 2 1,2-6-1,-3-1 41,-3 1 1,-1 6 0,-5-2-1,-5 3-222,-4 3 1,-2-1 23,0 1 0,-8 7 1,-3 4-1,-5 6 497,-1 6 0,-1 12 0,1 9 0</inkml:trace>
  <inkml:trace contextRef="#ctx0" brushRef="#br0" timeOffset="2501">2497 45 8126,'0'-18'642,"0"7"1125,0-1-1476,0 8 1,-5 4 0,-1 14 0,2 5-31,2 4 1,-4 14 0,0 2 0,0 8 31,-1 7 0,5 8 0,-6-2 0,2 2-211,0 4 1,1-4 0,5-1 0,0-7-490,0-10 0,2-12 0,3-9-521,7-4 0,3-9 0,3-6 0,-1-8-513,1-8 0,-6-9 1441,-1-2 0,1-8 0,5 3 0</inkml:trace>
  <inkml:trace contextRef="#ctx0" brushRef="#br0" timeOffset="3099">2917 481 8171,'2'-15'103,"1"1"0,3 3 58,-2-3 0,-2 4 1,-2-1-1,0-3 243,0-1 0,0 3 0,0 0-179,0-1 0,0-3 0,-2 1-162,-4 3 1,-3 4-1,-9 8 1,1 0-59,-1 0 1,1 8 0,-3 4 0,-1 5-15,-2 6 1,-1 5 0,7 6 0,1 1-14,5 0 0,3 6 1,8 0-1,0-4 0,0-6 0,0 0 1,2-10-1,4-3-6,5-5 1,7-9 0,3 2-1,2-6-69,-1-6 1,3-6 0,-2-9 0,-1-4-105,-3-2 1,-1 5 0,-1-3 0,-1 2 122,-5 0 1,3-1 0,-8 7 71,-3-1 1,-1 7-45,-2-1 1,0 16 0,0 4 0,0 11 134,0 10 1,0-2-1,0 2 1,0 3 48,0 1 1,2 0 0,4-2 0,6-4-235,3-2 0,3-2 0,1-7 0,3-5-136,1-5 1,8-4 0,-2-6-1,2-5-501,-2-9 0,4-11 737,-4 0 0,4-4 0,2-2 0</inkml:trace>
  <inkml:trace contextRef="#ctx0" brushRef="#br0" timeOffset="3399">3563 45 8086,'0'-12'387,"-2"2"191,-4 3 0,2 1-404,-8 6 0,9 8 1,-5 5-1,2 10 200,0 12 0,-2 8 0,5 11 1,-3 5-161,2 5 1,2 4 0,2 1 0,0 1-246,0 0 1,0-8-1,0-6 1,2-9-135,4-12 0,-2-8 1,7-11-371,3-5 1,-5-5 0,1-12 0,-2-5-143,-4-5 0,-2-7 1,-2-2-1,0-1 677,0 1 0,-8-14 0,-2 3 0</inkml:trace>
  <inkml:trace contextRef="#ctx0" brushRef="#br0" timeOffset="3549">3266 464 8086,'2'12'2755,"4"-3"-2285,5-1 1,5-2-1,1-6 1,3 0-708,3 0 0,4 0 0,6 0 0,-2 0-413,-2 0 1,-2 0-1,4 0 650,-1 0 0,-9-16 0,4-3 0</inkml:trace>
  <inkml:trace contextRef="#ctx0" brushRef="#br0" timeOffset="3715">3929 150 7862,'-7'-10'-269,"-3"2"1,-7 8-1</inkml:trace>
  <inkml:trace contextRef="#ctx0" brushRef="#br0" timeOffset="4185">3790 569 8316,'0'-10'3848,"2"0"-3669,4 4 0,3 4 1,9-3-1,-1 3-225,1 2 1,1-6-1,2-2 1,3-2-48,-3-3 0,-2 3 1,-1-1-1,-1-3-247,1-2 1,-3-1 0,-3-1 0,-6 1 135,-4 0 1,-2-1 0,-2 1 0,-4 1 112,-6 4 1,-5 5 0,-4 7-1,-5 2 213,-1 3 1,0 13-1,-4 11 1,4 6 432,2 6 1,3 1 0,11 7 0,5-3-116,4 3 1,4-4 0,5-1 0,11-1-360,9-4 0,12-12 0,4-10 1,1-9-406,5-6 1,7-4 0,0-6 323,-5-9 0,1-16 0,-7-12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9:59.06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45 9566,'10'-8'197,"-3"4"167,-7-7 0,0 5 923,0-6-823,0 8 1,0 16-1,0 13-294,0 4 0,-5 10 0,-3 8 0,0 5-230,0 6 0,-3 2 0,5 6 0,2-2-452,2 2 1,2-7-1,0-7 1,0-9-2491,0-6 2254,0-10 1,0-14 0,0-18 747,0-17 0,-16-9 0,-3-4 0</inkml:trace>
  <inkml:trace contextRef="#ctx0" brushRef="#br0" timeOffset="217">0 447 8099,'10'-2'773,"-4"-4"0,4 4 0,1-6 0,7 2-548,5 1 1,-2-3 0,10 4-1,4-2-320,4 2 1,4-4 0,-4 1 0,1-1-471,-1 0 0,-2-5 0,-2 1 0,-2-4 565,-4-1 0,4-1 0,-6 1 0</inkml:trace>
  <inkml:trace contextRef="#ctx0" brushRef="#br0" timeOffset="617">664 80 7938,'0'-10'1270,"0"4"1,0 14-1176,0 10 1,-6 1-1,0 10 1,1 4-51,-3 6 0,6 0 0,-4 7 1,2 1-212,-2-3 1,4 5-1,-3-8 1,3-4-168,2-6 1,2 0 222,3-8 0,5-7 0,8-13 21,-1-6 1,3-7 0,1-10-1,2-1-62,-2-2 0,-1 0 0,-1 3 1,3-1 28,1-3 0,0 3 1,-5 8-1,-1 1 93,1-2 0,-1 7 295,1 1 0,-9 6 1,-3 6-113,-4 5 1,-2 5 0,0 1-1,-2 1-115,-4-1 0,4 6 0,-4 1 1,5-3-524,1-2 0,0-1 1,0-1-403,0 1 0,1-8 886,5-5 0,-4-10 0,6-5 0</inkml:trace>
  <inkml:trace contextRef="#ctx0" brushRef="#br0" timeOffset="967">1171 482 8116,'11'0'648,"1"0"0,-6 0 1,5 0-1,3-2-737,1-4 1,3 2 0,-1-8-1,1 1 123,-1 1 0,1-6 0,-1 5 0,1-5-110,-1-1 0,-5-1 0,-3 1 0,-1-1-84,-4 1 1,-2 5 0,-4 1 243,-4-3 0,-3 6 0,-9 2 0,-1 6 123,-5 6 0,5 4 0,-4 9 0,3 5-29,3 5 0,1 4 1,5 0-1,5-2-101,4-2 0,4-2 1,4 2-1,5-6-397,5-3 0,9-10 1,4-5-1,6-3-300,6-2 1,-2-2 0,5-3 619,-1-7 0,-2-11 0,-6-4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0:00.97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279 210 12165,'0'-18'434,"0"1"-485,0-1 0,-7 3 0,-5 1 0,-3 5 58,-3 1 1,1 2 0,-1 6-1,-1 2-34,-5 4 0,3 5 0,-6 13 0,2 5 145,3 4 0,5 2 0,3 0 0,5 0-97,1-1 1,2-1 0,6-3 0,2-7-64,4-4 0,5-9 1,11-4-1,3-4-139,2-2 0,-4-4 0,5-6 1,-1-7-24,0-3 0,-6-5 0,3 0 0,-5 0 144,-2-1 1,-5-3-1,0 6 1,-1 2 84,-1 1 1,-2 3 0,-8-1 172,0 1 1,0 9-205,0 8 1,-6 10 0,-2 13 0,1 4-27,-1 0 1,2 6-1,6-4 1,0 4-56,0 2 1,2-2-1,4-4 1,5-5-217,5-5 0,1-3 0,1-5 0,1-5-239,4-4 1,-1-4 0,5-4 0,-2-5-834,-3-5 1375,-3-9 0,-2-2 0,1-8 0</inkml:trace>
  <inkml:trace contextRef="#ctx0" brushRef="#br0" timeOffset="333">611 192 8061,'0'-17'-399,"0"-1"1318,0 1 0,2 7-371,4 4 1,-2 6 0,6 8-138,-3 10 0,1 1 0,-4 10 0,4 2-130,1 2 0,-3 2 0,4 0 0,0 0-118,-1 0 0,-3-2 0,4-4 0,0-6-109,-1-3 0,3-5 0,7-3-279,5-6 1,-9-12-1,7-8 1,-1-5-113,-2-4 1,1-9-1,-3 3 1,3-4 235,3-2 1,-10 2 0,5 2-1,-3 4-287,1 2 0,-6-4 1,-5 6-199,-3 1 0,-4 9 0,-3 3 1,-7 2-163,-4 4 1,5 10-1,-1 8 748,-1 7 0,-3-2 0,-1 7 0</inkml:trace>
  <inkml:trace contextRef="#ctx0" brushRef="#br0" timeOffset="733">1083 367 8585,'11'0'1120,"1"0"0,-6 6-858,6 0 0,-1-1 1,7-5-147,-1 0 1,3-5 0,1-3 0,2-2-28,-1-4 1,3-1 0,-2-2-1,-2 1-166,-1 4 0,-9-3 0,1 3 0,0-3-27,-3-3 1,-1 1-1,-8-1 230,0 1 1,-8 1-1,-3 5 1,-5 5-174,-1 4 1,-7 10 0,-1 5 0,0 7 34,0 3 0,2 8 0,5-2 0,3 2 37,3-2 0,-2 4 0,8-4 1,3 2-57,1-2 1,4-3 0,3-9 0,7-1-98,4-5 1,9-3 0,2-8 0,2-2-285,0-4 0,0-3 0,4-9 1,-2-1-132,-2-5 0,-5 5 0,5-4 0,0 1 543,-2-1 0,-2 4 0,-7-6 0</inkml:trace>
  <inkml:trace contextRef="#ctx0" brushRef="#br0" timeOffset="1051">1677 157 8627,'7'-9'1871,"-5"1"1,6 10-1509,-8 4 0,0 5 0,0 11 0,0 3-189,0 2 1,-2 2 0,-2 4-1,-2-2-73,3-2 1,1-7-1,2 1 1,0-4-466,0-1 178,0-1 0,0-15 0,2-10 0,1-9-68,3-6 0,6-8 0,-4 1 0,-1-1 77,1 2 0,4-4 0,-4 6 0,-1-2 12,1 0 0,6 6 0,-5-4 0,3 1 12,0 5 1,5 2 0,8 1 0,1 3-243,-1 3 0,6 4 1,-4 8-1,2 2-352,0 4 1,-5 4 0,3 7 746,-2 1 0,-2-1 0,-5 0 0</inkml:trace>
  <inkml:trace contextRef="#ctx0" brushRef="#br0" timeOffset="1504">2340 192 8061,'0'-11'1043,"0"-1"1,0 0-434,0-5 1,0 5-539,0 1 0,0 5 1,-2-4-5,-4 2 0,-5 2 0,-11 8 72,-1 4 1,0 4 0,4 7 0,-3 1-62,-1-1 1,0 7-1,5 1 1,3 0 52,3 0 1,-2 4-1,9-5 1,1-3-184,2-2 0,2-1 0,2-3 0,4-1-27,5-2 1,5-8-1,3 1 1,2-5-256,3-5 1,5-5-1,-6-8 1,-2 1-50,-1-1 0,3-1 0,0-2 0,-1-5 148,-3-1 1,-7 4 0,-2-4 0,-1 4 328,1 7 0,-6-1 270,2 5 0,-4 6 0,-4 8-230,-4 14 1,2 3 0,-6 8 0,2 0-288,5 0 1,1 1 0,2 3 0,0-4-197,0-2 0,5-2 1,5-5-1,4-3-173,5-3 0,4-4 0,-1-10 0,3-4 521,2-6 0,0-11 0,2-6 0,4-4 0,-5-2 0</inkml:trace>
  <inkml:trace contextRef="#ctx0" brushRef="#br0" timeOffset="1986">2829 175 8242,'0'-12'1328,"0"1"1,0 5-1359,0-6 0,0 0 1,-2-3 38,-4 3 1,-3 3-1,-9 5 53,1-2 0,-1 0 0,1 8 1,-1 4-82,1 5 1,0 5 0,1 1-1,2 1 81,3-1 0,7 1 0,-2-1 1,4 1-78,2-1 0,2 1 0,4-3 0,6-3-171,3-6 1,3-4 0,-1-2 0,0 0-107,1 0 0,-1 0 0,1 0 1,-1 0 185,1 0 1,-1 0 0,1 0 183,-1 0 1,-5 7 0,-2 5 0,-3 4 323,-3 1 1,4 8 0,-2 6 0,-2 8 39,-2 8 1,-2 3 0,-2 2-1,-2 1-168,-2-1 0,-2-5 0,4-3 0,-2-3-253,3-8 1,1-11-1,0-13-254,-4-1 0,2-4 0,-8-10 0,-1-6-342,-3-3 0,1-3 0,-1 1 118,-1 0 0,3 1 1,-9 2 107,3 3 1,5-1 36,3-5 0,5 5 1,7 0-203,0-1 1,7-3 0,5-1 513,3-1 0,3 1 0,-1-1 0</inkml:trace>
  <inkml:trace contextRef="#ctx0" brushRef="#br0" timeOffset="2403">3144 297 8046,'5'-12'610,"1"1"1,2 1 0,-4-4-370,2 3 1,1 7-1,-3-4 1,4 2-139,2 1 0,-4-3 0,5 4 0,3-2-156,1 2 0,-3-4 0,0 1-162,1-3 1,3-2 279,1-5-73,-7-1 1,-10 9 0,-12 3 0,-5 4 98,-6 2 0,3 8 0,-5 3 0,2 5 171,-1 1 1,3 7 0,7-1 0,5 0-28,1 2 1,2-5-1,6 3 1,0-3-154,0-3 0,10 0 0,7-1 0,9-4-598,1-7 1,6-3-1,-4-2 1,2-2-2597,-2-3 3112,4-5 0,-14-8 0,7 1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0:24.29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70 35 8132,'0'-9'602,"2"1"-88,4 8 0,-4-2 460,4-4 164,-4 4-821,-2-6 0,0 10 1,2 2-1,4 4-141,5 2 1,1 3 0,3 11 0,5 5-85,-1 4 1,8 2-1,2 1 1,4 3-186,2 2 1,-2 6 0,-2-7-1,-2-1-298,3-2 0,-7-4 0,-2-4-235,-4-6 0,-7-11-109,0-6 735,-8-4 0,-4-2 0,-10 0 0</inkml:trace>
  <inkml:trace contextRef="#ctx0" brushRef="#br0" timeOffset="402">489 53 8132,'-9'-10'1243,"-1"2"-1009,4 8 0,2 0 0,-5 2 0,-1 4 45,0 6 0,-1 5 0,-9 4 0,-3 5-35,-6 1 1,-4 2-1,-2 6 1,0 2-142,0 4 0,2-5 0,2 5 1,4-4-504,2-2 0,1-8 0,7-4 0,1-3-892,5-3 1292,3-7 0,0 6 0,-2-7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1:26.621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138 176 7854,'10'0'2425,"-1"0"-2187,-3 0 1,-4-2-1,4-4-216,-4-6 0,0-3 0,2-3 0,2 1 0,-2-1 0,-3 1 0,-1-1-16,0 1 1,0 5 0,-1 3-88,-5 1 1,-4 2-1,-7 8 55,-1 4 1,1 3 0,1 9-1,2 1 20,3 5 1,1-5 0,-1 4 0,5-1 204,4 1 0,2-9 0,0 3-74,0-1 0,13-3 0,5-1 0,1-8-89,1-8 1,-3 0-1,2-8 1,3-1 19,1-3 0,-5-1 0,-9-1 0,1 1 75,0-1 0,-6 7 0,1-1-87,-3-2 0,-9 1 1,-5 1-1,-4 6-51,-1 4 0,-2 2 1,-3 2-1,-3 2-50,-2 2 0,0 8 0,-1-3 0,9 5-223,5 1 0,5 1 0,-3-1-88,6 1 0,8-3 0,8-3 137,7-6 0,7-6 1,-3-6-1,4-6-169,2-3 1,-5-3-1,1 1 400,-4-1 0,-1 1 0,-1-1 0</inkml:trace>
  <inkml:trace contextRef="#ctx0" brushRef="#br0" timeOffset="1">575 560 7845,'2'-10'390,"1"2"40,3 1 0,0 3 0,-4-6 21,4 2 0,-4 1-191,4 1-331,-4-4 0,-4-6-43,-4 5 1,-4 5-1,-7 12 94,-1 5 1,9-1 0,1 2 0,2 1 86,0 3 1,0 1 0,6 1 56,0-1 0,2-1 0,2-3 0,4-3-38,2-2 0,1-2 0,7-6-67,-1 0 0,1 0 1,-1 0 43,1 0 1,-9-2-1,-1-4 22,0-6 0,-6 3 0,4-3 0,-6 0 32,-6 3 1,-4 1 0,-7 8-71,-1 0 1,1 0-1,-1 0-56,1 0 0,1 8 1,3 3-1,3 5 2,2 1 1,2 1 0,6-1 55,0 1 0,2-3 1,4-3-1,6-4-12,3-1 0,8-5 0,1 4 0,-1-6-49,2-6 0,-5 2 0,3-7 1,-4-3-23,-1-1 1,-7-3 0,-1 1 22,-2-1 1,-2 1 0,-8-1 0,-4 3 35,-6 3 0,-5 4 0,-4 8 1,-5 0 27,-1 0 1,4 2-1,-4 6 1,1 8-84,5 5 1,8 2 0,3-5 0,2-1-79,4 1 0,2-1 1,2 1-1,2-3 27,4-3 0,4-5 0,9-7 0,2 0-64,3 0 1,5-7 0,-6-5 0,-1-3-1625,-3-3 1769,-2 1 0,1-9 0,-1-1 0</inkml:trace>
  <inkml:trace contextRef="#ctx0" brushRef="#br0" timeOffset="2">1430 158 7852,'0'-17'519,"0"-1"1,0 7-1,-2 1 1,-1 0-373,-3 0 1,0 5-31,6-7 0,-8 2-54,-3-1 0,1-3 1,-2 8 14,-1 2 1,-1 4-1,0 6 1,3 6-14,-3 3 1,5 3-1,-1-1 1,2 3 4,4 3 0,2-4 1,2 5-63,0-5 0,8-3 1,4-5-1,3-3-14,3 0 0,-1-6 0,1 2 0,-1-6 81,0-4 0,1-8 0,-1 3 14,1-5 1,-8-1 0,-5-1-1,-3 1 127,-2-1 0,-2 1 1,-3 1-163,-7 5 0,-4 3 1,-3 8-1,-2 2-16,-3 4 1,1 1-1,6 7 1,1-2-38,4 1 1,-1 3 0,7 1-1,2 1-48,2-1 1,4-1 0,4-5 0,6-3 32,3 0 1,3-6 0,1 4-1,2-6-49,3-6 0,5 2 1,-6-6-1,-4 0 19,-5 1 1,2-1 0,-7-4 58,1 3 0,-2-1-26,-8-5 1,-10 1-1,-5 5 1,-9 5 30,-3 4 1,6 2 0,-3 2-1,5 4 83,2 5 1,-1-1-1,3 2 1,1 1 23,2 3 0,8-5 0,-1 1-93,3 2 0,4-7 1,3-1-1,7-4-35,4-2 0,1 0 1,1-2-1,-1-2-83,0-2 0,1-5 1,-3 3-409,-3-2 1,-4-1 29,-8-7 1,-4 8 0,-6 5-1,-7 3-122,-3 2 1,1 0-1,2 2 1,-1 3-363,1 7 1,5-2 945,0 1 0,8 1 0,-3 6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1:26.624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53 87 7693,'8'-9'52,"-6"-1"316,3 4 0,3 2 38,-2-7 0,0 5 271,-6-6-427,0 8-182,0-3 0,0 5-332,0-4 0,-8 4-13,-4-4 1,3 6 320,-3 6 0,0 4 78,-5 7 1,7 0 101,5 1 1,3-1-153,2 1 1,2-3 0,3-3-19,7-6 0,3 2 0,3-3-7,-1-1 1,-5-2 0,0-4 79,1-3 1,-3-5 0,0-8-61,-3 1 0,-1 5 0,-8 1-13,-3-3 1,1 0-1,-6 1 1,0 3-14,1 2 0,-3 3 0,-4 3 1,3-2-37,1-2 0,6 0 0,-3 8 0,-1 4-38,0 6 1,6 3 0,-1 2 0,3 1 43,2-1 0,0 1 1,2-1-1,3 1 5,7-1 0,3-7 1,3-2-1,-1-2 52,1-1 0,-1 1 0,1-6 0,-1-2-63,1-4 0,-3 3 0,-3-9 0,-4-2 12,-1-1 1,-5-3 0,4 1 0,-4-1 7,-2 1 1,-6 5 0,-1 3 0,-3 1-42,-4 4 0,-1 2 0,-3 2-53,1 0 1,-1 6-1,3 2 1,1 1-174,3 5 1,7-4 0,-2 1 114,4 3 0,4-6 0,4-3 19,5-3 0,5-2 1,1 0 1,1 0 1,-3-7 0,-1-3-2160,-2 0 2265,-9 2 0,5 1 0,-8-3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1:26.625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297 105 7210,'0'-18'-372,"0"7"1,0-1 712,0-1 1,-2 5 0,-2 0 0,-4 2-617,-1 0 0,3-1 1,-6 3-30,-1-2 1,-3 0 0,-1 6 198,-1 0 0,1 6 0,1 2 167,5 1 0,1-3 1,6 6 585,-2 1 0,0-3 93,6 2 0,0-6-279,0 5 0,2-7-220,4 2 1,-4-6 83,4-6 1,-4 2 271,-2-7-453,0 7-41,0-12-224,-8 14 1,0-4 212,-3 12 1,3-2 103,8 8 0,0-1-67,0 7 0,2-3-72,4-3 1,3-4 0,9-8-133,-1 0 1,1-2-1,-1-4 158,1-6 1,-7-3-1,-1-3 46,-2 1 0,-2 5 0,-8 3-80,-4 1 1,-4 2 0,-7 6 9,-1 0 0,1 8 0,-1 3 0,1 5-13,-1 1 1,9 7 0,3-1 0,2-2-11,-2-1 1,4-3 0,-2-1 0,6-3-23,4-1 0,14-8 0,-3 2 0,2-4-90,1-2 1,3-2 0,0-4 0,-1-6-118,-3-3 0,-3-5 1,-5-1-1,-5-2 103,-4 1 1,-2 3-1,-2 1 1,-4 1 6,-5-1 1,-11 9-1,-3 3 1,-2 4-28,-4 2 0,0 2 0,0 6 0,4 7 109,1 7 0,3 3 1,8-2-1,3 4-95,6 0 1,4-1 0,2-9-1,4-1-164,8-5 1,1-3 0,14-8 0,1-2-356,-1-4 1,-4-3 613,6-9 0,-7-7 0,3-2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1:26.626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210 140 7958,'10'-2'916,"-4"-3"0,-4-5-619,-2-8 1,0 7-262,0-1 0,0 1-62,0-7 0,0 6 0,-2 3 128,-4 1 1,-4 2 0,-7 6 6,0 0 0,5 2 0,0 2 0,1 4-9,1 1 1,-4 3-1,7 6 1,-1-1 24,0 0 1,2 1 0,6-1 159,0 1 0,2-1-176,4 1 0,-2-8 0,7-5 0,1-5-85,-2-5 1,5-3-1,-5-6 1,2 3 61,-1-3 0,-7-2 0,4-1 34,0-1 1,-6 1 0,4 0-140,-5-1 1,-8 1 0,-5 1 28,-3 4 1,-3 5 0,1 7-80,-1 0 0,1 0 1,1 2-1,3 2-24,1 1 0,6 7 0,-4-4 0,3 1 81,3 5 0,2-4 0,2 1 66,0 3 1,8-4-1,3-1 1,5-1-15,1-4 0,-5-2 0,-1-2 0,3 0 5,2 0 1,1 0 0,-1-2 0,-3-2 42,-1-2 1,-8-1 0,3 3 0,-1-4 26,0-2 1,0 4 0,-8-3-124,-4 1 1,2-4-1,-7 6 1,-3 3-35,-1 1 0,-3 2 0,1 0 26,-1 0 0,1 2 1,-1 1-1,3 5 26,3 2 1,2 2-1,6 5 1,-1 0 124,1 1 0,2-6 0,4-1 0,2 3-20,1 1 0,9-5 1,-2-4-1,3-4-112,3-2 1,5 0 0,0 0 0,-3-2 4,-7-4 0,3-4 0,-7-7 0,1-1-18,-4 1 0,-4-1 1,-2 1-1,0 0-8,0-1 0,-8 6 0,-3 3 0,-5 1-20,-1 4 0,-7 2 0,1 2 0,2 2 27,1 4 0,3 4 0,-1 9 0,3 2-47,3 3 0,-1 5 1,7-6-1,2-2-36,2-1 1,10-3-1,3-1 1,7-5-575,5-5 1,-4-6 0,7-6 667,-1-5 0,2-12 0,8-5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1:26.63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105 190 8218,'8'-9'530,"-6"-1"1,5 4 28,1-5 1,-6 1-1,4-2-282,-4-1 0,0-1 0,2 0 1,2 3-103,-3-3 0,-1 4 1,-2-1-220,0-3 1,-7 5 0,-5-1-103,-4 2 0,1 4 0,1 8 0,3 4-16,-3 2 1,1 1 0,-1 7 0,4-1 175,3 1 1,-5-1 0,6 1 0,2-1 53,2 0 1,2 1-1,2-1 1,4 1 1,4-8 0,7-5 0,1-3-8,-1-2 0,1 0 1,-1-2-1,2-3 15,5-7 0,-11 2 0,5-1 0,-5-3 109,-3-2 0,-2-3 0,-8-2 58,0-3 1,0 1 0,-2 8 0,-4 1-155,-6 2 0,-3 9 1,-3-3-1,1 4-136,-1 2 0,1 0 1,0 0-1,-1 2-99,1 4 0,5 3 0,2 9 0,3-1-81,3 1 1,2-1 0,2 1 0,2-1 260,3 0 1,5-1 0,8-4 0,-1-5 28,1 1 0,1-6 0,2 4 0,3-4-21,-3-2 1,-2-6-1,-1-2 1,-1-1-65,1-5 0,-9-2 0,-3-1 0,-4 0-113,-2-1 1,-2 1 0,-4 1 0,-7 2-64,-8 3 0,-1 7 0,-5-2 0,0 4-67,0 2 1,3 8-1,-3 4 1,4 3-261,7 3 1,1 5 0,9 2 0,2 0-633,2 1 1,4-3 1155,4-6 0,4 1 0,7-1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1:26.632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123 88 8027,'10'-8'339,"0"6"85,-5-3 0,-1-3 835,8 2-904,-8-8 1,4 11-217,-8-9 1,-2 6-125,-4-6 0,-4 9 1,-7-3-39,-1 4 0,1 2 0,-1 2 7,1 4 1,5 1 0,2 7 0,1 0 34,-1 5 0,6-2 1,-2 7-1,4-5 7,2-1 1,0-1 0,0 0 0,2-1 47,4-4 1,4 1-1,7-7 1,1-2-67,-1-2 0,1-2 0,-1-2 0,1-2-31,-1-2 1,1-7 0,-3 1 0,-3-4 100,-6-1 0,-4 5 1,-2 1-1,0-3-32,0-1 0,-2-1 1,-4 4-1,-6 7 65,-3 3 0,-5 2 0,-1 0 1,-2 2 17,1 3 0,3 7 0,1 9 1,1 5-61,-1 1 1,9-4-1,3 4 1,4 0-38,2 1 0,8-7 0,5 2 1,7-5 17,3-7 1,8-3 0,-2-8-1,4 0-45,2 0 0,-6-8 0,-2-3 1,-1-7 25,-5-5 0,-8 4 1,-3-7-1,-2 3-71,-4 0 0,-4-6 0,-6 5 0,-6 1-94,-3-2 1,-8 11-1,-3-1 1,1 5 9,0 6 1,-6 2 0,4 4 0,0 4-107,3 6 1,5 3 0,3 5 0,5 1-156,5 2 0,4 0 0,2-5 0,2-3-118,4-3 0,3-2 0,9-6 0,-1 2 503,1-3 0,7-8 0,2-5 0</inkml:trace>
  <inkml:trace contextRef="#ctx0" brushRef="#br0" timeOffset="1">1014 787 6392,'6'-18'1184,"0"1"1,1 5 0,-3 1-760,2-3 0,0 4 1,-4 1-1,2-1-92,1 0 1,1 4-1,-6-5 24,0-3 0,0-1-426,0-3 1,-7 8 0,-5 5-1,-4 3-54,-1 2 0,-1 2 1,1 3-1,-1 7-1,1 4 1,5 1-1,3 2 1,1 3 165,4 1 1,2 2-1,2-3 134,0 1 1,2-2 0,4-7 0,7-4-72,9-3 0,-1-1 0,6-8 1,-1-2-79,-5-2 1,0-7 0,1 1 0,-1-3-25,-6-3 0,1 1 0,-10-1 1,-2 1 34,-2-1 0,-2 7 1,-2 1-1,-6 0-15,-10 1 0,-1 5 0,-10-2 0,0 6 20,2 6 0,-4 2 1,7 7-1,1 1-52,-2 3 0,11 2 1,-1-3-1,5-1-38,6 1 1,2-1 0,4-1 0,4-3 67,6-1 0,5-8 0,6 2 0,6-4-30,4-2 0,-3-6 0,-3-2 1,-2-2-76,-4-3 1,-1-3 0,-5-1-36,-3-1 1,-4 1 0,-8-1-4,0 1 1,-10 5 0,-6 3-1,-7 1 96,-4 4 1,4 4 0,-5 4 0,3 4 121,4 1 0,1 3 0,5 5 0,1 1-132,3-1 0,7-5 0,-2 0-354,4 1 1,12-5-1,5-2 1,7-6 389,-1-6 0,6-4 0,0-7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1:26.6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4506 734 7819,'-2'-11'54,"-4"-1"763,5 8-301,-7-11-864,8 13 824,0-6 1,0 22 0,0 3-338,0 2 1,0 3 0,0-1 0,0 2-35,0-1 1,0 5-1,0 0 1,0 2-32,0 0 1,-6 0 0,0 8 0,2 2-73,2 2 1,2 0 0,0-6 0,0-1 35,0 1 1,-6 0-1,1 0 1,1 0 64,2 0 0,2-2 0,0 0 1,-2 0-27,-4 4 0,4-4 0,-4-4 0,4 2-35,2 2 0,0 2 1,0 0-1,0-2-5,0-4 1,0 4 0,0-4 0,-2 2 31,-3-2 0,3 2 0,-4-5 0,4 1 5,2 4 0,0 0 0,0 0 0,0-2-31,0 2 1,-2-4-1,-2 4 1,-2 4-27,2 4 0,2-4 1,2-6-1,0 2-61,0 2 0,-5 8 0,-1-2 0,2-4 85,2-4 0,2-4 0,0 4 0,0-2 56,0 2 0,0-6 0,0 0 0,-2 1-10,-4 3 0,4 2 1,-4 0-1,5-2-79,1 2 0,0-4 0,0 2 0,0 2-25,0 2 1,0 2 0,0 0 0,0 0-18,0 0 1,-2 6 0,-2 0-1,-2-3 57,2-1 1,2 4-1,2 0 1,0-2 101,0-3 1,0-3 0,0-2 0,0-3-29,0-3 0,0 6 1,0-2-1,0 4-87,0 2 1,0 0 0,0 0 0,2 0-27,4 0 0,-4 5 1,4 3-1,-4 2 5,-2 3 0,0 8 0,0 5 0,0-1-6,0 0 1,-6-2-1,0-4 1,2 1 71,2-3 1,2 3 0,0-17-1,0-3 2,0-4 1,0 2 0,0 4 0,0-4-48,0 0 1,0 0-1,0 4 1,0 4-59,0 5 1,6 5-1,0 3 1,-2 2-7,-2 3 0,-2 7 0,-2-4 0,-2 2 2,-2 0 0,0-6 0,6 6 0,0 0 53,0-2 1,0-2 0,0-7 0,0-1 11,0 0 1,6 1 0,0-1 0,0 1-42,1-1 1,-3 0 0,6 3 0,-2 1-35,-4 2 0,-3 0 0,-1-3 0,0 1 0,0 2 0,0 6 0,0-5 1,0-3 51,0-2 0,0-1 1,0-1-1,0 0 20,0 1 1,0-9-1,0-1 1,0-2-10,0 0 1,0 5-1,0-3 1,0 1-7,0 5 0,0-4 0,0 1 0,0 1 13,0-3 0,0-1 0,0-8 0,0-2 16,0-4 1,-5 8 0,-1-6 0,0-2-82,-2-2 0,4 4 0,-5-2 0,-1 4-44,0 2 1,4 0-1,-3 0 1,-1 2-5,0 4 0,1-2 1,-3 5-1,6 1 64,4-1 1,2-5 0,0 2 0,0-4-12,0-2 0,0-2 0,0-4 1,0-4-163,0 0 1,2-5-1,2 3-151,2-4 0,2-1-293,-3-1 0,-3 1-427,4-1 1,-6-7 1084,-6-4 0,-3-12 0,-9-4 0</inkml:trace>
  <inkml:trace contextRef="#ctx0" brushRef="#br0" timeOffset="1">4139 787 7837,'0'17'3,"0"1"1,-5-7 314,-1 1 1,0-6 668,6 5-489,0-7 1,0 2-12,0-12 0,6-3-348,0-9 0,7-1 1,-1-3-235,3-1 0,-3 0 0,0 3 0,1-3-119,3-6 1,7-4 0,0-2-1,-1 0 166,-3 0 0,4 2 0,1 2 1,-5 4 250,-5 2 0,1-2 0,-5 7 476,0 5-617,-3 1 0,-7 12 0,2 8 0,2 8-67,2 3 1,2 8 0,-4 4 0,3 3-61,3-3 0,0 4 0,3-6 1,-3 0-208,-2-4 1,4-3 0,-5-3-553,3 1 1,-4-3 823,5-3 0,-7-5 0,4-7 0</inkml:trace>
  <inkml:trace contextRef="#ctx0" brushRef="#br0" timeOffset="2">0 5100 9558,'10'-1'292,"-4"-5"0,4 4 0,1-4-345,5 4 1,7 0-1,2-2 1,4-2-14,8 2 0,2-3 1,12 1-1,5 2 39,4 2 1,-2-4 0,6 0-1,0 3 51,-2 1 0,1 2 1,-7 0-1,4 0 23,2 0 0,-6 0 0,4 0 0,3 0-34,6 0 1,1-6 0,6 0 0,-2 0 6,1-2 0,5 1 0,7-7 0,1 4 107,-1 3 0,-2-1 0,-1 4 1,-3-2 21,3 2 0,-3-4 0,-3 3 0,-8 1-134,-2 2 1,1 2-1,5 2 1,2 2-62,-2 1 0,-1 7 0,3-6 0,5-2-111,5-2 0,-3-2 1,3 0-1,5 0 78,4 0 1,4 0-1,-47 0 1,1 0-1,-2 0 1,1 0 149,47 0 0,-48 0 0,0 0 1,48-2-1,-47 0 0,1 0 36,3-1 0,-1 0 0,-5 0 0,1 0 0,0 3 1,0 0-1,48 0-32,-2 0 1,2 0 0,-46 0 0,-1 0 0,1 0-1,-1 0-118,0 0 1,1 0 0,-1 0-1,1 0 1,-1 0 0,0 0-1,2 0 1,-1 0-59,2 0 1,1 0-1,-3 0 1,0 0-1,3 0 1,1 0-1,-1 0 1,1 0-33,1 0 0,0 0 0,0 0 1,0 0-1,1 0 0,1 0 0,0 0 1,0 0 113,-1 0 1,0 0 0,0 0-1,1-2 1,1 1 0,0-2-1,1 1 1,0-1 101,2 0 0,0 2 0,-2 0 0,-1 0 0,1 1 1,0 0-1,-2 0 0,0 0 2,2 0 1,0 0 0,-1 0 0,0 0 0,4 0 0,-1 0 0,-3 0 0,0 0-116,-3 0 0,0 0 0,2 0 0,1 0 0,-3 0 0,0 0 0,3 0 0,0 0-37,3 0 1,0 0 0,-4 0 0,-1 0 0,2 0 0,0 0 0,-1 0-1,0 0-20,0 0 0,1 0 0,0-1 0,2 0 0,0-1 0,0 0 0,0-1 0,0-2 74,-3 0 0,0 1 0,2 1 1,-1 0-1,-3-2 0,0 0 1,3 0-1,0 0 96,4 0 1,-2 1 0,-7 1 0,-1 0 0,0-2 0,-1 0-1,-4 1 1,0 0 75,47 0 0,-5-3 0,-1 1 0,-8 2-395,-7 2 0,-10 2 0,-6 0 0,-4 0-715,-5 0 1,-10 0 950,-1 0 0,-9-6 0,-1 0 0,1 3 0,2 1 0</inkml:trace>
  <inkml:trace contextRef="#ctx0" brushRef="#br0" timeOffset="3">11055 4664 8098,'12'0'-243,"0"0"323,-8 0 0,11 0 59,-3 0 1,3 0-1,3 0-29,-1 0 0,1 0 0,-1 0 0,1 0 3,-1 0 1,0-2 0,1-2 0,1-2-34,5 2 1,-5 2 0,4 4 0,-3 2-49,-3 2 1,6 8-1,1-3 1,-3 5-25,-2 1 0,-1-1 1,-1-3-1,1-3-248,-1-2 297,-7 5 0,-4-11-34,-12 4 1,-9-4-1,-9-2 1,1 0 99,-2 0 1,3 2 0,-5 2 0,0 4-4,0 1 1,-2 3 0,-4 4 0,2-3-127,2-1 0,5-1 1,-3 7-1,2-3-63,4-3 1,1 4 16,3-5 239,7-3 0,4 0 1,12-8-1,4-2-489,-1-4 0,7 2 0,-4-6-661,3 3 1,3-5-920,-1 6 1882,-7-7 0,5 11 0,-5-6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1:26.63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235 210 8078,'-2'-17'-278,"-3"-1"0,3 6 1018,-4 1-346,4-1 0,2 0 234,0 1 1,0 5 838,0-6-453,0 9-243,0-5-586,0 8 1,-2 0-385,-4 0 0,4-2 606,-4-4 178,4 4-120,2-13-372,0 13 0,-5-8-148,-1 4 0,-2 4-3,2-4 0,4 2 250,-4-1 0,2 3 340,-1-4-526,3-4 409,-6 8-155,8-6 117,0 8 863,0 0-1093,0 8 0,2 0 1,2 6-1,4-3 87,1 3 1,3-1-1,5 3 1,1-1-71,-1 5 0,7 7 0,1-2 0,4 2-27,8 4 0,0 8 0,9 4 0,1 0-87,-3-1 1,-1-1 0,-8-6-1,-2-2-101,-4-4 1,0-4 0,-9-9-54,-5-5 1,-9-5 229,0-12 1,-10-3 0,-4-11 0,-2-1-337,-3-2 0,3-1 1,-1 7-1,-1-1-1199,2 1 1,-5 5-616,3 1 1,-3 9 0,-1 2 2023,4 10 0,5 5 0,7 2 0</inkml:trace>
  <inkml:trace contextRef="#ctx0" brushRef="#br0" timeOffset="1">532 123 8078,'6'-12'-64,"0"0"1,0 7-1,-6-7 291,0-2 0,2 7 0,1-1 285,3 0 0,0 4 118,-6-7 0,2 7 679,4-2-70,-4 4-937,6 2 1,-10 8 0,-4 3-100,-6 5 1,-5 3-1,-7 5 1,-5 5 34,-4 4 1,-2-2 0,-1 4-1,-5 7-77,-6 7 0,-3 3 0,-3 1 0,3-1-162,3 0 0,12-7 0,12-6 0,4-6-976,1-4 1,10-16-114,8-1 0,8-16 1,10-9 1089,-1-9 0,8-5 0,3-8 0</inkml:trace>
  <inkml:trace contextRef="#ctx0" brushRef="#br0" timeOffset="2">3169 2462 12287,'12'2'388,"0"4"0,1 5-213,3 5 1,3 9 0,4 4 0,6 6-111,4 6 0,4 3 1,2 11-1,2-1 50,-2-1 1,-2 1 0,-4-13 0,-4-5-454,-6-4 1,-4-7-178,-1-8 0,-8-9 0,-5-8-166,-3-10 0,-2-7 1,0-5-1,0-1 681,0 2 0,-7-6 0,-3-1 0</inkml:trace>
  <inkml:trace contextRef="#ctx0" brushRef="#br0" timeOffset="3">3658 2532 8108,'0'-18'727,"0"1"1,0 5-544,0 1 1,-2 7 52,-3-2 1,1 12-1,-8 5 1,-2 7 50,-1 5 1,-5 4-1,-3 8 1,-6 0-79,-4 0 0,-2 6 0,-2 1 0,-2 1-245,-1 0 1,-7 3 0,6-5 0,5-2-203,5-2 1,-1-10-1,9-4 1,4-3-706,5-3 0,1-5 942,7-1 0,-8-7 0,4 4 0</inkml:trace>
  <inkml:trace contextRef="#ctx0" brushRef="#br0" timeOffset="4">986 279 8030,'0'17'2012,"0"-7"1,2-2-1850,4-8 1,4 0 0,9 0 0,4 0-451,7 0 0,4-6 0,7 0 0,4 0-51,-1-1 0,7 3 0,-5-6 1,3 2-2368,-2 4 2705,-5 2 0,-7-5 0,0-3 0</inkml:trace>
  <inkml:trace contextRef="#ctx0" brushRef="#br0" timeOffset="5">2139 366 8800,'8'-10'1498,"-6"3"1,7 1-1527,-3 0 1,-2 0 0,8 6-140,1 0 1,5 0 0,3 0 0,4 0-1116,2 0 0,4 0 1282,10 0 0,-4-8 0,6-1 0</inkml:trace>
  <inkml:trace contextRef="#ctx0" brushRef="#br0" timeOffset="6">2907 70 8132,'0'-9'602,"2"1"-88,4 8 0,-4-2 460,4-4 164,-4 4-821,-2-6 0,0 10 1,2 2-1,4 4-141,5 2 1,1 3 0,3 11 0,5 5-85,-1 4 1,8 2-1,2 1 1,4 3-186,2 2 1,-2 6 0,-2-7-1,-2-1-298,3-2 0,-7-4 0,-2-4-235,-4-6 0,-7-11-109,0-6 735,-8-4 0,-4-2 0,-10 0 0</inkml:trace>
  <inkml:trace contextRef="#ctx0" brushRef="#br0" timeOffset="7">3326 88 8132,'-9'-10'1243,"-1"2"-1009,4 8 0,2 0 0,-5 2 0,-1 4 45,0 6 0,-1 5 0,-9 4 0,-3 5-35,-6 1 1,-4 2-1,-2 6 1,0 2-142,0 4 0,2-5 0,2 5 1,4-4-504,2-2 0,1-8 0,7-4 0,1-3-892,5-3 1292,3-7 0,0 6 0,-2-7 0</inkml:trace>
  <inkml:trace contextRef="#ctx0" brushRef="#br0" timeOffset="8">3360 2427 7105,'0'-10'1348,"0"-5"1,0 3-1184,0-3 1,0-3 0,0-1-1,0-3-170,0-1 1,0-8 0,0 2 0,0-4-314,0-2 0,0 6 0,-2 2 0,-1 1-245,-3 5 0,0 2 563,6 1 0,0 1 0,0-1 0</inkml:trace>
  <inkml:trace contextRef="#ctx0" brushRef="#br0" timeOffset="9">3291 1519 7026,'-2'-10'1413,"-2"2"-947,-2 1 0,0 3 0,6-8-328,0-2 1,0 5-1,-2-5 1,-2-3-165,-2-5 0,1-3 1,5 2-1,0-6-44,0-4 0,0-2 1,0 0-1,0 0-211,0 0 1,0 6-1,0 2 1,0 2 280,0 3 0,0-5 0,0 0 0</inkml:trace>
  <inkml:trace contextRef="#ctx0" brushRef="#br0" timeOffset="10">3518 419 8879,'17'0'111,"0"0"1,-3 2-1,2 1 1,3 3 30,0-2 1,3-2 0,1 0 0,4 2-54,0 2 0,4 5 0,-5-3 0,1 2-55,4 3 0,0 3 0,0 3 0,-2 3-69,2 1 1,-4 2 0,2-2-1,2 5 25,2-1 1,-3 0 0,-3-6 0,0 3 39,0-3 1,0-2-1,4-1 1,-2-1 104,2 1 0,-3-1 0,1 1 0,2-1-102,2 1 1,-4-1-1,-2 0 1,0 3 20,0 3 1,-5-3-1,-1 3 1,-5-2 2,-5 3 0,1-3 0,3 6 0,-1-2-75,-2-3 0,-1-3 0,9-2 0,1 1 18,2-1 0,6-1 0,-3-3 1,1-1 23,4 2 0,4 1 0,4 3 0,1-3 74,-1-3 1,-4 5-1,-4-1 1,-2 5-63,2 1 1,-6-1 0,-1 0 0,-3 3-105,2-3 1,-1-2 0,5-3 0,0-3 3,0-1 1,2-2-1,6 3 1,2-3 84,4-2 1,-4 3 0,5-3 0,-1 2 104,0 3 1,5 3 0,-3 1-1,0 1 19,0-1 0,-3-5 0,-3 0 1,2-1-161,2-1 0,5 4 0,-3-9 0,2-1-86,3-2 0,5-2 0,3 0 0,2 0-99,-2 0 0,-7 0 1,-5 0-1,1 0 129,0 0 0,-6-6 0,-1-1 0,-5-1-20,-4 0 0,-1-5 0,3 1 0,-4-4-97,-2-1 0,0 1 1,-3 3-1,1 1-236,-2-1 0,-1 3 1,-3 0 423,1 2 0,-1 3 0,0 5 0</inkml:trace>
  <inkml:trace contextRef="#ctx0" brushRef="#br0" timeOffset="11">7133 1501 8022,'0'-17'2615,"-2"7"-1986,-4 4-491,4 4 0,2 2 1,12 0-20,3 0 0,3 0 0,-1 0 0,2 2-134,5 4 0,-3-4 0,6 4 0,0-4-80,1-2 0,-5 6 0,4 0 0,-2-1-149,-3 3 0,-3-4 0,-3 8 146,-5 1 1,-3-3 0,-8 2 112,0 1 1,-14 3 0,-3 1 0,-4 1 96,-5-1 0,1 1 1,-6-1-1,2 0 55,-2 1 0,4-1 0,0 1 1,1-1-87,5 1 1,2-1 0,1-1-51,1-5 1,5-1-46,0-4 1,8-6 0,-3 2-1,1-8-27,0-4 0,-6 5 0,5-5 0,-1 0 106,0 0 0,-5-1-29,1-7 1,-2 7 0,3-1-177,5-2 0,2 5 0,0-3-282,-2-1 1,0-3 0,8-1-1,2-1-480,2 1 0,0-1 902,-6 1 0,8-9 0,1-1 0</inkml:trace>
  <inkml:trace contextRef="#ctx0" brushRef="#br0" timeOffset="12">7972 1415 7813,'0'-17'-1310,"0"5"4254,0 0-1328,8 1-1217,-6-7 1,5 10-205,-7 8 1,0 8 0,0 10 0,0 1-65,0 4 0,-5 4 1,-1 8-1,2 2-31,2 4 0,-4-2 0,0 5 0,2 1-39,2 0 1,-3-6 0,-1 1-1,2-5-177,2-6 0,2-3 88,0-9 0,2-7 1,2-6-1,4-10-186,1-12 1,-3-1 0,4-8-1,-2 0-207,-5-1 0,-1 5 0,-2-4 0,2 0-68,4 0 1,-4-1-1,4-1 1,-4 4 110,-2 0 0,0 6 1,0-5-1,-2 5-106,-4 1 0,4 1 484,-4-1 0,-3-7 0,-1-2 0</inkml:trace>
  <inkml:trace contextRef="#ctx0" brushRef="#br0" timeOffset="13">7972 1398 8110,'0'-10'1568,"0"0"-1027,0 4 0,2 6-234,4 0 1,1 8 0,7 10 0,-4-1-41,-2 0 1,5 1-1,-1 1 1,3 3-91,3 1 0,-1 6 1,1-4-1,-1 1-42,1-1 1,-1 4 0,1-6 0,-1 0-197,0 3 1,-5-7-1,0 2 1,1-5-49,3-4 1,-5-9 0,1 3 24,2-4 33,-7-2 1,3 0 167,-4 0 1,-4-8-47,4-3 1,-4-5 0,-2-1-69,0-1 0,0 1 0,0-1 0,0 1-112,0 0 1,0-3-1,0-1 1,0-4-21,0-3 1,6-1 0,-1-6 0,-1 0 1,-2 0 1,4 1-1,0-1 1,-2 0-161,-2 0 1,-2 6 0,0 2 0,0 1-2397,0 5 2683,0 9 0,0 12 0,0 10 0</inkml:trace>
  <inkml:trace contextRef="#ctx0" brushRef="#br0" timeOffset="14">8496 1712 8110,'10'10'1018,"-3"-3"1,-5-7 81,4 0-817,-4 0 0,8-5-53,-4-1 1,3-6 0,7 4-272,-5-1 1,3 3 0,-6-4 0,0 0-112,-1 1 0,7-3 0,-4-5-5,-1-1 0,5 1 1,-8-1 127,-2 1 0,-2 5 0,-4 2-25,-4 3 1,-4 1-1,-7 8 1,-1 4 62,1 5 0,-1 5 0,1 3 0,-1 4 103,1 7 1,7-3 0,2 2 0,3 0-85,-1-2 1,0 4-1,8-8 1,4-1-52,5-3 1,5-3 0,3-5-1,3-5-442,1-4 0,8-2 0,-4 0 0,2 0-564,0 0 1,-7-2 1028,1-4 0,-4-3 0,-1-9 0</inkml:trace>
  <inkml:trace contextRef="#ctx0" brushRef="#br0" timeOffset="15">8915 1607 8202,'0'-12'1793,"0"1"-1158,0 7 1,0-2 0,0 12-308,0 6 0,0 3 0,0 3 0,0-1-128,0 1 1,0-1-1,0 0 1,0 1 37,0-1 1,0 7 0,2-1-223,4-2 0,3-3 0,9-5 0,1-3-117,5-2 0,-5-2 1,4-8-1,-1-4 23,1-6 1,-4-3 0,5-3 0,-5-1 74,-1-4 0,-7 3 0,-1-5 1,-2 2 62,-4-1 0,-3-5 0,-1 6 0,0 2 57,0 1 0,0 9 0,-1 1-157,-5 2 1,-4 2-1,-6 8-139,5 4 0,3 4 1,8 9-1,0 2 181,0 3 0,0 1 0,2-4 0,4 3 203,5-3 0,11-2 0,3-1 0,2 1-85,4 5 0,2-11 0,0 3 0,-2-7-84,-2-5 0,-5-2 1,3-2-1,-4-2-155,-7-4 1,-1-3 0,-7-11 0,0-3-98,-1-6 1,-1-2-1,-6 0 1,0 2 183,0-2 0,-6 3 0,1 1 0,-1 2 48,-2 4 0,6 1 0,-6 5-831,1 3 0,3 4 0,-6 10 815,2 4 0,-5 12 0,3 9 0</inkml:trace>
  <inkml:trace contextRef="#ctx0" brushRef="#br0" timeOffset="16">8548 2323 8658,'6'-11'602,"0"-1"1,0 6 472,-6-6-241,0 9-750,0-13 1,-2 14-1,-4-2 13,-6 8 0,-3 0 1,-3 8-1,1 1 4,-1 3 0,3 1 1,1 3-1,5 1-157,1 2 1,2 6 0,6-3 0,0-1-113,0 0 1,10-2-1,5-7 127,7-5 0,7-3 1,-4-8-1,0-2 54,0-4 0,4-3 1,-3-11-1,-1-1-59,0-2 1,-7-8 0,-9 3 0,-1-1-162,-4 0 0,-2 6 0,-4-4 0,-4 2-76,-5 3 1,-5 9 0,-3 3-1,-5 2-98,-5 4 0,4 6 0,0 8 0,1 9-473,1 7 0,2-3 854,9 6 0,-3 0 0,5 6 0</inkml:trace>
  <inkml:trace contextRef="#ctx0" brushRef="#br0" timeOffset="17">8845 2323 8682,'0'-10'3148,"2"5"-2825,4 10 0,-4 5 0,4 8 1,-4-1-134,-2 1 1,0-1-1,0 0 1,0 1-10,0-1 0,2 5 0,1-3 0,3-3 17,-2-1 1,-2-5-21,-2 2 1,2-11 0,2-1-273,2-9 0,0-7 0,-6-1 1,0-3 144,0-3 0,0 4 0,0-5 0,0 5-121,0 2 1,0-1-1,0 1-521,0-1 0,1 7 0,5 1 7,6 2 0,3 0 1,3 4-1,-1-1 62,1 1 0,1 2 1,3 2-1,1 0-344,-2 0 0,4 0 866,-1 0 0,7 0 0,-4 0 0</inkml:trace>
  <inkml:trace contextRef="#ctx0" brushRef="#br0" timeOffset="18">9282 2341 7652,'6'-12'-252,"-1"0"0,1 7 0,-4-5 1415,4 2 1,-4 0-479,4 2 1,-4 6-128,-2 0 0,-2 8 0,-2 12-177,-2 3 0,0-4 0,4 7 0,-2-3-411,-1 0 1,-1 0 0,6-5 0,0-1-661,0 1 1,0-1-205,0 1 1,2-9-565,4-3 1,-3-12 1457,9-5 0,-8-5 0,4-1 0</inkml:trace>
  <inkml:trace contextRef="#ctx0" brushRef="#br0" timeOffset="19">9299 2166 8036,'10'-17'1561,"-4"-1"0,-4 1-586,-2-1 1,0 6-1843,0 1 1,6 9 866,-1 2 0,9 8 0,-4 9 0</inkml:trace>
  <inkml:trace contextRef="#ctx0" brushRef="#br0" timeOffset="20">9771 2445 7867,'0'-11'-745,"0"-1"1342,0-1 1,2 3 449,4-2 0,-5 6 21,5-5 1,-6 7-709,-6-2 1,-3 4 0,-9 2-360,1 0 1,-1 2 0,1 4 0,-1 6-191,1 3 0,0 2 1,-1 1-1,3-1-86,3 1 1,-2 5 0,8 0 0,3-1 17,1-3 0,2-1 1,2-3 200,3-3 0,5-4 1,8-8-1,-1 0 19,1 0 0,-1-8 0,0-4 0,1-3-5,-1-3 0,1 1 0,-1-1 0,-1 1 26,-5-1 0,3 7 0,-6-1 185,2-2-85,-7 7 1,5 1-1,-8 12 140,0 5 1,0 5 0,-2 3-1,-2 5 122,-1 5 1,-1-2-1,4 4 1,-2 4 9,-2 4 1,0 9-1,4-1 1,-2 5 22,-1 6 0,-7 4 0,4 8 0,0 0-261,1 0 0,-7 0 0,4 0 1,-1-2-139,-1-4 0,0-4 0,-5-10 0,0-5-125,-1-10 1,1-10-1,-1-13 1,1-8-209,-1-8 0,-5-8 1,0-11-1,1-6 156,3-4 0,3-2 0,5-2 0,5-2-454,4-2 1,2-5-1,0 5 1,0 0 37,0-1 0,8 5 0,3-4 1,5 4-143,1 2 0,3 6 0,3 2 755,6 2 0,4-6 0,2 3 0</inkml:trace>
  <inkml:trace contextRef="#ctx0" brushRef="#br0" timeOffset="21">10033 2358 8988,'0'18'1346,"0"-1"0,0 0-1137,0 1 0,0 1 0,0 3 0,2 1-538,3-2 0,-3-1 0,4-3 1,-2 1-1097,2-1 1,-2-7-145,7-4 1569,-7-12 0,12-12 0,-6-9 0</inkml:trace>
  <inkml:trace contextRef="#ctx0" brushRef="#br0" timeOffset="22">10085 2114 7976,'10'-18'0,"-4"1"988,-4-1 1,0 7-431,3-1 1,-1 2-1944,8-1 453,-8 3 0,4 10 932,-8 4 0,7 11 0,3 10 0</inkml:trace>
  <inkml:trace contextRef="#ctx0" brushRef="#br0" timeOffset="23">10365 2323 11290,'0'18'855,"0"-1"0,0 1-503,0-1 1,0 2 0,0 3-210,0 1 0,0 0 1,0-5 45,0-1 1,7-7-1,5-4-451,3-4 0,3-4 1,-1-4-1,1-6-138,-1-3 0,-3-3 1,0 1-1,1-1 264,-1 1 1,-1-1 0,3 1 0,-3 0 70,-1-1 1,-6 6 0,5 3 133,3 1 1,-4 4 0,-1 10 0,1 6 206,0 3 1,0 4-1,3 3 1,-3 1-533,-2-2 0,3 5 0,-5-3 0,0-2-2148,2-1 2404,-6-3 0,13 1 0,-5-1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3:06.77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36 220 7969,'-10'-8'-1583,"-4"4"1583,9-7 0,-1 5-141,6-6-44,0 1 0,6-7 252,-1 1 0,7 5 1,-4 0 299,2-1 1,-7 3 24,3-1 1,-2 1 0,0-4 326,2 3 0,0 5 75,-6-6 1,6 6-56,-1-5-595,1 7 0,-4 4 1,2 11-136,2 5 1,0 3 0,-6 3 0,2 1 10,3-2 1,-3-1 0,6-3 0,0 1-131,4-1 1,-3-5 0,3-3-1,1-1-174,3-4 0,1-2 0,1-4 0,-1-4-503,1-5 0,-7-5 1,1-1-144,2-1 0,-7 1 930,-1-1 0,-4 1 0,-2-1 0</inkml:trace>
  <inkml:trace contextRef="#ctx0" brushRef="#br0" timeOffset="250">455 28 7969,'10'0'862,"-1"-2"-486,-3-4 1,-6 6-224,0 0 1,-2 8 0,-9 9 0,-3 3 16,-2 3 1,-1 4 0,0 8 0,-1 2-160,1 4 1,-7 0 0,1 9 0,0 4-214,-2 1 0,5-1 0,-3-2 0,3-1-467,3-5 1,1-5 0,5-12 668,5-5 0,4-5 0,2-2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3:08.22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70 8337,'9'-11'-61,"-1"1"0,-2 0 272,0 0 0,0 5 1220,-6-7-380,0 8-925,0-4-113,0 8 1,0 14 99,0 3 0,0 5 1,0-5-1,0 3-36,0 3 0,0-4 0,0 5 0,1-7-9,5-5 1,-4 3-1,6-5 1,-2 2-65,0-1 0,7-7 0,-1 2 0,3-6-125,3-6 1,5 2 0,0-7 0,-1-3-79,-3-2 1,-1-1-1,-3-1 1,-1 1 25,-3 0 0,-5 5-129,6 0 0,-10 10 335,-2 2 0,-2 10 1,-10 13-1,-1 6 239,-3 4 0,1 2 0,1 2 0,2 4-13,-1 6 1,-1 5 0,1 4 0,1 2 40,-2-1 0,-1-3 0,-1-4 1,3-5-464,1-10 1,8-8 0,-4-11-219,1-5 1,5-7 0,-4-15-113,4-13 1,10-9 0,5-7 492,9-7 0,13-3 0,9-3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3:10.36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71 70 8573,'0'-18'963,"0"1"948,0 0-1632,0 7 0,2 2 0,3 10 0,7 4 52,4 5 0,-3 11 0,3 3 0,3 4-271,0 8 0,1-2 0,-1 8 1,3-5-237,1-3 0,0 4 1,-5-12-1,-1 1-932,1-5 0,-1-6 1,0-5-111,1-6 1,-6-8 1217,-1-10 0,-7-7 0,4-16 0</inkml:trace>
  <inkml:trace contextRef="#ctx0" brushRef="#br0" timeOffset="180">315 140 8978,'-8'9'927,"4"1"1,-5-4 0,-1 6-602,0 3 0,-7 10 0,-8 6 1,-3 6-447,-3 4 1,0 8-1,0-3 1,4 3 119,2-3 0,-6-3 0,4-8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3:09.26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106 32 9322,'7'-10'1117,"-3"4"0,6 12-824,-2 6 0,3 3 0,-3 3 1,2 1-204,3 4 1,-3-1 0,2 5 0,1 0-449,3 0 0,1-6 1,1 3-1,-1-5-1493,1-1 0,-1-1 1851,1 1 0,-9-9 0,7-9 0,-6-9 0</inkml:trace>
  <inkml:trace contextRef="#ctx0" brushRef="#br0" timeOffset="197">385 32 8256,'0'-12'537,"0"0"1,-2 9 0,-4-1-201,-5 8 1,-7 5 0,-5 11-1,-6 3-169,-4 6 1,-2 4-1,0 2 1,0 0-515,0 0 1,6 0 0,2 0-1,2-2-335,3-4 0,11-4 681,5-8 0,4 1 0,2-1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3:26.96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377 472 8045,'0'-11'961,"0"-1"473,0 8-740,0-11 150,0 13-242,0-6 0,2 2 0,2-2 0,3 0-538,3 1 0,2-7 0,5 2 0,1-3-264,-1-2 1,1 1 0,1 2 0,2 5 62,3 1 0,5-4 1,-4 6-1,0 3-4,0 1 1,-3 9 0,-9 5 0,-3 4 212,-2 1 1,-2 8-1,-6 4 1,-2 4-54,-4 2 1,-4 0 0,-7 2 0,-3 2 0,-3 2 0,2-1 0,-9-3 0,1 2-27,2 2 1,0-2 0,6-8 0,-3-2 47,3 2 1,7-6 0,5-2 61,1-3 0,4-11-82,10-3 1,6-4 0,11-4-1,4-5-120,0-11 1,6 1 0,-4-7 0,4 5-136,2 1 1,0 3-1,0 1 1,0 5-240,0 1 1,-8-4-1,-2 6 1,-1 3-987,-1 1 0,0 2 1459,-5 0 0,-1-8 0,1-2 0</inkml:trace>
  <inkml:trace contextRef="#ctx0" brushRef="#br0" timeOffset="783">674 36 8079,'9'-2'1849,"-3"-4"-1626,-4 4 1,-8-8 0,-2 6-86,-1-1 1,-5-1 0,-7 6-1,-4 0-114,-3 0 1,-1 7 0,-8 5 0,-3 6-88,-7 5 1,-5 6-1,-4 12 1,-3 7 46,3 8 1,4 9-1,5 8 1,6 7 56,4 5 1,18-1 0,11 11 0,18-2-33,19 0 1,-9-43-1,5-1 1,4-3-1,4-3 1,1-2 0,2-2-183,35 27 1,3-20-1,0-13 1,5-15-109,7-16 1,-10-18 0,5-15 0,-9-10 164,-8-11 1,-2-10-1,-8-12 1,-1-3 267,-9-3 1,-15 8-1,-9 0 1,-9 6 45,-3 0 1,-4 6 0,-12 0 0,-7 2-24,-6 0 1,-16 0-1,0 7 1,-8 4-129,-9 7 0,-6 11 0,-10 5 0,0 7-263,0 5 1,2 4 0,6 12 215,10 8 0,-1 7 0,9 16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3:28.81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437 575 8473,'12'-6'-727,"-3"-2"0,1 0 1151,0 1 1,-6-7 1241,2 2 1,-5 3-915,-1-3 0,0 0-443,0-5 0,-7 1 0,-5 3 1,-3 3-238,-3 2 1,-1-3 0,-5 5 0,-5 2-115,-4 2 1,2 2 0,-2 2 0,-2 4-105,4 5 1,-4 5-1,6 3 1,-2 5-9,2 5 0,4 4 1,7 2-1,3-2-187,3-4 0,4 4 0,10-4 1,6 4 281,10 2 0,7-6 0,12-2 0,3-2-30,7-3 1,3-1-1,1 0 1,-4 3 29,-7-3 0,-3 4 1,-4 0-1,-4 3 22,-5 3 1,-13-4 0,-7 2-1,-8 2 184,-7 2 0,-7 0 0,-5-4 0,-6-4-77,-4 0 1,-2-5 0,0 1 0,0-7-55,0-8 1,0-4 0,0-2 0,0-2-171,0-4 1,8-4 0,6-9 0,7-3-879,8-1 1,6-8 1031,6 2 0,12-12 0,9-3 0</inkml:trace>
  <inkml:trace contextRef="#ctx0" brushRef="#br0" timeOffset="483">874 452 8361,'-18'0'586,"7"2"1,1 4-277,2 6 0,-4 11 1,7 6-1,-1 6-186,-2 6 1,6 5 0,-4 11-1,4 3-87,2 2 0,0 0 0,0 2 0,0-8-53,0-7 1,6-8 0,2-12 0,2-8-87,3-7 1,5-7-1,3-7 1,2-3 43,-1-9 1,3-2 0,0-15 0,0-4-148,1-6 0,-3 3 0,-6-5 0,1 4 42,-1 2 1,-1 0 0,-3 0 0,-1 2 127,2 4 1,-7 4 41,-1 7 0,-4 11 0,-2 9 0,0 11 222,0 8 1,0 12 0,0 0 0,0 6-2,0 0 0,0 4 0,0-2 1,0-3-243,0-1 0,6-10 0,2-3 0,-1-5-99,1-1 1,6-9 0,-3-3-1,5-6-434,1-6 0,-1-5 1,-2-11-1,-3-3-1170,3-2 1717,-6 5 0,7-11 0,-5 6 0</inkml:trace>
  <inkml:trace contextRef="#ctx0" brushRef="#br0" timeOffset="750">1502 697 8937,'0'-8'860,"0"8"0,0 8 0,0 11 0,0 7-666,0 8 1,0 1-1,0 6 1,0-4-220,0-2 0,6 0 0,0 0 0,-2-2-673,-2-4 0,0-4 0,2-7 160,1-1 0,7-9 1,-6-8-1,0-10-1361,2-5 1899,-7-11 0,7-1 0,-8-8 0</inkml:trace>
  <inkml:trace contextRef="#ctx0" brushRef="#br0" timeOffset="900">1520 383 8658,'-12'-18'948,"1"1"1,7-1-1,-2 1 2386,4-1-2696,2 1-1979,0 7 1,2 2-1,2 10 1341,2 4 0,7 4 0,-3 7 0</inkml:trace>
  <inkml:trace contextRef="#ctx0" brushRef="#br0" timeOffset="1266">1904 1029 15597,'0'-18'491,"0"-1"0,0-2-370,0-3 0,0-7 1,0 0-1,0-8-31,0-7 1,0-5 0,0-3-1,0-2-349,0-3 1,0-5 0,2 4 0,2 0-60,2 0 1,7 2 0,-1 5 0,3 3-146,3 3 1,5 5 0,2 11-1,3 5-169,3 9 0,-4 11 0,2 0 0,0 6-373,-2 6 1,-2 10 0,-9 9 1004,-4 2 0,3 2 0,-5 6 0</inkml:trace>
  <inkml:trace contextRef="#ctx0" brushRef="#br0" timeOffset="1500">1782 679 9069,'17'0'794,"1"0"0,-1-2 0,3-3 1,3-5-578,6 0 0,-2-5 0,0 5 0,1-2-524,-1 1 0,-6 1 0,2-4 1,-3 5-753,-3 1 1059,1-6 0,-1 12 0,1-5 0</inkml:trace>
  <inkml:trace contextRef="#ctx0" brushRef="#br0" timeOffset="1783">2498 16 8257,'-2'-10'577,"-4"4"0,4 12 0,-4 6 1,2 7-305,-1 10 1,3 2-1,-4 18 1,4 5-87,2 8 0,0 6 0,0 4 1,0 2-144,0 1 0,0 5 0,0-10 0,2-10-595,4-10 0,-2-9 1,7-12-69,3-5 0,-5-13 1,1-7-1,-2-8-888,-4-7 1507,-2-5 0,-2-9 0,0-2 0</inkml:trace>
  <inkml:trace contextRef="#ctx0" brushRef="#br0" timeOffset="1950">2306 610 8257,'-10'-2'1618,"4"-4"1,4 2 0,4-6-1004,4 2 1,6-3-1,9 3 1,4-2-600,2-3 1,3 3 0,4 0 0,1 1-17,0-1 0,0-2 0,0-5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3:31.87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367 79 8346,'0'-18'-120,"0"1"1,-5-1 1354,-1 1 0,0 9-795,6 8 0,0 15 0,0 15 0,0 4-98,0 7 1,0 6 0,0 11-1,-2 6-96,-4 4 1,4 2 0,-4 0 0,4 0-255,2-1 0,0-7 1,0-3-1,0-9-347,0-9 1,0-2-524,0-16 1,0-9-1,0-16-180,0-14 0,0-3 1,0-8-1,-1-1 1058,-5 1 0,-4-2 0,-7-6 0</inkml:trace>
  <inkml:trace contextRef="#ctx0" brushRef="#br0" timeOffset="165">1 550 11834,'23'-2'772,"2"-2"1,4-2-759,8 3 0,0-5 1,10 0-1,1-2-778,3-3 0,-5-3 0,-1-1 1,-3 1 763,-3 5 0,-2-13 0,-2 5 0</inkml:trace>
  <inkml:trace contextRef="#ctx0" brushRef="#br0" timeOffset="617">699 61 8366,'0'-17'1205,"0"-1"0,0 10-854,0 8 0,-6 16 0,1 13 0,1 6-119,2 6 1,2 11-1,0 10 1,-2 2-209,-4 0 1,4 0 0,-4 6-1,4-2-106,2-4 0,2-12 0,2-13 0,4-8-52,2-7 0,-5-13 0,7-5 0,2-4 164,1-2 1,5-14 0,1-5 0,2-6-113,-1-6 0,-3-2 0,0-2 0,3 2-158,1 4 1,2-4 0,-3 4 0,1-2-228,-2 1 0,-7 5 0,-3 8 162,3-1 0,-4 3 292,1 3 1,-9 12 0,0 12 0,-8 5 344,-3 7 0,3 1 0,-6 6 0,1-2 18,1 2 0,2 2 0,8 0 1,0-2-319,0-2 0,0-6 1,2 5-1,4-5-77,6-8 0,11 1 0,4-10 0,2-2-355,0-2 0,-2-10 1,4-6-1,-3-5-762,-3-4 0,-2-1 1162,-5 7 0,-1-8 0,0-3 0</inkml:trace>
  <inkml:trace contextRef="#ctx0" brushRef="#br0" timeOffset="983">1293 533 8368,'8'-18'657,"1"3"1,9 3 34,-1 6 1,-5 4-1,0 2-456,1 0 1,3 0-1,1 0 1,1 0-256,-1 0 0,-1-2 0,-3-2 0,-1-3-199,2-3 1,-1-2 0,1-5 0,-5-1-19,-1 1 0,-2-1 0,-6 1 0,0-1 183,0 1 0,-2 0 0,-4 1 1,-5 2 149,-5 3 1,-9 7 0,-2-2-1,-2 6 137,-1 6 0,3 6 0,-2 11 1,6 6-79,3 4 0,5 4 1,3 2-1,6 3-213,5 3 0,16-4 0,8 3 0,12-3-234,12-8 1,17 0-1,25-12 1,-39-12-1,1-2 291,3-2 0,1-2 0,4-2 0,0 0 0,-2-1 0,1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3:33.92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226 724 8265,'11'2'-281,"1"4"0,-6-4 0,4 5 1034,-3 1 0,1-6-395,-2 4 1,-2-4 0,6-4-71,-3-4 1,1 2 0,-4-7-1,2-3 44,-2-1 1,-2-3 0,-2 1 0,0-3-173,0-3 1,0 3 0,0-3 0,-2 4-232,-4 1 0,-4 1 0,-7 1 0,-3 5-123,-3 5 1,2 4 0,-7 4 0,1 4 13,0 5 0,4 15 0,-4 7 0,1 7 105,5 5 0,2 2 1,3 5-1,5-2 83,5-3 1,6-4-1,6-8 1,5-2-96,5-4 1,9-12-1,6-13 1,6-10-301,4-11 0,-1-3 0,-5-11 0,-2-4-237,-4-3 1,-1-5 0,-9 4 0,0-4 623,-3-1 0,-3 5 0,5-4 0</inkml:trace>
  <inkml:trace contextRef="#ctx0" brushRef="#br0" timeOffset="217">505 200 8421,'-9'-8'467,"-1"6"-213,4-3 1,-2 12-1,-3 11 1,5 9-148,4 6 0,0 10 0,-2 5 0,-2 8-131,2 8 1,2 6 0,0 4 0,-1 2-35,-3-3 0,0-9 0,6-7 0,2-9-179,4-7 1,3-20 0,9-9-229,-1-8 1,1-14-1,1-7 465,4-10 0,-3-14 0,5-4 0</inkml:trace>
  <inkml:trace contextRef="#ctx0" brushRef="#br0" timeOffset="700">820 741 8170,'11'-17'0,"-1"0"-114,-2-1 1,3 6 0,-3 1 834,2-3 1,-4 4 0,3-1-68,-1-3 0,0 6-289,-2 3 0,-4 1 1,1 0-231,-6-2 1,-1 0-1,-8 6 1,-2 0-150,-1 0 0,-3 0 0,1 0 0,0 0-125,-1 0 1,1 8-1,-1 4 1,1 3 84,-1 3 1,1 1 0,1 2-1,3 5 27,1 1 0,6-6 1,-3 4-1,1-1 19,4-1 0,2 0 0,4-7 0,4-5-32,5-5 1,5-4-1,1-2 1,3 0-22,3 0 1,-2-10-1,7-5 1,-3-6-25,-4-1 1,0-5-1,1 0 1,1-2 5,-2 0 1,-7 7 0,-4-3 0,-1 2 266,1 0 0,-6 5-158,2 6 0,-4 12 0,-4 4 86,-4 12 1,2 13 0,-6 0-1,3 4-220,3 2 1,2-2 0,2-2 0,0-4-223,0-2 1,8-1 0,3-9 0,5-3-136,1-6 0,6-4 0,3-4 0,1-4-83,4-6 1,-6-11 0,-2-4 543,-3 0 0,5-14 0,2 4 0</inkml:trace>
  <inkml:trace contextRef="#ctx0" brushRef="#br0" timeOffset="1183">1675 60 8269,'0'-17'1459,"0"-1"0,0 7-1182,0-1 1,0 10 0,0 2-1,0 12-5,0 9 1,0 1-1,0 9 1,0 3-34,0 5 0,-2 16 0,-2-1 1,-1 4-89,1 2 0,2 4 1,2-5-1,0-3-349,0-2 1,0-3 0,0-7-1,0-9-834,0-10 0,2-7-1431,4-6 2463,-4-5 0,5-22 0,-7-5 0</inkml:trace>
  <inkml:trace contextRef="#ctx0" brushRef="#br0" timeOffset="1416">1448 532 8269,'0'-18'794,"0"1"0,2 1 0,2 3-301,2 1 1,8 6 0,-3-3 0,7 1-459,5 4 0,-2-4 0,8 0 0,0 1-100,-1-1 1,5-4 0,-4 7-1,4-1-735,2-2 0,-2 6 0,-4-4 0,-4 4 800,0 2 0,2-8 0,8-1 0</inkml:trace>
  <inkml:trace contextRef="#ctx0" brushRef="#br0" timeOffset="1917">2164 462 8733,'0'-12'2362,"2"3"-1904,4 1 1,-4-6-287,4 3 1,-4-5-246,-2-1 0,-8 7 0,-4 4-64,-3 4 1,-5 4-1,-1 4 1,-2 6 49,1 3 1,1 10-1,0 4 1,-3 4 271,3 2 0,4 0 1,5-2-1,6-2-94,4-2 1,2-7 0,0 1-1,2-5-2,4-7 1,6-3 0,9-8 0,4-2-153,2-4 0,-3-3 1,3-9-1,0-1-60,0-5 0,-5 3 1,1-6-1,-4 0 60,-1 0 1,-7 5 0,-1-1 0,0 5 304,-1 7-338,-5-5 0,4 16 0,-8 2 0,0 12 198,0 7 0,-6 10 1,0-4-1,3 2-220,1 1 1,9-7-1,5 4 1,4-2-316,1-3 0,8-5 0,4-5 0,4-7-1241,2-3 1674,8-2 0,-6-7 0,6-3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7:16.44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1 507 8362,'9'-7'901,"-1"3"21,-8-8 1,2 8 437,4-2 1,-4 6-772,4 6 0,-5 10 1,-1 9-1,0 2-94,0 4 0,6 2 0,0 2 0,-2 0-302,-2 0 1,-2 0 0,0-2 0,0-4-69,0-6 0,0-3 1,0-3 170,0 1 0,0-11 0,0-7-619,0-9 1,0-15 0,0-5 0,0-4 62,0-2 1,6-5 0,0-1 0,-3 2-98,-1 2 0,6 8 0,2 0 0,2-2-129,-1-2 1,7 6-1,7 3 1,2 5-47,4 2 0,2 1 1,2 2-1,2 5-58,4 1 1,-5 2 0,7 6 0,-2 0-768,0 0 1,3 0 1356,-9 0 0,4 0 0,-12 0 0</inkml:trace>
  <inkml:trace contextRef="#ctx0" brushRef="#br0" timeOffset="1">524 647 12329,'8'10'541,"4"-4"1,3-5 0,5-1-1,3 0-224,6 0 1,4 0 0,2 0 0,0-1-57,0-5 0,-2 2 1,-2-8-1,-4-1-228,-2-3 0,-1 4 1,-7 1-1,-1-3-385,-5-1 1,-3-3 0,-8 1-1,-2 1-232,-4 5 0,-5-3 1,-13 8-1,-5 2-42,-4 2 1,-4 2-1,-1 0 1,-3 4 386,2 8 0,8 0 0,4 13 0,0 0 626,0 4 0,11 4 0,0 2 1,7 0 30,5 0 0,4-6 1,8-2-1,11-2-214,14-3 1,4-5 0,9-5-1,3-6-649,1-4 1,3-2-1,-1 0 1,1-2-1124,-1-4 0,-5-10 1568,-1-7 0,1-8 0,5 4 0</inkml:trace>
  <inkml:trace contextRef="#ctx0" brushRef="#br0" timeOffset="2">1607 612 8140,'0'-12'1526,"0"1"0,0 5 1,0-6-1255,0-1 1,0 3 0,-2 0 0,-4 3-231,-5 3 1,-1-4-1,-3 2 1,-5 2-108,1 2 1,-1 2-1,1 0 1,-2 2-77,-3 4 1,-5 10-1,6 9 1,2 2 121,1 4 0,5 2 0,3 2 0,6 0-2,4 0 1,4-6 0,4-2 0,8-4-81,7-7 0,6-6 0,10-10 0,2-2-48,2-4 0,-1-10 0,-5-9 1,0-2 44,0-4 1,-2-2 0,-2-4 0,-4-2 201,-1-2 0,-3-7 0,-6 1 0,1-5 38,-1-6 1,1 3-1,-3-3 1,-3 6-59,-6 5 1,2 6-1,-3 12 1,-1 6-137,-2 4 0,-4 11 47,-4 8 1,3 10 0,-9 13-1,-2 6 85,-1 4 0,-3 10 0,1 3 0,-1 7 303,1 5 1,1-4-1,3 4 1,3-3-296,2-3 1,3 2 0,5 1-1,0-1-354,0-3 1,13-16 0,5-2 0,3-6-648,4-6 0,-4-9 1,9-7-1,1-5-730,2-5 0,-4-7 1649,0-11 0,-8-4 0,4-8 0</inkml:trace>
  <inkml:trace contextRef="#ctx0" brushRef="#br0" timeOffset="3">2376 507 8176,'0'-17'1473,"0"-1"-830,0 1 0,0 5-297,0 1-435,0 7 1,-8 10-1,-4 11 426,-3 2 1,-3 9 0,3 1-1,1 4 158,3 2 1,5 0-1,-4-1 1,2 1-94,4 0 1,4-2-1,6-2 1,8-5-256,7-7 0,6 0 0,8-13 0,0-2-276,0-2 0,0-10 0,0-5 0,0-9-232,0-7 0,-8-4 0,-4-4 1,-3-1 78,-3-3 1,-7 0 0,-4 6 0,-4 2-137,-2 4 0,0-2 0,-2 10 0,-2 3-6,-2 5 0,-8 9 1,5 0-268,-1 8 0,0 5 1,6 11-1,-1 1 691,1 2 0,4 3 0,5-3 0,5-4 0,8 7 0</inkml:trace>
  <inkml:trace contextRef="#ctx0" brushRef="#br0" timeOffset="4">3249 525 12375,'0'-12'939,"0"0"0,-2 9-1006,-4-3 1,-4 4 0,-7 2 0,-2 0 83,-5 0 0,3 8 0,-6 5 0,0 7 204,-1 3 0,7 10 0,-2 0 0,5 6-84,7-1 0,3 5 0,8-2 0,2-4-243,4-6 0,9-2 0,10-12 0,3-7-211,3-6 1,7-4 0,3-2 0,0-6-225,2-9 0,-6-6 0,5-9 0,-1 1 250,0-5 0,-1 6 0,-7-4 0,-1 1 217,-3 0 1,0-2 0,4 2 0,-4 2-7,-6 1 0,-3 3 0,-3-4 0,0 2 55,1-2 1,-1-2 0,-1-2 0,-3 0 56,-1 0 0,-8-2 0,2 1 1,-4-1 139,-2 4 1,0 9-1,0 1 1,0 4 127,0 1 1,-8 9-1,-4 3-102,-3 4 0,3 10 0,1 5 0,-3 9 2,-2 7 1,-1 4 0,1 2-1,3 1 212,1 5 0,3 4 0,-3 9 0,4 2 24,0 3 1,6 1 0,-3-2 0,3 4-266,2 0 0,2-2 0,1-7 0,5-1-460,2 1 0,4-15 0,7-7 1,2-7-378,-2-9 0,-1-9 1,-3-2-1,1-8-376,-1-8 0,-7-9 0,-2-4 0,-2-2 1042,-1-4 0,-7-10 0,-7-4 0</inkml:trace>
  <inkml:trace contextRef="#ctx0" brushRef="#br0" timeOffset="5">3511 455 8176,'12'-12'3249,"-1"3"-2556,3 1 1,1 0 0,3 4 0,1-4-495,4-1 1,-1 3-1,7-6 1,4 1-1000,6 1 1,-2-4-1,5 7 1,-1-1 799,0 0 0,7-6 0,-3 5 0</inkml:trace>
  <inkml:trace contextRef="#ctx0" brushRef="#br0" timeOffset="6">4349 507 8053,'0'-17'1339,"-2"7"1,-2 6 0,-3 8-1099,-3 8 0,6 9 1,-2 4-1,4 1-274,2-1 1,0 4 0,0-6-1,0-1-509,0-3 1,0-2-1,0 1-2795,0-1 3337,0-7 0,8-2 0,2-8 0</inkml:trace>
  <inkml:trace contextRef="#ctx0" brushRef="#br0" timeOffset="7">4471 210 7980,'0'-17'0,"-2"1"0,-1 3 3754,-3 1-4591,0 8 0,8-2-2549,4 12 3386,-4-4 0,13 14 0,-5-7 0</inkml:trace>
  <inkml:trace contextRef="#ctx0" brushRef="#br0" timeOffset="8">5118 577 7996,'5'-17'6,"1"-1"197,-2 1 1,-2 5-1,-4 2 403,-4 3 0,-3-5 0,-9 6 0,1 2-282,-1 2 1,-5 2-1,-2 2 1,-1 4-183,1 6 0,0 3 1,4 5-1,-3 1 165,3 2 0,2 8 1,1-2-1,3 6-18,3 6 1,-2-2 0,9 6 0,1-5-329,2-7 0,11 0 0,7-7 0,7-3-185,4-4 1,3-5 0,6-14-1,3-4-385,2-8 0,6-7 0,-7-16 1,-1-2 215,-2-4 1,-10 3 0,-4-9 0,-5 0 362,-6 3 1,-5-5 0,-11 9 0,-7 3 139,-13 6 0,-14 5 0,-9 11 0,-3 3 97,-3 6 0,1 14 0,-2 10 0,-1 9-128,3 6 0,5 9 1,18 3-1,6 2-635,3-1 1,11-1-1,5 1 1,8-7 94,7-8 1,15-7-1,7-11 1,5-3 460,1-2 0,6-10 0,-1-8 0</inkml:trace>
  <inkml:trace contextRef="#ctx0" brushRef="#br0" timeOffset="9">5572 490 11174,'-2'-8'1983,"-4"10"-1666,-6 14 0,3 3 0,-3 10 0,0 2-256,3 2 1,1 2 0,8 0 0,0 0 6,0 0 0,0-8 0,0-4 1,2-3-181,4-3 0,3-7 0,9-4 0,1-4-199,4-2 0,-1-2 0,7-6 1,0-8 53,-2-5 1,6-8 0,-6 4-1,2-1 48,1 1 1,-9-4 0,2 6-1,-3 1 200,-3 3 1,-7 7 0,-3 3 82,1 1 1,-8 2-1,2 8 1,-8 6 126,-3 9 1,-1 3 0,-2 7 0,6 0-273,5 0 1,2-3 0,7 3 0,10-2-479,9-4 0,21-3 0,11-7 549,7-5 0,19-4 0,4-2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0:57:16.473"/>
    </inkml:context>
    <inkml:brush xml:id="br0">
      <inkml:brushProperty name="width" value="0.2" units="cm"/>
      <inkml:brushProperty name="height" value="1.2" units="cm"/>
      <inkml:brushProperty name="color" value="#00A0D7"/>
      <inkml:brushProperty name="inkEffects" value="pencil"/>
    </inkml:brush>
  </inkml:definitions>
  <inkml:trace contextRef="#ctx0" brushRef="#br0">70 246 12238 260088 49643,'-18'11'201'0'0,"1"1"1110"0"0,7-8 917 0 0,-5 4-576 0 0,13-8-883 0 0,-6 0-600 0 0,24 0 1 0 0,-3-2 0 0 0,18-2-70 0 0,6-2 1 0 0,6-6 0 0 0,9 4-1 0 0,3 1-81 0 0,3-1 0 0 0,12-6 1 0 0,11 5-1 0 0,6-3 92 0 0,7 0 0 0 0,-3 9 0 0 0,6-5 1 0 0,0 2 3 0 0,0 0 0 0 0,-4 0 0 0 0,4 6 1 0 0,0 0-132 0 0,0 0 1 0 0,-43 0 0 0 0,1 0 0 0 0,5 0 0 0 0,2 0 0 0 0,3 0 0 0 0,2 0-127 0 0,1 0 1 0 0,2 0 0 0 0,6 0 0 0 0,3-2 0 0 0,2 0 0 0 0,1-1-1 0 0,5-3 1 0 0,3 0-12 0 0,5-2 0 0 0,2 0 0 0 0,-6 0 0 0 0,0 1 0 0 0,8 0 0 0 0,0 0 0 0 0,-3 1 0 0 0,0 1 117 0 0,-1-2 1 0 0,0 0 0 0 0,-1 0 0 0 0,0 0 0 0 0,1 0 0 0 0,-1 1 0 0 0,0 1 0 0 0,0 0 210 0 0,-2 1 0 0 0,-2 0 1 0 0,-3-2-1 0 0,-1 1 0 0 0,-2 1 1 0 0,-1 2-1 0 0,0 0 0 0 0,-1 0 186 0 0,-1 1 1 0 0,-1 0-1 0 0,-5 1 1 0 0,-1 0 0 0 0,-3 0-1 0 0,-2 0 1 0 0,-4 0 0 0 0,-2 0-283 0 0,-3 0 0 0 0,-2 0 0 0 0,0 3 0 0 0,-1 0 0 0 0,-4 0 1 0 0,-1 0-1 0 0,-1-1 0 0 0,-1 0-353 0 0,41 0 0 0 0,-14-2 0 0 0,-3 0 0 0 0,-8 0-107 0 0,-8 0 1 0 0,-5-2 0 0 0,-7-2-884 0 0,-5-2 483 0 0,-12 0 1 0 0,-15 6-990 0 0,-20 0 1770 0 0,-4 0 0 0 0,-15 0 0 0 0,8 0 0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7:16.4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3756 373 8180,'-6'-18'1007,"0"1"0,-2 7-651,2 4 0,4 12 1,-5 8-1,1 9-16,0 12 1,0 4 0,4 11-1,-2 5-265,-2-1 0,1 6 0,5-4 1,0-5-131,0-8 0,0-7 0,0-3 0,0-3-1288,0-7 503,0-12 0,5-11 1,1-11 839,-2-5 0,-2-9 0,-2-2 0</inkml:trace>
  <inkml:trace contextRef="#ctx0" brushRef="#br0" timeOffset="1">3459 321 8405,'0'-18'635,"0"1"1,0 5 0,0 0-42,0-1 1,7-1 0,5 1 0,5 1-402,7-2 0,5-1 0,14-3 0,7 3-86,6 3 1,10 4-1,-4 8 1,2 2-66,0 4 0,-7 6 0,-1 11 0,-9 8-193,-13 8 0,-8 11 0,-15 12 1,-5 4 56,-4 6 1,-17 2 0,-9-4 0,-9 2 93,-7 3 0,-5-5 1,-7 0-1,-1-10 157,1-5 0,-1-3 1,-1 0-1,0-1-60,1-5 1,-3-11 0,11-11-1,3-5-299,7-2 1,8-7 0,11-6 0,3-8-351,1-8 0,8-5 1,-2-6 551,4-6 0,10-4 0,2-2 0</inkml:trace>
  <inkml:trace contextRef="#ctx0" brushRef="#br0" timeOffset="2">4559 635 8153,'-12'0'970,"1"0"1,1 2-1,-4 4 1,5 7-471,1 9 1,-4 5 0,4 8 0,1 2-361,-1 3 1,2-1-1,4 6 1,-2-5-405,-2-7 0,1 0 1,5-9-1,2-5-811,3-5 0,5-7 0,8-10 1075,-1-9 0,0-7 0,1-16 0</inkml:trace>
  <inkml:trace contextRef="#ctx0" brushRef="#br0" timeOffset="3">4559 268 8913,'-8'-17'2348,"6"-1"-2237,-4 1 0,6 7-111,6 4 0,12-4 0,9 1 0</inkml:trace>
  <inkml:trace contextRef="#ctx0" brushRef="#br0" timeOffset="4">4943 705 8533,'0'-18'2604,"0"7"-1976,0-1 1,0 10 0,0 2-189,0 10 1,0 5 0,0 7 0,0 5-351,0 8 1,0 4-1,0-5 1,0 1-157,0 0 1,0-6 0,0-1 0,2-3-185,4-4 0,-2-9 0,7-8-6,3-8 1,1-8 0,1-9 0,-2-4 11,-3-3 0,1-3 1,5-7-1,1-3-27,-1 2 0,7 2 0,-1 4 1,-2 2 96,-1 2 0,3 2 1,0 0-1,-2 7 234,-1 7 1,-3 9-1,-1 0 151,-4 8 0,-5 13 0,-7 12 1,0 6 220,0 6 0,0 2 0,0 5 0,-2-3-74,-3-2 1,1-3 0,-6-7-1,2-4-108,4-5 0,2-5-235,2-1 0,2-11 0,4-7 0,6-11-263,3-11 1,9-5 0,-1-10 0,0-2 25,2-1 0,-3-1 1,5 6-1,0 0 28,0 0 1,-5-4-1,1 3 1,-4 4-156,-1 5 0,-3 10 0,-1 5 105,-3-1 1,-7 7 0,2 6 241,-4 9 0,-2 9 0,0 3 0,0 5 403,0 1 1,0 2 0,0 8-1,0 1-141,0 3 1,0-6 0,0-6 0,0 0-445,0-1 1,2 1 0,2-10 0,4-5-485,1-5 1,5-3-1,7-8-1488,3-4 2156,-1-3 0,2-17 0,2-1 0</inkml:trace>
  <inkml:trace contextRef="#ctx0" brushRef="#br0" timeOffset="5">6061 792 8054,'0'-12'1067,"0"1"-818,0-3 0,8 6 0,3 1 0,5 1 116,1 0 0,3-2 0,3 4 0,4-1-391,0 1 1,6-4-1,-6 0 1,2-2-191,1-3 1,-11 3 0,0-1-1,-7-3-141,-4-2 0,-2-1 0,-8-1 249,-4 1 1,-10 1 0,-9 5 0,-2 5 273,-4 4 0,0 2 1,0 0-1,2 4 11,-2 8 1,3-1-1,1 14 1,4 1 106,7 3 0,7 4 1,9 4-1,0 1-50,0 3 1,4 0 0,5-8-1,11-2-182,5-2 0,6-9 1,8-1-1,4-7-232,1-5 1,-3-1-1,4-8 1,-3-4-281,-3-5 1,-4-7 0,-6-3 0,-6-4-1532,-3-2 1991,-3-3 0,1-4 0,-1-1 0</inkml:trace>
  <inkml:trace contextRef="#ctx0" brushRef="#br0" timeOffset="6">6794 530 8270,'0'-17'1671,"0"-1"-234,0 1 1,-2 7-1323,-3 4 0,3 6 0,-6 8 0,2 9-105,0 11 1,-5 5 0,5 3 0,0 3-21,-2 2 0,6 6 1,-4-7-1,4-1-74,2-2 0,0-4 0,0-4 1,2-6 31,4-3 0,6-11 0,9-3 0,4-6-14,3-6 1,-5-5 0,4-12-1,0-7-80,0-3 0,-3-3 0,3-1 0,-2 0 16,-4 4 1,-1 2 0,-5-2 0,-1 2-275,-2 2 1,-9 7 0,3-1-387,-4 4 751,-2 9 1,0 10-1,-2 12 1,-2 5 415,-1 6 1,-1 3-1,6 5 1,0-2 23,0 2 0,0 2 1,0 0-1,2-2-194,3-2 1,5-8 0,8 2-1,-1-3-507,1-3 1,1-7 0,2-4 0,5-6-513,1-6 0,2-4 1,6-9 811,0-4 0,0-4 0,0-8 0</inkml:trace>
  <inkml:trace contextRef="#ctx0" brushRef="#br0" timeOffset="7">8017 443 8118,'0'-18'183,"-2"1"0,-2-1 472,-2 1 1,-7 1 0,1 5 0,-4 5-437,-1 4 1,-1-4-1,1 0 1,0 2-228,-1 3 0,-5 6 1,-2 3-1,-1 2-97,1 3 0,2 3 0,5 1 0,1 1 103,-1-1 0,9 1 1,3-1-1,4 1 180,2-1 1,0-5 0,0-1 0,0 3 49,0 2 1,10-5-1,5 1 1,7-1-192,-1-1 0,0 6 0,1-7 1,1 3-308,-2 0 0,-1-1 1,-3 7 105,1-1 0,-9 1 1,-3 1-1,-4 2 93,-2 3 1,-8-1 0,-3-5 0,-7-1-47,-5 0 0,1-1 0,-5-2 0,0-5-204,0-1 1,6-2-1,-3-8 1,5-2-1354,1-2 1674,1-7 0,0-5 0,-1-9 0</inkml:trace>
  <inkml:trace contextRef="#ctx0" brushRef="#br0" timeOffset="8">8384 478 8101,'-10'0'1308,"-6"0"0,9 13 0,-5 7 0,4 3-1193,0 2 1,4 6 0,-5-2 0,1 4-492,4 2 0,2-2 1,2-4-1,0-5-2047,0-5 2423,0-1 0,8-1 0,2 0 0</inkml:trace>
  <inkml:trace contextRef="#ctx0" brushRef="#br0" timeOffset="9">8506 111 8101,'-10'-2'745,"2"-2"1730,1-2 1,5-1-1567,-4 1-909,4 4 0,2-6 0</inkml:trace>
  <inkml:trace contextRef="#ctx0" brushRef="#br0" timeOffset="10">1537 581 8323,'0'-17'-70,"0"0"1,1 1 0,3 2-178,2 3 1,2-1 0,-4-5-1,2-1 606,-2 1 0,-1 5 0,1 0 0,4-1 180,2-3 0,-6-1 1,3 1 270,1 5 0,-4-5 551,8 5-952,-8 3 0,3 8 0,-7 11 0,0 5 102,0 1 0,0 9 0,0 3 0,0 4-388,0 2 1,-5-2 0,-1-2 0,2-2-61,2 2 0,2-6 1,2-2-1,2-3-229,2-3 0,13-5 0,0-2 0,7-3-214,5-3 0,2-2 0,2-4 1,1-4-73,5-5 0,-4 1 1,2 0-1,-6 1-216,-4-1 1,-8 4 0,3-4 0,-5 3 667,-2 3 0,1-14 0,-1-1 0</inkml:trace>
  <inkml:trace contextRef="#ctx0" brushRef="#br0" timeOffset="11">2026 250 8209,'0'-18'1636,"0"7"-557,0-1 0,0 10-707,0 2 1,0 10 0,0 13 0,-2 8-72,-4 8 0,2 7 0,-6 15 0,0 6-240,1 7 1,3 4-1,-4-4 1,1 1-490,-1-1 0,6-4 0,-2-8 0,4-12-2596,2-13 3024,0-10 0,8-9 0,2-1 0</inkml:trace>
  <inkml:trace contextRef="#ctx0" brushRef="#br0" timeOffset="12">35 599 8107,'-12'0'1523,"0"0"269,8 0-779,-3 0 0,9-8-541,3-3 0,5-3 0,6 0 1,-3 3-227,-1-3 1,0 4 0,5-1 0,2-3-275,5-1 1,-5-1 0,6 3 0,-1 1-236,-1-2 0,8 7 0,-2 1 0,2 4-154,-2 2 1,2 4 0,-7 5-1,-5 9 355,-5 1 0,-7 8 0,-7 3 0,-2 4 232,-3 7 1,-7 4 0,-11 5 0,-7-1 85,-2-3 0,-3-1 0,0 4 0,-2-5-15,-4-1 1,10-2 0,-2-6 0,6-2 23,5-4 0,3-4-270,2-8 1,9-7 0,8-4 0,11-4-44,11-2 0,-1 0 0,8 0 0,4-2-36,6-4 0,0-2 1,4-5-1,-3 3-104,-1 2 0,-12 0 1,8 5-1,-2-3-278,0 2 1,0 2 0,-4 2-1,-5 0 466,-5 0 0,-2 8 0,1 1 0</inkml:trace>
  <inkml:trace contextRef="#ctx0" brushRef="#br0" timeOffset="13">960 1088 6864,'0'-10'1695,"0"2"-1695,0 8 0,0-7 0,0-3 0</inkml:trace>
  <inkml:trace contextRef="#ctx0" brushRef="#br0" timeOffset="24">9100 670 8250,'0'-18'315,"5"7"422,1-1 1,2 0-228,-2-5 1,-4-1-1,4 1-247,-5 0 0,-1 5 1,-1 0-106,-5-1 0,-4 5 0,-7 2 1,-3 4-269,-3 2 0,-4 8 0,-8 4 0,0 3-117,0 3 0,2 5 0,2 2 0,4 2 94,1 4 0,3 2 0,8 2 0,3-2 152,6-4 0,4 2 0,6-7 0,6-3 97,7-2 1,10-3 0,-1-4-1,1-7 84,4-3 1,0-2-1,0-2 1,-4-5-144,-2-11 1,5 1 0,-7-9 0,-4 1-101,-5-4 0,-1-2 0,-7 0 0,-2 2-217,-2-2 1,-4 6-1,-4-1 1,-7 5-287,-9 4 1,1-3-1,-8 14 1,0 2-1642,2 3 2187,-6 8 0,5 11 0,-6 9 0</inkml:trace>
  <inkml:trace contextRef="#ctx0" brushRef="#br0" timeOffset="25">9466 513 11374,'0'17'469,"0"1"1,-2 1-1,-2 4-315,-1 6 1,-7 6 0,6 4 0,0 2-339,-1-2 1,5-4 0,-2-6 0,8-6-12,7-4 0,5-9 1,3-4-1,5-8-46,5-10 0,9-3 0,3-18 1,-2-4 169,-2 0 1,-2 0 0,-2 2-1,-4 0 224,-6 0 0,-3 2 0,-5 4 1,-3 6 254,-6 4 1,1 7-320,-1 0 0,-6 10 0,-8 2 0,1 12-204,-1 9 1,-4 7 0,4 6 0,1 3-67,-1 4 0,2-4 0,8 6 1,2-3-120,2 1 1,13-2-1,1-8 1,5-4-100,6-2 1,2-9 0,4-10 0,2-4-207,1-2 0,7-8 605,-6-4 0,7-11 0,-3-4 0</inkml:trace>
  <inkml:trace contextRef="#ctx0" brushRef="#br0" timeOffset="26">10759 635 8170,'0'-18'185,"0"1"292,0-1 0,0 1 0,0 0 628,0-1 0,5 6-1060,1 1 1,-2 5 0,-10-4-154,-5 3 0,-5 1 1,-3 6-1,-3 0 6,-1 0 0,-8 0 0,2 2 0,-2 3 148,2 7 1,-4 9-1,4 5 1,-2-1 109,2 0 0,3 6 0,9-2 1,-1 4-21,1 2 1,7 0 0,4 0 0,5-2-141,1-4 1,7-4 0,7-9 0,7-4-169,8-7 1,4-3 0,2-4 0,0-5-28,0-11 0,0 1 1,-2-9-1,-4 3 142,-6 0 0,-3-6 1,-3 5-1,-1 3 142,-5 2 1,-1 1 0,-6 1 46,2-1 1,-2 9-1,-10 3 1,-4 6-114,1 6 0,-7 5 1,6 13-1,1 3-242,3 0 0,4 6 1,2-6-1,0 2-58,0 0 0,8-7 0,5 1 0,7-4-174,3-1 0,8-9 0,0-3 1,6-4 454,4-2 0,-1-8 0,-5-1 0</inkml:trace>
  <inkml:trace contextRef="#ctx0" brushRef="#br0" timeOffset="27">11230 757 8579,'18'-2'608,"-1"-4"1,3-1 0,3-9 0,6 1-437,4-5 1,10-9 0,3-2 0,5-6-244,1-4 1,-7-7 0,-5 1 0,-3-3-9,-2-3 0,-8 1 0,-5 0 1,-9 1 33,-7 5 1,-4 5-1,-4 10 1,-4 6 186,-5 5 0,-5 7 0,-3 13 0,-5 2-97,-5 3 0,2 13 1,-2 13-1,0 8 56,2 7 0,0 1 0,5 3 0,-1 5 34,2-1 1,7 8-1,4 0 1,3 2-38,3 0 1,4-2-1,6 0 1,7-9-159,8-11 0,7-7 0,7-7 0,-1-11-23,1-9 0,0-6 0,0-4 0,0-6-187,0-9 0,0-9 0,0-9 0,-2 1-53,-4-1 1,4 0-1,-4 0 1,2 0 145,-2 0 0,2 2 0,-7 2 0,-3 6 156,-2 5 1,-1-5 0,-1 13 0,1 5 28,-1 3 1,-5 4 159,0 0 0,-3 7 1,3 5-1,-6 4 287,-4 1 1,-2 6 0,0 3 0,2 1-34,3 4 1,-3-4 0,4 0 0,-2 0-251,2 0 1,-4-5-1,6-1 1,-3-5-815,1-5 0,8-1-472,-3 2 0,5-5-470,1-7 1,-5 0 1583,0 0 0,-8 8 0,3 2 0</inkml:trace>
  <inkml:trace contextRef="#ctx0" brushRef="#br0" timeOffset="28">12383 146 7983,'-10'-18'2,"0"1"0,7-1 952,-3 1 0,0 5 666,6 1-1632,0 7 1,0-2-208,0 12 0,2 2 0,2 5 219,2-1 0,-1-1 0,-5 7 0</inkml:trace>
  <inkml:trace contextRef="#ctx0" brushRef="#br0" timeOffset="29">12732 59 8009,'0'-18'347,"0"1"456,0-1 1,0 12-193,0 12 0,0 6 0,0 17 0,0 4-297,0 6 1,0 7-1,0 12 1,0 7-129,0 2 1,0 5 0,0 2 0,0 2-31,0-3 1,0-3-1,0-8 1,0-9-330,0-11 1,6-7-1,2-7-577,1-11 0,-3-7 1,4-12-303,-2-4 0,-2-6 0,-6-9 1052,0-2 0,-8-8 0,-2 3 0</inkml:trace>
  <inkml:trace contextRef="#ctx0" brushRef="#br0" timeOffset="30">12488 513 11235,'17'0'880,"1"0"0,-1 0-1053,0 0 1,3 0 0,3 0 0,6 0-686,4 0 1,2-6 857,0 0 0,8-8 0,1 5 0</inkml:trace>
  <inkml:trace contextRef="#ctx0" brushRef="#br0" timeOffset="31">13274 600 8780,'0'-18'2148,"0"1"-1702,0 0 0,0 9 1,0 8-264,0 9 0,0 9 0,0 3 1,0 5-139,0 1 1,0 0 0,0 4 0,0-4-51,0-2 0,5-1 1,3-7-1,2 1-34,3-1 0,3-7 1,1-5-1,3-3-145,3-2 0,-2-2 0,7-5 0,-3-9-5,-4-5 0,-1-4 1,-3 3-1,0-1 16,1 2 0,-6-5 0,-3 3 0,-1 2-175,-4 1 1,0 3 166,2-1 1,-4 11 0,3 9 417,-3 13 1,-2 10 0,0 12 0,2 6 223,4 9 1,-2 10 0,8 14 0,1 8 58,3 7 1,-10-41 0,-1 3 0,1 3 0,-2 0-1,0 0 1,0 1-185,-1-1 1,-2 0 0,-3 2 0,-2-1 0,-2-4 0,-2-1 0,-13 45 0,-8-6 1,-6-12 0,-4-5 0,-4-10-454,-1-12 1,5-17 0,-2-17-1,6-12-197,6-10 1,-2-16-1,8-15 1,2-11-587,1-10 0,10-1 0,5-9 0,7-3-184,9-5 1,12-2 0,22 4 0,11-3 467,-24 34 1,2 0 0,6-2 0,2 1 303,6-2 0,3 0 0,3 1 0,2-1 0,2 0 1,-1 1-1</inkml:trace>
  <inkml:trace contextRef="#ctx0" brushRef="#br0" timeOffset="32">2550 2520 8280,'10'-8'1465,"-2"-1"1,-8 1-730,0 8 1,0 15 0,0 16 0,-2 8-67,-4 8 1,4 9-1,-4 4 1,4 2-474,2 4 0,0-4 0,0 0 0,2-3-501,4-9 0,-2-7 0,6-14 1,0-6-1119,-1-3 590,-5-11 832,4-9 0,-16-9 0,-2-9 0</inkml:trace>
  <inkml:trace contextRef="#ctx0" brushRef="#br0" timeOffset="33">2341 2590 8196,'-8'-18'650,"-4"1"0,3-1 2839,-3 1-3148,8 0 1,0 5 0,14 2 0,9 0-324,7 1 1,11 3 0,9-6-1,7-1-1,5-3 0,-2 5 0,10-1 1,4 0 28,4 3 0,1 1 1,-7 8-1,-6 0-119,-9 0 0,-13 8 1,-16 3-1,-13 7 61,-7 5 0,-8 4 0,-7 8 0,-13-2-179,-7-4 1,-9 4 0,-3-6 0,-4 2-230,-7 1 0,0-3 1,-8 4-1,1-4 20,5-2 1,2-2 0,3-5-1,5-1-696,5 1 12,12-8 1084,19-3 0,20-7 0,17 0 0</inkml:trace>
  <inkml:trace contextRef="#ctx0" brushRef="#br0" timeOffset="34">3686 2695 8359,'-10'-18'886,"0"3"0,6 1 119,-1 2 0,-3 3 0,4-5 314,-2 3 0,-8-1-982,3-6 1,-5 9-1,-3 3 1,-4 4-241,-6 2 1,-4 2 0,-2 4 0,-2 7-58,-4 9 0,2 5 0,-4 8 0,5 2-170,5 3 1,9 3-1,1 6 1,6-3-207,5 3 1,8-5-1,16-1 1,11-4-92,8-6 1,12-12 0,3-3-1,5-11-191,1-5 1,1-2-1,-1 0 1,0 0-521,1 0 1,-9-8 0,-3-3 1137,-4-5 0,-2-9 0,0-2 0</inkml:trace>
  <inkml:trace contextRef="#ctx0" brushRef="#br0" timeOffset="35">4210 2642 8869,'5'-11'1648,"1"-1"1,-2 10 0,-10 2-1118,-5 10 1,-5 7 0,-1 6 0,-3 7-124,-3 3 1,-4 9 0,-6 5-1,2 3-364,2 3 1,1-1 0,-3-1-1,6-7-316,6-9 1,-1-2-568,15-10 0,1-7 1,10-12-1,5-10-194,5-12 1,-1-1-1,-1-8 1,-3 0-1184,3 0 2216,-6 5 0,7-19 0,-5 5 0</inkml:trace>
  <inkml:trace contextRef="#ctx0" brushRef="#br0" timeOffset="36">4157 2625 8150,'0'-18'1211,"0"1"0,0 5 1,2 3-684,4 1 1,-2 10 0,7 9 0,3 7-223,2 5 0,1 12 1,1 14-1,-1 5-228,0 4 0,1 6 0,-1-4 0,1 0-341,-1 1 0,3-9 0,-1-7 0,1-5-3266,-5-7 2173,-1-5 0,-7-23 1356,-7-10 0,-7-13 0,-11-17 0</inkml:trace>
  <inkml:trace contextRef="#ctx0" brushRef="#br0" timeOffset="37">3930 2939 8150,'-6'12'1295,"1"-1"1,-1-5 0,8 4 0,3 0-738,7-1 1,6-5 0,5 2-1,8-4-722,8-2 1,1 0 163,13 0 0,-5-16 0,13-3 0</inkml:trace>
  <inkml:trace contextRef="#ctx0" brushRef="#br0" timeOffset="38">175 2799 10422,'0'-11'946,"0"-1"0,8 1 0,4-7 0,3 1-642,3-1 0,1 1 0,2-1 1,5 1-65,1-1 1,2 3 0,6 1 0,-2 4-182,-4 3 1,2 1-1,-8 8 1,-1 4-181,-3 5 1,-3 13 0,-5 5 0,-5 4-150,-4 2 0,-12 5 1,-5 3-1,-9 2 96,-3 3 1,-2-3 0,-4-1 0,0 1 228,-2 0 0,4-5 0,-8 5 0,6-2 244,4-4 1,2-8 0,-2-2 0,8 0-239,7-2 1,6-2-1,8-7-177,0-1 0,14-1 0,5-5 0,7-5-61,5-4 0,2-10 1,2-1-1,0-3-337,-1 0 1,1 1-1,-2-5 1,-2 3-316,-1 1 0,-3 8 1,2-2-1,-6 4 829,-4 2 0,-1-7 0,-1-3 0</inkml:trace>
  <inkml:trace contextRef="#ctx0" brushRef="#br0" timeOffset="39">1118 3393 9835,'-9'0'8034,"1"-2"-8294,8-4 260,8 5 0,1-15 0,9 6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4:34.44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402 420 10991,'0'-18'2149,"2"3"0,2 1-1949,1 3 1,3 5 0,-2-4 0,6 2-154,3 5 0,5-1 1,1 0-1,4-2-274,2 2 1,-3 2 0,5 2 0,0 0-142,-2 0 0,-2 2 1,-7 2-1,-1 6 219,1 5 0,-7-1 0,-1 9 0,-2-2 288,-4 3 0,-10-5 0,-6 6 0,-3-1 189,-3-1 1,-1 2-1,-3-5 1,-1-1 184,2-4 0,1-3 1,3 2-152,-1-3 1,1-7-236,0 2 0,9-6-451,8-6 1,13-4 0,11-5-1,-3 3-2,-2 6 0,-1-1 0,1 1 1,3 2 122,1 2 1,0 4 0,-5 4 0,-1 7 211,1 9 1,-3 5 0,-3 8 0,-6 0 42,-4 0 1,-2 0 0,0 0 0,-4 0 193,-8-1 1,0-6 0,-13-5-1,2-6 86,0-5 1,-12 2 0,4-9 0,0-3-329,-2-6 1,0-5-1,-2-11 1,2-1-650,4-2 1,3-8-1,11 4 1,1-3 644,3 1 0,7 0 0,-4-6 0</inkml:trace>
  <inkml:trace contextRef="#ctx0" brushRef="#br0" timeOffset="516">873 140 8109,'-9'-7'473,"-7"-1"0,6-6 0,-1 5 247,-1 1 1,1-4 0,-7 4 0,1-1-391,-1-5 0,-7 1 0,-6-1 0,-8 4-194,-8 3 1,-5 1 0,-6 6 0,-4 2-66,0 4 1,0 11-1,5 12 1,1 6-144,6 6 0,5 11 1,10 12-1,4 4-150,8 2 0,7 0 1,16 2-1,4 3 136,8 7 1,15 1-1,19 1 1,7-5-127,5-1 1,6-8 0,10-12 0,3-8-47,3-11 0,0-16 1,3-5-1,-2-12-8,3-10 0,-6-16 0,-5-14 1,-7-13 139,-8-9 0,-3-8 0,-7-10 0,-7-2 124,-12 3 0,-15-7 0,-8 0 0,-8-1 259,-10-1 1,-9 9 0,-22-1-1,-9 8-113,-11 8 0,-8 9 0,-9 7 0,-7 5-389,-2 10 1,-1 13-1,5 10 24,3 8 0,-3 13 0,5 11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4:38.02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263 639 8379,'8'-10'1502,"-6"2"1,5 6 383,-7-4-1465,0 4 1,0-13-338,0 3 0,-2-1 1,-3 1-414,-7 6 0,-4 4 0,-1 2 0,-2 0-94,-5 0 0,3 10 1,-6 6-1,2 7 282,3 4 1,3-4-1,1 6 1,1 0 104,-1-1 1,9 3-1,3-8 1,4 0 203,2 2 1,2-11 0,4 4 0,5-5 34,5-3 0,7-2 0,0-8 0,-1-2-110,-3-4 1,-1-4 0,-1-7 0,1-3-64,-1-3 0,1 2 0,-1-8 1,0-1-93,1 3 1,-6-4-1,-3 8 1,-1 2-22,-4 1 0,4 3-80,-3-1 0,1 10 1,-6 8-1,0 12 244,0 9 1,0 5-1,0 5 1,0-2-95,0 2 0,8 2 1,4 0-1,3-4-198,3-6 1,5 1 0,2-5 0,0-5-401,1-5 0,3-3 0,-4-8 0,0-4 611,0-5 0,7-13 0,-5-3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4:35.8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227 245 8298,'0'-18'2767,"0"9"-2228,0 1 0,0 21 0,0 9 0,0 7-239,0 8 1,6 15-1,0 2 1,-2 7-168,-2 5 0,-2 7 0,2 1 0,2-4-258,1-4 0,3-12 1,-4-1-1,4-13-1211,2-9 0,-5-7 766,7-13 1,-2-11 0,3-13 0,-3-9-1815,-2-7 2384,-2-4 0,-6-9 0,0-3 0</inkml:trace>
  <inkml:trace contextRef="#ctx0" brushRef="#br0" timeOffset="200">35 245 8285,'-11'-16'1574,"1"3"1552,2 1-2709,2 8 1,22-9 0,7 7-1,10 0-262,8-2 1,3 4 0,11-7 0,3-1-484,6 2 0,4-5 1,2 3-1,2-3-277,3-3 0,-9 6 1,2 1 604,-6-3 0,-4-1 0,-5-3 0</inkml:trace>
  <inkml:trace contextRef="#ctx0" brushRef="#br0" timeOffset="450">140 734 9794,'12'0'1493,"1"0"1,7 0-971,7 0 1,8-8-1,5-6 1,7-5-860,3-4 0,9-3 0,1 5 0,0-2 336,0 1 0,-2 3 0,-5 2 0</inkml:trace>
  <inkml:trace contextRef="#ctx0" brushRef="#br0" timeOffset="733">1013 559 8302,'0'-12'283,"0"1"2136,0-3-1918,0 6 0,0 8 0,0 14 1,0 5-200,0 5 0,0 13 0,0-2 0,0 3-406,0 5 0,0-6 0,2 2 0,2-6-450,2-4 1,5-2 0,-5 2 0,-2-6-1720,-2-3 1,6-11 2272,4-3 0,-5-19 0,1-7 0</inkml:trace>
  <inkml:trace contextRef="#ctx0" brushRef="#br0" timeOffset="884">1083 297 8302,'0'-17'1633,"0"-1"57,0 1 1,-6 5-1692,0 0-1368,1 9 0,12 6 1369,5 9 0,4 15 0,1-7 0</inkml:trace>
  <inkml:trace contextRef="#ctx0" brushRef="#br0" timeOffset="1169">1520 88 8302,'-10'-18'217,"2"1"1,8-1 2715,0 1-2710,0 7 0,0 4 0,0 14 0,0 9-177,0 11 1,0 6-1,0 9 1,0 10-5,0 9 0,0 6 0,0 1 0,0 1-129,0 0 0,0 0 1,2-2-1,2-6-262,2-10 1,5-7-1,-5-10 1,0-2-857,2-4 1,-4-6 1204,7-11 0,1-20 0,6-11 0</inkml:trace>
  <inkml:trace contextRef="#ctx0" brushRef="#br0" timeOffset="1318">1362 542 8246,'-11'-6'1571,"-1"0"1,6 0 0,-3 4-888,1-4 1,10 4 0,11-3 0,9 3-404,7 2 1,4 0 0,2-2 0,2-4-3162,3-6 2880,5-3 0,15-10 0,2-3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4:42.5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4088 96 8377,'9'-18'295,"-3"1"0,-4-1 993,-2 1 0,0 5-751,0 1 1,0 9 0,0 4-222,0 13 0,0 5 0,0 9 1,0 2-73,0 2 0,0 9 0,0 7 0,0 5-178,0 5 1,0 6 0,2 0 0,2 2-335,2 3 0,-1 0 1,-3-4-1,2-6-677,2-7 0,2-18 119,-2 0 1,1-28-1,7-9 1,-4-15-507,-3-12 0,5-4 1332,-6-2 0,8-8 0,-5-1 0</inkml:trace>
  <inkml:trace contextRef="#ctx0" brushRef="#br0" timeOffset="248">4454 550 8057,'0'-18'0,"0"1"362,0 0 0,0-1 1883,0 1-1932,0 7 1,2 10-1,2 13 1,2 7-120,-2 3 1,0 8 0,0 0 0,1 6-359,-1 4 0,0 0 0,0-8 0,2-2-395,-2-2 1,0-8-1,-1 2 1,3-3-324,-2-3 0,0-7 882,2-4 0,4-4 0,7-2 0</inkml:trace>
  <inkml:trace contextRef="#ctx0" brushRef="#br0" timeOffset="415">4507 131 8424,'-2'-18'4114,"-4"1"-2697,4-1-2172,-6 9 1,8 3 0,2 12 754,4 5 0,4 5 0,7 1 0</inkml:trace>
  <inkml:trace contextRef="#ctx0" brushRef="#br0" timeOffset="849">4838 515 8077,'0'-12'711,"0"1"0,0 5 158,0-6-481,0 8 1,0-1-1,0 10 1,2 7-44,4 4 1,-4 3 0,4 2-1,-2 4-282,2 3 1,-4-1 0,5 2 0,-1-6-81,0-3 0,2-3 0,-2-1-305,5-5 0,5-7 0,1-14-27,1-7 0,-1-12 1,-1 0-1,-3-4 245,-1-2 0,0 6 1,5 0-1,1 0 99,-1 1 1,0 3 0,1 8 62,-1-1 0,1 8 0,-1 7 0,1 6-21,-1 9 1,-5 4 0,0 3 0,-1 4-52,-1 6 0,-2-1 1,-6-1-1,1-2-80,3-4 0,0 5 1,-6-3-1,0-2-439,0-1 0,0-9 0,0 1-1881,0 1 2414,0-5 0,8 8 0,2-7 0</inkml:trace>
  <inkml:trace contextRef="#ctx0" brushRef="#br0" timeOffset="1200">5502 550 8315,'8'-10'3671,"2"0"-3369,7 5 0,1 3 1,-1-4-1,0 2-368,1-2 0,-1 4 0,-1-5 0,-3 1-100,-1 0 1,0-6 0,3 4 0,-1-1-95,-2-5 1,-7 4-1,5-1 1,-2-3-36,-4-1 0,-2 3 0,-2 0 284,0-1 1,-8 5-1,-6 2 228,-7 4 0,2 10 1,-5 6-1,5 7 86,1 8 1,1 4 0,1 2 0,5 0-159,5 0 0,4 0 0,4 0 0,4 0-264,5 0 1,13-8-1,9-4 1,9-5-405,11-7 0,17-3 0,1-10 523,7-4 0,-4-11 0,3-10 0</inkml:trace>
  <inkml:trace contextRef="#ctx0" brushRef="#br0" timeOffset="2067">280 1580 8120,'0'-11'287,"0"-1"0,2 0 274,4-5 0,-4 5-49,4 1 0,-4 9-165,-2 2 1,0 7 0,0 13 0,0 3-50,0 6 0,0 6 0,0 6 0,-2 5-208,-4 5 1,4 7 0,-4 2 0,4 0-333,2 1 1,0-3-1,0-8 1,0-3-503,0-6 0,0-6 1,2-6-1693,4-6 2436,-4-11 0,14-20 0,-7-12 0</inkml:trace>
  <inkml:trace contextRef="#ctx0" brushRef="#br0" timeOffset="2280">1 1999 8120,'0'-11'2081,"0"-1"-1827,0 8 0,2-9 1,4 7-1,5 2-84,5 2 0,3-4 0,5-2 1,5 1-134,4-1 0,9-6 0,5 3 0,1-3-783,-1 2 1,3-3-1,-5 5 746,0 1 0,5-7 0,-5 6 0</inkml:trace>
  <inkml:trace contextRef="#ctx0" brushRef="#br0" timeOffset="3114">839 1580 8244,'0'-17'929,"0"-1"1,0 7 843,0-1-1536,0 8 1,0-2 0,0 12-92,0 6 0,0 3 1,0 5-1,0 3-120,0 6 0,0 4 0,0 2 0,0 2-115,0 4 0,0-2 1,0 5-1,0 1 147,0-1 0,0 3 0,0 3 1,2-3-80,4-6 0,-4-4 0,6-4-112,-1-4 0,3-12 0,8-11 0,-1-4-174,1-2 1,5-14 0,0-5 0,-2-6 37,-1-6 0,-3-4 0,-1-2 0,-3 0 223,-1 4 1,-2 4 0,3-2 0,-1 4 241,2 1 0,-7 3 0,-1 6 0,-2 1 634,2 5-780,-4 3 1,6 10 0,-8 4 0,0 7-75,0 8 1,0 1 0,1 5 0,3 0-34,2 0 1,0 0 0,-4 5 0,4-5-104,5-2 0,-1-2 1,2-5-1,1-1-216,3 1 1,1-3-1,1-3 1,-1-6-159,1-4 1,1-2 0,2-2 0,3-4 533,-3-6 0,-1-3 0,-3-3 0,0 1 0</inkml:trace>
  <inkml:trace contextRef="#ctx0" brushRef="#br0" timeOffset="3564">1765 1947 8389,'2'-12'868,"4"1"1,-5-1 0,5-5-596,-4-1 1,-2 7 0,0-1 241,0-2 0,0-1-311,0-3 0,-8 3 1,-3 3-1,-5 6-207,-1 4 1,-6 2-1,-1 2 1,1 4-38,-2 6 1,0 11 0,-6 6 0,3 4-82,3 2 1,4 0 0,7 0 0,4 0-56,3 0 1,1-8 0,6-4 0,2-3 217,4-3 1,9-7-1,10-4 1,3-4-57,3-2 0,2-8 0,0-6 0,-2-5 3,-2-4 1,-2-7-1,2 5 1,-6 0 118,-3 0 0,-3 0 0,1 3 243,-1-1 1,-7 0-247,-4 5 1,-4 10 0,-2 8-65,0 10 0,0 8 0,0 5 1,0 6-9,0 4 1,0-4-1,2 0 1,3 0-327,7-2 1,3 5-1,3-9 1,1-4-578,5-5 0,1-1 0,6-7 1,-2-4 869,2-6 0,2-13 0,2-10 0</inkml:trace>
  <inkml:trace contextRef="#ctx0" brushRef="#br0" timeOffset="4230">2428 1493 8166,'0'-17'639,"0"-1"0,0 6 991,0 1-1393,0 7 0,0-2 0,0 12 27,0 6 1,0 9 0,0 6 0,0 4-29,0 6 1,0 4-1,0-1 1,0 7-309,0 3 0,0-3 0,0 0 1,0 1-319,0 3 1,0-7 0,2-5 0,2-8-470,2-8 0,8-3 0,-3-5 270,5-3 0,-1-12 1,-3-12-1,-6-3 589,-4-3 0,-2-7 0,-8 6 0,-2-7 0</inkml:trace>
  <inkml:trace contextRef="#ctx0" brushRef="#br0" timeOffset="4380">2254 1860 9409,'8'-10'1100,"3"4"1,5 4-732,1 2 1,8-6-1,6-1 1,8-1-1930,8 0 1,3-3 1559,3 5 0,-1-16 0,0 3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5:38.8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18 612 8381,'0'10'-229,"0"-1"1,-1-5 458,-5 2 966,4 0-205,-6-6 152,8 0 1,0 8-885,0 3 0,0 11 0,0 3 0,0 2-245,0 4 0,0-4 0,0 2 0,0 3-13,0 1 0,2-6 0,2-4 0,2-4-210,-2-1 0,3-7 1,1-1 132,2-2 1,-1-10 0,5-10 0,-4-5 62,-3-6 1,5 1 0,-4-7 0,0-2-106,-1-2 0,5 0 0,-4 2 1,0 2-64,-1-2 1,5 6-1,-4 1 1,1 3-75,5-2 1,-4 5 0,1-1 118,3 5 1,-4 10-1,1 1 193,3 6 0,-6 9 0,-3 9 0,-1 5 213,2 1 1,-4 0 0,4 4 0,-4-2 4,-2 2 0,0-4 0,0 1 0,0-3-107,0-4 1,6-1-136,0-3 0,7-7-211,-1-5 0,3-10 1,3-9-1,-1-5-18,1-5 0,-7-5 0,1 4 0,2-2 124,1-4 0,3 4 1,-1 0-1,0 1 25,1 5 0,-6 0 0,-1-1 153,3-1 0,-5 7-66,3 11 0,-2 5 1,3 5 42,-1 7 0,-8 4 0,2 3 0,-4 2 67,-2 3 0,0 1 0,0-4 1,0 4-141,0 3 0,0-7 0,0 4 0,0-2-303,0 1 0,0-7 0,0-5 0,2 0-830,3-3 1,-1 5-795,8-8 1917,0-1 0,5-20 0,1-4 0</inkml:trace>
  <inkml:trace contextRef="#ctx0" brushRef="#br0" timeOffset="500">1154 664 8436,'0'-17'-463,"0"5"1081,0 1 1,2-1-192,3-5 1,-3 5-188,4 0 0,-4 7 0,-4-5-27,-4 2 0,-3-4 0,-9 7-30,1 1 0,-7 2 0,1 2 0,2 2-290,1 4 0,-3 3 0,0 9 0,1-1 71,3 1 1,4 1 0,1 4 0,4 6 68,2 4 1,-3-3 0,5-3 0,2 0-20,2 0 1,8-6 0,2 3-1,1-7 40,5-5 0,2 1 0,3-7 1,2-4-115,3-6 0,1-5 0,-4-11 0,2-1-219,-1-3 0,3-5 0,-2 4 0,-3-2 222,-7-4 1,3 6 0,-6 1 0,-1 5 326,-3 2 1,-4-1-283,-2 1 0,0 9 1,-2 8 148,-4 10 0,4 11 1,-3 4-1,3 0-182,2 1 1,0-1 0,2-4-1,1 2-137,3-1 1,14-5 0,-3-3 0,4-4-198,5-3 1,-5-1-1,8-6 1,2 0-180,2 0 0,0-8 0,-4-3 558,-5-5 0,3-9 0,0-2 0</inkml:trace>
  <inkml:trace contextRef="#ctx0" brushRef="#br0" timeOffset="782">1538 507 8343,'0'-11'173,"0"-1"353,0-2 0,0 5-217,0-3 0,2 8 0,2 0 0,3 6-38,3 4 0,-4 13 0,6-1 0,1 3-92,3 5 1,1-5 0,3 8 0,1 0-292,2-2 0,2 4 0,-1-7 1,5-3-335,4-2 1,-4-1 0,-2-3 0,0-1-334,0-2 1,-5-9 0,1 3 778,-4-4 0,-1-10 0,-1-1 0</inkml:trace>
  <inkml:trace contextRef="#ctx0" brushRef="#br0" timeOffset="981">1974 437 8343,'-11'-9'213,"-1"3"190,-1 4 1,3 2-1,-2 0 1,-1 2-142,-3 4 0,-1 5 0,-1 11 0,1 3-551,-1 2 0,-5 8 0,0 8 0,-1-1-32,-1 1 0,6 6 1,-4-5-1,5 1-126,6-4 0,5-12 0,7-6 447,0-4 0,-8-9 0,-2-2 0</inkml:trace>
  <inkml:trace contextRef="#ctx0" brushRef="#br0" timeOffset="1332">2411 420 8638,'-10'0'1169,"3"2"0,7 4 0,0 5-851,0 5 1,0 3-1,0 5 1,0 3-385,0 0 1,5 4 0,3-6 0,0 0-168,0 1 1,-1-3-1,-3-6 1,2 1-2941,-2-1 3173,6-7 0,-8-2 0,5-8 0</inkml:trace>
  <inkml:trace contextRef="#ctx0" brushRef="#br0" timeOffset="1514">2429 175 8454,'0'-29'0,"-2"2"934,-4 2 0,4 2 634,-4 5-2547,4 9 0,2 9 1,0 11 978,0 5 0,8 9 0,2 2 0</inkml:trace>
  <inkml:trace contextRef="#ctx0" brushRef="#br0" timeOffset="2165">2848 525 7906,'-12'-16'-29,"0"5"1,9-5 1063,-3 4 0,2 5-561,-2 1 1,4 6-1,-4 6-160,4 5 0,2 7 0,0 3 0,0 4-213,0 3 1,0-7 0,2 2-1,2-3-64,2-3 1,2 0 0,-2-1-345,5-4 1,5 1 0,1-7-22,1-2 1,-7-8 0,1-4 0,0-3 66,-3-9 1,7 1-1,-5-8 1,5-1 155,1 1 1,-5 0 0,0-4 0,-1 4 163,-1 2 0,0 1 1,-6 7-1,3 1 450,3 5-157,-6 3 0,4 18 0,-8 5 0,0 9-91,0 3 0,0 0 1,0 4-1,0-4-114,0-2 0,6-1 0,-1-7 0,1-1-221,2-5 0,-4 3 0,7-8 0,3-2-187,2-3 1,1-2 0,0-7-1,3-8 31,3-5 1,-3-4 0,3 3 0,-2-3 103,3-2 1,-5 6-1,4-5 1,-5 3 45,-7 0 1,3 0 1,-8 5 239,7 8 1,-11 10 0,4 12 0,-4 4 7,-2 1 0,0 6 0,0 2 0,0 1 123,0-1 1,0 0 0,2-3-1,4 1-224,5-2 0,-1-1 0,2-5 1,-1-1-622,-1-3 0,6-7 0,-5 2-241,5-4 1,-5-2 0,-1-2 793,-2-4 0,-2-11 0,-6-10 0</inkml:trace>
  <inkml:trace contextRef="#ctx0" brushRef="#br0" timeOffset="2534">3826 333 8328,'0'-18'812,"0"8"0,0 10 0,0 12 0,0 4-601,0 1 1,0 6 0,2 3-1,1-1-237,3 0 1,0 4 0,-4-6 0,2-1-1166,2-3 0,2-1-165,-3-1 1,5-7 1355,8-4 0,-9-12 0,-1-4 0</inkml:trace>
  <inkml:trace contextRef="#ctx0" brushRef="#br0" timeOffset="2696">3843 36 9819,'-8'-18'-736,"6"9"736,-5 1 0,7 8 0</inkml:trace>
  <inkml:trace contextRef="#ctx0" brushRef="#br0" timeOffset="3096">4280 263 8144,'0'-12'290,"0"1"1,2 1 0,2-4 182,1 3 0,3 7 0,-2-4-354,6 0 0,-3 6 0,3-4 0,3 4-17,7 2 1,-3 0 0,5 0-52,-5 0 1,-2 6 0,-1 2 0,-4 2 19,-7 3 0,3 3 0,-2 1 0,-4 3 11,-6 3 0,-6-2 0,-5 7 0,1-1-141,3 0 1,1 0 0,-4 4 0,5-2-61,1 2 0,-4-6 0,6-1 0,2-5-12,3-1 1,6-1-1,5 1 1,4-3-206,5-3 1,8-5 0,-2-7 0,3 0-186,3 0 1,2-5 0,0-3 0,-2-2-93,-2-3 0,-8-1 613,2 2 0,5-11 0,-1 4 0</inkml:trace>
  <inkml:trace contextRef="#ctx0" brushRef="#br0" timeOffset="3330">4280 490 9638,'11'-6'1531,"1"0"-1502,2 2 1,1-3 0,5 1 0,3 0-217,6-2 1,4 4-1,4-5 1,2 1-282,1 4 0,1-4 0,-8 2 468,-4 2 0,4-5 0,-6-1 0</inkml:trace>
  <inkml:trace contextRef="#ctx0" brushRef="#br0" timeOffset="3730">4821 420 9339,'18'-8'917,"-1"6"1,1-4-914,-1 5 0,-5-1 0,-1-2 0,3-2-31,1 2 1,3 0-1,-1 0 1,1-4-186,-1-1 1,1-3 0,-1-3 0,-1 1 116,-5 2 1,3 1 0,-8-7 38,-2 1 0,-4 7 0,-6 4 0,-8 4-78,-7 2 1,-4 0-1,-6 2 1,1 4 202,-1 6 1,6 3 0,2 5 0,4 1 200,1 2 0,1 6 1,1-3-1,4-1 19,7 0 0,3 4 1,4-4-1,5 1-263,11-1 1,7-4-1,10-7 1,2-5-449,4-1 1,-3-2 0,9-6-1,1 0-398,3 0 0,-1-8 0,-1-3 0,-4-5 820,-3-1 0,-3 5 0,-10 0 0,-4 1 0,-7-7 0</inkml:trace>
  <inkml:trace contextRef="#ctx0" brushRef="#br0" timeOffset="4099">5607 193 8117,'0'-18'0,"0"1"0,0 0 792,0-1 1,-2 6-309,-4 1 1,-3 7-559,-9-2 0,1 4 1,1 4-1,3 4 138,1 6 1,0 3 0,-3 3 0,1-1 66,2 0 1,9 1 0,-3-1-1,2 1 257,-2-1 1,4 1 0,-2-1-240,8 1 0,0-1 0,8 1 1,3-1-272,7 1 1,-1-7 0,8 1 0,2 1-119,2 3 1,2-1 0,-2-1 0,-2-2 79,-2 1 0,-8 3 0,1 1 0,-9 1 191,-7-1 1,-6 1 0,-6-1-62,-5 1 0,-13-7 1,-3-1-1,-2-2-732,0-4 762,0 5 0,-6-7 0,0 6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5:43.90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330 27 8286,'0'-9'1012,"0"1"0,0 10 1,0 4-1,0 5-763,0 5 0,0 9 0,0 4 0,0 6-227,0 6 1,0 5 0,0 11 0,0 3-115,0 2 0,0-6 0,2 2 0,2-5-483,2-7 1,5-11 0,-3-13 0,0-7-587,0-3 0,3-10 0,-5-2 1161,-2-10 0,-10-13 0,-4-4 0</inkml:trace>
  <inkml:trace contextRef="#ctx0" brushRef="#br0" timeOffset="217">16 342 8939,'-10'0'923,"4"0"0,12 0 0,6 0-849,3 0 0,10-6 0,5 0 1,3 2-442,1 2 0,7-4 0,2 1 0,2-1-540,3-2 1,1 4 0,-1-6 906,-1 3 0,-9-7 0,5 4 0</inkml:trace>
  <inkml:trace contextRef="#ctx0" brushRef="#br0" timeOffset="752">767 132 8344,'0'-17'-38,"0"-1"0,0 1 0,0-1 1208,0 1 0,0-1-267,0 1-781,0 7 1,0 10 0,0 14 0,0 5-15,0 5 0,0 8 1,0 1-1,0 8 22,0 4 1,0-6-1,2 1 1,2-3-19,1-2 1,3 2 0,-2 0 0,4 0-171,-1-4 1,7-10 0,-5-2 0,5-5-289,1-4 0,1-9 1,-1 3-1,1-6-10,-1-6 0,-5-5 0,0-10 1,-1-3-33,-1 3 1,4-4-1,-7-1 1,1 1-98,0 0 1,3 2 0,-5 5 0,0 1 51,2-1 1,-6 7 914,4-1 0,-4 10-165,-2 2 0,0 14 1,0 11-1,2 0 354,3 0 1,-1 4 0,8-3 0,3-1-152,7 0 0,-1-2 1,8-7-1,2-2-630,2-3 1,2-7 0,2 2 0,2-4-186,2-2 1,-1-8-1,-5-4 1,-2-1-218,-4 1 0,-5-3 0,-11 3 1,-3-4-315,-2-1 0,-2 5 0,-6 1 826,0-3 0,0-1 0,0-3 0</inkml:trace>
  <inkml:trace contextRef="#ctx0" brushRef="#br0" timeOffset="1134">1640 359 11679,'17'0'115,"3"0"1,1 0 9,2 0 0,1 0 1,-5-2-1,2-4-250,3-5 1,-1 1 0,-6-2 0,1-3-27,-1-6 1,-7 1-1,-4-3 1,-4 2-40,-2-3 1,-2 11 0,-4-5 0,-7 5 64,-9 3 0,1 2 1,-6 8-1,-1 4 246,1 8 0,6 1 0,0 18 0,7 4 218,8 4 0,4 8 0,2-5 1,4 1-249,8 0 0,9-3 0,20-7 0,7-3-952,9-7 0,7-6 861,11-5 0,13-12 0,9-10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5:47.399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227 944 11608,'2'-12'325,"2"0"1,2-1-368,-2-3 1,-2-1 0,-2-3 0,0-1 67,0-2 1,-2 0-1,-4 5 1,-4 1-117,0-1 1,-5 3 0,3 3 0,-3 6-36,-3 4 1,1 2-1,-3 2 1,-1 4 41,-2 6 0,1 11 1,9 4-1,1 2 14,-1 0 0,5 0 0,2 6 0,4 0 111,2 0 0,0-8 0,0-1 1,2-3-13,4 0 1,4-5-1,9-9 1,2-1-3,3-4 1,5-4 0,-6-6 0,0-7-23,3-9 0,-7 1 1,4-8-1,-3-2-24,-3-2 0,1-2 0,-1-2 0,0-2-54,1-2 0,-3-5 0,-1 5 0,-4 2 111,-3 2 0,5-3 0,-6-1 0,0 2 26,2 2 0,-7 10 0,5 4 0,-4 3 28,-2 3 1,-2 1-98,-4 5 0,3 3 0,-7 10-163,2 4 0,-5 5 0,1 13 0,-2 5 169,3 4 1,-3 9 0,6 3 0,1 2 123,-1-1 0,2 1 0,6 7 1,2 2 157,4 3 1,3-7-1,11-7 1,1-3-366,2-3 1,9-4-1,-3-6 1,4-7-478,2-9 1,-6-5 0,-2-10 0,-2-4 67,-4-6 0,-9-3 1,-6-4-1,-4-3 499,-2-1 0,0-8 1,0 4-1</inkml:trace>
  <inkml:trace contextRef="#ctx0" brushRef="#br0" timeOffset="267">803 717 9627,'10'-18'164,"-4"1"1,-4-1 0,-2 1 1574,0-1-1436,0 9 1,0 11 0,-2 13 0,-2 8-31,-2 5 0,-1 1 0,3 6 0,-2 2-211,2 3 0,2-5 1,2 2-1,0-6-606,0 0 1,0-6 0,2-3 0,2-7-324,2-3 1,7-2 0,-3-1-1489,0-9 2362,5-7 0,-5-26 1,7-4-1</inkml:trace>
  <inkml:trace contextRef="#ctx0" brushRef="#br0" timeOffset="417">838 385 10479,'0'-18'2108,"0"7"-1873,0-1 0,2 8-685,4-2 479,-4 5 0,14 1 1,-7 0-1</inkml:trace>
  <inkml:trace contextRef="#ctx0" brushRef="#br1" timeOffset="784">1380 664 8500,'0'-17'138,"0"-1"0,0 1 0,0-1 50,0 1 0,-2 5 1,-4 1-191,-6-3 0,-3 6 1,-3 3-1,1 3-54,-1 2 0,-5 0 0,0 2 0,2 3 45,1 7 1,5 4-1,1 1 1,4 2 209,3 5 1,1-5-1,6 6 1,0-1-24,0-1 1,2 0 0,4-5 0,5-1-84,5 1 0,1-7 0,1 1 1,-1 1-174,1 3 0,-1-4 0,0-1 1,1 3-25,-1 1 0,-7 3 0,-4-1 0,-4 1 84,-2-1 0,0 1 1,-2-1-1,-4 1 4,-6-1 0,-5-1 1,-6-5-1,-4-5-224,-1-4 1,-5-2-1,6-2 1,-2-4-698,0-5 1,13-5 936,-1-1 0,3-9 0,-3-1 0</inkml:trace>
  <inkml:trace contextRef="#ctx0" brushRef="#br1" timeOffset="1134">1816 263 8409,'0'-12'649,"0"0"0,-5 10-219,-1 2 0,-2 10 0,4 13 0,-2 7-82,2 3 0,2 9 1,2 5-1,0 5-205,0 6 0,0 3 1,-1 5-1,-3-2-182,-2 2 1,0-12 0,6-4 0,0-5-380,0-6 1,0-10 0,0-6-1190,0-3 1,0-13-818,0-7 2424,0-7 0,-8-11 0,-1 1 0</inkml:trace>
  <inkml:trace contextRef="#ctx0" brushRef="#br1" timeOffset="1317">1572 629 8409,'0'-17'317,"-6"-1"904,0 1 0,0 5-1051,6 1 0,8 7 0,4-2 0,5 4-590,7 2 1,-3 0-1,8 0 1,2 0-63,2 0 1,-4 0-1,0 0 1,2 0-123,2 0 0,-6 0 604,-3 0 0,3 0 0,0 0 0</inkml:trace>
  <inkml:trace contextRef="#ctx0" brushRef="#br1" timeOffset="1784">2358 699 10101,'9'-11'68,"-3"-1"0,-4 6 0,-4-4-35,-4 3 0,-3-1 0,-9 4 0,-1-2-33,-4 2 1,3 2-1,-5 2 1,2 2-88,-1 4 0,1 4 0,6 7 0,-1 3 125,1 3 0,5-2 0,2 7 1,3-1 10,3 0 0,2-4 1,2 4-1,2-1-116,4-5 0,3-9 0,11-7 0,1-3-255,2-2 1,6 0 0,-3-2 0,-1-3 55,0-7 0,4-6 0,-6-3 0,-1-2 178,-3 1 1,-3 1 0,-3 0 700,-1-3 1,-8 1-441,2 6 1,-4 9 0,-4 8 101,-4 10 0,4 5 1,-6 5-1,2 1-283,1 2 0,-1 2 1,8-3-1,2 1-293,1-2 0,11-3 0,-1-5 0,9-3-110,3-2 1,0-2 0,4-6-1,-2-2-213,2-4 1,0-4 623,-2-7 0,4-8 0,-5-3 0</inkml:trace>
  <inkml:trace contextRef="#ctx0" brushRef="#br1" timeOffset="2184">2777 594 8409,'0'-11'-337,"2"1"462,4 2 317,-4-5 0,5 13 0,-7 0-131,0 9 0,0 9 1,0 5-1,0 6-148,0 4 0,0 2 0,0 0 0,0 0-34,0 0 0,6-6 0,2-2 0,0-1-50,-1-5 0,7-2 1,-2-3-1,3-5-253,3-5 1,-1-4-1,1-4 1,1-4-156,4-5 1,-3-5-1,3-3 1,-4-2 71,-1-3 1,-1-1 0,-1 4 0,-4-3 70,-7 3 1,3 2 0,-2 1 21,-2 1 1,-2 5 158,-2 0 1,0 10 0,-2 2 370,-4 10 1,4 6 0,-4 3 0,4 2-58,2 3 0,0 1 1,2-4-1,4 3-278,6-3 0,3-2 0,3-1 1,1-3-485,4-3 0,5 2 1,6-9-1,1-1-607,0-2 1,0-10 1059,0-3 0,0-12 0,0-5 0</inkml:trace>
  <inkml:trace contextRef="#ctx0" brushRef="#br1" timeOffset="2500">3825 629 8315,'0'-17'0,"0"-1"194,0 1 1,0 0 357,0-1 1,-2 1 0,-4 1-326,-6 4 1,-5 5 0,-4 7 0,-5 2-133,-1 3 0,4 11 0,-6 9 0,-2 2-4,-2 4 1,6 2 0,3 2 0,5 0 250,1 0 1,7 0 0,1 0-1,2 0-147,4 0 0,10-2 0,6-4 0,5-6-351,7-3 0,3-5 1,8-3-1,0-6-290,0-4 1,0-2 0,-2 0 0,-2 0-157,-2 0 1,-2-2 0,4-2 0,-4-4-755,-2-2 1,-1-1 1355,-7-7 0,0 1 0,1-1 0</inkml:trace>
  <inkml:trace contextRef="#ctx0" brushRef="#br1" timeOffset="2783">4034 891 8354,'10'-2'-745,"-4"-3"1521,4 3 1,-1-8-538,9 4 1,-7 4 0,1-6-216,2 1 1,1 3 0,3-6 0,-3 0 124,-3 1 1,3-3 0,-3-5 0,2-1 33,-3 1 0,3-1 1,-8 1-1,-1-1 45,3 1 1,-8-1-1,0 1 108,-10-1 1,-11 9 0,-4 3 0,-2 4-147,-4 2 1,0 8 0,0 5 0,3 7-46,3 3 1,2 8 0,5-2 0,3 4 189,3 2 1,4 0 0,8 0 0,4 0-392,8 0 0,9-8 1,22-4-1,9-3-674,11-3 0,14-7 730,10-4 0,-36-12 0,1-2 0,6-2 0,-1 1 0</inkml:trace>
  <inkml:trace contextRef="#ctx0" brushRef="#br1" timeOffset="3683">5152 717 6429,'2'9'1589,"4"-3"-126,-4-4-755,13-2 1,-13-2-264,4-4 1,-4 3-538,-2-9-263,0 0 1,-2-3-24,-4 3 0,-3 4 313,-9 8 0,1 8 0,1 4 285,4 3 1,-1-3 0,7 1 0,2 5-1,2 3 0,2 5 0,0-5 1,2 2-270,4-2 0,6 3 0,9-5 0,4-3-121,2-1 1,4-7 0,8-2 0,2-4-171,-2-2 0,2-10 1,-5-5-1,-5-9 146,-3-3 1,-7-2 0,-7-6-1,-5 2 262,-1 4 1,-4-2 0,-10 8 0,-8-1 88,-7-1 0,-4 8 0,-6-3 0,2 9 78,-2 3 0,-2 2 0,-2 6 0,2 2-125,4 4 1,3 3-1,9 9 1,1 1-325,5 5 0,-3 1 0,8 6 0,4-4-59,6-2 1,2 4-1,10-5 1,3-3-197,1-2 1,7-9 0,2-4 0,4-4 468,2-2 0,0 0 0,0-16 0,-1-3 0</inkml:trace>
  <inkml:trace contextRef="#ctx0" brushRef="#br1" timeOffset="4033">5728 856 8214,'10'8'-269,"4"-4"1,-7 8 550,3 1 0,-6-3 1,4 0-1,-2-1 2005,-1 1-1486,1-6 1,-6 2-606,0-12 1,-2-10 0,-2-9-1,-3-2 18,-3-4 1,4-8-1,-4-3 1,1-3-217,-1-4 0,6 5 0,-4-5 0,3-3-270,-1-4 1,0-3 0,8 7 0,2 0-116,2-1 0,13 3 0,0 3 0,5 8-17,1 8 0,6 6 0,0 8 0,6 1-92,4 4 1,-6 5-1,-6 9 1,0 3-107,-2 7 0,2 4 0,-10 1 602,-3 1 0,-2 7 0,3 2 0</inkml:trace>
  <inkml:trace contextRef="#ctx0" brushRef="#br1" timeOffset="4250">5641 577 9926,'8'10'663,"2"-3"0,3-1-486,5 0 1,-3 0-1,16-6 1,6 0-744,8 0 1,5 0 0,2 0 565,1 0 0,-1-16 0,1-3 0</inkml:trace>
  <inkml:trace contextRef="#ctx0" brushRef="#br1" timeOffset="5017">6724 280 8214,'8'-10'-83,"-6"-5"0,5 3-153,1-3 1,-6-3-1,6 1 735,0-1 1,-7 7 0,5-1 1380,-4-2-1546,6 7 1,-6 1-1,4 12-9,-4 5 1,-2 13 0,0 7 0,0 7-78,0 9 0,0 5 0,0 7 0,0 5-239,0 4 1,0 7 0,0 1-1,2-4-111,3-6 1,-1-8 0,6-11 0,0-9-815,-1-7 1,-3-13 304,6-12 0,-8-12 1,2-8-1,-4-7-820,-2-8 0,-8 2 1431,-4-2 0,-3-1 0,-3-4 0</inkml:trace>
  <inkml:trace contextRef="#ctx0" brushRef="#br1" timeOffset="5200">6549 699 8410,'0'-17'625,"0"-1"0,0 7 0,2-1-152,4-2 1,4 1-1,7-1 1,3 5-439,3 1 0,4 2 0,8 6 0,2 0-302,4 0 0,-5 0 1,7 0-1,-2 0-1113,0 0 1,-3 0 1379,-8 0 0,10 0 0,-3 0 0</inkml:trace>
  <inkml:trace contextRef="#ctx0" brushRef="#br1" timeOffset="5800">7265 228 8214,'10'-18'-53,"-2"1"0,-2-1 418,-1 1 1,1-1 1716,-6 1-2008,0 7 0,0 12 0,0 14 0,0 7 76,0 4 0,0 4 0,0 8 0,0 4 13,0 1 1,0 5 0,0 7 0,0 2-50,0-1 0,0 1 1,0-4-1,0-5 17,0-5 0,2-3 0,4-8 1,6-4-169,3-6 0,3-11 0,-1-6 0,0-6-335,1-6 1,1-4 0,3-9 0,1-2-161,-2-3 1,-1-7-1,-3 4 1,1-2 48,-1 0 1,-1 6 0,-3-5-1,1 1 241,5 0 1,-7 12 0,3-3 0,-3 5 358,-2 3 126,-6 2 0,3 16 0,-7 3 0,0 5 149,0 1 0,0 7 0,0 1 1,0 0-131,0 0 1,0 1 0,2-5 0,4 2-180,6-1 0,3-3 1,3-3-1,-1-5-184,1-5 1,5 2-1,2-2 1,2-3-146,4-1 0,-3-7 0,1-3 1,0-2 4,-2-3 0,-2 3 0,-9-2 0,-3-1 162,-1-3 1,-2-1 0,1-1-1,-5 1 87,-4-1 1,-4 1 0,-4-1-1,-5 1 96,-5-1 0,-1 1 0,-3 1 0,-1 3 244,-2 1 1,-3 8 0,5-2 0,-2 6 4,1 6 1,3 4-1,3 7 1,3 3 22,1 3 0,8 4 0,-1 8 0,3 0-260,2 0 0,7-2 0,5-2 0,5-2-428,7 2 0,9-5 1,9-3-1,3-4-599,4-1 1,1-9 910,2-3 0,1-12 0,-1-3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6:08.81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88 7784,'9'-18'0,"-3"1"419,-4-1 1,-2 7 1664,0-1-1824,0 1 0,0 11 0,-2 11 0,-2 14 62,-1 8 1,-3 10 0,4 6 0,-2 7-158,2 8 0,0-2 0,0 2 0,-1 0-38,1-2 0,4-4 1,4-11-1,1-6-568,-1-4 1,6-12-640,2-8 1,-3-7-1,1-12 1,-2-4 447,-4-5 1,-4-7 0,-6-3 0,-6-3 631,-3 3 0,-10-6 0,-3 0 0</inkml:trace>
  <inkml:trace contextRef="#ctx0" brushRef="#br0" timeOffset="167">0 472 7970,'2'-17'741,"4"-1"1,-4 7 0,6 1-333,0 2 1,1 2 0,11 6-1,1 0-327,2 0 0,10 0 1,0 0-1,8 0-451,4 0 0,-5 0 1,5 0-1,-2 0-922,-4 0 1291,5 0 0,1-8 0,7-1 0</inkml:trace>
  <inkml:trace contextRef="#ctx0" brushRef="#br0" timeOffset="634">839 455 6535,'11'0'899,"1"0"1,-8-8-649,2-4 1,-4-3 0,-2-3 276,0 1 0,0 5 0,0 0-163,0-1 0,-8 3 0,-4 1-311,-3 1 1,-3 4 0,1 10 0,1 5 57,4 5 1,-3 9 0,5 4-1,-1 4-123,-1 2 1,8 0 0,-2 2 0,6 2-218,6 1 1,6-5-1,11-7 1,6-3-47,4-4 1,4-9 0,2-6 0,2-4 100,-3-2 0,-1-10 1,-4-8-1,-4-7-11,-5-2 0,-7-8 1,-5 2-1,-6-6-20,-5 0 0,-2 3 0,-5 3 0,-8 2 56,-7 1 1,-8 9 0,-10 0 0,-4 7-72,-1 8 0,-1 6 1,-2 6-1,7 8 219,3 7 0,10 14 0,1 10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6:05.83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105 455 7970,'0'-18'1244,"0"10"-916,0 8 0,0 12 0,0 15 0,0 12-12,0 10 1,0 7 0,0 14 0,0 0-236,0-1 0,0 7 1,0-2-1,0-8-137,0-12 1,0-11 0,0-14 0,2-8-269,4-7 0,-4-8-78,4-12 0,-4-10 1,-2-9-1,0 0-225,0 0 1,-6-4 0,-2 3 0,-2 1 626,-3 0 0,-3-4 0,-1 6 0,-1 1 0,1-5 0,-1 0 0</inkml:trace>
  <inkml:trace contextRef="#ctx0" brushRef="#br0" timeOffset="267">35 647 7970,'10'-20'116,"-4"-3"0,1 4 0,-1-5 0,0 3 337,2-2 0,2 1 0,7-5 1,1 2-51,-1 4 1,2-5-1,5 3 1,5 4-307,4 5 0,2 1 1,0 7-1,0 4-48,-1 6 1,-4 7 0,-3 13 0,-2 5-76,-4 4 1,-7 4-1,-4 3 1,-3 7 105,-3 3 1,-10-5-1,-3-2 1,-5-3-81,-3 1 1,3-2 0,-11-10-1,2-6-157,-1-3 1,-7-3 0,4-1 0,-2-5-113,0-5 0,6-6 1,-5-6-1,3-5-358,4-5 0,7 3 0,5-3 0,1-3-1518,4-1 2145,2 1 0,10-6 0,1-2 0</inkml:trace>
  <inkml:trace contextRef="#ctx0" brushRef="#br0" timeOffset="750">908 455 7970,'12'-18'-540,"-2"1"1,-2-1 1500,-5 1 1,-1 5-123,-2 1 0,0 5-782,0-6 1,-7 8 0,-5-2 0,-2 6-116,3 6 1,-11 4 0,5 7 0,-2 3 215,-1 3 0,3 4 0,-1 8 0,1 2-10,-1 4 0,3-2 0,3 7 1,6 1-113,4-3 1,2-1-1,4-8 1,6-2-132,7-4 1,14-6 0,2-11 0,6-6-187,0-4 1,-2-12 0,-2-7-1,-2-11 130,-4-5 0,-6-1 0,-9-3 0,-5-2 75,-1-2 0,-2-2 1,-6 7-1,-2-1 76,-4 4 1,-9 4-1,-10-1 1,-3 7 29,-3 4 0,0 9 1,0 4-1,2 6-87,-2 6 1,0 12 0,2 11-1,6 4-143,3 2 0,11 1 0,3 3 0,4 2-287,2-2 0,0-4 1,2-6-1,5-6 487,11-3 0,-1-3 0,16-7 0,-5-3 0</inkml:trace>
  <inkml:trace contextRef="#ctx0" brushRef="#br0" timeOffset="1017">1293 402 7970,'0'-17'1756,"0"-1"0,0 13-1600,0 10 0,0 7 0,0 19 0,0 4-280,0 4 1,0 4 0,0-7-1,0 1-212,0-4 1,5-4 0,1 0 0,0-5-288,2-5 0,-6-1-36,4-1 0,1-9 0,-1-8 78,-2-10 1,-2-7 580,-2-7 0,0-3 0,0-8 0</inkml:trace>
  <inkml:trace contextRef="#ctx0" brushRef="#br0" timeOffset="1150">1345 175 8347,'-8'-9'2609,"6"-1"-2657,-3 4-654,3 4 1,2-4 701,0 12 0,0 4 0,0 7 0</inkml:trace>
  <inkml:trace contextRef="#ctx0" brushRef="#br0" timeOffset="1567">1642 437 7970,'0'-11'511,"0"-1"249,0-2 1,0 5-501,0-3 1,0 10-1,0 2-5,0 10 0,0 11 0,0 4 1,0 3-254,0 3 0,0 0 1,0 0-1,0-4-173,0-2 0,0-2 0,0-5-20,0-1 0,2-7 0,4-4-155,5-4 1,5-10 0,3-4 0,3-5 58,1-6 1,2-5 0,-2-7-1,5 1 231,-1-1 0,4 6 0,-8 1 0,-2 3 60,-1 4 1,-9 3 0,-1 5 153,-2 1 0,-2 10 0,-6 4 0,0 12 85,0 7 0,0 10 0,0-2 0,0 4-140,0 2 0,0-6 1,0-2-1,2-1-174,4-5 0,3-2 0,9-3 0,1-4-413,4-7 0,3-3 1,5-4-1,-4-3 484,-2-7 0,6-11 0,-4-5 0</inkml:trace>
  <inkml:trace contextRef="#ctx0" brushRef="#br0" timeOffset="1833">2428 1 7567,'-6'19'796,"0"4"1,-5 6 0,3 12-1,0 10-501,0 11 0,-3 10 0,5 13 0,2-4-263,2-5 1,2-12 0,0-8-1,2-7-552,4-8 1,3-18 0,9-8-28,-1-5 0,-5-6 1,-2-12-46,-3-9 1,-1-1 0,-6-7-1,0 0 592,0-4 0,0 4 0,-15-8 0,-5 5 0</inkml:trace>
  <inkml:trace contextRef="#ctx0" brushRef="#br0" timeOffset="1983">2218 367 10212,'18'0'-31,"-1"-5"1,3-1 0,1 2-706,2 2 0,10 0 1,0-2-1,8-4 736,4-1 0,1-3 0,7-5 0</inkml:trace>
  <inkml:trace contextRef="#ctx0" brushRef="#br0" timeOffset="2317">2969 245 7970,'0'-12'1433,"0"1"-911,0-3 1,0 5-1,0-3-423,0-2 0,-8 1 0,-3 1-42,-5 6 0,-1 4 1,-1 2-1,1 2-231,-1 4 1,3-2 0,1 8 0,3 1 17,-3 3 0,4 1 0,1 1 0,1 1 357,4 4 1,2-3 0,2 3-1,2-4-102,4-1 1,2-1 0,7 1-1,1-1-136,3 1 1,2-1 0,-3 1 0,-1-1-110,1 1 0,-1 1 0,1 4 193,-1 6 0,-7-9 0,-4-3 0,-4-1-61,-2-1 1,-10 3 0,-6-3 0,-7-3 98,-4-6 1,-2 2 0,-6-3 0,0-1-642,0-2 1,2-2-1,2 0 556,2 0 0,8 0 0,-5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6:01.15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71 494 7640,'0'-9'1894,"8"-7"0,-7 12-1430,5-7 1,-2 7 0,0 0-93,2 8 1,0 7-1,-6 13 1,0 5-323,0 4 0,0 15 0,2 7 1,2 5-173,1 6 0,7 7 0,-4 1 0,-1-6-416,1-8 1,6-7 0,-4-9 0,1-11-520,1-13 0,-6-5 0,3-11 490,-1-6 0,-2-6 1,-6-9-1,-2-3 567,-4-3 0,-4-4 0,-15-8 0,-2 0 0</inkml:trace>
  <inkml:trace contextRef="#ctx0" brushRef="#br0" timeOffset="300">1 582 8513,'0'-18'979,"0"1"1,0-1-668,0 1 1,2 7 0,4 2 0,5 3-106,5-1 0,7 0 0,2 4 0,3-2-257,3-2 0,7-5 1,3 5-1,0 2-13,2 2 1,-12 2 0,4 0 0,-4 0-102,-4 0 1,-2 2-1,-10 4 1,-3 5 190,-6 5 0,-4 1 1,-4 3-1,-4 3 35,-6 6 0,-3-2 0,-2 0 0,-3 1-215,-3-1 1,1-4 0,-5 4 0,0-3-246,0-9 1,0 1 0,-2-9 0,3 1-587,1 0 1,12-2-739,-5-6 1722,12-8 0,-9-2 0,5-7 0</inkml:trace>
  <inkml:trace contextRef="#ctx0" brushRef="#br0" timeOffset="733">682 477 8192,'0'-18'251,"0"1"1,0-1 0,0 1 1719,0 0-1676,0 7 1,0 4 0,0 12-70,0 5 0,0 13 0,0 5 1,0 4-39,0 2 0,0 0 1,0 0-1,0-2-165,0-4 1,0 2 0,0-8-1,0-2-132,0-1 1,2-3 0,2 1 114,2-1-33,-1-7 0,-5-10 1,0-12-1,0-3-96,0-3 1,0-7 0,0-2 0,0-2-91,0 0 0,0 5 1,2-3-1,2 0 47,2 0 0,2 6 0,-2-5 0,5 5-53,5 4 1,1-5 0,1 11-1,1-3 21,4 2 1,5 5 0,7 7-1,0 0-149,-1 0 1,1 1-1,0 3 1,-2 4-514,-4 2 1,2-6 859,-7 2 0,-1 3 0,-6 1 0</inkml:trace>
  <inkml:trace contextRef="#ctx0" brushRef="#br0" timeOffset="1166">1311 529 8192,'0'-17'-62,"0"-1"1,2 1 1226,3-1 432,-3 9-1104,6-7 0,-8 12-428,0-7 0,-8 7 0,-3-2-25,-5 4 0,-3 4 1,-2 2-1,-3 4-143,3 1 0,3 3 1,5 5-1,1 3 19,-1 3 0,3 2 1,0 6-1,2-2 75,5 3 1,8-1 0,7 0 0,5-4-72,7-2 0,3-2 0,8-7 1,2-5 110,3-5 1,-3-4 0,4-2 0,-4-4-32,-2-7 1,-8-3 0,-4-15-1,-3-2 4,-3-2 0,-7-2 0,-4 2 0,-6 2 32,-6 2 1,-10 2 0,-9-2 0,-2 5 3,-4 5 0,-8 3 0,-2 5 0,3 5-227,1 4 1,2 10-1,2 5 1,4 9-593,5 7 0,7 4 0,5 2 0,8 0 779,8 0 0,6 0 0,7-1 0</inkml:trace>
  <inkml:trace contextRef="#ctx0" brushRef="#br0" timeOffset="1566">1887 442 8115,'0'-12'684,"-2"3"-170,-4 1 1,2 2-121,-7 6 1,7 2-1,-2 6 1,4 9-118,2 10 1,-6 6 0,0 4 0,3 4-67,1 6 1,2 11-1,2 4 1,3 4-6,7 4 1,-2-4 0,1 9 0,3-5-306,2-6 0,-5-6 0,-1-11 0,-2-8-330,-5-8 0,3-8 251,-6-11 1,-9-12-1,-17-14 1,-1-5-155,-4-4 1,-4-9-1,-4 1 1,-1-5-169,1-5 1,8 0 0,4 4 0,-1-2-107,1-1 0,8-7 1,0 6-1,7 2 606,4 3 0,2 1 0,6 0 0</inkml:trace>
  <inkml:trace contextRef="#ctx0" brushRef="#br0" timeOffset="1814">1957 146 8103,'-10'0'2459,"2"-2"-172,8-4-2333,0 4 1,2-6-917,4 8 0,4 0 962,7 0 0,1-7 0,-1-3 0</inkml:trace>
  <inkml:trace contextRef="#ctx0" brushRef="#br0" timeOffset="2147">2132 530 8799,'1'10'2696,"5"-5"-2490,6-3 1,5-2 0,5-2 0,3-1-386,2-3 0,-6-8 0,5 3 0,-3-7-97,0-5 1,1 3-1,-9-3 1,-3 4 4,-6 1 1,-5 1 0,-1-1 316,0 1 0,-13 1 1,-6 5-1,-5 5 101,-1 4 0,-6 10 1,4 3-1,0 7-70,3 5 0,5 4 0,1 10 0,3 2-29,3 2 0,5-1 0,8-3 0,5 2-23,6 2 1,11-6 0,8-10-1,8-4-345,8-5 0,3-10 0,2 0 1,1-6-180,-1-6 1,-7-6 0,-4-11 0,-6-4 498,-6-1 0,-4-12 0,-8 3 0</inkml:trace>
  <inkml:trace contextRef="#ctx0" brushRef="#br0" timeOffset="2564">2987 460 8103,'0'-12'473,"0"1"312,0-3 0,2-1-202,4-3 0,-4 1 330,4-1-898,-4 1 0,-4 5 0,-4 3 0,-6 1-83,-3 4 1,-3 8 0,-1 5 0,-2 5-6,-3 5 1,1 5 0,6-1-1,-1 6 129,1 4 0,1 8 1,4 2-1,7-1-70,3 1 1,4-2 0,3-6-1,9 0-279,7-1 0,7-8 1,6-7-1,3-7-290,4-5 1,-4-3 0,6-8-1,-5-5-526,-3-7 1109,4-5 0,-19-14 0,5 0 0</inkml:trace>
  <inkml:trace contextRef="#ctx0" brushRef="#br0" timeOffset="2847">3371 111 8103,'0'-18'343,"2"-1"0,2-2 1198,2-3-1168,0 1 1,-6 17 0,0 12-52,0 15 0,0 10 0,-2 6 0,-2 4-132,-2 6 0,0 9 0,6 4 1,0 0-85,0 0 0,0 2 0,0-7 0,0-7-456,0-3 1,0-4 0,2-6-839,4 0 1,-2-10 529,8-8 0,-8-9 0,1-16 0,-3-7-1256,-2-7 1914,0-1 0,-7-2 0,-3-2 0</inkml:trace>
  <inkml:trace contextRef="#ctx0" brushRef="#br0" timeOffset="3014">3232 478 8357,'0'-12'890,"0"0"1,2 8-1,4-1 1,7 3-956,8 2 1,1 0-1,5-2 1,0-2-153,0-2 1,2-2 0,6 4-1,0-1 588,0 1-371,0-6 0,0 0 0,0-7 0</inkml:trace>
  <inkml:trace contextRef="#ctx0" brushRef="#br0" timeOffset="3331">3686 478 11042,'17'0'84,"1"0"0,1 0 0,3 0 1,1-2-260,-2-4 0,-1-4 0,-3-5 0,0 1-1,1 2 1,-3 1 0,-3-7 0,-4 1 119,0-1 1,-8 3 0,0 1 89,-10 3 1,-6 7 0,-3 0 0,-2 8 189,-3 7 0,-5 5 0,6 3 0,2 5-13,1 5 1,5 4 0,3 2 0,6-1 14,4 1 0,2 0 1,2 0-1,4-2-352,6-4 1,9-3-1,4-9 1,2-1-587,5-5 1,0-3-1,3-8 712,0 0 0,0-16 0,0-3 0</inkml:trace>
  <inkml:trace contextRef="#ctx0" brushRef="#br0" timeOffset="3880">4507 512 8001,'0'-17'561,"0"5"-267,0 1 1,0 5 377,0-6 1,0 6-493,0-5 1,-2 5 0,-4-4-60,-6 3 0,-3 1 0,-3 6 0,1 0 41,-1 0 1,1 2 0,-1 3-1,1 7-83,-1 4 1,1 1 0,0 3-1,-1 1 81,1 2 0,1 6 1,4-4-1,7 1 147,3-1 0,2 0 0,0-4 0,2 1-457,3-7 0,5 1 1,10-10-1,1-2-581,2-2 1,6-4 0,-3-4 0,1-6-160,4-3 1,-4-5 0,0-1-1,-2-4 541,-3-3 1,3-1 0,-2-6 0,-1 0 348,-3 1 0,-2-1 0,-1 0 0,-3 0 0,-1 0 0,-8 0 0,2 2 0,-4 2 54,-2 2 0,0 2 0,0-4 0,0 3 450,0 3 1,0 2 0,0 5 1394,0 1-1513,0 7 0,0 4 0,0 12-219,0 6 1,-6 5-1,-2 7 1,-2 5 214,-3 4 1,3 9 0,-1 5 0,-1 3-135,2 3 0,-5 7 0,5 2 1,0 0-490,4-4 1,5-9-1,1-4 1,0-3-1655,0-3 1895,7-10 0,11-11 0,9-11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6:24.7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298 585 8176,'0'-18'55,"0"7"1,0-1 0,0-2 431,0-1 0,0 3 0,0 1 25,0-3 0,0-2 1,0-1-449,0 0 1,-2-1-1,-4 3-8,-6 3 0,3-2 1,-3 8-1,-3 3-43,-7 1 1,3 9 0,-6 5 0,1 6 186,1 5 1,-6 4-1,6 8 1,1 2-65,3 4 1,3-5-1,5 7 1,5-2-42,4 0 1,2-6 0,2-8-1,6-2-260,9-4 0,8-3 1,12-7-1,2-5-244,2-4 0,0-15 0,-7-7 0,1-3 161,0-2 0,-2-8 1,-4 0-1,-5-6 201,-5 0 1,-9 2-1,-4 2 1,-4 0 33,-2 0 1,-10 6 0,-6 2-1,-7 2 171,-4 4 0,-2 3 0,-6 6 0,0 7-236,0 3 1,2 2 0,2 4 0,4 5-267,2 9 1,3 17-1,11 1 1,5 5-741,4 2 1,4-2 1083,4-6 0,3 0 0,9-1 0</inkml:trace>
  <inkml:trace contextRef="#ctx0" brushRef="#br0" timeOffset="400">630 462 8181,'0'-17'229,"0"0"740,0-1 1,0 6-223,0 1 0,0 9-687,0 2 1,0 10 0,0 13 0,0 6 94,0 4 0,0 4 0,0 2 0,0 1-69,0-1 0,0-2 0,0-2 0,0-2-44,0-4 1,0-4 0,2-7 60,3-1 0,-1-9 1,6-10-209,-2-14 1,3-3 0,-5-12 0,0-4-53,2-4 1,-4-7-1,5 5 1,1 0 10,0-1 1,-4 7-1,3-2 1,1 6-151,0 0 0,-1 3 0,7 1 1,0 4-52,3 7 0,4 1 0,1 9 0,5 2 13,4 2 0,2 2 0,-1 2 0,1 2-173,0 2 1,-2 8-1,-2-5 507,-2 1 0,-7 5 0,3-5 0</inkml:trace>
  <inkml:trace contextRef="#ctx0" brushRef="#br0" timeOffset="667">1241 375 8181,'0'-12'1091,"0"1"1,-2 7-759,-4-2 1,4 18-1,-4 7 1,4 6-235,2 6 1,0 8 0,0 2 0,-1-2-100,-5-2 0,4-8 0,-4-2 1,4-2-857,2-3 0,2-5-59,4-5 0,-2-5 1,5-9 73,-1-3 0,4-7 841,-6-11 0,7 3 0,-3-5 0</inkml:trace>
  <inkml:trace contextRef="#ctx0" brushRef="#br0" timeOffset="817">1328 113 8537,'0'-17'0,"-2"-1"1321,-3 1 1,3-1-662,-4 1 0,4 5-576,2 1 1,0 9 0,0 2-85,0 9 0,8 15 0,1 3 0</inkml:trace>
  <inkml:trace contextRef="#ctx0" brushRef="#br0" timeOffset="1383">1835 445 8181,'0'-17'0,"0"-1"499,0 1 0,0-1 0,0 1 211,0-1 1,0 7-1,0-1-667,0-2 0,-2 5 1,-4-1-459,-6 2 0,-3 2 0,-3 8 0,1 4 161,-1 6 0,-5 3 0,-2 5 0,0 3 271,-1 6 0,3 4 0,6 2 0,-1 0 191,1 0 1,7-6-1,4-2 1,4-2-65,2-3 0,0-3 0,2-3 1,6-5-156,9-5 1,3-4-1,9-4 1,2-4-174,2-5 0,-4-7 1,0-5-1,0-4-36,-1 0 1,-1-6 0,-6 5 0,0-1 108,-5 0 0,-1 8 0,-7-2 0,0 3-96,0 3 0,-2 9 310,-6 8 0,-6 15 0,-2 15 0,0 4 573,0 7 0,3 4 0,5 7 1,0 1-528,0-1 0,0 0 0,0 1 0,0-1-77,0 1 0,0-7 1,-2-3-1,-4-4 45,-6-6 0,-3-10 1,-3 0-1,1-3-110,-1-3 1,-5-1 0,-2-5-1,-2-5-38,-4-4 1,3-2-1,1 0 1,2-2-119,4-4 0,1 2 0,3-7 1,1-3-266,5-1 1,3-9-1,8 1 1,2 0-258,4-2 1,9-1 0,10-5-1,3 4 279,3 2 0,2-4 0,1 5 1,1 3 391,0 2 0,0 3 0,0 5 0,8-13 0,2 5 0</inkml:trace>
  <inkml:trace contextRef="#ctx0" brushRef="#br0" timeOffset="1650">2463 428 8375,'-1'-9'978,"-3"1"712,-2 0-1542,0 6 1,4-4-1,-2 12 1,-2 6-134,2 3 1,-3 3 0,1-1 0,0 3-282,-2 3 0,6-4 1,-3 6-1,1-1-28,-2-1 0,4 0 0,-4-5 0,4-1-1757,2 1 2051,0-1 0,0 1 0,0-1 0</inkml:trace>
  <inkml:trace contextRef="#ctx0" brushRef="#br0" timeOffset="1833">2481 149 8153,'0'-12'3244,"0"0"-4573,0 1-1559,0 1 2888,0 10 0,8 10 0,1 7 0</inkml:trace>
  <inkml:trace contextRef="#ctx0" brushRef="#br0" timeOffset="2203">2743 393 8311,'-8'-17'644,"6"7"1,-11 10-1,7 14 1,2 7-499,2 8 1,2 4 0,0 2 0,0-2-148,0-4 1,0 2 0,0-8 0,0-1 69,0-3 1,2-7 0,4-2 0,5-3-126,5-3 1,-4-8-1,-1-5 1,3-5-56,1-5 1,3-3-1,-1 3 1,1-4-5,-1-6 0,1 1 0,-1 1 1,1 0 90,-1 0 1,6 4 0,1-5-1,-3 5 8,-2 8 0,5-1 0,-1 10 63,-2 2 0,-9 12 1,-4 8-1,-3 7 123,1 4 0,0 0 0,-6 4 0,0-2-292,0 2 1,0-5 0,0-3 0,2-4-447,4-1 568,4-8 0,15 5 0,2-5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6:22.89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208 278 7976,'0'-17'-154,"0"-1"0,0 1 1,0-1 430,0 1 0,2 5 0,2 0 370,2-1 0,0 3 390,-6-1-743,0 7 1,0 0 0,0 15 0,0 13-101,0 7 1,0 6 0,0 3 0,-2 7-228,-4 3 1,4 5 0,-4 1 0,4 2-224,2-2 1,0-3 0,0-5 0,0-5-515,0-6 0,0 0 0,2-14-1312,4-2 2082,4-9 0,7-12 0,1-10 0</inkml:trace>
  <inkml:trace contextRef="#ctx0" brushRef="#br0" timeOffset="300">51 557 8342,'-17'0'817,"5"0"1,2-1-108,2-5 0,5 4 0,8-4-649,7 4 1,11-4-1,8-2 1,6 1-121,4-1 1,7-6 0,-1 3-1,4-5-165,1-1 1,6 1 0,0 3 0,-3 1-545,-7-2 1,3-7 0,-5-2 767,5 1 0,-7-5 0,-1 0 0</inkml:trace>
  <inkml:trace contextRef="#ctx0" brushRef="#br0" timeOffset="750">907 68 8188,'-2'-11'481,"-2"-1"208,-2-1 1,-2-1-384,3 2 0,3 7-120,-4 10 0,6 5 1,4 9-1,1 5-34,-1 5 1,-2 10-1,-2 5 1,0 5-112,0 5 1,0 2 0,0-1 0,0 1-141,0 2 0,0-1 0,0-9 0,0-3 49,0-3 1,0-9 0,0-9-227,0-5 0,8-9 0,4-6 57,3-8 1,3-6-1,-1-9 1,1-5-96,-1-5 1,1-4-1,-1-2 1,0 0 85,1 0 1,-1 2-1,1 2 1,-1 4 170,1 2 1,-7 2 0,1 5 357,2 1 0,-7 9 1,-1 8 20,-4 10 0,-2 7 0,0 7 1,0 5-117,0 4 1,0 2 0,0 1 0,0 3-269,0 2 1,2-6 0,4-8 0,6-2-359,3-3 0,3-3 0,-1-3 0,1-5-207,-1-5 0,6-8 0,2-8 627,3-7 0,1-12 0,6 2 0</inkml:trace>
  <inkml:trace contextRef="#ctx0" brushRef="#br0" timeOffset="1083">1518 540 8566,'12'0'738,"-3"-2"1,1-2-512,0-2 0,1 1 0,7 3 0,-1-2-158,1-2 1,5-8 0,2 3 0,1-5-96,-1-1 1,-2-1-1,-6 1-262,1-1 1,-3 1-1,-3-1 190,-6 1 0,-14 1 0,-7 5 1,-9 5 292,-3 4 0,-2 4 0,-6 4 1,0 7 221,0 9 0,6-1 0,2 8 0,4 0-42,7-2 0,1 6 0,9-4 1,6 3-311,10-3 1,9 2 0,18-8-1,6-4-682,9-5 0,10-6 0,14-10 0,7-6 617,8-9 0,-1-16 0,-43 10 0,1 1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6:48.159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138 176 7854,'10'0'2425,"-1"0"-2187,-3 0 1,-4-2-1,4-4-216,-4-6 0,0-3 0,2-3 0,2 1 0,-2-1 0,-3 1 0,-1-1-16,0 1 1,0 5 0,-1 3-88,-5 1 1,-4 2-1,-7 8 55,-1 4 1,1 3 0,1 9-1,2 1 20,3 5 1,1-5 0,-1 4 0,5-1 204,4 1 0,2-9 0,0 3-74,0-1 0,13-3 0,5-1 0,1-8-89,1-8 1,-3 0-1,2-8 1,3-1 19,1-3 0,-5-1 0,-9-1 0,1 1 75,0-1 0,-6 7 0,1-1-87,-3-2 0,-9 1 1,-5 1-1,-4 6-51,-1 4 0,-2 2 1,-3 2-1,-3 2-50,-2 2 0,0 8 0,-1-3 0,9 5-223,5 1 0,5 1 0,-3-1-88,6 1 0,8-3 0,8-3 137,7-6 0,7-6 1,-3-6-1,4-6-169,2-3 1,-5-3-1,1 1 400,-4-1 0,-1 1 0,-1-1 0</inkml:trace>
  <inkml:trace contextRef="#ctx0" brushRef="#br0" timeOffset="1">575 560 7845,'2'-10'390,"1"2"40,3 1 0,0 3 0,-4-6 21,4 2 0,-4 1-191,4 1-331,-4-4 0,-4-6-43,-4 5 1,-4 5-1,-7 12 94,-1 5 1,9-1 0,1 2 0,2 1 86,0 3 1,0 1 0,6 1 56,0-1 0,2-1 0,2-3 0,4-3-38,2-2 0,1-2 0,7-6-67,-1 0 0,1 0 1,-1 0 43,1 0 1,-9-2-1,-1-4 22,0-6 0,-6 3 0,4-3 0,-6 0 32,-6 3 1,-4 1 0,-7 8-71,-1 0 1,1 0-1,-1 0-56,1 0 0,1 8 1,3 3-1,3 5 2,2 1 1,2 1 0,6-1 55,0 1 0,2-3 1,4-3-1,6-4-12,3-1 0,8-5 0,1 4 0,-1-6-49,2-6 0,-5 2 0,3-7 1,-4-3-23,-1-1 1,-7-3 0,-1 1 22,-2-1 1,-2 1 0,-8-1 0,-4 3 35,-6 3 0,-5 4 0,-4 8 1,-5 0 27,-1 0 1,4 2-1,-4 6 1,1 8-84,5 5 1,8 2 0,3-5 0,2-1-79,4 1 0,2-1 1,2 1-1,2-3 27,4-3 0,4-5 0,9-7 0,2 0-64,3 0 1,5-7 0,-6-5 0,-1-3-1625,-3-3 1769,-2 1 0,1-9 0,-1-1 0</inkml:trace>
  <inkml:trace contextRef="#ctx0" brushRef="#br0" timeOffset="2">1430 158 7852,'0'-17'519,"0"-1"1,0 7-1,-2 1 1,-1 0-373,-3 0 1,0 5-31,6-7 0,-8 2-54,-3-1 0,1-3 1,-2 8 14,-1 2 1,-1 4-1,0 6 1,3 6-14,-3 3 1,5 3-1,-1-1 1,2 3 4,4 3 0,2-4 1,2 5-63,0-5 0,8-3 1,4-5-1,3-3-14,3 0 0,-1-6 0,1 2 0,-1-6 81,0-4 0,1-8 0,-1 3 14,1-5 1,-8-1 0,-5-1-1,-3 1 127,-2-1 0,-2 1 1,-3 1-163,-7 5 0,-4 3 1,-3 8-1,-2 2-16,-3 4 1,1 1-1,6 7 1,1-2-38,4 1 1,-1 3 0,7 1-1,2 1-48,2-1 1,4-1 0,4-5 0,6-3 32,3 0 1,3-6 0,1 4-1,2-6-49,3-6 0,5 2 1,-6-6-1,-4 0 19,-5 1 1,2-1 0,-7-4 58,1 3 0,-2-1-26,-8-5 1,-10 1-1,-5 5 1,-9 5 30,-3 4 1,6 2 0,-3 2-1,5 4 83,2 5 1,-1-1-1,3 2 1,1 1 23,2 3 0,8-5 0,-1 1-93,3 2 0,4-7 1,3-1-1,7-4-35,4-2 0,1 0 1,1-2-1,-1-2-83,0-2 0,1-5 1,-3 3-409,-3-2 1,-4-1 29,-8-7 1,-4 8 0,-6 5-1,-7 3-122,-3 2 1,1 0-1,2 2 1,-1 3-363,1 7 1,5-2 945,0 1 0,8 1 0,-3 6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6:48.17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0 420 10378,'10'-8'350,"5"6"0,-5-5-313,0-1 0,5 4 0,-3-8 1,3 1-430,3 1 0,-1-7 0,3 1 0,3-7-302,6-4 1,10-8 0,4-8 0,1-2 693,5-3 0,1-3 0,3-1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6:48.17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1 438 8417,'10'-8'982,"-1"4"-997,-3-8 1,4 1 0,7-7-167,1 1 1,1-1 0,4-1-1,7-4-29,3-7 1,9-3 0,3-3 0,1-3-967,1-2 1176,0 0 0,13-1 0,2-3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6:48.1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1 419 7761,'0'-11'161,"0"-1"-9,0-1 0,6 3 0,1-2 0,3-1-70,4-3 1,3-1-1,5-1 1,1 1-108,-2-1 0,6-5 1,1 0-1,1-1-260,0-1 1,0 0 0,6-6 284,0 2 0,0-8 0,0-8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6:48.17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2376 8153,'17'0'-75,"-5"-2"1,-1-2 31,3-2 1,-4-5 0,1 3-1,3-2 221,1-3 0,5-3 0,3-1 1,6-3-110,4-3 0,2-4 0,2-8 0,4 0-224,5 0 0,3-2 0,1-2 0,1-1-190,3 1 1,-3-4 0,-5 2-1,3 3 345,1 1 0,2 2 0,1 0 0</inkml:trace>
  <inkml:trace contextRef="#ctx0" brushRef="#br0" timeOffset="1">1153 1433 8108,'18'-8'-167,"-7"1"1,1-7 52,2 2 0,1 1 0,3-7 0,-1 1 243,1-1 0,1-1 1,2-2-1,5-5-41,1-1 1,2-2 0,8-8 0,1-2-133,3-1 0,6-7 1,-5 4-1,1 1-288,0-1 0,3-2 0,-5 8 0,-4 4-363,-6 0 695,2 0 0,-14 6 0,7 2 0</inkml:trace>
  <inkml:trace contextRef="#ctx0" brushRef="#br0" timeOffset="2">2341 473 8224,'2'-12'310,"4"0"1,9 1 0,10-7 0,3-1-157,3-5 1,11-3-1,9-8 1,7 0-54,4 0 0,8-1 1,4-1-1,-6 0-1204,-8 4 1103,-6 2 0,-2-4 0,1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6:48.15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5652 439 7819,'-2'-11'54,"-4"-1"763,5 8-301,-7-11-864,8 13 824,0-6 1,0 22 0,0 3-338,0 2 1,0 3 0,0-1 0,0 2-35,0-1 1,0 5-1,0 0 1,0 2-32,0 0 1,-6 0 0,0 8 0,2 2-73,2 2 1,2 0 0,0-6 0,0-1 35,0 1 1,-6 0-1,1 0 1,1 0 64,2 0 0,2-2 0,0 0 1,-2 0-27,-4 4 0,4-4 0,-4-4 0,4 2-35,2 2 0,0 2 1,0 0-1,0-2-5,0-4 1,0 4 0,0-4 0,-2 2 31,-3-2 0,3 2 0,-4-5 0,4 1 5,2 4 0,0 0 0,0 0 0,0-2-31,0 2 1,-2-4-1,-2 4 1,-2 4-27,2 4 0,2-4 1,2-6-1,0 2-61,0 2 0,-5 8 0,-1-2 0,2-4 85,2-4 0,2-4 0,0 4 0,0-2 56,0 2 0,0-6 0,0 0 0,-2 1-10,-4 3 0,4 2 1,-4 0-1,5-2-79,1 2 0,0-4 0,0 2 0,0 2-25,0 2 1,0 2 0,0 0 0,0 0-18,0 0 1,-2 6 0,-2 0-1,-2-3 57,2-1 1,2 4-1,2 0 1,0-2 101,0-3 1,0-3 0,0-2 0,0-3-29,0-3 0,0 6 1,0-2-1,0 4-87,0 2 1,0 0 0,0 0 0,2 0-27,4 0 0,-4 5 1,4 3-1,-4 2 5,-2 3 0,0 8 0,0 5 0,0-1-6,0 0 1,-6-2-1,0-4 1,2 1 71,2-3 1,2 3 0,0-17-1,0-3 2,0-4 1,0 2 0,0 4 0,0-4-48,0 0 1,0 0-1,0 4 1,0 4-59,0 5 1,6 5-1,0 3 1,-2 2-7,-2 3 0,-2 7 0,-2-4 0,-2 2 2,-2 0 0,0-6 0,6 6 0,0 0 53,0-2 1,0-2 0,0-7 0,0-1 11,0 0 1,6 1 0,0-1 0,0 1-42,1-1 1,-3 0 0,6 3 0,-2 1-35,-4 2 0,-3 0 0,-1-3 0,0 1 0,0 2 0,0 6 0,0-5 1,0-3 51,0-2 0,0-1 1,0-1-1,0 0 20,0 1 1,0-9-1,0-1 1,0-2-10,0 0 1,0 5-1,0-3 1,0 1-7,0 5 0,0-4 0,0 1 0,0 1 13,0-3 0,0-1 0,0-8 0,0-2 16,0-4 1,-5 8 0,-1-6 0,0-2-82,-2-2 0,4 4 0,-5-2 0,-1 4-44,0 2 1,4 0-1,-3 0 1,-1 2-5,0 4 0,1-2 1,-3 5-1,6 1 64,4-1 1,2-5 0,0 2 0,0-4-12,0-2 0,0-2 0,0-4 1,0-4-163,0 0 1,2-5-1,2 3-151,2-4 0,2-1-293,-3-1 0,-3 1-427,4-1 1,-6-7 1084,-6-4 0,-3-12 0,-9-4 0</inkml:trace>
  <inkml:trace contextRef="#ctx0" brushRef="#br0" timeOffset="1">5285 492 7837,'0'17'3,"0"1"1,-5-7 314,-1 1 1,0-6 668,6 5-489,0-7 1,0 2-12,0-12 0,6-3-348,0-9 0,7-1 1,-1-3-235,3-1 0,-3 0 0,0 3 0,1-3-119,3-6 1,7-4 0,0-2-1,-1 0 166,-3 0 0,4 2 0,1 2 1,-5 4 250,-5 2 0,1-2 0,-5 7 476,0 5-617,-3 1 0,-7 12 0,2 8 0,2 8-67,2 3 1,2 8 0,-4 4 0,3 3-61,3-3 0,0 4 0,3-6 1,-3 0-208,-2-4 1,4-3 0,-5-3-553,3 1 1,-4-3 823,5-3 0,-7-5 0,4-7 0</inkml:trace>
  <inkml:trace contextRef="#ctx0" brushRef="#br0" timeOffset="2">0 4239 9558,'10'-1'292,"-4"-5"0,4 4 0,1-4-345,5 4 1,7 0-1,2-2 1,4-2-14,8 2 0,2-3 1,12 1-1,5 2 39,4 2 1,-2-4 0,6 0-1,0 3 51,-2 1 0,1 2 1,-7 0-1,4 0 23,2 0 0,-6 0 0,4 0 0,3 0-34,6 0 1,1-6 0,6 0 0,-2 0 6,1-2 0,5 1 0,7-7 0,1 4 107,-1 3 0,-2-1 0,-1 4 1,-3-2 21,3 2 0,-3-4 0,-3 3 0,-8 1-134,-2 2 1,1 2-1,5 2 1,2 2-62,-2 1 0,-1 7 0,3-6 0,5-2-111,5-2 0,-3-2 1,3 0-1,5 0 78,4 0 1,4 0-1,-47 0 1,1 0-1,-2 0 1,1 0 149,47 0 0,-48 0 0,0 0 1,48-2-1,-47 0 0,1 0 36,3-1 0,-1 0 0,-5 0 0,1 0 0,0 3 1,0 0-1,48 0-32,-2 0 1,2 0 0,-46 0 0,-1 0 0,1 0-1,-1 0-118,0 0 1,1 0 0,-1 0-1,1 0 1,-1 0 0,0 0-1,2 0 1,-1 0-59,2 0 1,1 0-1,-3 0 1,0 0-1,3 0 1,1 0-1,-1 0 1,1 0-33,1 0 0,0 0 0,0 0 1,0 0-1,1 0 0,1 0 0,0 0 1,0 0 113,-1 0 1,0 0 0,0 0-1,1-2 1,1 1 0,0-2-1,1 1 1,0-1 101,2 0 0,0 2 0,-2 0 0,-1 0 0,1 1 1,0 0-1,-2 0 0,0 0 2,2 0 1,0 0 0,-1 0 0,0 0 0,4 0 0,-1 0 0,-3 0 0,0 0-116,-3 0 0,0 0 0,2 0 0,1 0 0,-3 0 0,0 0 0,3 0 0,0 0-37,3 0 1,0 0 0,-4 0 0,-1 0 0,2 0 0,0 0 0,-1 0-1,0 0-20,0 0 0,1 0 0,0-1 0,2 0 0,0-1 0,0 0 0,0-1 0,0-2 74,-3 0 0,0 1 0,2 1 1,-1 0-1,-3-2 0,0 0 1,3 0-1,0 0 96,4 0 1,-2 1 0,-7 1 0,-1 0 0,0-2 0,-1 0-1,-4 1 1,0 0 75,47 0 0,-5-3 0,-1 1 0,-8 2-395,-7 2 0,-10 2 0,-6 0 0,-4 0-715,-5 0 1,-10 0 950,-1 0 0,-9-6 0,-1 0 0,1 3 0,2 1 0</inkml:trace>
  <inkml:trace contextRef="#ctx0" brushRef="#br0" timeOffset="3">11055 3803 8098,'12'0'-243,"0"0"323,-8 0 0,11 0 59,-3 0 1,3 0-1,3 0-29,-1 0 0,1 0 0,-1 0 0,1 0 3,-1 0 1,0-2 0,1-2 0,1-2-34,5 2 1,-5 2 0,4 4 0,-3 2-49,-3 2 1,6 8-1,1-3 1,-3 5-25,-2 1 0,-1-1 1,-1-3-1,1-3-248,-1-2 297,-7 5 0,-4-11-34,-12 4 1,-9-4-1,-9-2 1,1 0 99,-2 0 1,3 2 0,-5 2 0,0 4-4,0 1 1,-2 3 0,-4 4 0,2-3-127,2-1 0,5-1 1,-3 7-1,2-3-63,4-3 1,1 4 16,3-5 239,7-3 0,4 0 1,12-8-1,4-2-489,-1-4 0,7 2 0,-4-6-661,3 3 1,3-5-920,-1 6 1882,-7-7 0,5 11 0,-5-6 0</inkml:trace>
  <inkml:trace contextRef="#ctx0" brushRef="#br0" timeOffset="15">4488 219 7969,'-10'-8'-1583,"-4"4"1583,9-7 0,-1 5-141,6-6-44,0 1 0,6-7 252,-1 1 0,7 5 1,-4 0 299,2-1 1,-7 3 24,3-1 1,-2 1 0,0-4 326,2 3 0,0 5 75,-6-6 1,6 6-56,-1-5-595,1 7 0,-4 4 1,2 11-136,2 5 1,0 3 0,-6 3 0,2 1 10,3-2 1,-3-1 0,6-3 0,0 1-131,4-1 1,-3-5 0,3-3-1,1-1-174,3-4 0,1-2 0,1-4 0,-1-4-503,1-5 0,-7-5 1,1-1-144,2-1 0,-7 1 930,-1-1 0,-4 1 0,-2-1 0</inkml:trace>
  <inkml:trace contextRef="#ctx0" brushRef="#br0" timeOffset="16">4907 27 7969,'10'0'862,"-1"-2"-486,-3-4 1,-6 6-224,0 0 1,-2 8 0,-9 9 0,-3 3 16,-2 3 1,-1 4 0,0 8 0,-1 2-160,1 4 1,-7 0 0,1 9 0,0 4-214,-2 1 0,5-1 0,-3-2 0,3-1-467,3-5 1,1-5 0,5-12 668,5-5 0,4-5 0,2-2 0</inkml:trace>
  <inkml:trace contextRef="#ctx0" brushRef="#br0" timeOffset="17">11404 4306 9322,'7'-10'1117,"-3"4"0,6 12-824,-2 6 0,3 3 0,-3 3 1,2 1-204,3 4 1,-3-1 0,2 5 0,1 0-449,3 0 0,1-6 1,1 3-1,-1-5-1493,1-1 0,-1-1 1851,1 1 0,-9-9 0,7-9 0,-6-9 0</inkml:trace>
  <inkml:trace contextRef="#ctx0" brushRef="#br0" timeOffset="18">11683 4306 8256,'0'-12'537,"0"0"1,-2 9 0,-4-1-201,-5 8 1,-7 5 0,-5 11-1,-6 3-169,-4 6 1,-2 4-1,0 2 1,0 0-515,0 0 1,6 0 0,2 0-1,2-2-335,3-4 0,11-4 681,5-8 0,4 1 0,2-1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6:48.162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52 629 7693,'8'-9'52,"-6"-1"316,3 4 0,3 2 38,-2-7 0,0 5 271,-6-6-427,0 8-182,0-3 0,0 5-332,0-4 0,-8 4-13,-4-4 1,3 6 320,-3 6 0,0 4 78,-5 7 1,7 0 101,5 1 1,3-1-153,2 1 1,2-3 0,3-3-19,7-6 0,3 2 0,3-3-7,-1-1 1,-5-2 0,0-4 79,1-3 1,-3-5 0,0-8-61,-3 1 0,-1 5 0,-8 1-13,-3-3 1,1 0-1,-6 1 1,0 3-14,1 2 0,-3 3 0,-4 3 1,3-2-37,1-2 0,6 0 0,-3 8 0,-1 4-38,0 6 1,6 3 0,-1 2 0,3 1 43,2-1 0,0 1 1,2-1-1,3 1 5,7-1 0,3-7 1,3-2-1,-1-2 52,1-1 0,-1 1 0,1-6 0,-1-2-63,1-4 0,-3 3 0,-3-9 0,-4-2 12,-1-1 1,-5-3 0,4 1 0,-4-1 7,-2 1 1,-6 5 0,-1 3 0,-3 1-42,-4 4 0,-1 2 0,-3 2-53,1 0 1,-1 6-1,3 2 1,1 1-174,3 5 1,7-4 0,-2 1 114,4 3 0,4-6 0,4-3 19,5-3 0,5-2 1,1 0 1,1 0 1,-3-7 0,-1-3-2160,-2 0 2265,-9 2 0,5 1 0,-8-3 0</inkml:trace>
  <inkml:trace contextRef="#ctx0" brushRef="#br0" timeOffset="1">1712 909 7210,'0'-18'-372,"0"7"1,0-1 712,0-1 1,-2 5 0,-2 0 0,-4 2-617,-1 0 0,3-1 1,-6 3-30,-1-2 1,-3 0 0,-1 6 198,-1 0 0,1 6 0,1 2 167,5 1 0,1-3 1,6 6 585,-2 1 0,0-3 93,6 2 0,0-6-279,0 5 0,2-7-220,4 2 1,-4-6 83,4-6 1,-4 2 271,-2-7-453,0 7-41,0-12-224,-8 14 1,0-4 212,-3 12 1,3-2 103,8 8 0,0-1-67,0 7 0,2-3-72,4-3 1,3-4 0,9-8-133,-1 0 1,1-2-1,-1-4 158,1-6 1,-7-3-1,-1-3 46,-2 1 0,-2 5 0,-8 3-80,-4 1 1,-4 2 0,-7 6 9,-1 0 0,1 8 0,-1 3 0,1 5-13,-1 1 1,9 7 0,3-1 0,2-2-11,-2-1 1,4-3 0,-2-1 0,6-3-23,4-1 0,14-8 0,-3 2 0,2-4-90,1-2 1,3-2 0,0-4 0,-1-6-118,-3-3 0,-3-5 1,-5-1-1,-5-2 103,-4 1 1,-2 3-1,-2 1 1,-4 1 6,-5-1 1,-11 9-1,-3 3 1,-2 4-28,-4 2 0,0 2 0,0 6 0,4 7 109,1 7 0,3 3 1,8-2-1,3 4-95,6 0 1,4-1 0,2-9-1,4-1-164,8-5 1,1-3 0,14-8 0,1-2-356,-1-4 1,-4-3 613,6-9 0,-7-7 0,3-2 0</inkml:trace>
  <inkml:trace contextRef="#ctx0" brushRef="#br0" timeOffset="2">1274 139 7958,'10'-2'916,"-4"-3"0,-4-5-619,-2-8 1,0 7-262,0-1 0,0 1-62,0-7 0,0 6 0,-2 3 128,-4 1 1,-4 2 0,-7 6 6,0 0 0,5 2 0,0 2 0,1 4-9,1 1 1,-4 3-1,7 6 1,-1-1 24,0 0 1,2 1 0,6-1 159,0 1 0,2-1-176,4 1 0,-2-8 0,7-5 0,1-5-85,-2-5 1,5-3-1,-5-6 1,2 3 61,-1-3 0,-7-2 0,4-1 34,0-1 1,-6 1 0,4 0-140,-5-1 1,-8 1 0,-5 1 28,-3 4 1,-3 5 0,1 7-80,-1 0 0,1 0 1,1 2-1,3 2-24,1 1 0,6 7 0,-4-4 0,3 1 81,3 5 0,2-4 0,2 1 66,0 3 1,8-4-1,3-1 1,5-1-15,1-4 0,-5-2 0,-1-2 0,3 0 5,2 0 1,1 0 0,-1-2 0,-3-2 42,-1-2 1,-8-1 0,3 3 0,-1-4 26,0-2 1,0 4 0,-8-3-124,-4 1 1,2-4-1,-7 6 1,-3 3-35,-1 1 0,-3 2 0,1 0 26,-1 0 0,1 2 1,-1 1-1,3 5 26,3 2 1,2 2-1,6 5 1,-1 0 124,1 1 0,2-6 0,4-1 0,2 3-20,1 1 0,9-5 1,-2-4-1,3-4-112,3-2 1,5 0 0,0 0 0,-3-2 4,-7-4 0,3-4 0,-7-7 0,1-1-18,-4 1 0,-4-1 1,-2 1-1,0 0-8,0-1 0,-8 6 0,-3 3 0,-5 1-20,-1 4 0,-7 2 0,1 2 0,2 2 27,1 4 0,3 4 0,-1 9 0,3 2-47,3 3 0,-1 5 1,7-6-1,2-2-36,2-1 1,10-3-1,3-1 1,7-5-575,5-5 1,-4-6 0,7-6 667,-1-5 0,2-12 0,8-5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6:48.16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70 35 8132,'0'-9'602,"2"1"-88,4 8 0,-4-2 460,4-4 164,-4 4-821,-2-6 0,0 10 1,2 2-1,4 4-141,5 2 1,1 3 0,3 11 0,5 5-85,-1 4 1,8 2-1,2 1 1,4 3-186,2 2 1,-2 6 0,-2-7-1,-2-1-298,3-2 0,-7-4 0,-2-4-235,-4-6 0,-7-11-109,0-6 735,-8-4 0,-4-2 0,-10 0 0</inkml:trace>
  <inkml:trace contextRef="#ctx0" brushRef="#br0" timeOffset="1">489 53 8132,'-9'-10'1243,"-1"2"-1009,4 8 0,2 0 0,-5 2 0,-1 4 45,0 6 0,-1 5 0,-9 4 0,-3 5-35,-6 1 1,-4 2-1,-2 6 1,0 2-142,0 4 0,2-5 0,2 5 1,4-4-504,2-2 0,1-8 0,7-4 0,1-3-892,5-3 1292,3-7 0,0 6 0,-2-7 0</inkml:trace>
  <inkml:trace contextRef="#ctx0" brushRef="#br0" timeOffset="9">16 647 7734,'0'-18'525,"0"1"1,8-1-1,4 1-432,3 0 1,3-3-1,1-1 1,4-4-222,6-3 1,4-1 0,4-8 0,2-1-153,2-3 0,7-6 0,-1 5 0,3-1 280,3 0 0,-1-5 0,1 3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6:48.16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1405 190 8218,'8'-9'530,"-6"-1"1,5 4 28,1-5 1,-6 1-1,4-2-282,-4-1 0,0-1 0,2 0 1,2 3-103,-3-3 0,-1 4 1,-2-1-220,0-3 1,-7 5 0,-5-1-103,-4 2 0,1 4 0,1 8 0,3 4-16,-3 2 1,1 1 0,-1 7 0,4-1 175,3 1 1,-5-1 0,6 1 0,2-1 53,2 0 1,2 1-1,2-1 1,4 1 1,4-8 0,7-5 0,1-3-8,-1-2 0,1 0 1,-1-2-1,2-3 15,5-7 0,-11 2 0,5-1 0,-5-3 109,-3-2 0,-2-3 0,-8-2 58,0-3 1,0 1 0,-2 8 0,-4 1-155,-6 2 0,-3 9 1,-3-3-1,1 4-136,-1 2 0,1 0 1,0 0-1,-1 2-99,1 4 0,5 3 0,2 9 0,3-1-81,3 1 1,2-1 0,2 1 0,2-1 260,3 0 1,5-1 0,8-4 0,-1-5 28,1 1 0,1-6 0,2 4 0,3-4-21,-3-2 1,-2-6-1,-1-2 1,-1-1-65,1-5 0,-9-2 0,-3-1 0,-4 0-113,-2-1 1,-2 1 0,-4 1 0,-7 2-64,-8 3 0,-1 7 0,-5-2 0,0 4-67,0 2 1,3 8-1,-3 4 1,4 3-261,7 3 1,1 5 0,9 2 0,2 0-633,2 1 1,4-3 1155,4-6 0,4 1 0,7-1 0</inkml:trace>
  <inkml:trace contextRef="#ctx0" brushRef="#br0" timeOffset="1">583 783 8027,'10'-8'339,"0"6"85,-5-3 0,-1-3 835,8 2-904,-8-8 1,4 11-217,-8-9 1,-2 6-125,-4-6 0,-4 9 1,-7-3-39,-1 4 0,1 2 0,-1 2 7,1 4 1,5 1 0,2 7 0,1 0 34,-1 5 0,6-2 1,-2 7-1,4-5 7,2-1 1,0-1 0,0 0 0,2-1 47,4-4 1,4 1-1,7-7 1,1-2-67,-1-2 0,1-2 0,-1-2 0,1-2-31,-1-2 1,1-7 0,-3 1 0,-3-4 100,-6-1 0,-4 5 1,-2 1-1,0-3-32,0-1 0,-2-1 1,-4 4-1,-6 7 65,-3 3 0,-5 2 0,-1 0 1,-2 2 17,1 3 0,3 7 0,1 9 1,1 5-61,-1 1 1,9-4-1,3 4 1,4 0-38,2 1 0,8-7 0,5 2 1,7-5 17,3-7 1,8-3 0,-2-8-1,4 0-45,2 0 0,-6-8 0,-2-3 1,-1-7 25,-5-5 0,-8 4 1,-3-7-1,-2 3-71,-4 0 0,-4-6 0,-6 5 0,-6 1-94,-3-2 1,-8 11-1,-3-1 1,1 5 9,0 6 1,-6 2 0,4 4 0,0 4-107,3 6 1,5 3 0,3 5 0,5 1-156,5 2 0,4 0 0,2-5 0,2-3-118,4-3 0,3-2 0,9-6 0,-1 2 503,1-3 0,7-8 0,2-5 0</inkml:trace>
  <inkml:trace contextRef="#ctx0" brushRef="#br0" timeOffset="2">1474 1482 6392,'6'-18'1184,"0"1"1,1 5 0,-3 1-760,2-3 0,0 4 1,-4 1-1,2-1-92,1 0 1,1 4-1,-6-5 24,0-3 0,0-1-426,0-3 1,-7 8 0,-5 5-1,-4 3-54,-1 2 0,-1 2 1,1 3-1,-1 7-1,1 4 1,5 1-1,3 2 1,1 3 165,4 1 1,2 2-1,2-3 134,0 1 1,2-2 0,4-7 0,7-4-72,9-3 0,-1-1 0,6-8 1,-1-2-79,-5-2 1,0-7 0,1 1 0,-1-3-25,-6-3 0,1 1 0,-10-1 1,-2 1 34,-2-1 0,-2 7 1,-2 1-1,-6 0-15,-10 1 0,-1 5 0,-10-2 0,0 6 20,2 6 0,-4 2 1,7 7-1,1 1-52,-2 3 0,11 2 1,-1-3-1,5-1-38,6 1 1,2-1 0,4-1 0,4-3 67,6-1 0,5-8 0,6 2 0,6-4-30,4-2 0,-3-6 0,-3-2 1,-2-2-76,-4-3 1,-1-3 0,-5-1-36,-3-1 1,-4 1 0,-8-1-4,0 1 1,-10 5 0,-6 3-1,-7 1 96,-4 4 1,4 4 0,-5 4 0,3 4 121,4 1 0,1 3 0,5 5 0,1 1-132,3-1 0,7-5 0,-2 0-354,4 1 1,12-5-1,5-2 1,7-6 389,-1-6 0,6-4 0,0-7 0</inkml:trace>
  <inkml:trace contextRef="#ctx0" brushRef="#br0" timeOffset="19915">332 684 12821,'-12'-6'197,"1"0"0,5-2 0,-6 4 1,-1-3-239,-3-3 1,4 4 0,1-6 0,-5-1-65,-5-3 0,2-1 0,-5-1 1,5 1-45,1-1 1,1 1 0,1 0-1,3-1-138,1 1 0,0-1-62,-5 1 0,5 1 0,3 3-1385,1 1-841,2 8 2575,6-4 0,0 8 0,0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7:10.177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0 769 7916,'0'-10'1161,"0"2"1,2 8 0,4 0-962,6 0 1,5 0 0,4 2 0,3 2-161,-3 2 1,4 8 0,1-5 0,1 3-336,4 0 1,2-1-1,4 7 1,1-3-379,3-3 0,-6 3 0,-8-5 0,0 0-295,1-4 1,-7-4 967,2-2 0,-11 0 0,-4 0 0</inkml:trace>
  <inkml:trace contextRef="#ctx0" brushRef="#br0" timeOffset="333">315 699 7772,'-8'-17'785,"-2"7"0,-1 2 0,1 10 0,2 4-1036,4 5 1,-4 5 0,1 3 0,-3 5 18,-4 5 0,-1 2 0,-3 0 0,1-2 13,-1 2 1,7 2 0,-1 2 0,-1-2-271,-3-4 1,-1-4 488,-1-7 0,1 7 0,-1 2 0</inkml:trace>
  <inkml:trace contextRef="#ctx0" brushRef="#br0" timeOffset="1083">1467 454 7937,'-9'0'2197,"-1"-5"-1691,4-1 0,4-2-175,-4 2 1,-1 2 0,-1-5-133,-2 1 1,4-4 0,-3 5 0,-1-1-177,0 0 1,-2-6-1,-5 3 1,0-5-219,-1-1 0,1-1 0,-1 1 1,1-1-192,-1 1 1,1 5-1,-1 1-272,1-3 1,1-1 0,3-1-1666,1 4 2323,8 5 0,4 7 0,10 0 0</inkml:trace>
  <inkml:trace contextRef="#ctx0" brushRef="#br0" timeOffset="1750">804 0 6439,'11'0'1288,"1"0"1,-6 0-999,5 0 1,-5 2 0,6 2-123,1 2 1,3 6 0,1-5-1,1 1-158,-1 0 1,3 4 0,1-5 0,4 3-208,2 4 0,-3-5 0,5 3 1,2 0-130,2-3 1,-6 5-1,-2-6 1,-1-1-289,-1 1 0,0 0 1,-5-4 613,-1 2 0,1 0 0,-1-6 0</inkml:trace>
  <inkml:trace contextRef="#ctx0" brushRef="#br0" timeOffset="2068">1135 0 10306,'-9'18'-127,"3"-1"0,-2 1 0,0 1 0,1 3-19,-1 1 0,-4 6 1,4-4-1,-1 0-367,-5 1 1,4-1-1,1-4 1,-1 2 512,0-1 0,-1-3 0,-7-1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7:15.54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1223 1311 7316,'-7'-18'-87,"5"6"1,-6 1 121,0-3 1,4 1-1,-5-1 1,1 2 68,4-1 1,-4 3 0,0-1-1,1-3-55,-1-2 1,-4 5-1,5-1 1,-1-1-15,0-3 1,-6-1 0,5-1-1,-3 1-32,0-1 0,1 1 0,-7-1 0,1 1 30,-1-1 0,7-1 1,-3-2-1,-3-3 0,-5 3 0,-1 2 1,8 1-1,1 1-13,2-1 1,1 1 0,-7 1-1,3 3-40,3 1 1,-2 0 0,7-5 0,-3-1-13,-4 1 1,5-1 0,-3 1 18,-1-1 1,-1 1 0,0 0 0,3-1 3,-3 1 1,4-1-1,-1 1 1,-3 1 5,-1 5 0,-1-5 0,3 4 0,1-1 6,-2 1 0,5-3 1,-3 3 15,-2-4 0,5 1 0,-1 1 1,0 5 6,1 1 0,3-4 0,-4 4 0,2-1-20,4-5 0,-3 4 0,-1 1 0,0-1-76,0 0 1,-3 5-1,3-7 10,-2-2 1,4 1-1,-3-1 26,1 3 0,0 5 24,2-6 31,4 8-204,-5-11-27,7 13-151,0-6-223,0 8-70,0 0 654,0 8 0,-8-6 0,-2 5 0</inkml:trace>
  <inkml:trace contextRef="#ctx0" brushRef="#br0" timeOffset="1500">1 1 9135,'8'9'309,"-4"-1"1,7-8-292,3 0 1,-1 2-1,3 2 1,-1 2-188,5-2 1,3 5-1,0 1 1,5 2-8,-1-1 1,6 1-1,-4 6 1,6-1 72,6 0 1,-10 1 0,2-1 0,-4 1-17,-2-1 0,-6-5 0,2-2-679,-3-3-136,-3-1 934,-7-6 0,-2-7 0,-8-3 0</inkml:trace>
  <inkml:trace contextRef="#ctx0" brushRef="#br0" timeOffset="1833">315 18 7968,'0'-9'773,"0"1"0,-6 10-715,1 4 1,-1-3 0,6 9 0,0 2-89,0 1 0,-6 10 1,0 3-1,2 1-358,2 0 1,-3 0 0,-1 6 0,2 0 387,2 0 0,-6 0 0,-2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34:14.28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176 943 7790,'-10'8'-1594,"0"-6"1594,4 4 0,-3 4 0,-9-1 0</inkml:trace>
  <inkml:trace contextRef="#ctx0" brushRef="#br0" timeOffset="469">1 943 14568,'17'-17'-62,"1"5"1,-1 1 0,3-3 56,3-1 0,6-3 0,12-1 0,6-3 99,3-1 1,10-6 0,4 4 0,6-2-43,6-4 0,5-2 1,12-2-1,-43 17 1,1 1-65,3-1 1,1 1-1,-2-1 1,1 1 0,0 0-1,0 1 1,-2 0-1,-1 1-200,-1 0 0,-1 1 0,42-13 0,1-5 0,-9 5-11,-7 2 0,-5 2 0,-1 5 0,-2 1 154,-4-1 0,-4 3 0,-9 1 0,-5 5-218,-5 1 0,-4 0 1,-4 4-1366,-4-2-81,-4 1 1733,-15 5 0,-2-8 0,-8-2 0</inkml:trace>
  <inkml:trace contextRef="#ctx0" brushRef="#br0" timeOffset="988">2236 35 6937,'0'10'1898,"0"-2"0,2-8-1772,4 0 0,4-2 0,7-2 0,1-2-104,-1 2 1,-5-4 0,0 3 0,1 1-109,3 2 0,1-4 0,1 0 0,-1 2-34,1 2 0,-7 4 0,1 4 93,1 6 0,-5 3 1,-2 5 166,-4 3 1,-10-4-1,-3 5 1,-7-3 91,-5 2 0,1-1 0,-5 5 0,0-2-34,0-4 1,6-1 0,-3-5-1,7-1-193,5-2 0,-3-9-65,3 3-73,4-4 1,0-10-1,8-3 1,2-5 30,4-1 0,-4 5 0,4 1 0,-4-3 88,-2-2 1,0 5 0,0-1 0,0-1 29,0-3 1,0 4 0,0 1-165,0-3 1,2-1-1,2-3-371,2 1 0,-1 5 0,-5 0 519,0-1 0,8-3 0,2-1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34:17.17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193 639 8120,'10'0'383,"-1"0"1,-5-2-120,2-4 1,0 3 0,-4-7-1,2 0-43,1 0 1,3 1 0,-4-5 0,2 3 39,-2-3 1,-2-2-1,-2-3 1,0-2-9,0-3 0,0 1 0,0 4 0,0-3-112,0-1 0,-8 0 0,-2 5 0,-1 3-118,-1 3 0,-2 4 0,-7 8 0,-2 0-32,1 0 1,-3 10-1,2 8 1,2 11 48,1 9 0,3 1 0,1 8 1,5 1 45,5 3 0,4-1 1,2-3-1,0-6 57,0-5 1,8-4-1,5-9 1,7-12-16,3-7 0,2-6 0,-4-5 0,3-11-107,-3-9 1,-2-14-1,-1-5 1,-1-5-137,1-1 1,-3-4 0,-3 1 0,-4 5-157,0-1 1,-7 3 0,5-1 0,-4 5 3,-2 1 1,0 2 0,0 8 0,0 4-249,0 6 1,0-2-109,0 1 496,0 9 0,0 15 1,0 11-1,0 7 343,0 5 1,-2 4 0,-2 8-1,-3 0 6,-3 0 0,6 2 1,-2 4-1,2 5 77,-1 5 0,3-5 0,-4 1 0,4 1-154,2 3 0,6 7 1,1-2-1,3-5-633,4-8 0,1-9 0,3-4 0,-1-9 488,1-7 0,-1-7 0,1-7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34:25.6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228 1031 8082,'10'10'272,"-1"0"412,-3-4 0,-2-5-313,8 5 0,-6-4 1,3-4-199,-1-4 0,4 3 1,-5-9-1,1-2-117,0-1 0,-2-3 0,-6-1 0,0-2-125,0-3 1,0 1-1,-2 6 1,-4 1-59,-6 4 1,-3-1-1,-5 7 1,-1 2 49,-2 2 1,-6 4 0,3 4 0,1 6 101,0 3 1,-6 10 0,4 3 0,2 1 119,7 0 1,3 0 0,9 6-1,2 0-94,2 0 0,4-8 1,6-4-1,9-5 3,10-7 1,6-3 0,4-10 0,2-4-133,2-5 1,1-13 0,-3-5 0,2-4 60,-2-2 0,-10-6 1,-4 1-1,-4 1-11,-3 2 1,3-4 0,-11 1 0,0 1-66,-5 2 0,-3 2 0,0 0 0,2-2-101,2-4 0,0 10 0,-6-2 0,2 6-235,4 6 0,-3-1 220,9-1 185,-8 4 1,4 9-1,-8 16 1,0 8 208,0 3 0,-8 6 1,-4 2-1,-3 3 104,-3 3 1,3 8 0,1 3 0,3 3-127,-3 3 1,6-3-1,1 0 1,1-1-272,0 1 1,0-4-1,6 3 1,0-3-432,0-8 0,8 0 0,3-12-321,5-5 860,1-6 0,1-10 0,-1 0 0</inkml:trace>
  <inkml:trace contextRef="#ctx0" brushRef="#br0" timeOffset="519">630 1311 8117,'9'-2'896,"-1"-2"-58,0-2 0,-6-2-99,4 2 1,3-3-643,3-9 0,3 1 0,3 1 0,-3 3-194,-3 1 0,7 0 1,-5-3-1,0 1-167,1 3 1,1 1 0,-1-4-163,-3 3 0,1 9 423,-7 2 0,0 10 0,-6 11 0,-2 6 319,-4 6 0,2-2 0,-5 10 0,1-4-163,4-2 1,2 0 0,0 0 0,-2-3-249,-1-2 0,-1-5 0,6-8-1796,0 1-254,0-1 2145,0-15 0,0-4 0</inkml:trace>
  <inkml:trace contextRef="#ctx0" brushRef="#br0" timeOffset="1000">1136 71 8163,'0'-12'973,"0"0"0,0 7-668,0-7 1,8 6-1,3-4-365,5 3 1,1 1 0,1 6-1,1 0-171,5 0 0,-5 2 1,4 4 179,-3 5 0,-11 5 0,-3 1 1,-4 3 174,-2 3 0,-2 4 0,-4 8 0,-5 0 13,-5 0 1,-7 0 0,0 0 0,1-2-16,3-4 0,1 2 1,1-6-1,1 0-116,5 1 0,3-3-238,8-6 0,8-7 1,5-4-1,9-6-213,7-6 0,-2 2 1,0-7-1,-2-1-279,-3 2 0,-3-5 724,-1 3 0,-1-3 0,1-3 0</inkml:trace>
  <inkml:trace contextRef="#ctx0" brushRef="#br0" timeOffset="1350">1503 909 9437,'2'10'572,"4"-4"0,-3-4 0,9-2 1,2 0-754,1 0 1,8 0-1,3-2 1,-1-2-339,0-2 0,4 0 0,-5 6 0,-1 0-510,2 0 0,-6-6 1029,5 0 0,-5 1 0,-1 5 0</inkml:trace>
  <inkml:trace contextRef="#ctx0" brushRef="#br0" timeOffset="1581">1765 699 8064,'-12'0'841,"0"0"0,3 2 0,-5 4-608,3 6 0,5 3 0,-4 5 0,2 3-237,4 6 0,-3 6 0,1 4 1,2 4-330,2 1 1,2-5 0,0 0-1,0-6-57,0-4 1,6-8 0,2 1 389,1-9 0,3-5 0,5-8 0</inkml:trace>
  <inkml:trace contextRef="#ctx0" brushRef="#br0" timeOffset="2215">2516 1101 7934,'-8'-10'852,"6"-5"1,-6 5-207,1 1 1,5-7 0,-4 4-643,4-3 1,0-3 0,-2 1-425,-2-1 1,-2 7 0,3 1 142,-7 2 1,-4-3-1,-1 5 304,-1 2 1,-5 8 0,0 6-1,0 3 111,-3 7 0,7 9 0,-4 0 0,3 4 177,3 2 1,1 0 0,5 0-1,5-2-212,4-4 1,2 2 0,2-8 0,4-4-437,5-5 1,13-8-1,5-12 1,6-8 17,5-7 0,-3-6 1,4-8-1,-4 0-55,-2 0 1,-6 0 0,0-2-1,0-2 130,-2-1 1,-1-7-1,-9 4 1,0 1 647,1-1 0,-6-5 1,-3 3-1,1-2-97,0 1 1,-6 7 0,3-2-1,1 4 52,4 2 0,-3 8 0,1 4-309,-2 4 1,0 9 0,-4 6-113,1 8 1,-7 6 0,-9 9-1,-5 4 49,-1 6 1,-1 4-1,1 4 1,-3 2 151,-3 2 1,4 7 0,-5-1 0,7 1 10,5-1 0,-1 3 1,5-3-1,0 1-372,0-1 1,3-4 0,7-10 0,1-4-239,3-6 0,8-3 0,-2-5 0,3-3-206,3-6 0,-1-6 0,0-6 662,1-6 0,-1-3 0,1-3 0</inkml:trace>
  <inkml:trace contextRef="#ctx0" brushRef="#br0" timeOffset="2782">2848 1258 10210,'2'-9'1923,"3"3"-1737,7 4 1,3 2 0,5 0 0,3 0-97,6 0 0,-2 0 0,3 0 1,-1 0-137,-2 0 1,-2 0-1,-9 2 1,-3 4-28,-1 5 1,-8 5-1,0 1 1,-8 3 299,-8 3 1,-9 2 0,-5 6 0,-1-2 37,-4 2 0,-2 2 1,0 2-1,4-2 39,6-4 0,5 2 0,7-7-177,5-3 0,6-3 1,8-7-587,9-5 1,6-6 0,9-6-1,-5-4-420,-2 1 0,4-7 0,-6 7 0,-1-1-1733,-3 4 2612,-1-4 0,-1 8 0,0-5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34:20.0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10 734 8238,'0'10'485,"0"0"1559,0-5-583,-8-3-1100,6 6 1,2-22-223,12-3 1,4-4-1,1 1 1,2-1-132,5-2 0,-5-6 0,6 5 0,-1 3-280,-1 1 0,0 1 0,-5 0 1,-1-1-114,1 5 0,-1 9 0,0 2 212,1 8 1,-8 6 0,-5 9 0,-5 4 128,-5 6 0,-5 4 0,-6 4 0,3 0 65,1-2 1,2 4-1,-1-12 1,3 2-27,0 0 0,6-7 0,-1-1 14,6-7 1,1-7 0,8-7-1,1-2-53,3-3 0,1-5 0,1-10 0,1-3-16,5-6 1,-5-4-1,4-2 1,-1 0 38,1 0 1,-2 0 0,6 0 0,-1 2-53,-5 4 0,-2 4 0,-1 8-63,-1-1 1,-5 8 0,-2 7 191,-3 6 1,-1 9-1,-8 11 1,-3 6 178,-7 4 0,2 2 0,-1 2 0,-3 2-14,-2 2 0,5 0 0,1-6 0,2-1-35,4 1 1,-3-7 0,1-5-204,2-4 0,4-9 1,6-4-1,5-6-88,5-6 0,1-12 1,3-13-1,3-7-46,6-9 0,-2-3 0,3-1 0,-1 3 136,-2 1 0,4 8 1,-6-2-1,2 5-57,4 1 1,-5 8 0,-3 3 0,-4 5-174,-1 1 1,-1 9 85,1 3 0,-9 14 1,-3 9-1,-6 12 326,-6 10 0,-3 0 1,-9 7-1,3 3 37,3 1 0,-4-3 1,5-1-1,-3 1-124,3-2 0,3-5 1,8-10-1,0-7-388,0-4 0,2-9 0,4-4 0,7-6-1189,8-6 1497,-1-4 0,21-23 0,-4-4 0</inkml:trace>
  <inkml:trace contextRef="#ctx0" brushRef="#br0" timeOffset="500">1599 542 8021,'0'-17'1003,"0"-1"-555,0 1 1,0-1-1,0 1-334,0-1 0,-6 7 1,-1 1-1,-1 0-12,0 0 0,-5 7 0,1-3 1,-4 4-98,-1 2 1,0 0 0,-3 2 0,-1 6 132,-3 9 1,1 6-1,4 10 1,-3 0 105,-1 4 1,0 2-1,7-4 1,5 0-41,5 0 1,-2 0 0,2-2 0,2-4-172,2-6 0,10-6 0,4-5 0,3-6-204,3-4 0,5-10 0,2-4 0,1-5-245,-1-6 1,4-4-1,-4-8 1,0 2 139,1 4 1,-3-2 0,-6 5 0,-1 1 219,-4 0 0,1 2 1,-7 5-1,0 3 325,2 3 0,-7 2 0,5 8-170,-4 2 1,-10 4 0,-1 16-1,-3 3 46,0 6 0,9 4 0,-3 2 0,4 0-157,2 0 1,0 0 0,2-2 0,4-4-317,5-6 1,5-4 0,1-3 0,1-4-278,-1-7 0,1-3 0,1-2 1,2-2 604,3-3 0,-1-13 0,-6-9 0</inkml:trace>
  <inkml:trace contextRef="#ctx0" brushRef="#br0" timeOffset="733">1966 437 8021,'0'-17'1169,"-2"7"-521,-4 4 1,4 0-387,-3 6 1,5 6 0,5 18 0,5 5-188,0 4 0,5 2 0,-3-1 0,3 3-204,3 4 1,5-4 0,0 4 0,-1-6-419,-3-6 1,-3-2 0,-3-8 0,-1 1-1081,2-5 1627,-7-9 0,9-6 0,-6-10 0</inkml:trace>
  <inkml:trace contextRef="#ctx0" brushRef="#br0" timeOffset="949">2350 455 8313,'-17'0'1140,"-1"0"0,1 0-827,-1 0 1,1 2-1,-1 2 1,-1 3-166,-4 3 0,3 7 0,-3 9 0,2 1-325,-3 4 1,5 2 0,-4 4 0,3 2-216,3 1 0,-1 1 0,3-6 1,3-2-1590,6-4 1981,5-11 0,1-3 0,0-5 0</inkml:trace>
  <inkml:trace contextRef="#ctx0" brushRef="#br0" timeOffset="1383">2700 420 10023,'0'-8'1706,"-2"8"-1316,-4 10 0,4 7 1,-4 6-1,4 7-172,2 3 1,0 1 0,0 1 0,0 0-426,0 0 0,0-6 1,0-1-1,0-3-612,0-4 0,2-1 1,4-5-715,5-3 0,-1-5 1533,2-7 0,-8-15 0,3-4 0</inkml:trace>
  <inkml:trace contextRef="#ctx0" brushRef="#br0" timeOffset="1533">2769 140 8087,'0'-17'2795,"0"-1"1,0 7-3922,0-1 1126,0 8 0,-7-4 0,-3 8 0</inkml:trace>
  <inkml:trace contextRef="#ctx0" brushRef="#br0" timeOffset="2566">3241 420 8109,'2'-10'-19,"2"2"2047,2 1-1732,-1 5 1,-5-4 0,0 12 0,0 5 151,0 5 1,6 3 0,0 4 0,-2 7-399,-2 3 1,-2-4 0,0 0 0,0 0-8,0-2 0,0 0 1,0-5-119,0 1 1,0-6-1,2-7 1,4-2 179,5-4 0,-1-10 0,2-8 0,1-7-209,3-8 0,7-4 1,0-2-1,-1 0-35,-3 0 1,-1 0-1,-1 2 1,0 2-173,1 2 1,-3 8 0,-3-3 0,-4 7-364,0 5 0,-6 6 778,3 12 1,-3 6 0,-2 11 0,0 6 27,0 4 0,0 2 1,0 0-1,0 0 157,0 0 0,0 0 0,0 0 0,0-2 93,0-4 1,0-4 0,0-7-278,0-1 0,8-7 0,4-6 1,3-8-39,3-8 0,1-11 0,2-6 0,5-6-126,1-6 0,-4 4 1,4-4-1,0 5-178,1 1 1,-7 2-1,2 4 1,-5 3-64,-7 1 0,5 8 0,-6-3-705,-1 7 786,7 9 1,-14-2 0,4 12-1,-4 5 406,-2 5 0,-2 7 0,-2 2 0,-4 1 178,-2-1 0,6 6 1,-3-2-1,1 2-180,0-2 0,0-2 1,6-5-1,0 1-358,0-2 0,0-1-682,0-3 1,2-7-1,4-4-1485,6-4 2340,3-10 0,3-10 0,-1-9 0</inkml:trace>
  <inkml:trace contextRef="#ctx0" brushRef="#br0" timeOffset="3033">4236 367 11284,'-9'2'1260,"3"4"-1031,4 6 1,2-3 0,0 3 0,0 4-73,0 5 1,0 0-1,2 8 1,2 2-351,2 2 0,5 0 0,-5-1 1,0-5-878,2-2 1,-6-2 0,5-7 1069,1-5 0,2-11 0,7-9 0</inkml:trace>
  <inkml:trace contextRef="#ctx0" brushRef="#br0" timeOffset="3199">4271 36 8643,'-9'-8'2120,"-5"4"-1388,8-8 0,-2 8-1403,3-1 671,3 3 0,-6 9 0,8 3 0</inkml:trace>
  <inkml:trace contextRef="#ctx0" brushRef="#br0" timeOffset="3583">4498 350 8283,'12'-8'1099,"0"-4"1,-7 3 0,7-1-837,2 2 1,-5-3 0,3 3 0,4 0-168,5 0 1,-2-3-1,7 5 1,-3 2-140,0 2 1,0 2 0,-5 0 0,-1 0-74,1 0 1,-7 8 0,-1 5 0,-2 7 171,-4 3 0,-4 8 0,-6-2 0,-6 6 119,-3 6 1,-5-4-1,-1 6 1,-2-3-114,1 1 1,5 0 0,3-8 0,5-2-195,1-2 1,2-8-35,6 3 0,10-13 1,5-7-1,9-10-415,3-11 1,0-1 0,4-5 0,-2 2-302,2-3 0,-6 5 0,-1-4 882,-5 3 0,6 3 0,2-1 0</inkml:trace>
  <inkml:trace contextRef="#ctx0" brushRef="#br0" timeOffset="3833">4498 559 8283,'10'0'1144,"0"0"0,-4-1-600,5-5 1,11 4-1,3-6 1,2 2-620,4 0 1,2-7 0,2 3 0,0-2-615,0 1 1,-2 7 688,-4-2 0,4-4 0,-6 1 0</inkml:trace>
  <inkml:trace contextRef="#ctx0" brushRef="#br0" timeOffset="4116">5145 472 6683,'-10'0'-234,"-6"-8"0,7-1 1</inkml:trace>
  <inkml:trace contextRef="#ctx0" brushRef="#br0" timeOffset="4483">5145 490 12419,'17'0'347,"-5"0"0,1-2 0,5-2-103,3-2 0,2-8 1,-5 5-1,-1-3-178,1 0 1,3 1 0,0-7-1,-3 1-286,-3-1 0,3-1 1,-10-2-1,-1-3-253,1 3 0,-2 2 0,-8 3 237,-4 4 1,-9 5-1,-11 9 1,1 3 265,0 7 1,-4 9 0,6 5-1,1 1 207,3 4 1,3 8 0,3 1 0,3-1-76,2-2 0,4-2 1,12 0-1,8-2-404,5-4 1,18-4 0,2-9 0,9-5-809,8-5 1050,12-4 0,10-10 0,7-1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34:29.16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35 8083,'-10'0'2325,"2"0"1,10 0-2275,4 0 1,4-2-1,9-2 1,2-1-71,3 1 0,-1 0 1,-6 0-1,1-2-270,-1 2 1,-5 2 0,-2 4-1,-3 4 139,-3 6 0,-2-3 0,-2 5 0,0 4 363,0 3 0,-9 8 0,-5-4 0,-3 2-1,1 4 0,2-3 0,-1-1 0,1-2-44,3-4 0,7-1 1,0-3-317,8 1 1,5-7 0,9-1 0,1-2-511,5-4 0,1-2 1,6-2-1,-4 0-1064,-2 0 1,4-2 1721,-5-4 0,-1-4 0,-6-7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34:31.5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211 699 8020,'11'0'137,"1"0"0,-1 0 249,7 0 1,-6 0 0,-3-2-87,-1-4 0,4 3 1,-6-9-1,-1-2-37,3-1 0,-4 3 0,6 1 1,-3-3 78,-3-2 1,-2-1 0,-2 0-201,0-1 0,0 1 0,-2 1-264,-3 4 1,-5-1-1,-10 7 1,-1 2-23,-2 2 1,-6 2 0,3 2 0,-1 4-45,-4 6 1,6 5 0,2 4-1,1 5 122,-1 1 0,6-4 0,-3 6 1,9 2 237,3 2 0,2 2 1,8-2-1,4-2-100,5-2 0,7-9 0,5-1 0,6-7 11,4-4 1,-4-5 0,0-8 0,2-7-95,2-4 1,-3-9 0,-3-4 0,-2-4-36,-4-2 1,-3-2 0,-7 0 0,-3-1-81,0-1 0,-6 14 1,4-5-1,-4 9-252,-2 4-243,-8 7 0,0 4 71,-3 12 1,3 4 382,8 7 1,0-5 739,0-1-223,0-7-627,0-11 0,0 1 1,0-12-456,0 3 0,2 5 0,2-2 732,1-1 0,9-3 0,-4-1 0,7-1 0</inkml:trace>
  <inkml:trace contextRef="#ctx0" brushRef="#br0" timeOffset="315">438 263 8020,'-10'-18'-9,"-4"1"0,7-3 0,-1-1 144,0-2 0,2-1 1,6 7-1,0-1 121,0 1 0,0 0 1,0-1-208,0 1 1,0 5 0,2 2-606,4 2 0,-2 3 375,7 5 1,-7 7-1,2 5 88,-4 4 0,-2-5 0,-2-1 0,-2 0 220,-2-1 0,1-3 518,5 6 0,-6-6 1,0 5-446,2 3 0,2 1 0,2 3 0,0-1-87,0 1 0,0 7 0,0 4 1,0 6-5,0 6 0,0 5 0,0 13 1,0 7-76,0 7 1,0-3-1,2 0 1,4-10-199,6-6 0,-5-15 1,1-8-47,0-9 0,-4-9 1,5-15-1,-1-4-253,-4-5 1,-2-7-1,-2-3 1,0-4 462,0-2 0,0-2 0,0-6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34:29.63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1 227 8006,'9'0'3172,"1"0"-2317,-4 0 1,-2 0-703,7 0 1,-5 0 0,6 0 0,1 0-255,3 0 0,1 0 0,3-2 0,1-2-534,2-2 1,8-5 0,-1 5 0,1 0-974,-2-2 1,2 6 1607,-8-3 0,0-5 0,-5 0 0</inkml:trace>
  <inkml:trace contextRef="#ctx0" brushRef="#br0" timeOffset="216">262 0 8006,'-11'2'335,"-1"4"0,3-2 0,-3 7 0,4 1 51,0-2 1,4 5 0,-5-3 0,-1 5-161,0 7 0,6 1 0,-1 6 0,3-4-218,2-2 1,0 4-1,0-5 1,0-3-371,0-2 1,0-1-1,0-1-2687,0 1 3049,0-9 0,7-1 0,3-8 0</inkml:trace>
  <inkml:trace contextRef="#ctx0" brushRef="#br0" timeOffset="550">524 472 7985,'-9'7'2216,"-1"-5"-383,4 4-2327,4-4 160,-5-2 1,-1 0-1,-2 0 1</inkml:trace>
  <inkml:trace contextRef="#ctx0" brushRef="#br0" timeOffset="733">682 489 8223,'-10'0'2835,"0"0"-3185,4 0 1,6 0-353,0 0 1,8 0 0,10 0 0</inkml:trace>
  <inkml:trace contextRef="#ctx0" brushRef="#br0" timeOffset="950">996 489 8026,'2'10'508,"4"-4"0,-4-3 1633,4 3 1,-3-4-2246,3 4 104,-4-4 0,6-10 0,-8-2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34:32.66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51 8020,'0'-17'1513,"5"5"-163,1 1-1067,0 7 0,-6-2-59,0 12 0,0 3 0,0 11 0,0 1-149,0 2 0,0 8 0,0-3 0,0 1-8,0 0 1,0-8 0,0 2 0,0-3 26,0-3 0,0 1 1,2-3-193,4-3 0,-2-4 0,7-10 0,3-4-180,1-6 1,3-3 0,-1-5-1,3-1-305,3-2 1,-4 0 0,5 5 0,-7 1 185,-5-1 1,1 1 0,-5 1 0,0 3 523,0 1 1,-2 6 127,-6-6 0,-2 10 0,-2 2 1,-4 10-12,-2 6 0,4 1 1,-3 1-268,1-1 0,2 1 0,6-1-556,0 1 0,2-3 0,4-3-322,6-7 0,3-3 901,3-2 0,-1 0 0,0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34:33.23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36 10215,'17'-8'146,"1"6"1,-1-4 0,3 4-268,3 2 1,-2-6 0,7 0-1,-3 3 58,-4 1 1,-1 2 0,-3 0 0,-1 2 93,-5 3 0,3 5 0,-8 8 0,-5-1 105,-4 0 0,-9 7 0,-9 1 0,-5 2 66,-1 4 1,6-4 0,-2 0 0,3-1-93,3-5 0,5 4 1,2-1-283,3-3 1,3-9-1,10-7 1,5-3-154,5-2 0,7 0 0,2-2 0,0-1-419,1-3 0,-3-2 0,-6 4 744,1-2 0,-1-7 0,1 3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35:38.33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70 122 10038,'-8'-9'2073,"6"1"0,-6 10-1675,8 4 1,0 3 0,0 11 0,0 3-24,0 6 1,2 4 0,2 4-1,2 4-96,-2 5 1,-2 5-1,-2 1 1,2 1-308,4-1 0,-4-6 0,3-1 0,-3-4-1682,-2-8 1,0-6-36,0-10 1,0-9 91,0-8 1,0-9 1652,0-15 0,0-3 0,0-8 0</inkml:trace>
  <inkml:trace contextRef="#ctx0" brushRef="#br0" timeOffset="367">0 105 8354,'0'-18'63,"0"7"3129,0-1-1047,0 8-1774,0-11 0,2 13 1,6-4-1,7 2-4,7-2 0,9 4 1,-2-5-1,6 1-245,5 0 1,5 0 0,6 6-1,-3 0-284,-1 0 0,-9 2 1,1 4-1,-8 5-49,-7 5 1,-13 7-1,-5 1 1,-4-1-54,-2 2 0,-16 0 1,-7 6-1,-8-3 174,-4-3 0,-6 4 0,-1-6 0,-1-2 5,0-1 1,-3-5-1,5-1 1,2-4-286,2-3 0,10-1-610,4-6 1,11-2-1,10-3-1033,12-7 2013,9-4 0,24-1 0,2-1 0</inkml:trace>
  <inkml:trace contextRef="#ctx0" brushRef="#br0" timeOffset="783">995 262 8349,'-9'-12'2204,"3"1"0,4 5-1536,2-6 1,-2 3 0,-2-5-21,-2 2 1,-1 7 0,1-5-66,-6 2 0,-3 2 1,-3 6-1,-1 0-139,-5 0 0,3 0 0,-8 2 0,-2 4-258,-2 6 0,0 5 0,2 6 0,2 6-59,-2 4 0,4 4 0,-1 2 0,5 4-324,8 1 1,5-3 0,10 4-1,4-2-90,7-5 1,11-3 0,19-6-1,5-7-214,5-9 0,11-5 0,4-8 1,4 0-369,-3 0 1,-8-13 0,-3-5-1,-8-1-2028,-7-1 2897,-19 3 0,1-1 0,-13 1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35:40.24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35 208 8043,'-11'0'787,"1"-2"641,2-4-272,2 4 1,6-7-547,0 3 1,2 2-517,4-8 0,-2 6 0,8-3 0,1-1 57,3 0 0,1 1 0,1-5 0,-1 2-47,1-1 1,-1-1 0,0 1-181,1 1 0,-1 2 1,-1-3-35,-4 1 0,-3 8 37,-3-2 0,-4 6 79,4 6 0,-4 4 100,-2 7 1,0 1 124,0-1 0,0-5 13,0 0 0,0-1 1,0 7-111,0-1 1,0-5-1,0-1 1,0 3 68,0 2 0,0-5 1,0 1-1,0 1-174,0 3 0,0 1 0,0 1 1,0-1-144,0 1 0,0-1 1,0 1-361,0-1 1,0-5-1909,0-1 2382,0-7 0,8 4 0,1-8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7:16.44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1 507 8362,'9'-7'901,"-1"3"21,-8-8 1,2 8 437,4-2 1,-4 6-772,4 6 0,-5 10 1,-1 9-1,0 2-94,0 4 0,6 2 0,0 2 0,-2 0-302,-2 0 1,-2 0 0,0-2 0,0-4-69,0-6 0,0-3 1,0-3 170,0 1 0,0-11 0,0-7-619,0-9 1,0-15 0,0-5 0,0-4 62,0-2 1,6-5 0,0-1 0,-3 2-98,-1 2 0,6 8 0,2 0 0,2-2-129,-1-2 1,7 6-1,7 3 1,2 5-47,4 2 0,2 1 1,2 2-1,2 5-58,4 1 1,-5 2 0,7 6 0,-2 0-768,0 0 1,3 0 1356,-9 0 0,4 0 0,-12 0 0</inkml:trace>
  <inkml:trace contextRef="#ctx0" brushRef="#br0" timeOffset="1">524 647 12329,'8'10'541,"4"-4"1,3-5 0,5-1-1,3 0-224,6 0 1,4 0 0,2 0 0,0-1-57,0-5 0,-2 2 1,-2-8-1,-4-1-228,-2-3 0,-1 4 1,-7 1-1,-1-3-385,-5-1 1,-3-3 0,-8 1-1,-2 1-232,-4 5 0,-5-3 1,-13 8-1,-5 2-42,-4 2 1,-4 2-1,-1 0 1,-3 4 386,2 8 0,8 0 0,4 13 0,0 0 626,0 4 0,11 4 0,0 2 1,7 0 30,5 0 0,4-6 1,8-2-1,11-2-214,14-3 1,4-5 0,9-5-1,3-6-649,1-4 1,3-2-1,-1 0 1,1-2-1124,-1-4 0,-5-10 1568,-1-7 0,1-8 0,5 4 0</inkml:trace>
  <inkml:trace contextRef="#ctx0" brushRef="#br0" timeOffset="2">1607 612 8140,'0'-12'1526,"0"1"0,0 5 1,0-6-1255,0-1 1,0 3 0,-2 0 0,-4 3-231,-5 3 1,-1-4-1,-3 2 1,-5 2-108,1 2 1,-1 2-1,1 0 1,-2 2-77,-3 4 1,-5 10-1,6 9 1,2 2 121,1 4 0,5 2 0,3 2 0,6 0-2,4 0 1,4-6 0,4-2 0,8-4-81,7-7 0,6-6 0,10-10 0,2-2-48,2-4 0,-1-10 0,-5-9 1,0-2 44,0-4 1,-2-2 0,-2-4 0,-4-2 201,-1-2 0,-3-7 0,-6 1 0,1-5 38,-1-6 1,1 3-1,-3-3 1,-3 6-59,-6 5 1,2 6-1,-3 12 1,-1 6-137,-2 4 0,-4 11 47,-4 8 1,3 10 0,-9 13-1,-2 6 85,-1 4 0,-3 10 0,1 3 0,-1 7 303,1 5 1,1-4-1,3 4 1,3-3-296,2-3 1,3 2 0,5 1-1,0-1-354,0-3 1,13-16 0,5-2 0,3-6-648,4-6 0,-4-9 1,9-7-1,1-5-730,2-5 0,-4-7 1649,0-11 0,-8-4 0,4-8 0</inkml:trace>
  <inkml:trace contextRef="#ctx0" brushRef="#br0" timeOffset="3">2376 507 8176,'0'-17'1473,"0"-1"-830,0 1 0,0 5-297,0 1-435,0 7 1,-8 10-1,-4 11 426,-3 2 1,-3 9 0,3 1-1,1 4 158,3 2 1,5 0-1,-4-1 1,2 1-94,4 0 1,4-2-1,6-2 1,8-5-256,7-7 0,6 0 0,8-13 0,0-2-276,0-2 0,0-10 0,0-5 0,0-9-232,0-7 0,-8-4 0,-4-4 1,-3-1 78,-3-3 1,-7 0 0,-4 6 0,-4 2-137,-2 4 0,0-2 0,-2 10 0,-2 3-6,-2 5 0,-8 9 1,5 0-268,-1 8 0,0 5 1,6 11-1,-1 1 691,1 2 0,4 3 0,5-3 0,5-4 0,8 7 0</inkml:trace>
  <inkml:trace contextRef="#ctx0" brushRef="#br0" timeOffset="4">3249 525 12375,'0'-12'939,"0"0"0,-2 9-1006,-4-3 1,-4 4 0,-7 2 0,-2 0 83,-5 0 0,3 8 0,-6 5 0,0 7 204,-1 3 0,7 10 0,-2 0 0,5 6-84,7-1 0,3 5 0,8-2 0,2-4-243,4-6 0,9-2 0,10-12 0,3-7-211,3-6 1,7-4 0,3-2 0,0-6-225,2-9 0,-6-6 0,5-9 0,-1 1 250,0-5 0,-1 6 0,-7-4 0,-1 1 217,-3 0 1,0-2 0,4 2 0,-4 2-7,-6 1 0,-3 3 0,-3-4 0,0 2 55,1-2 1,-1-2 0,-1-2 0,-3 0 56,-1 0 0,-8-2 0,2 1 1,-4-1 139,-2 4 1,0 9-1,0 1 1,0 4 127,0 1 1,-8 9-1,-4 3-102,-3 4 0,3 10 0,1 5 0,-3 9 2,-2 7 1,-1 4 0,1 2-1,3 1 212,1 5 0,3 4 0,-3 9 0,4 2 24,0 3 1,6 1 0,-3-2 0,3 4-266,2 0 0,2-2 0,1-7 0,5-1-460,2 1 0,4-15 0,7-7 1,2-7-378,-2-9 0,-1-9 1,-3-2-1,1-8-376,-1-8 0,-7-9 0,-2-4 0,-2-2 1042,-1-4 0,-7-10 0,-7-4 0</inkml:trace>
  <inkml:trace contextRef="#ctx0" brushRef="#br0" timeOffset="5">3511 455 8176,'12'-12'3249,"-1"3"-2556,3 1 1,1 0 0,3 4 0,1-4-495,4-1 1,-1 3-1,7-6 1,4 1-1000,6 1 1,-2-4-1,5 7 1,-1-1 799,0 0 0,7-6 0,-3 5 0</inkml:trace>
  <inkml:trace contextRef="#ctx0" brushRef="#br0" timeOffset="6">4349 507 8053,'0'-17'1339,"-2"7"1,-2 6 0,-3 8-1099,-3 8 0,6 9 1,-2 4-1,4 1-274,2-1 1,0 4 0,0-6-1,0-1-509,0-3 1,0-2-1,0 1-2795,0-1 3337,0-7 0,8-2 0,2-8 0</inkml:trace>
  <inkml:trace contextRef="#ctx0" brushRef="#br0" timeOffset="7">4471 210 7980,'0'-17'0,"-2"1"0,-1 3 3754,-3 1-4591,0 8 0,8-2-2549,4 12 3386,-4-4 0,13 14 0,-5-7 0</inkml:trace>
  <inkml:trace contextRef="#ctx0" brushRef="#br0" timeOffset="8">5118 577 7996,'5'-17'6,"1"-1"197,-2 1 1,-2 5-1,-4 2 403,-4 3 0,-3-5 0,-9 6 0,1 2-282,-1 2 1,-5 2-1,-2 2 1,-1 4-183,1 6 0,0 3 1,4 5-1,-3 1 165,3 2 0,2 8 1,1-2-1,3 6-18,3 6 1,-2-2 0,9 6 0,1-5-329,2-7 0,11 0 0,7-7 0,7-3-185,4-4 1,3-5 0,6-14-1,3-4-385,2-8 0,6-7 0,-7-16 1,-1-2 215,-2-4 1,-10 3 0,-4-9 0,-5 0 362,-6 3 1,-5-5 0,-11 9 0,-7 3 139,-13 6 0,-14 5 0,-9 11 0,-3 3 97,-3 6 0,1 14 0,-2 10 0,-1 9-128,3 6 0,5 9 1,18 3-1,6 2-635,3-1 1,11-1-1,5 1 1,8-7 94,7-8 1,15-7-1,7-11 1,5-3 460,1-2 0,6-10 0,-1-8 0</inkml:trace>
  <inkml:trace contextRef="#ctx0" brushRef="#br0" timeOffset="9">5572 490 11174,'-2'-8'1983,"-4"10"-1666,-6 14 0,3 3 0,-3 10 0,0 2-256,3 2 1,1 2 0,8 0 0,0 0 6,0 0 0,0-8 0,0-4 1,2-3-181,4-3 0,3-7 0,9-4 0,1-4-199,4-2 0,-1-2 0,7-6 1,0-8 53,-2-5 1,6-8 0,-6 4-1,2-1 48,1 1 1,-9-4 0,2 6-1,-3 1 200,-3 3 1,-7 7 0,-3 3 82,1 1 1,-8 2-1,2 8 1,-8 6 126,-3 9 1,-1 3 0,-2 7 0,6 0-273,5 0 1,2-3 0,7 3 0,10-2-479,9-4 0,21-3 0,11-7 549,7-5 0,19-4 0,4-2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0:57:16.473"/>
    </inkml:context>
    <inkml:brush xml:id="br0">
      <inkml:brushProperty name="width" value="0.2" units="cm"/>
      <inkml:brushProperty name="height" value="1.2" units="cm"/>
      <inkml:brushProperty name="color" value="#00A0D7"/>
      <inkml:brushProperty name="inkEffects" value="pencil"/>
    </inkml:brush>
  </inkml:definitions>
  <inkml:trace contextRef="#ctx0" brushRef="#br0">70 246 12238 260088 49643,'-18'11'201'0'0,"1"1"1110"0"0,7-8 917 0 0,-5 4-576 0 0,13-8-883 0 0,-6 0-600 0 0,24 0 1 0 0,-3-2 0 0 0,18-2-70 0 0,6-2 1 0 0,6-6 0 0 0,9 4-1 0 0,3 1-81 0 0,3-1 0 0 0,12-6 1 0 0,11 5-1 0 0,6-3 92 0 0,7 0 0 0 0,-3 9 0 0 0,6-5 1 0 0,0 2 3 0 0,0 0 0 0 0,-4 0 0 0 0,4 6 1 0 0,0 0-132 0 0,0 0 1 0 0,-43 0 0 0 0,1 0 0 0 0,5 0 0 0 0,2 0 0 0 0,3 0 0 0 0,2 0-127 0 0,1 0 1 0 0,2 0 0 0 0,6 0 0 0 0,3-2 0 0 0,2 0 0 0 0,1-1-1 0 0,5-3 1 0 0,3 0-12 0 0,5-2 0 0 0,2 0 0 0 0,-6 0 0 0 0,0 1 0 0 0,8 0 0 0 0,0 0 0 0 0,-3 1 0 0 0,0 1 117 0 0,-1-2 1 0 0,0 0 0 0 0,-1 0 0 0 0,0 0 0 0 0,1 0 0 0 0,-1 1 0 0 0,0 1 0 0 0,0 0 210 0 0,-2 1 0 0 0,-2 0 1 0 0,-3-2-1 0 0,-1 1 0 0 0,-2 1 1 0 0,-1 2-1 0 0,0 0 0 0 0,-1 0 186 0 0,-1 1 1 0 0,-1 0-1 0 0,-5 1 1 0 0,-1 0 0 0 0,-3 0-1 0 0,-2 0 1 0 0,-4 0 0 0 0,-2 0-283 0 0,-3 0 0 0 0,-2 0 0 0 0,0 3 0 0 0,-1 0 0 0 0,-4 0 1 0 0,-1 0-1 0 0,-1-1 0 0 0,-1 0-353 0 0,41 0 0 0 0,-14-2 0 0 0,-3 0 0 0 0,-8 0-107 0 0,-8 0 1 0 0,-5-2 0 0 0,-7-2-884 0 0,-5-2 483 0 0,-12 0 1 0 0,-15 6-990 0 0,-20 0 1770 0 0,-4 0 0 0 0,-15 0 0 0 0,8 0 0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0:57:16.4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3756 373 8180,'-6'-18'1007,"0"1"0,-2 7-651,2 4 0,4 12 1,-5 8-1,1 9-16,0 12 1,0 4 0,4 11-1,-2 5-265,-2-1 0,1 6 0,5-4 1,0-5-131,0-8 0,0-7 0,0-3 0,0-3-1288,0-7 503,0-12 0,5-11 1,1-11 839,-2-5 0,-2-9 0,-2-2 0</inkml:trace>
  <inkml:trace contextRef="#ctx0" brushRef="#br0" timeOffset="1">3459 321 8405,'0'-18'635,"0"1"1,0 5 0,0 0-42,0-1 1,7-1 0,5 1 0,5 1-402,7-2 0,5-1 0,14-3 0,7 3-86,6 3 1,10 4-1,-4 8 1,2 2-66,0 4 0,-7 6 0,-1 11 0,-9 8-193,-13 8 0,-8 11 0,-15 12 1,-5 4 56,-4 6 1,-17 2 0,-9-4 0,-9 2 93,-7 3 0,-5-5 1,-7 0-1,-1-10 157,1-5 0,-1-3 1,-1 0-1,0-1-60,1-5 1,-3-11 0,11-11-1,3-5-299,7-2 1,8-7 0,11-6 0,3-8-351,1-8 0,8-5 1,-2-6 551,4-6 0,10-4 0,2-2 0</inkml:trace>
  <inkml:trace contextRef="#ctx0" brushRef="#br0" timeOffset="2">4559 635 8153,'-12'0'970,"1"0"1,1 2-1,-4 4 1,5 7-471,1 9 1,-4 5 0,4 8 0,1 2-361,-1 3 1,2-1-1,4 6 1,-2-5-405,-2-7 0,1 0 1,5-9-1,2-5-811,3-5 0,5-7 0,8-10 1075,-1-9 0,0-7 0,1-16 0</inkml:trace>
  <inkml:trace contextRef="#ctx0" brushRef="#br0" timeOffset="3">4559 268 8913,'-8'-17'2348,"6"-1"-2237,-4 1 0,6 7-111,6 4 0,12-4 0,9 1 0</inkml:trace>
  <inkml:trace contextRef="#ctx0" brushRef="#br0" timeOffset="4">4943 705 8533,'0'-18'2604,"0"7"-1976,0-1 1,0 10 0,0 2-189,0 10 1,0 5 0,0 7 0,0 5-351,0 8 1,0 4-1,0-5 1,0 1-157,0 0 1,0-6 0,0-1 0,2-3-185,4-4 0,-2-9 0,7-8-6,3-8 1,1-8 0,1-9 0,-2-4 11,-3-3 0,1-3 1,5-7-1,1-3-27,-1 2 0,7 2 0,-1 4 1,-2 2 96,-1 2 0,3 2 1,0 0-1,-2 7 234,-1 7 1,-3 9-1,-1 0 151,-4 8 0,-5 13 0,-7 12 1,0 6 220,0 6 0,0 2 0,0 5 0,-2-3-74,-3-2 1,1-3 0,-6-7-1,2-4-108,4-5 0,2-5-235,2-1 0,2-11 0,4-7 0,6-11-263,3-11 1,9-5 0,-1-10 0,0-2 25,2-1 0,-3-1 1,5 6-1,0 0 28,0 0 1,-5-4-1,1 3 1,-4 4-156,-1 5 0,-3 10 0,-1 5 105,-3-1 1,-7 7 0,2 6 241,-4 9 0,-2 9 0,0 3 0,0 5 403,0 1 1,0 2 0,0 8-1,0 1-141,0 3 1,0-6 0,0-6 0,0 0-445,0-1 1,2 1 0,2-10 0,4-5-485,1-5 1,5-3-1,7-8-1488,3-4 2156,-1-3 0,2-17 0,2-1 0</inkml:trace>
  <inkml:trace contextRef="#ctx0" brushRef="#br0" timeOffset="5">6061 792 8054,'0'-12'1067,"0"1"-818,0-3 0,8 6 0,3 1 0,5 1 116,1 0 0,3-2 0,3 4 0,4-1-391,0 1 1,6-4-1,-6 0 1,2-2-191,1-3 1,-11 3 0,0-1-1,-7-3-141,-4-2 0,-2-1 0,-8-1 249,-4 1 1,-10 1 0,-9 5 0,-2 5 273,-4 4 0,0 2 1,0 0-1,2 4 11,-2 8 1,3-1-1,1 14 1,4 1 106,7 3 0,7 4 1,9 4-1,0 1-50,0 3 1,4 0 0,5-8-1,11-2-182,5-2 0,6-9 1,8-1-1,4-7-232,1-5 1,-3-1-1,4-8 1,-3-4-281,-3-5 1,-4-7 0,-6-3 0,-6-4-1532,-3-2 1991,-3-3 0,1-4 0,-1-1 0</inkml:trace>
  <inkml:trace contextRef="#ctx0" brushRef="#br0" timeOffset="6">6794 530 8270,'0'-17'1671,"0"-1"-234,0 1 1,-2 7-1323,-3 4 0,3 6 0,-6 8 0,2 9-105,0 11 1,-5 5 0,5 3 0,0 3-21,-2 2 0,6 6 1,-4-7-1,4-1-74,2-2 0,0-4 0,0-4 1,2-6 31,4-3 0,6-11 0,9-3 0,4-6-14,3-6 1,-5-5 0,4-12-1,0-7-80,0-3 0,-3-3 0,3-1 0,-2 0 16,-4 4 1,-1 2 0,-5-2 0,-1 2-275,-2 2 1,-9 7 0,3-1-387,-4 4 751,-2 9 1,0 10-1,-2 12 1,-2 5 415,-1 6 1,-1 3-1,6 5 1,0-2 23,0 2 0,0 2 1,0 0-1,2-2-194,3-2 1,5-8 0,8 2-1,-1-3-507,1-3 1,1-7 0,2-4 0,5-6-513,1-6 0,2-4 1,6-9 811,0-4 0,0-4 0,0-8 0</inkml:trace>
  <inkml:trace contextRef="#ctx0" brushRef="#br0" timeOffset="7">8017 443 8118,'0'-18'183,"-2"1"0,-2-1 472,-2 1 1,-7 1 0,1 5 0,-4 5-437,-1 4 1,-1-4-1,1 0 1,0 2-228,-1 3 0,-5 6 1,-2 3-1,-1 2-97,1 3 0,2 3 0,5 1 0,1 1 103,-1-1 0,9 1 1,3-1-1,4 1 180,2-1 1,0-5 0,0-1 0,0 3 49,0 2 1,10-5-1,5 1 1,7-1-192,-1-1 0,0 6 0,1-7 1,1 3-308,-2 0 0,-1-1 1,-3 7 105,1-1 0,-9 1 1,-3 1-1,-4 2 93,-2 3 1,-8-1 0,-3-5 0,-7-1-47,-5 0 0,1-1 0,-5-2 0,0-5-204,0-1 1,6-2-1,-3-8 1,5-2-1354,1-2 1674,1-7 0,0-5 0,-1-9 0</inkml:trace>
  <inkml:trace contextRef="#ctx0" brushRef="#br0" timeOffset="8">8384 478 8101,'-10'0'1308,"-6"0"0,9 13 0,-5 7 0,4 3-1193,0 2 1,4 6 0,-5-2 0,1 4-492,4 2 0,2-2 1,2-4-1,0-5-2047,0-5 2423,0-1 0,8-1 0,2 0 0</inkml:trace>
  <inkml:trace contextRef="#ctx0" brushRef="#br0" timeOffset="9">8506 111 8101,'-10'-2'745,"2"-2"1730,1-2 1,5-1-1567,-4 1-909,4 4 0,2-6 0</inkml:trace>
  <inkml:trace contextRef="#ctx0" brushRef="#br0" timeOffset="10">1537 581 8323,'0'-17'-70,"0"0"1,1 1 0,3 2-178,2 3 1,2-1 0,-4-5-1,2-1 606,-2 1 0,-1 5 0,1 0 0,4-1 180,2-3 0,-6-1 1,3 1 270,1 5 0,-4-5 551,8 5-952,-8 3 0,3 8 0,-7 11 0,0 5 102,0 1 0,0 9 0,0 3 0,0 4-388,0 2 1,-5-2 0,-1-2 0,2-2-61,2 2 0,2-6 1,2-2-1,2-3-229,2-3 0,13-5 0,0-2 0,7-3-214,5-3 0,2-2 0,2-4 1,1-4-73,5-5 0,-4 1 1,2 0-1,-6 1-216,-4-1 1,-8 4 0,3-4 0,-5 3 667,-2 3 0,1-14 0,-1-1 0</inkml:trace>
  <inkml:trace contextRef="#ctx0" brushRef="#br0" timeOffset="11">2026 250 8209,'0'-18'1636,"0"7"-557,0-1 0,0 10-707,0 2 1,0 10 0,0 13 0,-2 8-72,-4 8 0,2 7 0,-6 15 0,0 6-240,1 7 1,3 4-1,-4-4 1,1 1-490,-1-1 0,6-4 0,-2-8 0,4-12-2596,2-13 3024,0-10 0,8-9 0,2-1 0</inkml:trace>
  <inkml:trace contextRef="#ctx0" brushRef="#br0" timeOffset="12">35 599 8107,'-12'0'1523,"0"0"269,8 0-779,-3 0 0,9-8-541,3-3 0,5-3 0,6 0 1,-3 3-227,-1-3 1,0 4 0,5-1 0,2-3-275,5-1 1,-5-1 0,6 3 0,-1 1-236,-1-2 0,8 7 0,-2 1 0,2 4-154,-2 2 1,2 4 0,-7 5-1,-5 9 355,-5 1 0,-7 8 0,-7 3 0,-2 4 232,-3 7 1,-7 4 0,-11 5 0,-7-1 85,-2-3 0,-3-1 0,0 4 0,-2-5-15,-4-1 1,10-2 0,-2-6 0,6-2 23,5-4 0,3-4-270,2-8 1,9-7 0,8-4 0,11-4-44,11-2 0,-1 0 0,8 0 0,4-2-36,6-4 0,0-2 1,4-5-1,-3 3-104,-1 2 0,-12 0 1,8 5-1,-2-3-278,0 2 1,0 2 0,-4 2-1,-5 0 466,-5 0 0,-2 8 0,1 1 0</inkml:trace>
  <inkml:trace contextRef="#ctx0" brushRef="#br0" timeOffset="13">960 1088 6864,'0'-10'1695,"0"2"-1695,0 8 0,0-7 0,0-3 0</inkml:trace>
  <inkml:trace contextRef="#ctx0" brushRef="#br0" timeOffset="24">9100 670 8250,'0'-18'315,"5"7"422,1-1 1,2 0-228,-2-5 1,-4-1-1,4 1-247,-5 0 0,-1 5 1,-1 0-106,-5-1 0,-4 5 0,-7 2 1,-3 4-269,-3 2 0,-4 8 0,-8 4 0,0 3-117,0 3 0,2 5 0,2 2 0,4 2 94,1 4 0,3 2 0,8 2 0,3-2 152,6-4 0,4 2 0,6-7 0,6-3 97,7-2 1,10-3 0,-1-4-1,1-7 84,4-3 1,0-2-1,0-2 1,-4-5-144,-2-11 1,5 1 0,-7-9 0,-4 1-101,-5-4 0,-1-2 0,-7 0 0,-2 2-217,-2-2 1,-4 6-1,-4-1 1,-7 5-287,-9 4 1,1-3-1,-8 14 1,0 2-1642,2 3 2187,-6 8 0,5 11 0,-6 9 0</inkml:trace>
  <inkml:trace contextRef="#ctx0" brushRef="#br0" timeOffset="25">9466 513 11374,'0'17'469,"0"1"1,-2 1-1,-2 4-315,-1 6 1,-7 6 0,6 4 0,0 2-339,-1-2 1,5-4 0,-2-6 0,8-6-12,7-4 0,5-9 1,3-4-1,5-8-46,5-10 0,9-3 0,3-18 1,-2-4 169,-2 0 1,-2 0 0,-2 2-1,-4 0 224,-6 0 0,-3 2 0,-5 4 1,-3 6 254,-6 4 1,1 7-320,-1 0 0,-6 10 0,-8 2 0,1 12-204,-1 9 1,-4 7 0,4 6 0,1 3-67,-1 4 0,2-4 0,8 6 1,2-3-120,2 1 1,13-2-1,1-8 1,5-4-100,6-2 1,2-9 0,4-10 0,2-4-207,1-2 0,7-8 605,-6-4 0,7-11 0,-3-4 0</inkml:trace>
  <inkml:trace contextRef="#ctx0" brushRef="#br0" timeOffset="26">10759 635 8170,'0'-18'185,"0"1"292,0-1 0,0 1 0,0 0 628,0-1 0,5 6-1060,1 1 1,-2 5 0,-10-4-154,-5 3 0,-5 1 1,-3 6-1,-3 0 6,-1 0 0,-8 0 0,2 2 0,-2 3 148,2 7 1,-4 9-1,4 5 1,-2-1 109,2 0 0,3 6 0,9-2 1,-1 4-21,1 2 1,7 0 0,4 0 0,5-2-141,1-4 1,7-4 0,7-9 0,7-4-169,8-7 1,4-3 0,2-4 0,0-5-28,0-11 0,0 1 1,-2-9-1,-4 3 142,-6 0 0,-3-6 1,-3 5-1,-1 3 142,-5 2 1,-1 1 0,-6 1 46,2-1 1,-2 9-1,-10 3 1,-4 6-114,1 6 0,-7 5 1,6 13-1,1 3-242,3 0 0,4 6 1,2-6-1,0 2-58,0 0 0,8-7 0,5 1 0,7-4-174,3-1 0,8-9 0,0-3 1,6-4 454,4-2 0,-1-8 0,-5-1 0</inkml:trace>
  <inkml:trace contextRef="#ctx0" brushRef="#br0" timeOffset="27">11230 757 8579,'18'-2'608,"-1"-4"1,3-1 0,3-9 0,6 1-437,4-5 1,10-9 0,3-2 0,5-6-244,1-4 1,-7-7 0,-5 1 0,-3-3-9,-2-3 0,-8 1 0,-5 0 1,-9 1 33,-7 5 1,-4 5-1,-4 10 1,-4 6 186,-5 5 0,-5 7 0,-3 13 0,-5 2-97,-5 3 0,2 13 1,-2 13-1,0 8 56,2 7 0,0 1 0,5 3 0,-1 5 34,2-1 1,7 8-1,4 0 1,3 2-38,3 0 1,4-2-1,6 0 1,7-9-159,8-11 0,7-7 0,7-7 0,-1-11-23,1-9 0,0-6 0,0-4 0,0-6-187,0-9 0,0-9 0,0-9 0,-2 1-53,-4-1 1,4 0-1,-4 0 1,2 0 145,-2 0 0,2 2 0,-7 2 0,-3 6 156,-2 5 1,-1-5 0,-1 13 0,1 5 28,-1 3 1,-5 4 159,0 0 0,-3 7 1,3 5-1,-6 4 287,-4 1 1,-2 6 0,0 3 0,2 1-34,3 4 1,-3-4 0,4 0 0,-2 0-251,2 0 1,-4-5-1,6-1 1,-3-5-815,1-5 0,8-1-472,-3 2 0,5-5-470,1-7 1,-5 0 1583,0 0 0,-8 8 0,3 2 0</inkml:trace>
  <inkml:trace contextRef="#ctx0" brushRef="#br0" timeOffset="28">12383 146 7983,'-10'-18'2,"0"1"0,7-1 952,-3 1 0,0 5 666,6 1-1632,0 7 1,0-2-208,0 12 0,2 2 0,2 5 219,2-1 0,-1-1 0,-5 7 0</inkml:trace>
  <inkml:trace contextRef="#ctx0" brushRef="#br0" timeOffset="29">12732 59 8009,'0'-18'347,"0"1"456,0-1 1,0 12-193,0 12 0,0 6 0,0 17 0,0 4-297,0 6 1,0 7-1,0 12 1,0 7-129,0 2 1,0 5 0,0 2 0,0 2-31,0-3 1,0-3-1,0-8 1,0-9-330,0-11 1,6-7-1,2-7-577,1-11 0,-3-7 1,4-12-303,-2-4 0,-2-6 0,-6-9 1052,0-2 0,-8-8 0,-2 3 0</inkml:trace>
  <inkml:trace contextRef="#ctx0" brushRef="#br0" timeOffset="30">12488 513 11235,'17'0'880,"1"0"0,-1 0-1053,0 0 1,3 0 0,3 0 0,6 0-686,4 0 1,2-6 857,0 0 0,8-8 0,1 5 0</inkml:trace>
  <inkml:trace contextRef="#ctx0" brushRef="#br0" timeOffset="31">13274 600 8780,'0'-18'2148,"0"1"-1702,0 0 0,0 9 1,0 8-264,0 9 0,0 9 0,0 3 1,0 5-139,0 1 1,0 0 0,0 4 0,0-4-51,0-2 0,5-1 1,3-7-1,2 1-34,3-1 0,3-7 1,1-5-1,3-3-145,3-2 0,-2-2 0,7-5 0,-3-9-5,-4-5 0,-1-4 1,-3 3-1,0-1 16,1 2 0,-6-5 0,-3 3 0,-1 2-175,-4 1 1,0 3 166,2-1 1,-4 11 0,3 9 417,-3 13 1,-2 10 0,0 12 0,2 6 223,4 9 1,-2 10 0,8 14 0,1 8 58,3 7 1,-10-41 0,-1 3 0,1 3 0,-2 0-1,0 0 1,0 1-185,-1-1 1,-2 0 0,-3 2 0,-2-1 0,-2-4 0,-2-1 0,-13 45 0,-8-6 1,-6-12 0,-4-5 0,-4-10-454,-1-12 1,5-17 0,-2-17-1,6-12-197,6-10 1,-2-16-1,8-15 1,2-11-587,1-10 0,10-1 0,5-9 0,7-3-184,9-5 1,12-2 0,22 4 0,11-3 467,-24 34 1,2 0 0,6-2 0,2 1 303,6-2 0,3 0 0,3 1 0,2-1 0,2 0 1,-1 1-1</inkml:trace>
  <inkml:trace contextRef="#ctx0" brushRef="#br0" timeOffset="32">2550 2520 8280,'10'-8'1465,"-2"-1"1,-8 1-730,0 8 1,0 15 0,0 16 0,-2 8-67,-4 8 1,4 9-1,-4 4 1,4 2-474,2 4 0,0-4 0,0 0 0,2-3-501,4-9 0,-2-7 0,6-14 1,0-6-1119,-1-3 590,-5-11 832,4-9 0,-16-9 0,-2-9 0</inkml:trace>
  <inkml:trace contextRef="#ctx0" brushRef="#br0" timeOffset="33">2341 2590 8196,'-8'-18'650,"-4"1"0,3-1 2839,-3 1-3148,8 0 1,0 5 0,14 2 0,9 0-324,7 1 1,11 3 0,9-6-1,7-1-1,5-3 0,-2 5 0,10-1 1,4 0 28,4 3 0,1 1 1,-7 8-1,-6 0-119,-9 0 0,-13 8 1,-16 3-1,-13 7 61,-7 5 0,-8 4 0,-7 8 0,-13-2-179,-7-4 1,-9 4 0,-3-6 0,-4 2-230,-7 1 0,0-3 1,-8 4-1,1-4 20,5-2 1,2-2 0,3-5-1,5-1-696,5 1 12,12-8 1084,19-3 0,20-7 0,17 0 0</inkml:trace>
  <inkml:trace contextRef="#ctx0" brushRef="#br0" timeOffset="34">3686 2695 8359,'-10'-18'886,"0"3"0,6 1 119,-1 2 0,-3 3 0,4-5 314,-2 3 0,-8-1-982,3-6 1,-5 9-1,-3 3 1,-4 4-241,-6 2 1,-4 2 0,-2 4 0,-2 7-58,-4 9 0,2 5 0,-4 8 0,5 2-170,5 3 1,9 3-1,1 6 1,6-3-207,5 3 1,8-5-1,16-1 1,11-4-92,8-6 1,12-12 0,3-3-1,5-11-191,1-5 1,1-2-1,-1 0 1,0 0-521,1 0 1,-9-8 0,-3-3 1137,-4-5 0,-2-9 0,0-2 0</inkml:trace>
  <inkml:trace contextRef="#ctx0" brushRef="#br0" timeOffset="35">4210 2642 8869,'5'-11'1648,"1"-1"1,-2 10 0,-10 2-1118,-5 10 1,-5 7 0,-1 6 0,-3 7-124,-3 3 1,-4 9 0,-6 5-1,2 3-364,2 3 1,1-1 0,-3-1-1,6-7-316,6-9 1,-1-2-568,15-10 0,1-7 1,10-12-1,5-10-194,5-12 1,-1-1-1,-1-8 1,-3 0-1184,3 0 2216,-6 5 0,7-19 0,-5 5 0</inkml:trace>
  <inkml:trace contextRef="#ctx0" brushRef="#br0" timeOffset="36">4157 2625 8150,'0'-18'1211,"0"1"0,0 5 1,2 3-684,4 1 1,-2 10 0,7 9 0,3 7-223,2 5 0,1 12 1,1 14-1,-1 5-228,0 4 0,1 6 0,-1-4 0,1 0-341,-1 1 0,3-9 0,-1-7 0,1-5-3266,-5-7 2173,-1-5 0,-7-23 1356,-7-10 0,-7-13 0,-11-17 0</inkml:trace>
  <inkml:trace contextRef="#ctx0" brushRef="#br0" timeOffset="37">3930 2939 8150,'-6'12'1295,"1"-1"1,-1-5 0,8 4 0,3 0-738,7-1 1,6-5 0,5 2-1,8-4-722,8-2 1,1 0 163,13 0 0,-5-16 0,13-3 0</inkml:trace>
  <inkml:trace contextRef="#ctx0" brushRef="#br0" timeOffset="38">175 2799 10422,'0'-11'946,"0"-1"0,8 1 0,4-7 0,3 1-642,3-1 0,1 1 0,2-1 1,5 1-65,1-1 1,2 3 0,6 1 0,-2 4-182,-4 3 1,2 1-1,-8 8 1,-1 4-181,-3 5 1,-3 13 0,-5 5 0,-5 4-150,-4 2 0,-12 5 1,-5 3-1,-9 2 96,-3 3 1,-2-3 0,-4-1 0,0 1 228,-2 0 0,4-5 0,-8 5 0,6-2 244,4-4 1,2-8 0,-2-2 0,8 0-239,7-2 1,6-2-1,8-7-177,0-1 0,14-1 0,5-5 0,7-5-61,5-4 0,2-10 1,2-1-1,0-3-337,-1 0 1,1 1-1,-2-5 1,-2 3-316,-1 1 0,-3 8 1,2-2-1,-6 4 829,-4 2 0,-1-7 0,-1-3 0</inkml:trace>
  <inkml:trace contextRef="#ctx0" brushRef="#br0" timeOffset="39">1118 3393 9835,'-9'0'8034,"1"-2"-8294,8-4 260,8 5 0,1-15 0,9 6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4:34.9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873 140 8109,'-9'-7'473,"-7"-1"0,6-6 0,-1 5 247,-1 1 1,1-4 0,-7 4 0,1-1-391,-1-5 0,-7 1 0,-6-1 0,-8 4-194,-8 3 1,-5 1 0,-6 6 0,-4 2-66,0 4 1,0 11-1,5 12 1,1 6-144,6 6 0,5 11 1,10 12-1,4 4-150,8 2 0,7 0 1,16 2-1,4 3 136,8 7 1,15 1-1,19 1 1,7-5-127,5-1 1,6-8 0,10-12 0,3-8-47,3-11 0,0-16 1,3-5-1,-2-12-8,3-10 0,-6-16 0,-5-14 1,-7-13 139,-8-9 0,-3-8 0,-7-10 0,-7-2 124,-12 3 0,-15-7 0,-8 0 0,-8-1 259,-10-1 1,-9 9 0,-22-1-1,-9 8-113,-11 8 0,-8 9 0,-9 7 0,-7 5-389,-2 10 1,-1 13-1,5 10 24,3 8 0,-3 13 0,5 11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4:36.2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 13310,'8'17'350,"-6"-5"0,3 0-270,-3 1 0,0 3 1,2 1-1,2 1-155,-2-1 1,-2 1 0,-2-1 0,0 1-260,0-1 0,0 1 0,2-1-24,4 0 1,3-1 0,9-2 0,-1-5 0,1-1 0,5-2 1,0-6-1,1 0-36,1 0 1,-6 0 0,4 0 0,-3 0-554,-3 0 1,1-6 945,-1 0 0,1-7 0,-1 3 0</inkml:trace>
  <inkml:trace contextRef="#ctx0" brushRef="#br0" timeOffset="267">315 18 9941,'-9'2'881,"3"6"1,4 8-568,2 5 1,0 10 0,0-2 0,0 4-324,0 2 1,0 2 0,2 2 0,2 2-441,1-3 0,3 3 1,-4-4 448,2-4 0,7-2 0,-3 4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4:40.91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105 228 8187,'0'-12'1021,"-2"3"514,-3 1 0,1 2-984,-8 6 0,8 4 0,-2 6 0,4 9-386,2 6 1,0 10 0,0 10 0,0 3-190,0 7 1,0 9-1,2 2 1,2 5-133,2 5 1,0 0-1,-6-8 1,0-4-701,0-6 0,6-13 1,-1-10-42,-1-10 0,0-16 0,0-10-458,2-15 0,0-17 1355,-6-14 0,8-3 0,1-2 0</inkml:trace>
  <inkml:trace contextRef="#ctx0" brushRef="#br0" timeOffset="300">1 280 8187,'0'-11'799,"0"-1"-117,0-2 0,0 5 1,1-1-1,3 0-240,2 1 0,8 5 1,-1-4-1,7 2-250,3 0 1,8 1-1,-2 5 1,4 0-147,2 0 1,-6 0 0,0 0-1,0 1-205,-1 5 1,-3-2-1,-8 8 1,-1 3-86,-5 7 1,-1-3-1,-6 6 1,0 1 81,-6 3 1,-2 2 0,-11 0 0,-5-2 44,1 2 0,-6-6 0,-1-2 1,-1-3-45,-4-3 1,4-1 0,0-5 0,2-5-163,3-4 0,3-2 1,3-2-1,3-2-373,1-1 1,8-9-1,-2 0 1,6-3 695,6-1 0,4-3 0,7 4 0,1-10 0</inkml:trace>
  <inkml:trace contextRef="#ctx0" brushRef="#br0" timeOffset="666">594 368 9430,'0'-18'1782,"2"7"-1397,4-1 1,4 8-1,5-4 1,-1 2-277,-2 1 1,-1-3 0,7 4 0,1-4-211,4-1 0,-3 3 1,3-6-1,-6-2-113,-5-1 1,4-3-1,-7 1 1,3 0-54,0-1 0,-8 1 1,1-1 89,-3 1 0,-4 5 0,-3 2 0,-7 3 97,-4 3 1,-3 2 0,-2 2-1,-5 2 19,-1 4 1,4 3-1,-4 11 1,2 1 112,3 2 1,3 8 0,3-2 0,5 4 170,5 2 1,4 6-1,2 0 1,2-2-211,4-2 0,5-8 1,13-4-1,5-4-413,4-5 1,9-5 0,3 1 0,0-6-404,-5-4 0,-3-16 803,-2-3 0,-8-12 0,-1 1 0</inkml:trace>
  <inkml:trace contextRef="#ctx0" brushRef="#br0" timeOffset="1033">1101 106 8119,'9'0'886,"-1"7"1,-8 5 0,0 4-471,0 1 0,0 8 0,0 4 0,0 4-241,0 2 1,0 0 0,0 0-1,0-2-140,0-4 1,0-3 250,0-9 0,0-9 0,0-8-316,0-10 0,0-11 0,0-5 0,0-1-15,0-4 1,0 4 0,0-2 0,2 0-14,4 2 0,-4-4 0,4 5 0,-2 1-375,1 0 1,-1 0 0,8 3 0,2 1-35,1 6 0,3-3 1,-1 8-1,0 1-253,1 3 0,5 4 0,2 2 0,1 2 720,-1 4 0,6-4 0,-4 5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4:39.63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113 455 8468,'-8'-10'1925,"6"-5"1,-8 7-1454,4-4 1,3 12 0,-7 12 0,2 5-392,4 7 1,-4-3 0,3 10 0,1 4-305,2 4 0,2 2 0,0-6 1,0-1-278,0 1 1,0 0 0,0-2 0,2-4-1264,4-5 0,3-7 1763,9-5 0,-1-12 0,1-10 0</inkml:trace>
  <inkml:trace contextRef="#ctx0" brushRef="#br0" timeOffset="183">78 36 8115,'-18'-2'1863,"1"-4"1,5 2-585,1-7 1,5 7-1249,-6-2 0,10 4 1,2 2-818,10 0 0,3 8 0,3 1 1,-1 1 785,5-4 0,9 4 0,-2-1 0</inkml:trace>
  <inkml:trace contextRef="#ctx0" brushRef="#br0" timeOffset="533">549 385 8817,'0'-17'1833,"0"5"-1372,0 0 1,0 7-1,0-7-4,0-2 0,0 5 0,-2-1-416,-3 2 0,1 0 0,-8 4 0,-2-1-369,-1 1 1,-5 2-1,-1 4 1,-2 4 108,2 5 1,3 5 0,4 1 0,5 1 78,1-1 0,-4 6 0,7 1 0,3-3 172,5-2 0,7 5 0,10 1 1,1 0 85,2 0 1,6 1-1,-3-5 1,1 4-12,4 2 1,-6-3 0,-2 3 0,-5-2-10,-7-4 0,-3 7 0,-8-1 0,0 0-14,0-4 0,-13-9 0,-7-5 0,-5-1-299,-6-4 1,-2-2-1,0-4 1,2-4 214,2-5 0,7-13 0,-3-3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4:37.56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158 175 8115,'-8'-10'996,"6"4"1,-3 12-1,3 6-630,2 3 0,0 11 0,0 3 1,0 4-294,0 2 1,2 5 0,1 3 0,3 2-75,-2 3 0,0 3 0,0-1 1,2-1-396,-2-3 1,3-7-1,-1 0 1,-2-8-650,-2-8 1,-2-3-1,2-5 1045,4-3 0,4-12 0,7-10 0</inkml:trace>
  <inkml:trace contextRef="#ctx0" brushRef="#br0" timeOffset="334">18 227 8372,'-7'-9'1238,"5"-1"-621,-4 4 0,4 2 0,2-7-388,0-3 0,8 4 0,3-1 1,7-3 30,5-1 0,-2-3 0,9 1 0,1-1-142,2 1 0,3 1 0,3 3 1,4 3-257,2 2 0,-7 2 0,5 6 0,-4 0-11,-4 0 0,2 14 0,-14 5 0,-4 8-161,-5 10 0,-6 0 0,-8 8 1,0-3 18,0-3 1,-10-2 0,-6-2 0,-7 0 73,-4 0 0,-2-8 1,-6-6-1,-2-7-75,-4-8 1,5 2 0,-3-3 0,6-1-465,4-2 0,7-4 756,-1-4 0,11-3 0,5-9 0</inkml:trace>
  <inkml:trace contextRef="#ctx0" brushRef="#br0" timeOffset="718">1154 280 8129,'0'-18'698,"0"1"0,0-1-129,0 1 0,0 5 0,-2 2-115,-4 3 0,2 1-265,-8 6 1,-1 0-1,-9 0-6,-1 0 1,-8 2-1,2 4 1,-4 5-164,-2 5 1,-2 9 0,-2 4 0,-1 4 10,1 2 1,8 2 0,4 4-1,3 3-34,9 1 0,5 5 1,10-3-1,4 1 19,8-1 0,9-4 1,20-8-1,5-2-405,5-4 0,7-12 0,0-9 0,-2-2-310,-1 0 0,-5-2 0,-3-10 0,-8-6-629,-8-3 0,-8-9 1328,-11 1 0,3-16 0,-5 2 0</inkml:trace>
  <inkml:trace contextRef="#ctx0" brushRef="#br0" timeOffset="1408">1677 367 8542,'-7'-10'1821,"5"1"-734,-4 3 0,4-4-880,2-7 0,0 5 0,0 0-23,0-1 0,2 3 1,4 0 87,5 3 1,5-5-1,1 6 1,1 2 54,-1 2 0,1 2 1,-1 0-64,1 0 1,-1 8 0,-1 4-1,-3 3-48,-1 3 0,-8-1 0,2 1 0,-4-1-357,-2 1 1,-2 5 0,-2 2 0,-4 0-143,-2 1 1,-1 5 0,-9-2-1,-1 2 285,-2-2 0,5 2 0,7-6 0,-1 0 50,2 1 1,-3 3 0,7-6-47,2-2 1,12-7-1,7-4 1,8-3-201,5-3 0,3-2 0,7-4 0,3-2-486,-2-1 1,4-1 0,-3 6 0,-1 0-3169,-2 0 3848,-2 0 0,0 0 0,0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4:43.08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71 714 8827,'-8'-10'2125,"6"1"-1522,-4 3 1,2 4-344,-2-4 1,4 14 0,-3 7 0,3 9-19,2 3 1,0 10-1,0 9 1,0 5-214,0 1 1,0 6-1,0 4 1,0 3-64,0 1 1,0 3 0,0-12 0,0-7-605,0-7 0,0-2-742,0-7 0,0-12 99,0-22 0,2-22 1281,3-12 0,-3-5 0,6 4 0</inkml:trace>
  <inkml:trace contextRef="#ctx0" brushRef="#br0" timeOffset="300">1 749 8172,'0'-17'619,"0"-1"1,0 1 0,0-1-274,0 1 1,2 5-1,4 2 1,7 3-206,8 3 1,5 0 0,7 0-1,-2-2-147,0 2 1,11 2 0,-9 4 0,0 2 2,-2 2 1,-9 8 0,1-3 0,-3 5-153,-3 1 0,-7 7 1,-6 1-1,-6 0 235,-4 0 0,-14 6 0,3-4 0,-4 1 28,-5-5 0,5 0 1,-8-3-1,-2-5-84,-2 1 1,4-9-1,2-1 1,1-4-327,5-2 0,2 0 1,3-2-446,4-4 0,5 2 1,7-7-1,4-1 747,7 2 0,1-5 0,13 5 0</inkml:trace>
  <inkml:trace contextRef="#ctx0" brushRef="#br0" timeOffset="683">560 836 8291,'0'-11'704,"0"-1"1,0 6-323,0-5 0,2 7 0,3-2 0,7 4-132,4 2 0,3-6 0,2 0 1,3 1-351,-3-3 1,4 4-1,-2-8 1,-1-1 76,-3-3 1,-1-1 0,-3-1 0,-1 1-3,-3-1 1,-7 1 0,2-3 0,-4-1 72,-2-2 1,-2 5 0,-4 7-1,-5-1-121,-5 2 1,-1-3 0,-1 7 0,-1 4 31,-4 6 0,1 6 1,-5 7-1,2 2 46,3 5 0,3 3 0,4 8 1,3 0 61,6 0 1,-2 5 0,2 1-1,5-4 31,4-6 1,7 2 0,10-6 0,3 0-371,6-3 1,6-13 0,4-5 0,1-4-292,-1-2 1,-2-2 0,-4-6 0,-4-7-161,-6-6 1,-3-11 0,-5 5 722,-3 0 0,4-14 0,-7 5 0</inkml:trace>
  <inkml:trace contextRef="#ctx0" brushRef="#br0" timeOffset="1083">1084 574 8291,'9'-7'2805,"-1"5"-2482,-8-6 1,0 16-1,0 5 1,0 7-61,0 3 1,0 8 0,0-2 0,0 4-39,0 2 0,0-6 0,0-2 0,0-1-159,0-5 0,8-2 0,3-3-359,5-5 1,3-5-1,3-13 1,3-11-74,2-9 0,-6-6 0,5-2 1,-3-2 178,0-4 0,1 5 1,-7-3-1,0 6 196,1 4 0,-6 1 0,-1-1 331,3 6-245,-6 11 1,-1 20-1,-7 15 1,0 9-45,0 2 1,0 1 0,0 2 0,-2 2-178,-3 2 1,3 0 0,-4-8 0,4-2-438,2-2 0,0-6 0,2 2 0,2-3-587,1-7 0,9-9 1150,-2 0 0,3-20 0,3-5 0</inkml:trace>
  <inkml:trace contextRef="#ctx0" brushRef="#br0" timeOffset="1517">1992 679 8995,'0'-9'1783,"0"-1"0,0 4-1926,0-6 1,0 3 0,-2-3 169,-4-2 0,2 1 1,-6-1-1,1 3-73,-1-3 0,-2 6 0,-7 2 1,-2 5-36,-3 1 1,1 0-1,4 3 1,-3 7 61,-1 8 0,2 5 0,7 0 0,4 6 38,3 4 0,1 2 0,6 0 0,2 0-224,3 0 1,5-8 0,10-4 0,3-5-166,6-7 1,0-3 0,2-10 0,2-4-65,-2-5 1,0-12 0,2-7-1,-2-3 46,-2-1 1,-9-3 0,-1-2-1,-5-4 388,-1-1 0,-5 3 0,0-6 0,0-1 0,-6-3 0,5-1 0</inkml:trace>
  <inkml:trace contextRef="#ctx0" brushRef="#br0" timeOffset="1717">2184 68 8184,'0'-17'-250,"-2"1"1,-2 2 2680,-2 3-1942,0 7 1,4-2 0,-1 14 0,-3 9-316,2 10 1,0 6 0,0 2 0,-2 4-160,2 8 0,0-1 1,1 14-1,-3 1-124,2 3 0,2 4 1,2-1-1,0-2-294,0-7 0,0-6 0,2-7 0,4-10-229,5-10 1,5-8 0,1-7 0,1-10-168,-1-10 1,-1-11 798,-5-2 0,5-16 0,-6 2 0</inkml:trace>
  <inkml:trace contextRef="#ctx0" brushRef="#br0" timeOffset="1983">2498 487 8012,'-8'-10'1408,"6"1"0,-5 5-934,-1-2 0,4 8 0,-6 12 1,3 7-304,3 8 1,2 4-1,2 2 1,0 2-710,0 4 0,0-5 1,2 5-1,2-4-251,1-2 0,3-8 1,-4-4-1,4-5-1305,2-7 2094,-7-3 0,13-16 0,-6-1 0</inkml:trace>
  <inkml:trace contextRef="#ctx0" brushRef="#br0" timeOffset="2133">2481 68 13556,'0'-10'-1278,"-8"3"1,-2 7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4:46.46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173 602 8144,'9'0'1883,"1"0"-1012,-4 0 1,-4-2 567,4-4-1173,-4 4 1,-4-12 0,-4 8-366,-6 3 0,-5 3 0,-5 5-246,-1 7 0,0 4 0,5 1 0,1 1 46,0-1 1,1 2 0,4 3-1,5 1 118,-1-2 0,6-1 0,-4-3 0,6 1 102,6-1 0,0-1 0,9-5 0,5-3-169,-1 0 1,2-6-1,1 4 1,1-6-123,-2-6 0,5 4 1,-3-6-1,0 2-320,2 0 0,-5-7 690,3 1 0,4-3 0,0-3 0</inkml:trace>
  <inkml:trace contextRef="#ctx0" brushRef="#br0" timeOffset="434">557 532 10652,'-2'-10'504,"-4"4"1,4 12-1,-4 8-574,5 7 0,-5-2 1,0 7-1,2-3 23,2 0 1,2 6-1,0-5 1,2-3-25,4-2 1,4 5 0,9-1 59,4-2 0,-3-9 1,5-6-1,-2-4 10,0-2 0,7-2 1,-7-4-1,-2-8-19,-1-7 0,-3 0 0,-1-9 0,-3 1-138,-1 2 0,-8-4 1,1 8-1,-3 2-334,-2 1 0,0 3 0,0-1-1545,0 1 2037,0 7 0,-7 18 0,-3 11 0</inkml:trace>
  <inkml:trace contextRef="#ctx0" brushRef="#br0" timeOffset="734">1290 60 8350,'0'-17'1126,"0"5"-105,0 0-860,0 1 0,0 3 1,-1 10 46,-5 14 1,4 5 0,-4 12 0,2 6-294,-2 3 1,2 11 0,-5 7-1,1 2 70,4 4 0,-4 2 1,2 2-1,3-2-52,1-4 0,2-12 0,0-13 0,0-8-356,0-8 0,2-11 1,3-8-633,7-8 1055,4-6 0,9-15 0,2-2 0</inkml:trace>
  <inkml:trace contextRef="#ctx0" brushRef="#br0" timeOffset="1204">1745 637 8264,'0'-18'621,"0"1"0,0 5 0,0 0 326,0-1 0,0-3 0,0-1-785,0-1 0,-2 1-248,-4-1 0,2 1 1,-8 1-171,-1 5 0,-3 3 1,-1 8-1,-3 0-75,-3 0 1,4 2 0,-5 4 0,5 5 248,1 5 1,1 3 0,0 5 0,-1 5 219,1 4 0,7-4 0,2 0 0,2 0-31,0-2 0,1 4 0,7-8 0,1-1-19,3-3 1,8-9 0,-1-4 0,7-4-38,3-2 0,6-2 0,-4-4 0,1-8 21,-1-7 1,-2 2 0,-5-5 0,-1 5 25,1 1 0,-3 1 0,-1 0 0,-5-1-179,-1 1-103,-2-1 1,-6 5 0,0 7 58,0 12 1,0 7 0,0 7-1,0 1-30,0 2 0,0 6 0,0-5 0,2-3-154,4-2 1,3-1 0,9-3-1,-1-3-328,1-6 0,-1-4 0,1-4 0,-1-4 637,1-6 0,-1-5 0,1-6 0,-1-5 0,1-7 0</inkml:trace>
  <inkml:trace contextRef="#ctx0" brushRef="#br0" timeOffset="1553">2181 392 8264,'-11'0'1023,"-1"0"0,6 8 0,-4 3-839,3 5 0,1 1 0,6 3 0,0 3-140,0 6 1,0 4-1,0 2 1,0 0 7,0 0 1,6 0 0,-1-2 0,-1-4 60,-2-6 1,4-3 0,2-5 24,2-3 0,-7-8 0,5-14 1,-2-9-213,0-7 0,5-3 0,-5-6 0,-2 0-123,-2 1 0,0 1 0,2 1 0,2 5-172,-2 2 0,-2 2 0,-1 3 0,3-1-107,2-2 0,2 5 1,-2 9 134,5 1 1,5 2 0,1 6 122,1 0 0,-1 0 0,1 2 0,-1 2-189,1 2 0,-1-1 0,1-5 407,-1 0 0,8 0 0,3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4:50.4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175 140 7623,'9'-8'-522,"-1"4"0,-6-5 3643,4 1-2693,-4 2 1,6 8 0,-8 6 0,-2 9-58,-4 10 1,4 6 0,-4 4 0,2 4-258,-2 5 1,5-1-1,-5 2 1,4 1 26,2 3 1,0-7 0,0-3 0,0-4-386,0-2 0,0-8 1,0-4-1187,0-3 0,0-13-38,0-7 0,0-7 1468,0-11 0,8-7 0,1-2 0</inkml:trace>
  <inkml:trace contextRef="#ctx0" brushRef="#br0" timeOffset="299">18 210 8252,'-2'-16'0,"-2"3"555,-2 1 0,0 6 1,6-5 328,0-3 0,0 4 0,0-1-575,0-3 1,14-1-1,5-3 1,6 3-199,6 3 0,10-4 0,6 7 1,3-1-166,3 4 0,-1 4 1,0 2-1,1 0-292,-1 0 1,-7 8-1,-6 4 1,-8 3-64,-8 3 0,-11-1 1,-7 1-1,-5 1 206,-5 4 1,-11-3 0,-11 5 0,-4-2 54,-6 0 1,-8 1-1,3-7 1,-1 1-36,0-1 0,-3-1 1,5-3-1,2-3-264,2-2 0,10 3 0,4-3 447,3 2 0,11-6 0,1 3 0</inkml:trace>
  <inkml:trace contextRef="#ctx0" brushRef="#br0" timeOffset="699">1170 210 8492,'0'-18'786,"-6"1"0,-1 1-115,-3 5 0,-2-3 0,-5 6 0,-1 1-411,1-1 1,-1 2 0,-1 6 0,-4 0-194,-6 0 1,1 0 0,-1 2 0,0 4-206,2 5 1,-4 7 0,8 3 0,1 4 23,3 3 1,2 1-1,1 6 1,4 0 13,7-1 0,3-1 1,4-1-1,3-5 62,7-2 0,6 4 1,5-6-1,8-1-132,8-3 0,-2-3 1,5-5-1,-1-3-285,0 0 1,5-6-1,-3 3 1,0-3-129,-1-2 0,-1-2 1,-8-3-1,-2-9 583,-2-7 0,-7-6 0,3-8 0</inkml:trace>
  <inkml:trace contextRef="#ctx0" brushRef="#br0" timeOffset="1597">1834 88 8125,'10'-8'4176,"-3"6"-3687,-7-6 1,0 16-1,0 5 1,0 9-240,0 7 1,-5 6-1,-1 6 1,2 3-110,2 1 0,2 7 0,0-3 0,0 3-575,0-1 0,0-9 0,0 1 1,0-4-851,0-6 0,2-10 1284,4 0 0,3-3 0,9-3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4:48.98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367 1 8082,'-8'10'1236,"0"-1"0,-3-3-900,5 6 1,-2 5 0,2 7 0,1 7-56,-3 7 1,6 9-1,-4 11 1,4 8-131,2 8 1,-2 5-1,-2 7 1,-2-5-302,3-5 0,1-6 0,2-8 0,0-10-862,0-9 0,2-22 200,3-9 1,3-12-1,4-10 812,-6-7 0,3-12 0,1 2 0</inkml:trace>
  <inkml:trace contextRef="#ctx0" brushRef="#br0" timeOffset="233">0 525 8564,'0'-18'2922,"2"1"-2851,4-1 0,10 9 1,9 1-1,4 0-177,8-3 1,0 1 0,9-2 0,1 1-386,-3 1 1,7-6 0,-5 7 0,5-3 490,1 0 0,1 1 0,-1-7 0</inkml:trace>
  <inkml:trace contextRef="#ctx0" brushRef="#br0" timeOffset="600">961 577 8113,'8'10'685,"-7"-2"1,5-14 0,-10-2 0,-3-2-845,-3-3 0,-2 5 0,-7 0 0,-2 3 303,-3-1 0,-1 0 0,2 8 0,-4 4-86,-1 5 0,-3 7 0,8 3 1,2 4-18,1 2 0,5-3 1,3 5-1,6 0-46,4-2 1,4 4 0,4-8 0,8-1-9,7-3 1,4-3 0,6-5 0,-2-5-72,3-4 0,-1-2 1,0-2-1,-4-6 75,-2-9 0,-2-8 1,-5-10-1,-3 0 106,-3 0 0,-4 0 0,-8 0 0,-2 0-116,-4 0 0,-4 6 1,-7 4-1,-3 4-163,-3 5 1,2 10 181,-8 0 0,0 12 0,-6 4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4:53.4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35 8166,'12'0'-90,"0"0"1,-6 0 60,5 0 1,-5 0-181,6 0 1,-6 0-291,5 0 0,-5 0 179,6 0 1,-7 0 432,7 0 37,-8 0 0,4-2 319,-8-3-523,0 3 50,0-14 624,0 14-87,-8-5-78,6 7-28,-6 0 264,1 0 0,5 1 1285,-4 5-1243,-4-4 1,2 8-257,-3-4 1,1-4-251,4 3 1,4-1-1,-6 0-376,1 2 0,-1 2 0,-6-4 0,3 3-104,-3 3 1,-1-4 0,-5 6 0,-1 1 66,-2 3 0,-7 1 0,7 1 0,2-3-809,1-3 1,3 1 0,1-5 994,5 2 0,3 2 0,8 5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6:31.653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138 176 7854,'10'0'2425,"-1"0"-2187,-3 0 1,-4-2-1,4-4-216,-4-6 0,0-3 0,2-3 0,2 1 0,-2-1 0,-3 1 0,-1-1-16,0 1 1,0 5 0,-1 3-88,-5 1 1,-4 2-1,-7 8 55,-1 4 1,1 3 0,1 9-1,2 1 20,3 5 1,1-5 0,-1 4 0,5-1 204,4 1 0,2-9 0,0 3-74,0-1 0,13-3 0,5-1 0,1-8-89,1-8 1,-3 0-1,2-8 1,3-1 19,1-3 0,-5-1 0,-9-1 0,1 1 75,0-1 0,-6 7 0,1-1-87,-3-2 0,-9 1 1,-5 1-1,-4 6-51,-1 4 0,-2 2 1,-3 2-1,-3 2-50,-2 2 0,0 8 0,-1-3 0,9 5-223,5 1 0,5 1 0,-3-1-88,6 1 0,8-3 0,8-3 137,7-6 0,7-6 1,-3-6-1,4-6-169,2-3 1,-5-3-1,1 1 400,-4-1 0,-1 1 0,-1-1 0</inkml:trace>
  <inkml:trace contextRef="#ctx0" brushRef="#br0" timeOffset="1">575 560 7845,'2'-10'390,"1"2"40,3 1 0,0 3 0,-4-6 21,4 2 0,-4 1-191,4 1-331,-4-4 0,-4-6-43,-4 5 1,-4 5-1,-7 12 94,-1 5 1,9-1 0,1 2 0,2 1 86,0 3 1,0 1 0,6 1 56,0-1 0,2-1 0,2-3 0,4-3-38,2-2 0,1-2 0,7-6-67,-1 0 0,1 0 1,-1 0 43,1 0 1,-9-2-1,-1-4 22,0-6 0,-6 3 0,4-3 0,-6 0 32,-6 3 1,-4 1 0,-7 8-71,-1 0 1,1 0-1,-1 0-56,1 0 0,1 8 1,3 3-1,3 5 2,2 1 1,2 1 0,6-1 55,0 1 0,2-3 1,4-3-1,6-4-12,3-1 0,8-5 0,1 4 0,-1-6-49,2-6 0,-5 2 0,3-7 1,-4-3-23,-1-1 1,-7-3 0,-1 1 22,-2-1 1,-2 1 0,-8-1 0,-4 3 35,-6 3 0,-5 4 0,-4 8 1,-5 0 27,-1 0 1,4 2-1,-4 6 1,1 8-84,5 5 1,8 2 0,3-5 0,2-1-79,4 1 0,2-1 1,2 1-1,2-3 27,4-3 0,4-5 0,9-7 0,2 0-64,3 0 1,5-7 0,-6-5 0,-1-3-1625,-3-3 1769,-2 1 0,1-9 0,-1-1 0</inkml:trace>
  <inkml:trace contextRef="#ctx0" brushRef="#br0" timeOffset="2">1430 158 7852,'0'-17'519,"0"-1"1,0 7-1,-2 1 1,-1 0-373,-3 0 1,0 5-31,6-7 0,-8 2-54,-3-1 0,1-3 1,-2 8 14,-1 2 1,-1 4-1,0 6 1,3 6-14,-3 3 1,5 3-1,-1-1 1,2 3 4,4 3 0,2-4 1,2 5-63,0-5 0,8-3 1,4-5-1,3-3-14,3 0 0,-1-6 0,1 2 0,-1-6 81,0-4 0,1-8 0,-1 3 14,1-5 1,-8-1 0,-5-1-1,-3 1 127,-2-1 0,-2 1 1,-3 1-163,-7 5 0,-4 3 1,-3 8-1,-2 2-16,-3 4 1,1 1-1,6 7 1,1-2-38,4 1 1,-1 3 0,7 1-1,2 1-48,2-1 1,4-1 0,4-5 0,6-3 32,3 0 1,3-6 0,1 4-1,2-6-49,3-6 0,5 2 1,-6-6-1,-4 0 19,-5 1 1,2-1 0,-7-4 58,1 3 0,-2-1-26,-8-5 1,-10 1-1,-5 5 1,-9 5 30,-3 4 1,6 2 0,-3 2-1,5 4 83,2 5 1,-1-1-1,3 2 1,1 1 23,2 3 0,8-5 0,-1 1-93,3 2 0,4-7 1,3-1-1,7-4-35,4-2 0,1 0 1,1-2-1,-1-2-83,0-2 0,1-5 1,-3 3-409,-3-2 1,-4-1 29,-8-7 1,-4 8 0,-6 5-1,-7 3-122,-3 2 1,1 0-1,2 2 1,-1 3-363,1 7 1,5-2 945,0 1 0,8 1 0,-3 6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6:31.65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1 419 7761,'0'-11'161,"0"-1"-9,0-1 0,6 3 0,1-2 0,3-1-70,4-3 1,3-1-1,5-1 1,1 1-108,-2-1 0,6-5 1,1 0-1,1-1-260,0-1 1,0 0 0,6-6 284,0 2 0,0-8 0,0-8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6:31.65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1153 1433 8108,'18'-8'-167,"-7"1"1,1-7 52,2 2 0,1 1 0,3-7 0,-1 1 243,1-1 0,1-1 1,2-2-1,5-5-41,1-1 1,2-2 0,8-8 0,1-2-133,3-1 0,6-7 1,-5 4-1,1 1-288,0-1 0,3-2 0,-5 8 0,-4 4-363,-6 0 695,2 0 0,-14 6 0,7 2 0</inkml:trace>
  <inkml:trace contextRef="#ctx0" brushRef="#br0" timeOffset="1">2341 473 8224,'2'-12'310,"4"0"1,9 1 0,10-7 0,3-1-157,3-5 1,11-3-1,9-8 1,7 0-54,4 0 0,8-1 1,4-1-1,-6 0-1204,-8 4 1103,-6 2 0,-2-4 0,1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6:31.66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5652 439 7819,'-2'-11'54,"-4"-1"763,5 8-301,-7-11-864,8 13 824,0-6 1,0 22 0,0 3-338,0 2 1,0 3 0,0-1 0,0 2-35,0-1 1,0 5-1,0 0 1,0 2-32,0 0 1,-6 0 0,0 8 0,2 2-73,2 2 1,2 0 0,0-6 0,0-1 35,0 1 1,-6 0-1,1 0 1,1 0 64,2 0 0,2-2 0,0 0 1,-2 0-27,-4 4 0,4-4 0,-4-4 0,4 2-35,2 2 0,0 2 1,0 0-1,0-2-5,0-4 1,0 4 0,0-4 0,-2 2 31,-3-2 0,3 2 0,-4-5 0,4 1 5,2 4 0,0 0 0,0 0 0,0-2-31,0 2 1,-2-4-1,-2 4 1,-2 4-27,2 4 0,2-4 1,2-6-1,0 2-61,0 2 0,-5 8 0,-1-2 0,2-4 85,2-4 0,2-4 0,0 4 0,0-2 56,0 2 0,0-6 0,0 0 0,-2 1-10,-4 3 0,4 2 1,-4 0-1,5-2-79,1 2 0,0-4 0,0 2 0,0 2-25,0 2 1,0 2 0,0 0 0,0 0-18,0 0 1,-2 6 0,-2 0-1,-2-3 57,2-1 1,2 4-1,2 0 1,0-2 101,0-3 1,0-3 0,0-2 0,0-3-29,0-3 0,0 6 1,0-2-1,0 4-87,0 2 1,0 0 0,0 0 0,2 0-27,4 0 0,-4 5 1,4 3-1,-4 2 5,-2 3 0,0 8 0,0 5 0,0-1-6,0 0 1,-6-2-1,0-4 1,2 1 71,2-3 1,2 3 0,0-17-1,0-3 2,0-4 1,0 2 0,0 4 0,0-4-48,0 0 1,0 0-1,0 4 1,0 4-59,0 5 1,6 5-1,0 3 1,-2 2-7,-2 3 0,-2 7 0,-2-4 0,-2 2 2,-2 0 0,0-6 0,6 6 0,0 0 53,0-2 1,0-2 0,0-7 0,0-1 11,0 0 1,6 1 0,0-1 0,0 1-42,1-1 1,-3 0 0,6 3 0,-2 1-35,-4 2 0,-3 0 0,-1-3 0,0 1 0,0 2 0,0 6 0,0-5 1,0-3 51,0-2 0,0-1 1,0-1-1,0 0 20,0 1 1,0-9-1,0-1 1,0-2-10,0 0 1,0 5-1,0-3 1,0 1-7,0 5 0,0-4 0,0 1 0,0 1 13,0-3 0,0-1 0,0-8 0,0-2 16,0-4 1,-5 8 0,-1-6 0,0-2-82,-2-2 0,4 4 0,-5-2 0,-1 4-44,0 2 1,4 0-1,-3 0 1,-1 2-5,0 4 0,1-2 1,-3 5-1,6 1 64,4-1 1,2-5 0,0 2 0,0-4-12,0-2 0,0-2 0,0-4 1,0-4-163,0 0 1,2-5-1,2 3-151,2-4 0,2-1-293,-3-1 0,-3 1-427,4-1 1,-6-7 1084,-6-4 0,-3-12 0,-9-4 0</inkml:trace>
  <inkml:trace contextRef="#ctx0" brushRef="#br0" timeOffset="1">5285 492 7837,'0'17'3,"0"1"1,-5-7 314,-1 1 1,0-6 668,6 5-489,0-7 1,0 2-12,0-12 0,6-3-348,0-9 0,7-1 1,-1-3-235,3-1 0,-3 0 0,0 3 0,1-3-119,3-6 1,7-4 0,0-2-1,-1 0 166,-3 0 0,4 2 0,1 2 1,-5 4 250,-5 2 0,1-2 0,-5 7 476,0 5-617,-3 1 0,-7 12 0,2 8 0,2 8-67,2 3 1,2 8 0,-4 4 0,3 3-61,3-3 0,0 4 0,3-6 1,-3 0-208,-2-4 1,4-3 0,-5-3-553,3 1 1,-4-3 823,5-3 0,-7-5 0,4-7 0</inkml:trace>
  <inkml:trace contextRef="#ctx0" brushRef="#br0" timeOffset="2">0 4239 9558,'10'-1'292,"-4"-5"0,4 4 0,1-4-345,5 4 1,7 0-1,2-2 1,4-2-14,8 2 0,2-3 1,12 1-1,5 2 39,4 2 1,-2-4 0,6 0-1,0 3 51,-2 1 0,1 2 1,-7 0-1,4 0 23,2 0 0,-6 0 0,4 0 0,3 0-34,6 0 1,1-6 0,6 0 0,-2 0 6,1-2 0,5 1 0,7-7 0,1 4 107,-1 3 0,-2-1 0,-1 4 1,-3-2 21,3 2 0,-3-4 0,-3 3 0,-8 1-134,-2 2 1,1 2-1,5 2 1,2 2-62,-2 1 0,-1 7 0,3-6 0,5-2-111,5-2 0,-3-2 1,3 0-1,5 0 78,4 0 1,4 0-1,-47 0 1,1 0-1,-2 0 1,1 0 149,47 0 0,-48 0 0,0 0 1,48-2-1,-47 0 0,1 0 36,3-1 0,-1 0 0,-5 0 0,1 0 0,0 3 1,0 0-1,48 0-32,-2 0 1,2 0 0,-46 0 0,-1 0 0,1 0-1,-1 0-118,0 0 1,1 0 0,-1 0-1,1 0 1,-1 0 0,0 0-1,2 0 1,-1 0-59,2 0 1,1 0-1,-3 0 1,0 0-1,3 0 1,1 0-1,-1 0 1,1 0-33,1 0 0,0 0 0,0 0 1,0 0-1,1 0 0,1 0 0,0 0 1,0 0 113,-1 0 1,0 0 0,0 0-1,1-2 1,1 1 0,0-2-1,1 1 1,0-1 101,2 0 0,0 2 0,-2 0 0,-1 0 0,1 1 1,0 0-1,-2 0 0,0 0 2,2 0 1,0 0 0,-1 0 0,0 0 0,4 0 0,-1 0 0,-3 0 0,0 0-116,-3 0 0,0 0 0,2 0 0,1 0 0,-3 0 0,0 0 0,3 0 0,0 0-37,3 0 1,0 0 0,-4 0 0,-1 0 0,2 0 0,0 0 0,-1 0-1,0 0-20,0 0 0,1 0 0,0-1 0,2 0 0,0-1 0,0 0 0,0-1 0,0-2 74,-3 0 0,0 1 0,2 1 1,-1 0-1,-3-2 0,0 0 1,3 0-1,0 0 96,4 0 1,-2 1 0,-7 1 0,-1 0 0,0-2 0,-1 0-1,-4 1 1,0 0 75,47 0 0,-5-3 0,-1 1 0,-8 2-395,-7 2 0,-10 2 0,-6 0 0,-4 0-715,-5 0 1,-10 0 950,-1 0 0,-9-6 0,-1 0 0,1 3 0,2 1 0</inkml:trace>
  <inkml:trace contextRef="#ctx0" brushRef="#br0" timeOffset="3">11055 3803 8098,'12'0'-243,"0"0"323,-8 0 0,11 0 59,-3 0 1,3 0-1,3 0-29,-1 0 0,1 0 0,-1 0 0,1 0 3,-1 0 1,0-2 0,1-2 0,1-2-34,5 2 1,-5 2 0,4 4 0,-3 2-49,-3 2 1,6 8-1,1-3 1,-3 5-25,-2 1 0,-1-1 1,-1-3-1,1-3-248,-1-2 297,-7 5 0,-4-11-34,-12 4 1,-9-4-1,-9-2 1,1 0 99,-2 0 1,3 2 0,-5 2 0,0 4-4,0 1 1,-2 3 0,-4 4 0,2-3-127,2-1 0,5-1 1,-3 7-1,2-3-63,4-3 1,1 4 16,3-5 239,7-3 0,4 0 1,12-8-1,4-2-489,-1-4 0,7 2 0,-4-6-661,3 3 1,3-5-920,-1 6 1882,-7-7 0,5 11 0,-5-6 0</inkml:trace>
  <inkml:trace contextRef="#ctx0" brushRef="#br0" timeOffset="4">4488 219 7969,'-10'-8'-1583,"-4"4"1583,9-7 0,-1 5-141,6-6-44,0 1 0,6-7 252,-1 1 0,7 5 1,-4 0 299,2-1 1,-7 3 24,3-1 1,-2 1 0,0-4 326,2 3 0,0 5 75,-6-6 1,6 6-56,-1-5-595,1 7 0,-4 4 1,2 11-136,2 5 1,0 3 0,-6 3 0,2 1 10,3-2 1,-3-1 0,6-3 0,0 1-131,4-1 1,-3-5 0,3-3-1,1-1-174,3-4 0,1-2 0,1-4 0,-1-4-503,1-5 0,-7-5 1,1-1-144,2-1 0,-7 1 930,-1-1 0,-4 1 0,-2-1 0</inkml:trace>
  <inkml:trace contextRef="#ctx0" brushRef="#br0" timeOffset="5">4907 27 7969,'10'0'862,"-1"-2"-486,-3-4 1,-6 6-224,0 0 1,-2 8 0,-9 9 0,-3 3 16,-2 3 1,-1 4 0,0 8 0,-1 2-160,1 4 1,-7 0 0,1 9 0,0 4-214,-2 1 0,5-1 0,-3-2 0,3-1-467,3-5 1,1-5 0,5-12 668,5-5 0,4-5 0,2-2 0</inkml:trace>
  <inkml:trace contextRef="#ctx0" brushRef="#br0" timeOffset="6">11404 4306 9322,'7'-10'1117,"-3"4"0,6 12-824,-2 6 0,3 3 0,-3 3 1,2 1-204,3 4 1,-3-1 0,2 5 0,1 0-449,3 0 0,1-6 1,1 3-1,-1-5-1493,1-1 0,-1-1 1851,1 1 0,-9-9 0,7-9 0,-6-9 0</inkml:trace>
  <inkml:trace contextRef="#ctx0" brushRef="#br0" timeOffset="7">11683 4306 8256,'0'-12'537,"0"0"1,-2 9 0,-4-1-201,-5 8 1,-7 5 0,-5 11-1,-6 3-169,-4 6 1,-2 4-1,0 2 1,0 0-515,0 0 1,6 0 0,2 0-1,2-2-335,3-4 0,11-4 681,5-8 0,4 1 0,2-1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6:31.669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52 629 7693,'8'-9'52,"-6"-1"316,3 4 0,3 2 38,-2-7 0,0 5 271,-6-6-427,0 8-182,0-3 0,0 5-332,0-4 0,-8 4-13,-4-4 1,3 6 320,-3 6 0,0 4 78,-5 7 1,7 0 101,5 1 1,3-1-153,2 1 1,2-3 0,3-3-19,7-6 0,3 2 0,3-3-7,-1-1 1,-5-2 0,0-4 79,1-3 1,-3-5 0,0-8-61,-3 1 0,-1 5 0,-8 1-13,-3-3 1,1 0-1,-6 1 1,0 3-14,1 2 0,-3 3 0,-4 3 1,3-2-37,1-2 0,6 0 0,-3 8 0,-1 4-38,0 6 1,6 3 0,-1 2 0,3 1 43,2-1 0,0 1 1,2-1-1,3 1 5,7-1 0,3-7 1,3-2-1,-1-2 52,1-1 0,-1 1 0,1-6 0,-1-2-63,1-4 0,-3 3 0,-3-9 0,-4-2 12,-1-1 1,-5-3 0,4 1 0,-4-1 7,-2 1 1,-6 5 0,-1 3 0,-3 1-42,-4 4 0,-1 2 0,-3 2-53,1 0 1,-1 6-1,3 2 1,1 1-174,3 5 1,7-4 0,-2 1 114,4 3 0,4-6 0,4-3 19,5-3 0,5-2 1,1 0 1,1 0 1,-3-7 0,-1-3-2160,-2 0 2265,-9 2 0,5 1 0,-8-3 0</inkml:trace>
  <inkml:trace contextRef="#ctx0" brushRef="#br0" timeOffset="1">1712 909 7210,'0'-18'-372,"0"7"1,0-1 712,0-1 1,-2 5 0,-2 0 0,-4 2-617,-1 0 0,3-1 1,-6 3-30,-1-2 1,-3 0 0,-1 6 198,-1 0 0,1 6 0,1 2 167,5 1 0,1-3 1,6 6 585,-2 1 0,0-3 93,6 2 0,0-6-279,0 5 0,2-7-220,4 2 1,-4-6 83,4-6 1,-4 2 271,-2-7-453,0 7-41,0-12-224,-8 14 1,0-4 212,-3 12 1,3-2 103,8 8 0,0-1-67,0 7 0,2-3-72,4-3 1,3-4 0,9-8-133,-1 0 1,1-2-1,-1-4 158,1-6 1,-7-3-1,-1-3 46,-2 1 0,-2 5 0,-8 3-80,-4 1 1,-4 2 0,-7 6 9,-1 0 0,1 8 0,-1 3 0,1 5-13,-1 1 1,9 7 0,3-1 0,2-2-11,-2-1 1,4-3 0,-2-1 0,6-3-23,4-1 0,14-8 0,-3 2 0,2-4-90,1-2 1,3-2 0,0-4 0,-1-6-118,-3-3 0,-3-5 1,-5-1-1,-5-2 103,-4 1 1,-2 3-1,-2 1 1,-4 1 6,-5-1 1,-11 9-1,-3 3 1,-2 4-28,-4 2 0,0 2 0,0 6 0,4 7 109,1 7 0,3 3 1,8-2-1,3 4-95,6 0 1,4-1 0,2-9-1,4-1-164,8-5 1,1-3 0,14-8 0,1-2-356,-1-4 1,-4-3 613,6-9 0,-7-7 0,3-2 0</inkml:trace>
  <inkml:trace contextRef="#ctx0" brushRef="#br0" timeOffset="2">1274 139 7958,'10'-2'916,"-4"-3"0,-4-5-619,-2-8 1,0 7-262,0-1 0,0 1-62,0-7 0,0 6 0,-2 3 128,-4 1 1,-4 2 0,-7 6 6,0 0 0,5 2 0,0 2 0,1 4-9,1 1 1,-4 3-1,7 6 1,-1-1 24,0 0 1,2 1 0,6-1 159,0 1 0,2-1-176,4 1 0,-2-8 0,7-5 0,1-5-85,-2-5 1,5-3-1,-5-6 1,2 3 61,-1-3 0,-7-2 0,4-1 34,0-1 1,-6 1 0,4 0-140,-5-1 1,-8 1 0,-5 1 28,-3 4 1,-3 5 0,1 7-80,-1 0 0,1 0 1,1 2-1,3 2-24,1 1 0,6 7 0,-4-4 0,3 1 81,3 5 0,2-4 0,2 1 66,0 3 1,8-4-1,3-1 1,5-1-15,1-4 0,-5-2 0,-1-2 0,3 0 5,2 0 1,1 0 0,-1-2 0,-3-2 42,-1-2 1,-8-1 0,3 3 0,-1-4 26,0-2 1,0 4 0,-8-3-124,-4 1 1,2-4-1,-7 6 1,-3 3-35,-1 1 0,-3 2 0,1 0 26,-1 0 0,1 2 1,-1 1-1,3 5 26,3 2 1,2 2-1,6 5 1,-1 0 124,1 1 0,2-6 0,4-1 0,2 3-20,1 1 0,9-5 1,-2-4-1,3-4-112,3-2 1,5 0 0,0 0 0,-3-2 4,-7-4 0,3-4 0,-7-7 0,1-1-18,-4 1 0,-4-1 1,-2 1-1,0 0-8,0-1 0,-8 6 0,-3 3 0,-5 1-20,-1 4 0,-7 2 0,1 2 0,2 2 27,1 4 0,3 4 0,-1 9 0,3 2-47,3 3 0,-1 5 1,7-6-1,2-2-36,2-1 1,10-3-1,3-1 1,7-5-575,5-5 1,-4-6 0,7-6 667,-1-5 0,2-12 0,8-5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6:31.67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1405 190 8218,'8'-9'530,"-6"-1"1,5 4 28,1-5 1,-6 1-1,4-2-282,-4-1 0,0-1 0,2 0 1,2 3-103,-3-3 0,-1 4 1,-2-1-220,0-3 1,-7 5 0,-5-1-103,-4 2 0,1 4 0,1 8 0,3 4-16,-3 2 1,1 1 0,-1 7 0,4-1 175,3 1 1,-5-1 0,6 1 0,2-1 53,2 0 1,2 1-1,2-1 1,4 1 1,4-8 0,7-5 0,1-3-8,-1-2 0,1 0 1,-1-2-1,2-3 15,5-7 0,-11 2 0,5-1 0,-5-3 109,-3-2 0,-2-3 0,-8-2 58,0-3 1,0 1 0,-2 8 0,-4 1-155,-6 2 0,-3 9 1,-3-3-1,1 4-136,-1 2 0,1 0 1,0 0-1,-1 2-99,1 4 0,5 3 0,2 9 0,3-1-81,3 1 1,2-1 0,2 1 0,2-1 260,3 0 1,5-1 0,8-4 0,-1-5 28,1 1 0,1-6 0,2 4 0,3-4-21,-3-2 1,-2-6-1,-1-2 1,-1-1-65,1-5 0,-9-2 0,-3-1 0,-4 0-113,-2-1 1,-2 1 0,-4 1 0,-7 2-64,-8 3 0,-1 7 0,-5-2 0,0 4-67,0 2 1,3 8-1,-3 4 1,4 3-261,7 3 1,1 5 0,9 2 0,2 0-633,2 1 1,4-3 1155,4-6 0,4 1 0,7-1 0</inkml:trace>
  <inkml:trace contextRef="#ctx0" brushRef="#br0" timeOffset="1">583 783 8027,'10'-8'339,"0"6"85,-5-3 0,-1-3 835,8 2-904,-8-8 1,4 11-217,-8-9 1,-2 6-125,-4-6 0,-4 9 1,-7-3-39,-1 4 0,1 2 0,-1 2 7,1 4 1,5 1 0,2 7 0,1 0 34,-1 5 0,6-2 1,-2 7-1,4-5 7,2-1 1,0-1 0,0 0 0,2-1 47,4-4 1,4 1-1,7-7 1,1-2-67,-1-2 0,1-2 0,-1-2 0,1-2-31,-1-2 1,1-7 0,-3 1 0,-3-4 100,-6-1 0,-4 5 1,-2 1-1,0-3-32,0-1 0,-2-1 1,-4 4-1,-6 7 65,-3 3 0,-5 2 0,-1 0 1,-2 2 17,1 3 0,3 7 0,1 9 1,1 5-61,-1 1 1,9-4-1,3 4 1,4 0-38,2 1 0,8-7 0,5 2 1,7-5 17,3-7 1,8-3 0,-2-8-1,4 0-45,2 0 0,-6-8 0,-2-3 1,-1-7 25,-5-5 0,-8 4 1,-3-7-1,-2 3-71,-4 0 0,-4-6 0,-6 5 0,-6 1-94,-3-2 1,-8 11-1,-3-1 1,1 5 9,0 6 1,-6 2 0,4 4 0,0 4-107,3 6 1,5 3 0,3 5 0,5 1-156,5 2 0,4 0 0,2-5 0,2-3-118,4-3 0,3-2 0,9-6 0,-1 2 503,1-3 0,7-8 0,2-5 0</inkml:trace>
  <inkml:trace contextRef="#ctx0" brushRef="#br0" timeOffset="2">1474 1482 6392,'6'-18'1184,"0"1"1,1 5 0,-3 1-760,2-3 0,0 4 1,-4 1-1,2-1-92,1 0 1,1 4-1,-6-5 24,0-3 0,0-1-426,0-3 1,-7 8 0,-5 5-1,-4 3-54,-1 2 0,-1 2 1,1 3-1,-1 7-1,1 4 1,5 1-1,3 2 1,1 3 165,4 1 1,2 2-1,2-3 134,0 1 1,2-2 0,4-7 0,7-4-72,9-3 0,-1-1 0,6-8 1,-1-2-79,-5-2 1,0-7 0,1 1 0,-1-3-25,-6-3 0,1 1 0,-10-1 1,-2 1 34,-2-1 0,-2 7 1,-2 1-1,-6 0-15,-10 1 0,-1 5 0,-10-2 0,0 6 20,2 6 0,-4 2 1,7 7-1,1 1-52,-2 3 0,11 2 1,-1-3-1,5-1-38,6 1 1,2-1 0,4-1 0,4-3 67,6-1 0,5-8 0,6 2 0,6-4-30,4-2 0,-3-6 0,-3-2 1,-2-2-76,-4-3 1,-1-3 0,-5-1-36,-3-1 1,-4 1 0,-8-1-4,0 1 1,-10 5 0,-6 3-1,-7 1 96,-4 4 1,4 4 0,-5 4 0,3 4 121,4 1 0,1 3 0,5 5 0,1 1-132,3-1 0,7-5 0,-2 0-354,4 1 1,12-5-1,5-2 1,7-6 389,-1-6 0,6-4 0,0-7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6:31.6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44 6931,'0'-18'1153,"0"8"-1011,0-5 1,6 15 0,0 0-141,-2 10 1,4 5-1,-1 3 40,3-1 1,0 0-1,3 1 1,-1-1-33,2 1 1,-5-1 0,3 1 0,1-1-99,3 1 0,-4-1 0,-1 1 0,5 1-228,5 4 0,-1-3 0,3 5 316,-4 0 0,6 2 0,3 8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6:31.6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 7582,'9'17'-354,"-1"-5"0,-6 0 831,4 1 1,-2 3-1,7 1-262,3 1 0,-4-1 0,-1 1 0,1-1-229,0 1 0,0-1 0,3 1 0,-1-1-257,1 0 1,3 3 0,1 1-1,-1 3-384,-4-3 1,3-2 654,-3-1 0,11 7 0,4 2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6:31.68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 7767,'10'17'-809,"-2"1"810,0-1 0,-6-5 1,3-1-1,-1 3-12,2 1 0,-2 3 0,8 1-67,1 5 0,-3-5 0,2 4 0,1-3-44,3-3 0,-5 3 1,1 1-1,1 4 90,3 2 1,1-5-1,1 3 1,-1-2 31,1 0 0,-1 9 0,1-5 0,-1 8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6:31.6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36 18 7798,'-18'-10'667,"9"3"-680,1 7 0,10 0 1,4 0 226,5 0 0,-1 5 0,2 3 13,1 2 1,-3 0-1,2 3 1,1-1-277,3 1 1,1 5-1,1 3 1,-1 4-252,1 3 0,5-5 0,0 4 1,0 0-125,3 0 1,-5 2-1,6 4 1,-2-1 189,-3-3 1,-5-8 0,-3 0 0,-5-5 233,-1-5 0,-2-7 0,-6 4 0,0-8 0</inkml:trace>
  <inkml:trace contextRef="#ctx0" brushRef="#br0" timeOffset="1">438 472 6295,'9'2'1962,"-1"4"-1702,0 6 0,-4-3 0,5 3 0,1 1-217,0 3 0,-4 1 1,5 1-1,3-1-169,1 1 1,3-1-1,-1 3 1,1 1-86,-1 2 0,1 6 1,-1-3-1,1-1-255,-1 0 1,0 4-1,1-4 1,-1 1 465,1-1 0,-1-2 0,1-5 0,7 7 0,2 2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6:31.6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18 7582,'0'-10'684,"0"2"0,8 16 0,3 2-507,5 0 0,-1 5 0,-1-3 0,-3 3-126,3 3 0,2-1 1,1 3-1,1-1-287,-1-1 0,-1 3 0,-3-11 0,-1 1-598,1 1 1,-5-6-1,0 3 834,0-1 0,-6-2 0,5-6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6:31.6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70 1219 8132,'0'-9'602,"2"1"-88,4 8 0,-4-2 460,4-4 164,-4 4-821,-2-6 0,0 10 1,2 2-1,4 4-141,5 2 1,1 3 0,3 11 0,5 5-85,-1 4 1,8 2-1,2 1 1,4 3-186,2 2 1,-2 6 0,-2-7-1,-2-1-298,3-2 0,-7-4 0,-2-4-235,-4-6 0,-7-11-109,0-6 735,-8-4 0,-4-2 0,-10 0 0</inkml:trace>
  <inkml:trace contextRef="#ctx0" brushRef="#br0" timeOffset="1">489 1237 8132,'-9'-10'1243,"-1"2"-1009,4 8 0,2 0 0,-5 2 0,-1 4 45,0 6 0,-1 5 0,-9 4 0,-3 5-35,-6 1 1,-4 2-1,-2 6 1,0 2-142,0 4 0,2-5 0,2 5 1,4-4-504,2-2 0,1-8 0,7-4 0,1-3-892,5-3 1292,3-7 0,0 6 0,-2-7 0</inkml:trace>
  <inkml:trace contextRef="#ctx0" brushRef="#br0" timeOffset="2">16 1831 7734,'0'-18'525,"0"1"1,8-1-1,4 1-432,3 0 1,3-3-1,1-1 1,4-4-222,6-3 1,4-1 0,4-8 0,2-1-153,2-3 0,7-6 0,-1 5 0,3-1 280,3 0 0,-1-5 0,1 3 0</inkml:trace>
  <inkml:trace contextRef="#ctx0" brushRef="#br0" timeOffset="10">744 1101 11643,'7'-12'183,"5"0"1,4 1 0,3-7 0,2 1-809,3-1 1,5-7-1,-4-4 1,2-2-2103,4 2 2727,2-12 0,10 12 0,1-14 0</inkml:trace>
  <inkml:trace contextRef="#ctx0" brushRef="#br0" timeOffset="11">1531 454 8124,'-10'-2'718,"4"-3"-488,4 3 1,2-8-41,0 4 0,8 2 0,2-7-63,-1-3 0,7 4 0,-5-1 1,5-5-158,1-5 1,7 1-1,-1-5 1,0 2-406,2 0 0,-3-8 0,7 2 1,2-4-1005,2-2 1439,2 0 0,8-8 0,1-2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6:31.67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70 122 10038,'-8'-9'2073,"6"1"0,-6 10-1675,8 4 1,0 3 0,0 11 0,0 3-24,0 6 1,2 4 0,2 4-1,2 4-96,-2 5 1,-2 5-1,-2 1 1,2 1-308,4-1 0,-4-6 0,3-1 0,-3-4-1682,-2-8 1,0-6-36,0-10 1,0-9 91,0-8 1,0-9 1652,0-15 0,0-3 0,0-8 0</inkml:trace>
  <inkml:trace contextRef="#ctx0" brushRef="#br0" timeOffset="1">0 105 8354,'0'-18'63,"0"7"3129,0-1-1047,0 8-1774,0-11 0,2 13 1,6-4-1,7 2-4,7-2 0,9 4 1,-2-5-1,6 1-245,5 0 1,5 0 0,6 6-1,-3 0-284,-1 0 0,-9 2 1,1 4-1,-8 5-49,-7 5 1,-13 7-1,-5 1 1,-4-1-54,-2 2 0,-16 0 1,-7 6-1,-8-3 174,-4-3 0,-6 4 0,-1-6 0,-1-2 5,0-1 1,-3-5-1,5-1 1,2-4-286,2-3 0,10-1-610,4-6 1,11-2-1,10-3-1033,12-7 2013,9-4 0,24-1 0,2-1 0</inkml:trace>
  <inkml:trace contextRef="#ctx0" brushRef="#br0" timeOffset="2">995 262 8349,'-9'-12'2204,"3"1"0,4 5-1536,2-6 1,-2 3 0,-2-5-21,-2 2 1,-1 7 0,1-5-66,-6 2 0,-3 2 1,-3 6-1,-1 0-139,-5 0 0,3 0 0,-8 2 0,-2 4-258,-2 6 0,0 5 0,2 6 0,2 6-59,-2 4 0,4 4 0,-1 2 0,5 4-324,8 1 1,5-3 0,10 4-1,4-2-90,7-5 1,11-3 0,19-6-1,5-7-214,5-9 0,11-5 0,4-8 1,4 0-369,-3 0 1,-8-13 0,-3-5-1,-8-1-2028,-7-1 2897,-19 3 0,1-1 0,-13 1 0</inkml:trace>
  <inkml:trace contextRef="#ctx0" brushRef="#br0" timeOffset="3">1624 751 8043,'-11'0'787,"1"-2"641,2-4-272,2 4 1,6-7-547,0 3 1,2 2-517,4-8 0,-2 6 0,8-3 0,1-1 57,3 0 0,1 1 0,1-5 0,-1 2-47,1-1 1,-1-1 0,0 1-181,1 1 0,-1 2 1,-1-3-35,-4 1 0,-3 8 37,-3-2 0,-4 6 79,4 6 0,-4 4 100,-2 7 1,0 1 124,0-1 0,0-5 13,0 0 0,0-1 1,0 7-111,0-1 1,0-5-1,0-1 1,0 3 68,0 2 0,0-5 1,0 1-1,0 1-174,0 3 0,0 1 0,0 1 1,0-1-144,0 1 0,0-1 1,0 1-361,0-1 1,0-5-1909,0-1 2382,0-7 0,8 4 0,1-8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6:31.6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1131 10378,'10'-8'350,"5"6"0,-5-5-313,0-1 0,5 4 0,-3-8 1,3 1-430,3 1 0,-1-7 0,3 1 0,3-7-302,6-4 1,10-8 0,4-8 0,1-2 693,5-3 0,1-3 0,3-1 0</inkml:trace>
  <inkml:trace contextRef="#ctx0" brushRef="#br0" timeOffset="1">844 437 8417,'10'-8'982,"-1"4"-997,-3-8 1,4 1 0,7-7-167,1 1 1,1-1 0,4-1-1,7-4-29,3-7 1,9-3 0,3-3 0,1-3-967,1-2 1176,0 0 0,13-1 0,2-3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6:31.6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0 7672,'10'0'1749,"0"0"-1405,-4 0 0,-2 2 0,7 4-156,3 6 1,1 5 0,5 5 0,1 3-241,2 2 1,6 0-1,-3 4 1,1-2-343,4 2 1,2 8 0,2 2-1,0-2-127,0-2 1,-6-4 0,-2-2 0,-2-4-688,-3-2 1208,-3-2 0,-2-5 0,1-1 0</inkml:trace>
  <inkml:trace contextRef="#ctx0" brushRef="#br0" timeOffset="1">1012 420 8092,'0'-18'152,"0"1"0,0-1 2579,0 1-2002,0-1 0,0 10 1,0 8-336,0 10 0,0 13 0,0 9 0,0 6 164,0 9 0,0 3 0,0 3 0,0 1-303,0 4 1,0-3 0,0 5-1,0-4-256,0-4 0,0 3 0,0-14 0,0-5-789,0-5 0,0-5 0,2-11-601,4-3 1,-2-6 0,6-12-1,-3-6-2227,-3-3 3618,-2-11 0,-2-8 0,0-11 0</inkml:trace>
  <inkml:trace contextRef="#ctx0" brushRef="#br0" timeOffset="2">873 402 7354,'17'0'1403,"1"0"0,-7 0 0,1-2-776,1-4 0,3 2 0,3-5 0,5-1-254,5 0 1,4 6-1,2-3 1,2 1-90,3 0 0,-1 0 0,6 8 0,-3 4-123,-3 6 0,-4 5 0,-6 4 0,-5 5-190,-5 1 0,-9-4 0,-4 6 0,-6 2-286,-6 2 0,-12 2 1,-11-2-1,-6-4 23,-6-5 0,3 1 0,-9-4 0,0-3-107,3-5 0,-5-9 0,7 2 0,1-4-193,4-2 1,6 0-1,14 0-438,-1 0 0,10 0 0,8 0 34,10 0 1,13-6 995,6 0 0,12-7 0,4 3 0</inkml:trace>
  <inkml:trace contextRef="#ctx0" brushRef="#br0" timeOffset="3">1763 629 7967,'6'-17'0,"0"-1"0,0 7 0,-6-1 1315,0-2 1,6 5 260,-1-3 1,-1 2-1276,-9-1 1,1 1-1,-8 6 1,-4-2-126,-5 2 1,0 8 0,-8 4 0,-2 2-44,-2 3 0,0 9 1,2 3-1,1 2-89,-1 4 0,6 2 1,2 4-1,4 2-4,1 1 1,8 3 0,5-2 0,5 4-116,5-1 0,13-3 1,13-12-1,8-6-237,7-3 0,5-5 1,1-3-1,0-6-446,1-4 0,-7-8 1,-1-2-1,-4-4-142,-8-7 1,0 2 0,-12-7 899,-5 5 0,1-6 0,-7-3 0</inkml:trace>
  <inkml:trace contextRef="#ctx0" brushRef="#br0" timeOffset="4">2182 961 8408,'0'10'5437,"2"-3"-5030,4-7 0,4 0 1,7 0-182,1 0 1,-1-2 0,1-1 0,-1-3 30,1 2 1,-1 2 0,1 4 0,-1 2-24,1 2 1,-7 7-1,-1-1 1,-2 3-94,-4 3 0,-2 5 0,-4 2 0,-4 2-135,-6 5 1,-3-5 0,-3 0 0,1-2-42,-1-4 0,3-1 0,1-3 0,4 1-347,3-1 0,-5 1 198,6-1 1,6-5 0,8-2 0,4-3-157,7-3 0,0-2 1,9-4-1,-1-2-459,0-2 1,-4-7-1,6 1 799,2-3 0,2-3 0,2 1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06:48.174"/>
    </inkml:context>
    <inkml:brush xml:id="br0">
      <inkml:brushProperty name="width" value="0.08571" units="cm"/>
      <inkml:brushProperty name="height" value="0.08571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7063 10378,'10'-8'350,"5"6"0,-5-5-313,0-1 0,5 4 0,-3-8 1,3 1-430,3 1 0,-1-7 0,3 1 0,3-7-302,6-4 1,10-8 0,4-8 0,1-2 693,5-3 0,1-3 0,3-1 0</inkml:trace>
  <inkml:trace contextRef="#ctx0" brushRef="#br0" timeOffset="1">844 6369 8417,'10'-8'982,"-1"4"-997,-3-8 1,4 1 0,7-7-167,1 1 1,1-1 0,4-1-1,7-4-29,3-7 1,9-3 0,3-3 0,1-3-967,1-2 1176,0 0 0,13-1 0,2-3 0</inkml:trace>
  <inkml:trace contextRef="#ctx0" brushRef="#br0" timeOffset="2">2084 5234 7761,'0'-11'161,"0"-1"-9,0-1 0,6 3 0,1-2 0,3-1-70,4-3 1,3-1-1,5-1 1,1 1-108,-2-1 0,6-5 1,1 0-1,1-1-260,0-1 1,0 0 0,6-6 284,0 2 0,0-8 0,0-8 0</inkml:trace>
  <inkml:trace contextRef="#ctx0" brushRef="#br0" timeOffset="5">5297 1985 8108,'18'-8'-167,"-7"1"1,1-7 52,2 2 0,1 1 0,3-7 0,-1 1 243,1-1 0,1-1 1,2-2-1,5-5-41,1-1 1,2-2 0,8-8 0,1-2-133,3-1 0,6-7 1,-5 4-1,1 1-288,0-1 0,3-2 0,-5 8 0,-4 4-363,-6 0 695,2 0 0,-14 6 0,7 2 0</inkml:trace>
  <inkml:trace contextRef="#ctx0" brushRef="#br0" timeOffset="6">6485 1025 8224,'2'-12'310,"4"0"1,9 1 0,10-7 0,3-1-157,3-5 1,11-3-1,9-8 1,7 0-54,4 0 0,8-1 1,4-1-1,-6 0-1204,-8 4 1103,-6 2 0,-2-4 0,1 0 0</inkml:trace>
  <inkml:trace contextRef="#ctx0" brushRef="#br0" timeOffset="-6">2907 3662 8132,'0'-9'602,"2"1"-88,4 8 0,-4-2 460,4-4 164,-4 4-821,-2-6 0,0 10 1,2 2-1,4 4-141,5 2 1,1 3 0,3 11 0,5 5-85,-1 4 1,8 2-1,2 1 1,4 3-186,2 2 1,-2 6 0,-2-7-1,-2-1-298,3-2 0,-7-4 0,-2-4-235,-4-6 0,-7-11-109,0-6 735,-8-4 0,-4-2 0,-10 0 0</inkml:trace>
  <inkml:trace contextRef="#ctx0" brushRef="#br0" timeOffset="-5">3326 3680 8132,'-9'-10'1243,"-1"2"-1009,4 8 0,2 0 0,-5 2 0,-1 4 45,0 6 0,-1 5 0,-9 4 0,-3 5-35,-6 1 1,-4 2-1,-2 6 1,0 2-142,0 4 0,2-5 0,2 5 1,4-4-504,2-2 0,1-8 0,7-4 0,1-3-892,5-3 1292,3-7 0,0 6 0,-2-7 0</inkml:trace>
  <inkml:trace contextRef="#ctx0" brushRef="#br0" timeOffset="3">2853 4274 7734,'0'-18'525,"0"1"1,8-1-1,4 1-432,3 0 1,3-3-1,1-1 1,4-4-222,6-3 1,4-1 0,4-8 0,2-1-153,2-3 0,7-6 0,-1 5 0,3-1 280,3 0 0,-1-5 0,1 3 0</inkml:trace>
  <inkml:trace contextRef="#ctx0" brushRef="#br0" timeOffset="12173.08">8104 122 10038,'-8'-9'2073,"6"1"0,-6 10-1675,8 4 1,0 3 0,0 11 0,0 3-24,0 6 1,2 4 0,2 4-1,2 4-96,-2 5 1,-2 5-1,-2 1 1,2 1-308,4-1 0,-4-6 0,3-1 0,-3-4-1682,-2-8 1,0-6-36,0-10 1,0-9 91,0-8 1,0-9 1652,0-15 0,0-3 0,0-8 0</inkml:trace>
  <inkml:trace contextRef="#ctx0" brushRef="#br0" timeOffset="12533.08">8034 105 8354,'0'-18'63,"0"7"3129,0-1-1047,0 8-1774,0-11 0,2 13 1,6-4-1,7 2-4,7-2 0,9 4 1,-2-5-1,6 1-245,5 0 1,5 0 0,6 6-1,-3 0-284,-1 0 0,-9 2 1,1 4-1,-8 5-49,-7 5 1,-13 7-1,-5 1 1,-4-1-54,-2 2 0,-16 0 1,-7 6-1,-8-3 174,-4-3 0,-6 4 0,-1-6 0,-1-2 5,0-1 1,-3-5-1,5-1 1,2-4-286,2-3 0,10-1-610,4-6 1,11-2-1,10-3-1033,12-7 2013,9-4 0,24-1 0,2-1 0</inkml:trace>
  <inkml:trace contextRef="#ctx0" brushRef="#br0" timeOffset="12953.08">9029 262 8349,'-9'-12'2204,"3"1"0,4 5-1536,2-6 1,-2 3 0,-2-5-21,-2 2 1,-1 7 0,1-5-66,-6 2 0,-3 2 1,-3 6-1,-1 0-139,-5 0 0,3 0 0,-8 2 0,-2 4-258,-2 6 0,0 5 0,2 6 0,2 6-59,-2 4 0,4 4 0,-1 2 0,5 4-324,8 1 1,5-3 0,10 4-1,4-2-90,7-5 1,11-3 0,19-6-1,5-7-214,5-9 0,11-5 0,4-8 1,4 0-369,-3 0 1,-8-13 0,-3-5-1,-8-1-2028,-7-1 2897,-19 3 0,1-1 0,-13 1 0</inkml:trace>
  <inkml:trace contextRef="#ctx0" brushRef="#br0" timeOffset="14083.08">9658 751 8043,'-11'0'787,"1"-2"641,2-4-272,2 4 1,6-7-547,0 3 1,2 2-517,4-8 0,-2 6 0,8-3 0,1-1 57,3 0 0,1 1 0,1-5 0,-1 2-47,1-1 1,-1-1 0,0 1-181,1 1 0,-1 2 1,-1-3-35,-4 1 0,-3 8 37,-3-2 0,-4 6 79,4 6 0,-4 4 100,-2 7 1,0 1 124,0-1 0,0-5 13,0 0 0,0-1 1,0 7-111,0-1 1,0-5-1,0-1 1,0 3 68,0 2 0,0-5 1,0 1-1,0 1-174,0 3 0,0 1 0,0 1 1,0-1-144,0 1 0,0-1 1,0 1-361,0-1 1,0-5-1909,0-1 2382,0-7 0,8 4 0,1-8 0</inkml:trace>
  <inkml:trace contextRef="#ctx0" brushRef="#br0" timeOffset="126943.08">3580 3545 11643,'7'-12'183,"5"0"1,4 1 0,3-7 0,2 1-809,3-1 1,5-7-1,-4-4 1,2-2-2103,4 2 2727,2-12 0,10 12 0,1-14 0</inkml:trace>
  <inkml:trace contextRef="#ctx0" brushRef="#br0" timeOffset="127713.08">4367 2898 8124,'-10'-2'718,"4"-3"-488,4 3 1,2-8-41,0 4 0,8 2 0,2-7-63,-1-3 0,7 4 0,-5-1 1,5-5-158,1-5 1,7 1-1,-1-5 1,0 2-406,2 0 0,-3-8 0,7 2 1,2-4-1005,2-2 1439,2 0 0,8-8 0,1-2 0</inkml:trace>
  <inkml:trace contextRef="#ctx0" brushRef="#br1" timeOffset="113176.35">821 645 6931,'0'-18'1153,"0"8"-1011,0-5 1,6 15 0,0 0-141,-2 10 1,4 5-1,-1 3 40,3-1 1,0 0-1,3 1 1,-1-1-33,2 1 1,-5-1 0,3 1 0,1-1-99,3 1 0,-4-1 0,-1 1 0,5 1-228,5 4 0,-1-3 0,3 5 316,-4 0 0,6 2 0,3 8 0</inkml:trace>
  <inkml:trace contextRef="#ctx0" brushRef="#br1" timeOffset="113696.35">1589 1640 7582,'9'18'-354,"-1"-7"0,-6 1 831,4 1 1,-2 3-1,7 1-262,3 1 0,-4-1 0,-1 1 0,1-1-229,0 1 0,0-1 0,3 1 0,-1-1-257,1 1 1,3 1 0,1 2-1,-1 3-384,-4-3 1,3-2 654,-3-1 0,11 7 0,4 2 0</inkml:trace>
  <inkml:trace contextRef="#ctx0" brushRef="#br1" timeOffset="114096.35">2253 2758 7767,'10'17'-809,"-2"1"810,0-1 0,-6-5 1,3-1-1,-1 3-12,2 1 0,-2 3 0,8 1-67,1 5 0,-3-5 0,2 4 0,1-3-44,3-3 0,-5 3 1,1 1-1,1 4 90,3 2 1,1-5-1,1 3 1,-1-2 31,1 0 0,-1 9 0,1-5 0,-1 8 0</inkml:trace>
  <inkml:trace contextRef="#ctx0" brushRef="#br1" timeOffset="114876.35">3475 4539 7798,'-18'-10'667,"9"3"-680,1 7 0,10 0 1,4 0 226,5 0 0,-1 5 0,2 3 13,1 2 1,-3 0-1,2 3 1,1-1-277,3 1 1,1 5-1,1 3 1,-1 4-252,1 3 0,5-5 0,0 4 1,1 0-125,1 0 1,-4 2-1,6 4 1,-2-1 189,-3-3 1,-5-8 0,-3 0 0,-4-5 233,-3-5 0,-1-7 0,-6 4 0,0-8 0</inkml:trace>
  <inkml:trace contextRef="#ctx0" brushRef="#br1" timeOffset="115216.35">3877 4993 6295,'9'2'1962,"-1"4"-1702,0 6 0,-4-3 0,5 3 0,1 1-217,0 3 0,-4 1 1,5 1-1,3-1-169,1 1 1,3-1-1,-1 3 1,1 1-86,-1 2 0,1 6 1,-1-3-1,1-1-255,-1 0 1,1 4-1,-1-4 1,1 1 465,-1-1 0,0-2 0,1-5 0,7 7 0,2 2 0</inkml:trace>
  <inkml:trace contextRef="#ctx0" brushRef="#br1" timeOffset="116276.35">4715 6077 7582,'0'-10'684,"0"2"0,8 16 0,3 2-507,5 0 0,-1 5 0,-1-3 0,-3 3-126,3 3 0,2-1 1,1 3-1,1-1-287,-1-1 0,-1 3 0,-3-11 0,-1 1-598,1 1 1,-5-6-1,0 3 834,0-1 0,-6-2 0,5-6 0</inkml:trace>
  <inkml:trace contextRef="#ctx0" brushRef="#br1" timeOffset="116876.35">5379 6810 7672,'10'0'1749,"0"0"-1405,-4 0 0,-2 2 0,7 4-156,3 6 1,1 5 0,5 5 0,1 3-241,2 2 1,6 0-1,-3 4 1,1-2-343,4 2 1,2 8 0,2 2-1,0-2-127,0-2 1,-6-4 0,-2-2 0,-2-4-688,-3-2 1208,-3-2 0,-2-5 0,1-1 0</inkml:trace>
  <inkml:trace contextRef="#ctx0" brushRef="#br1" timeOffset="142126.34">6391 7230 8092,'0'-18'152,"0"1"0,0-1 2579,0 1-2002,0-1 0,0 10 1,0 8-336,0 10 0,0 13 0,0 9 0,0 6 164,0 9 0,0 3 0,0 3 0,0 1-303,0 4 1,0-3 0,0 5-1,0-4-256,0-4 0,0 3 0,0-14 0,0-5-789,0-5 0,0-5 0,2-11-601,4-3 1,-2-6 0,6-12-1,-3-6-2227,-3-3 3618,-2-11 0,-2-8 0,0-11 0</inkml:trace>
  <inkml:trace contextRef="#ctx0" brushRef="#br1" timeOffset="142806.34">6252 7212 7354,'17'0'1403,"1"0"0,-7 0 0,1-2-776,1-4 0,3 2 0,3-5 0,5-1-254,5 0 1,4 6-1,2-3 1,2 1-90,3 0 0,-1 0 0,6 8 0,-3 4-123,-3 6 0,-4 5 0,-6 4 0,-5 5-190,-5 1 0,-9-4 0,-4 6 0,-6 2-286,-6 2 0,-12 2 1,-11-2-1,-6-4 23,-6-5 0,3 1 0,-9-4 0,0-3-107,3-5 0,-5-9 0,7 2 0,1-4-193,4-2 1,6 0-1,14 0-438,-1 0 0,10 0 0,8 0 34,10 0 1,13-6 995,6 0 0,12-7 0,4 3 0</inkml:trace>
  <inkml:trace contextRef="#ctx0" brushRef="#br1" timeOffset="143176.34">7142 7439 7967,'6'-17'0,"0"-1"0,0 7 0,-6-1 1315,0-2 1,6 5 260,-1-3 1,-1 2-1276,-9-1 1,1 1-1,-8 6 1,-4-2-126,-5 2 1,0 8 0,-8 4 0,-2 2-44,-2 3 0,0 9 1,2 3-1,1 2-89,-1 4 0,6 2 1,2 4-1,4 2-4,1 1 1,8 3 0,5-2 0,5 4-116,5-1 0,13-3 1,13-12-1,8-6-237,7-3 0,5-5 1,1-3-1,0-6-446,1-4 0,-7-8 1,-1-2-1,-4-4-142,-8-7 1,0 2 0,-12-7 899,-5 5 0,1-6 0,-7-3 0</inkml:trace>
  <inkml:trace contextRef="#ctx0" brushRef="#br1" timeOffset="143676.34">7561 7771 8408,'0'10'5437,"2"-3"-5030,4-7 0,4 0 1,7 0-182,1 0 1,-1-2 0,1-1 0,-1-3 30,1 2 1,-1 2 0,1 4 0,-1 2-24,1 2 1,-7 7-1,-1-1 1,-2 3-94,-4 3 0,-2 5 0,-4 2 0,-4 2-135,-6 5 1,-3-5 0,-3 0 0,1-2-42,-1-4 0,3-1 0,1-3 0,4 1-347,3-1 0,-5 1 198,6-1 1,6-5 0,8-2 0,4-3-157,7-3 0,0-2 1,9-4-1,-1-2-459,0-2 1,-4-7-1,6 1 799,2-3 0,2-3 0,2 1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9:35.641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103 112 6328,'-11'0'1144,"1"1"-370,3 5-46,1-4-37,6 6 1,0-10 26,0-4 1,0 2 349,0-7-971,8 7 1,-5 4 0,7 11 0,-1 5-139,1 1 1,0 6-1,5 2 1,0 1-78,4 5 0,4 0 0,-2-1 0,4-1-199,2 1 0,-4-3 1,3 0-1,-1-2-565,-4-4 1,-4-8 0,-3-4-1268,-3-1 2149,-7-2 0,-4-6 0,-10 0 0</inkml:trace>
  <inkml:trace contextRef="#ctx0" brushRef="#br0" timeOffset="317">395 77 8425,'-7'-9'650,"-5"3"0,-1 6 0,-2 6 0,-1 5-675,-3 4 1,-4 4-1,1 4 1,-7 6-211,-4 3 0,5-3 1,1-2-1,0-2-26,1-4 0,5 4 1,-2-3-1,4-2-951,1-7 1212,9 2 0,1-5 0,8 7 0</inkml:trace>
  <inkml:trace contextRef="#ctx0" brushRef="#br0" timeOffset="617">430 129 6018,'-10'0'-78,"3"7"1,7 3-1</inkml:trace>
  <inkml:trace contextRef="#ctx0" brushRef="#br0" timeOffset="1033">395 112 7793,'0'-10'698,"0"0"-352,0 5 1,2 3 155,4-4 692,-4 4 86,6 2-973,-8 0 0,5 2 1,1 4-212,-2 5 1,0-1 0,0 1 0,3 3-184,3 1 0,1 2 0,5 2 0,-1 2-72,2 2 0,-4 0 1,10-6-1,-4 0-218,-1 1 0,1-7 1,0 1-1,0-1-249,-4-1 0,-7-3 1,1-5 625,-1 4 0,-2 3 0,-6 9 0</inkml:trace>
  <inkml:trace contextRef="#ctx0" brushRef="#br0" timeOffset="1333">602 60 7757,'-12'0'810,"1"0"1,-1 0 0,-5 2-682,0 4 0,0 5 1,0 10-1,-2 4-261,-4 2 1,-2 1 0,-6 7 0,4-1-264,3 0 0,-5-1 0,8-4 0,4-7-1663,3-2 2058,11-3 0,-5-8 0,8-1 0</inkml:trace>
  <inkml:trace contextRef="#ctx0" brushRef="#br0" timeOffset="1869">1134 112 8619,'0'-10'1159,"0"2"0,2 8 1,4 0-991,6 0 0,-3 8 0,3 3 1,1 5-251,2 1 1,8 0-1,0 0 1,0 0-324,2 1 1,-4-1 0,6 0 0,-1 0-618,1 0 0,-6-5 1,2-1 1020,-4 3 0,-2 1 0,0 2 0</inkml:trace>
  <inkml:trace contextRef="#ctx0" brushRef="#br0" timeOffset="2153">1427 8 7894,'-8'-7'1477,"-2"7"-1136,1 9 0,-8 9 0,1 4 0,-6 9-255,-5 7 0,-2 0 0,-5 8 1,-1 2-100,1 2 0,5-1 1,3-5-1,3-8-699,7-5 1,1-16 711,9 2 0,1-11 0,5 2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9:40.293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241 1 7770,'-17'0'-1082,"5"0"868,1 0 1,-1 0 88,-5 0 248,8 0 346,-7 0 334,14 0 723,-5 0-723,7 0 0,5 1-485,1 5 1,6-2 0,-5 6 0,1-1 20,0 1 0,5 3 0,-2 8 0,5 4-191,1 2 1,0 3 0,0 8 0,2 2-332,4-1 0,-4-3 0,6-2 1,-2-1-173,0-5 1,0-3 0,-6-10 0,0-1-458,0-3 1,-5-7-1,-3 0 1,-1-8 811,-4-7 0,-2-5 0,-2-1 0</inkml:trace>
  <inkml:trace contextRef="#ctx0" brushRef="#br0" timeOffset="315">567 35 9186,'-17'0'363,"4"2"0,-2 4 1,-6 5-250,-4 4 0,-4 8 0,-5 2 1,-3 2-109,-3 3 1,2 3 0,-6 1-1,2 1-599,4-1 0,4-7 1,3-3 29,2 1 1,8-8 562,-1 1 0,2-1 0,3-8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9:43.260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35 0 7816,'11'0'2337,"1"0"-1687,-8 0 0,5 0-384,-3 0 0,1 8 1,7 3-1,-3 5-82,3 1 1,1 2 0,2 4-1,0 6-207,0 3 0,1 2 1,-1 1-1,2-1-180,4 0 1,-4-5 0,4-2 0,-4-2-320,-2-4 1,0-2 0,1-4-256,-1-3 0,-8-7 0,-1-9 0,-2-3-686,-1-3 1463,1-1 0,-6-14 0,0-2 0</inkml:trace>
  <inkml:trace contextRef="#ctx0" brushRef="#br0" timeOffset="300">361 35 7857,'0'-12'1224,"0"1"-1084,0 7 1,-2-4 0,-3 10-1,-5 4-116,1 5 0,-7 5 0,5 1 0,-6 0-62,-6 0 0,4 6 0,-6 2 0,2 0-124,0 0 0,-2-1 1,4-3-1,-2 2-332,2-2 0,2-2 0,2-1-159,0-1 0,5-8 653,1-3 0,7 4 0,-4-1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9:44.759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35 50 7765,'12'-2'-213,"-1"-4"1,-7 2 620,2-7-167,-4 7 0,-2-5 667,0 3-430,0 4 1,5-4-1,1 12-253,-2 5 0,0 5 1,-1 1-1,5 2-101,2 4 0,1-2 0,8 6 0,2-3-171,2-3 1,6 4-1,-4 0 1,-1 0-301,1 0 0,0-2 0,-4-8 0,2-2-1214,-2-1 0,-8-6 295,-1 5 1266,-8-7 0,3 3 0,-7-7 0</inkml:trace>
  <inkml:trace contextRef="#ctx0" brushRef="#br0" timeOffset="285">396 67 7130,'-2'-9'756,"-4"3"1,3 4-1,-9 4-718,-1 4 1,-2 1 0,-3 7 0,-1-3-133,-4 2 1,-1 8 0,-7 4 0,2 0-91,-1 0 1,3 0 0,0-4 0,2 2-768,4-2 0,2-2 951,2-2 0,0 0 0,0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9:55.87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69 1 7678,'-12'11'830,"1"1"0,7-6-385,-2 5 0,4-5 1,4 3-85,4-1 0,-2 3 0,7-3 0,3 2-96,1 3 1,2 2 0,0 2 0,2 1-115,4-1 0,-4 2 0,6 2 0,-2 2-373,0-2 1,0 4 0,-6-2 0,0-2-230,1-2 1,-3-8-1,-2-1 1,-3-1-793,-3 1 1,7-6 525,-3 1 1,-3-5-1,-2-5 717,-4-7 0,-2 4 0,0-7 0,0 6 0</inkml:trace>
  <inkml:trace contextRef="#ctx0" brushRef="#br0" timeOffset="366">430 104 7678,'-17'0'163,"-1"0"0,3 2 1,2 2-1,1 3 267,-1 3 1,-4-4-1,-4 5 1,-2 2-305,2 3 0,-4 7 0,0 2 1,-2-1-279,-3 1 1,5 4 0,2-6-1,4-2-362,2-2 1,0-4-1,1-2 514,5-1 0,-4-1 0,5 7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9:57.40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18 79 7700,'0'-11'-401,"2"1"615,4 3 1,-5-1 279,5 2 0,-4 2-55,-2-7 0,2 7 0,2-4 638,2 1-755,-1 5 0,1 2 0,2 9 0,1 5-116,5 3 1,1-4-1,2 12 1,0-2-123,0 0 0,6 6 1,2-6-1,0-1-372,0 3 1,3-6-1,-5 4 1,-2-4-411,-2-1 1,-7-1-1,-1 0-378,3 0 0,-5-2-864,3-3 1940,-8-4 0,-4-16 0,-10-2 0</inkml:trace>
  <inkml:trace contextRef="#ctx0" brushRef="#br0" timeOffset="265">413 96 7700,'0'-17'355,"0"0"252,0 0 0,-2 7-468,-3 5 1,3 5 0,-6 5 0,0 5-248,-3-1 0,1 12 0,-1-3 1,-4 1 30,-6 0 0,0 0 1,-8 2-1,0 4 86,3 1 1,-5-3 0,6 4 0,0-2-172,1-4 0,-5-2 1,8-2-1,4 0-496,3 1 658,11-9 0,-13 6 0,7-5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49:59.54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16 0 8141,'-9'8'882,"3"-4"-801,12 7 0,3-5 1,8 3-1,1 1-75,-1-1 1,6-3-1,0 4 1,0-1-109,1 1 0,-3 1 0,6 6 0,0 1-409,0-1 0,-6 0 0,3 2 43,1 4 1,-6-4-1,4 2 468,-4-7 0,-1 1 0,-1-6 0</inkml:trace>
  <inkml:trace contextRef="#ctx0" brushRef="#br0" timeOffset="331">326 69 7712,'-8'-10'46,"-3"5"1,-5 3-26,-1 2 0,0 0-88,0 0 1,-1 7 0,1 5 75,0 3 1,6 2-1,-1 0 1,-1 1-32,-2-1 1,-3 0 0,1 2 0,2 2-436,3 2 1,-1 2 456,7-2 0,-15-4 0,2 6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0:01.958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 52 6145,'9'0'1915,"1"0"-1497,-4 0 0,-2 0 140,7 0 0,-5 0-291,5 0 1,-5 0 0,5 2 0,3 4-179,1 5 0,-2 5 0,3 1 0,3 0-83,0 0 0,2 0 0,2 0 0,4 1-306,-1-1 1,5-6-1,-6-1 1,-1-3-333,1-3 0,4-2 1,-6-2-845,-2 0 1476,-2 0 0,-2-7 0,0-3 0</inkml:trace>
  <inkml:trace contextRef="#ctx0" brushRef="#br0" timeOffset="318">327 1 7464,'-11'0'868,"0"0"-718,-3 0 1,3 7-1,-3 5 1,-3 3-191,-2 2 0,4 2 0,-8 2 1,4 4 16,2 2 0,-1-4 0,1 3 0,0-1-218,0-4 1,2 4 0,3-2 0,6-2-477,4-2 717,2-2 0,-7-7 0,-3-3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0:00.82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35 8599,'0'-10'1088,"2"2"1,4 10-925,5 4 0,-1 2 1,1 5-1,4-2-123,6 3 1,0 1-1,6 2 1,0 1-165,0-1 1,-1 0 0,5 0-1,-2 0-466,1 0 1,-5 1 0,-2-3 0,-4-2 33,-2-1 1,-2-1 0,-1 4 0,-5-1 554,-1-3 0,0-5 0,-3 5 0,-3-7 0,6 4 0</inkml:trace>
  <inkml:trace contextRef="#ctx0" brushRef="#br0" timeOffset="302">361 0 7671,'-17'0'529,"0"8"0,-1 5 0,1 6-413,0 4 1,-6 10-1,-2-1 1,-1 6-129,-5 1 1,4 3-1,1-2 1,1-4-239,4-6 0,3 1 0,7-8-587,5-2 837,4-10 0,2 5 0,0-7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0:03.160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 17 8272,'0'10'1162,"0"-1"0,1-5-826,5 2 1,-2 5-1,7-3 1,3 2-269,1 3 0,4 2 0,2 4 0,2 2-79,-2 2 1,4 6 0,0-6-1,0 0-504,-1 2 0,1-4 0,-4 5 0,2-1-206,-2-4 1,0-2-1,0-2 1,2-1 38,-2-5 1,-2-3 681,-2-8 0,-7 0 0,-2-8 0,-8-1 0</inkml:trace>
  <inkml:trace contextRef="#ctx0" brushRef="#br0" timeOffset="264">258 0 7792,'-17'0'286,"2"2"1,1 4 75,3 5 0,1 5 1,-3 3-1,0 4-219,-6 5 0,1 5 0,-4 3 1,2 4-516,3 6 1,0-2-1,2-2 1,3-4-998,7-6 1369,3-9 0,-6 2 0,-1-8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0:08.888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138 35 7773,'-11'0'-150,"-1"0"1173,9 0 154,-5-8 68,8 6-928,0-5 0,6 9 0,1 1 0,3 7-128,3 5 1,1-1-1,1 10 1,0 1-244,4 4 1,2 3 0,-3 1 0,-1-3-206,0-1 0,6-2 0,0 1 0,-4-3-988,-6 0 1,2-12 1246,-3 5 0,-4-13 0,-1 3 0</inkml:trace>
  <inkml:trace contextRef="#ctx0" brushRef="#br0" timeOffset="284">362 0 7934,'-17'0'1285,"1"2"-983,5 4 1,-4-2 0,3 7-1,-5 3-210,-6 1 1,2 2 0,-6 2-1,1 2-226,-1 2 1,4 2-1,-4-4 1,2 2-382,4-2 0,4-2 1,6-2 514,5 0 0,-4 1 0,1-1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0:13.942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35 31 7840,'9'-7'487,"1"3"-92,-4-8 0,-2 9 1,7-1-96,2 8 0,-1 5 0,3 8 1,4 0-179,0 1 1,0 5-1,0 1 1,4 3-75,6 4 1,-4-7-1,0 1 1,-2-2-438,-1 0 0,1 0 0,-5-8 0,-1-3-1294,0-6 1683,0 3 0,0-7 0,1 6 0</inkml:trace>
  <inkml:trace contextRef="#ctx0" brushRef="#br0" timeOffset="264">430 100 7714,'-2'-10'93,"-2"3"126,-1-1 1,-3 6-1,2-3-40,-5 3 0,1 4 1,-3 3-1,-4 7-69,-4 3 1,-10 8-1,3 2 1,-5 0-22,-1-1 1,-1 7 0,3-4 0,1-1-256,3-3 0,7-4 0,0-1 166,7-1 0,-1 0 0,5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0:13.140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35 33 7432,'0'-9'2690,"0"-7"-2523,0 14 1,2-3 0,3 9-1,5 3-40,-1 3 1,9 1-1,-3 6 1,6 1-109,0-1 0,4 0 0,0 0 0,1 0-197,5 1 1,-4-1-1,-1 0 1,-1-2-385,-4-3 0,-2 3 0,-2-4-684,1 5 1246,-9-7 0,6-1 0,-5-8 0</inkml:trace>
  <inkml:trace contextRef="#ctx0" brushRef="#br0" timeOffset="266">310 102 7786,'0'-10'574,"-8"-5"1,4 15-1,-7 0-724,-3 10 0,-1 5 0,-2 2 1,0 0-174,0 1 0,-3 4 0,-1 1 0,-1-2 100,1-2 1,1-1-1,3-1 1,0 0-546,0 0 768,0 0 0,0 1 0,-1-1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0:15.438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87 1 7900,'-10'0'1579,"1"0"-884,3 0-468,4 0 1,-4 0-1,12 2-193,5 3 0,1 5 0,3 7 0,4 0-118,0 1 1,2 4 0,0 3 0,2 2-297,-2 4 0,4-1 0,-2 1 0,-2-5-245,-2-1 1,-4-2 0,-1-8 0,-3-1 624,3-3 0,-7-7 0,9 4 0,-7-8 0</inkml:trace>
  <inkml:trace contextRef="#ctx0" brushRef="#br0" timeOffset="283">362 1 7754,'-10'0'375,"-3"2"1,5 2-1,-1 3-235,-5 3 0,-1 1 0,-4 8 1,-2 2-147,-2 2 1,-6 8-1,5-3 1,-1 5-156,0 1 1,-4-7 0,6-2 0,2-4-549,2-4 0,8 4 709,-1-10 0,8-3 0,-3 0 0</inkml:trace>
  <inkml:trace contextRef="#ctx0" brushRef="#br0" timeOffset="917">259 104 10212,'15'2'307,"-2"4"0,-1 5-330,1 4 1,0-3 0,3 1 0,-1 4-231,4 4 0,2 2 0,-4-6 0,0 1-262,1-1 1,-1 4 0,-2 0 0,-2-4-321,-1-2 0,-6 4 835,5-7 0,-7 3 0,4 2 0</inkml:trace>
  <inkml:trace contextRef="#ctx0" brushRef="#br0" timeOffset="1202">499 138 7192,'0'-17'1814,"0"8"-1659,-7 1 0,-3 10 0,-7 4-204,0 5 0,-1 12 0,-1 4 0,-2 1-140,-2 1 1,-5 0-1,5 5 1,2-2-209,2-3 1,2 2 0,1-8 0,3-2 396,2-2 0,7-10 0,-4 7 0,8-7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0:17.772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 35 7654,'5'-11'-428,"1"-1"1202,0 8 1,2-3-409,3 7 1,-1 7-1,1 5 1,2 5-228,3 6 0,1-2 1,0 6-1,0-1-217,0 1 0,1-6 1,-1 4-1,0-2-370,0 0 0,0-2 0,-1-8 0,-3-3-200,-2-3 0,-5 5 1,4-5 647,-3 3 0,7-6 0,-5 3 0</inkml:trace>
  <inkml:trace contextRef="#ctx0" brushRef="#br0" timeOffset="268">293 87 7744,'0'-12'104,"0"1"0,-2 7 1,-4-2 83,-5 4 0,1 2 1,-1 2-1,-3 4-71,-1 5 1,-2 10 0,0 4 0,-2 0-150,-4 0 1,2 5 0,-6-3-1,2 2-244,4-1 1,2-7 0,4 2 0,3-4-519,7-1 794,3-9 0,2 6 0,0-5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0:44.652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567 190 7755,'-2'-10'1661,"-3"4"-1116,3-3-613,-6 7-84,8-6 1,2 8 100,4 0 0,-2 0 1,7 0-197,2 0 1,-3 0-1,1 0 1,3 0-424,1 0 0,-4 0 0,1 0 670,1 0 0,3 0 0,1 0 0,0 0 0</inkml:trace>
  <inkml:trace contextRef="#ctx0" brushRef="#br0" timeOffset="1367">155 1702 7729,'0'11'-1264,"0"1"1483,0-8 91,0 3 1,0-9-71,0-3 1,0 1 0,0-8 110,0-1 1,0 4-212,0-3 0,0 1-290,0-7 0,0 1 0,0 0 1,0 0 21,0 0 0,0-1 0,0 1 0,0 0 22,0 0 0,0-8 0,0-2 0,0-1 83,0-1 0,0 0 0,0-3 0,0 1-13,0 3 1,0 7-1,0-4 6,0 0 0,0 6 0,0-4 1,0 4 28,0 2 0,0 5 0,0 1 25,0-2 1,0 3 0,0-1 93,0-3 0,0 5 0,0-3-38,0-1 1,0 3 0,0-1-30,0-3 0,0-1 1,0-2-20,0 0 0,2 0 0,2-1-39,1 1 0,1 0 0,-6 0 16,0 0 0,2-1 0,2 1 3,1 0 0,1 6 0,-6-1 0,0-1-25,0-2 0,0-3 1,0 1-1,0 0-22,0 0 1,0 0 0,0-1-1,0 1-12,0 0 1,0 0 0,0 0 26,0 0 0,0-1 28,0 1-74,0 0 0,0 5-182,0 1 1,0 5-389,0-5 636,0 7 0,0-4 0,0 1 0,0-3 0</inkml:trace>
  <inkml:trace contextRef="#ctx0" brushRef="#br0" timeOffset="2750">241 155 7697,'0'10'307,"0"5"1,0-15-285,0 0 0,0-2 1,0-9 0,0 5 55,0-6 0,0 7-30,0-7 1,-2 8 0,-4-1 12,-5 3 0,-5 2 0,-1 2-12,0 3 0,2-1 0,1 6 1,3-1 44,-2 1 0,5 1 1,0 7-37,1-1 1,5 6 0,-4 0 0,6-2-58,6-2 0,3-2 0,8 0 0,3-2-110,2-3 1,-2 1-1,2-7 1,-1 0 70,2 1 1,-4-5 0,4 2 0,-4-8 67,-1-7 0,-1-6 0,0-6 0,0-4 25,0 0 1,-5-11 0,-3 6 0,-1-1 122,-4 2 1,-2 3-1,-6-5 1,-6 5 10,-7 5 0,-6 6 0,0 5 0,-5 6-106,-5 5 1,-1 1 0,0 1 0,-1 7-42,1 9 0,-1 0 0,3 8 1,3-2-155,6 0 1,10 8 0,3-5 0,3 3 22,3 0 0,2-8 0,4 2 0,4-4-3,5-2 1,4-2-1,5-3 1,1-7 36,2-3 0,5-2 0,-3 0 1,0-2-6,0-3 1,-2 1-1,-6-6 1,-2 1 22,-4-1 0,5 1 1,-7-5-1,1 3 34,-4-3 1,-5 5 0,-1-3 77,0-1 1,-1-2 0,-5 0-59,-6 3 1,-3 2 0,-2 7 0,0-3-19,0 2 0,-1 2 0,1 2 0,0 0 97,0 0 0,0 0 1,-1 0-20,1 0 1,0 6 0,2 2-25,3 1 0,5-3 0,7 5-97,0 3 1,2-1 0,3 0-55,7-1 1,9-8 0,2 1 0,-2-3-4,-2-2 1,4 0 0,0 0-1,-2-2 49,-2-3 1,-2 1-1,0-8 1,-2-1 41,-3-2 0,3-2 1,-5-1 127,-1 1 0,-3 2 0,-12 2 0,-5 3-3,-5 2 1,-3 3 0,-2 5 0,-3 0 7,-3 0 0,0 0 0,-2 2 1,5 3-26,-1 7 1,6-3 0,-2 5 0,5 3-89,5 4 0,7 4 0,-2-4 0,4 2-32,2-2 0,8-2 0,5-2 0,7-2-32,3-3 0,7-5 0,-1-7 0,1 0-21,-1 0 0,-2-2 0,-6-3 0,0-7 14,-6-3 0,2-2 0,-7 0 0,-1-1 16,-3 1 1,-4 0 0,-2 0-1,-2 0 30,-4-1 1,-5 7 0,-10 1 0,-4 1 41,-2-1 0,4 6 1,-3-1-1,1 3 69,4 2 1,2 0 0,1 0-9,1 0 0,2 2 0,4 3-43,5 7 1,6 3-1,6 0 1,5-3-26,4-6 1,8 1 0,0-1 0,-2-2-201,-2-2 1,4-2 0,0 0 0,-2-2-247,-2-4 0,-4 2 1,-1-7 46,-3-3 0,-7-1 1,0-2 259,-8 0 0,-6 2 0,-7 3 1,-2 4 178,-4 1 1,2 5 0,-5-4 0,1 4 99,4 2 1,4 2 0,3 4 0,5 5-257,1 5 1,2 1 0,6 0 0,0 0-1014,0 0 1108,8 8 0,1-6 0,9 6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0:54.152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344 894 6300,'10'-9'1698,"-2"1"-985,-8 0-1113,0 6-248,0-5 490,0 7-82,0 0 1951,0-8-1412,0 6 0,-2-5-188,-4 7 1,2 1-29,-7 5 0,7-2 0,-4 6-66,0-3 1,7 7-25,-5-3 1,4-1-1,2 1-118,0 2 1,2-5 0,4 0 61,5-1 0,-1-5 215,1 4 1,1-4-49,5-2 1,-6 0 0,-1-2-60,-3-4 0,-1-3 1,-4-7-1,2 3-44,2 2 1,-1-1 0,-5-5-3,0 0 1,-2 1 0,-1 3 21,-3 2 1,-8 1-58,3-1 1,-4-3-10,-2 9 0,5-1 0,2 8 10,3 3 0,-5 5 1,5 7 71,-3 0 0,6-5 0,-1-1 85,3 3 0,2 1-75,0 2 0,2-2 0,3-1-32,7-3 0,3-7 0,2 2 41,1-4 0,-1-2 1,0 0-1,-2-2 2,-3-4 0,3 2 0,-4-5 0,3-1 52,-3 1 1,3-3-1,-7-3 1,1 1-32,-1 3 1,-1 5 0,-6-5-35,0-3 0,0 5 1,0-3-97,0-1 0,-7 4 0,-5-1-64,-3 2 0,-2 3 1,-1 5-1,1 0 17,0 0 1,-6 0 0,0 0 127,2 0 1,2 0-1,4 2-15,3 3 1,-1 5 0,7 7 127,2 0 0,-3 0 1,1 1-75,2-1 0,4-2 0,4-2 1,4-1 1,1 1 1,-3-3 0,5-1 0,3-1-16,1-4 0,2 0 0,1-1 0,-1 3-62,0-2 1,0-2 0,0-2 0,0 0-51,1 0 1,-1 0 0,0-2 8,0-4 1,-2 2-1,-3-7 1,-6-2 25,-4-3 0,-2-1 1,0 0 135,0 0 1,0 0-1,0-1-56,0 1 1,-8 8 0,-2 1 0,-1 2-143,-1 1 1,7-1 0,-7 4 0,-1-2-74,-2-2 0,3 1 0,1 5 47,-3 0 0,-1 0 1,-2 0 66,0 0 1,5 0 168,1 0 0,1 2 73,-1 3 0,3 5 0,8 7-64,0 0 1,0 0 0,0 1-124,0-1 0,2 0 1,4 0-20,5 0 1,5-5 0,1-3 0,0-1-36,0-4 1,0-2 0,0-2 0,1 0 12,-1 0 0,-6-6 1,1-2-1,-1-1-7,-1-5 0,3-1 1,-7-2-52,-2 0 1,-2 0-1,-2-1 1,0 1-39,0 0 1,-8 0 0,-4 2 0,-3 1 46,-2 3 0,-2 5 0,-2-4 0,-2 3-74,2 3 1,-4 2 0,4 4 0,4 2-201,4 2 1,3 9 0,-1 0 0,5 6-205,4 0 1,2 4 0,0-2 0,2-2 554,4-2 0,3-2 0,8 0 0,1 1 0</inkml:trace>
  <inkml:trace contextRef="#ctx0" brushRef="#br0" timeOffset="402">1 843 8747,'17'0'-397,"0"0"1,-6 0 0,1 0 0,1 0 396,3 0 0,8 0 0,3 0 0</inkml:trace>
  <inkml:trace contextRef="#ctx0" brushRef="#br0" timeOffset="935">310 1221 7679,'9'0'-966,"-1"-2"1,-6-2 965,4-2 0,-4-1 58,3 1 1,-1 4 0,0-6 144,2 1 1,0 3-1,-5-6 310,5 3-360,-4-7 1,6 10-1,-6-5 476,3 1-252,-3 3 1,6 6 0,-10 5-67,-4 6 1,4 3 0,-5 2-1,1 0-240,0 0 0,1 6 0,5 2 0,0 0-368,0 0 0,0 4 0,0-7 0,0-1-1455,0-1 1752,0-3 0,0 0 0,0 0 0</inkml:trace>
  <inkml:trace contextRef="#ctx0" brushRef="#br0" timeOffset="1650">362 190 9205,'11'0'13,"0"0"-192,3 0 0,-5 0 0,3 0 0,1 0-191,2 0 1,3 0 0,-1 0 16,0 0 1,0 0 0,0 0 0,1 0 352,-1 0 0,8 0 0,1 0 0</inkml:trace>
  <inkml:trace contextRef="#ctx0" brushRef="#br0" timeOffset="2969">860 190 7709,'0'-18'-123,"0"7"1,2-1-283,4-1 1,-5 3-1,5-1 748,-4-2 1,-2 3 824,0-1-695,-8 7 1,-1-10-287,-8 9 1,5-1 0,3 8-111,1 4 0,0-3 0,5 9-101,-3 1 0,-6 3 0,7 1-23,1 0 1,2 0 0,2 0-1,0 1 26,0-1 0,0 0 1,0 0-1,0 0-46,0 0 0,2-5 1,4-1 13,5 3 1,4-7 0,3-1 0,-1-6-12,0-6 1,-6 3 0,1-9 0,1-1 109,2-3 0,-3-1 0,-3 0 0,1 0 177,0 0 0,-7 0 1,3-1 49,-4 1 1,-2 0-1,0 0 1,-2 1-187,-4 5 0,-3 1 0,-8 7 0,-1-3-45,1 2 1,-2 2 0,-2 2-1,-2 0-94,2 0 1,2 2 0,2 2 0,2 4 88,3 1 0,-1 3 0,7 5 1,2 2 104,2 4 1,2-4-1,0 4 1,2-4-24,4-2 0,4 0 0,7 0 1,0-1-102,0-5 0,2 3 0,2-9 0,2-1-127,-2-2 0,4-2 1,-2 0-1,-2-2-15,-2-4 0,-8-3 1,1-10-1,-1-2 48,-1-2 1,-2-6 0,-8 6 0,0 0 144,0-2 0,0 1 0,-2-5 1,-4 6 96,-6 4 1,-5 4 0,-4 1 0,-4 5-121,-1 1 0,5 2 1,-4 6-1,2 2-63,0 4 1,-6 4-1,8 9 1,4 4-35,4 5 1,9 5 0,-2 1-1,4-1 6,2-5 1,2 3 0,4-8 0,6-2 69,3-2 0,4-10 0,2-3 0,4-4-14,1-2 0,-5-2 0,4-4 0,-2-5-107,0-4 0,0-3 0,-8-1 0,-3-2 7,-7-2 1,3 1 0,-2 4 0,-2 1 67,-2 0 0,-10 2 1,-4 1-1,-3 5 6,-2 1 0,-6 2 0,-2 6 1,0 2 18,1 4 1,-5 4-1,4 7 1,0 0 44,1 0 0,6 0 0,7 2 0,-1 2-15,3 2 0,1 0 0,10-6 17,4 1 1,3-9 0,9-3 0,1-4-104,4-2 1,-4-2 0,6-4 0,-4-5-296,-4-5 0,4 5 0,-12 0 1,3-1-1450,-1 3 1796,-7-7 0,4 7 0,-8-8 0</inkml:trace>
  <inkml:trace contextRef="#ctx0" brushRef="#br0" timeOffset="4082">826 447 7439,'-10'0'66,"2"0"0,6 0-201,-3 0-249,3 0 187,-6 0 0,6 0 667,-3 0 64,3 0 250,-6 0-415,8 0-297,0 0 1,-6 8-24,1 3 1,-1-1 0,6 1 0,0 3 4,0 1 1,-6 8 0,0 2-1,3 2 49,1 3 1,0-3-1,-2 1 1,-2 3 10,2 1 0,2 3 1,2-1-1,0 1-65,0-1 1,0-5 0,0-3 0,0 1-46,0 0 0,0-4 1,0 3-1,0-1 2,0-4 1,0 4 0,0-2 0,0-2-58,0-2 1,0 0 0,0 2 0,0 2 41,0-2 1,0-7 0,-1-3 6,-5 2 1,4-3-1,-4 1-10,4 3 0,2-5 0,-2 3 22,-3 1 1,3-3 0,-4 1 20,4 2 0,2 3 1,0 1 17,0 0 1,0-5-1,0-1-89,0 2 0,0 3 7,0 1 1,0-6-32,0 1-299,0-8-146,0 3 0,0-14 0,2-5 509,4-3 0,-4-2 0,5-1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1:12.867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104 155 7748,'0'18'-703,"0"-1"1,0-6 699,0 1 55,0-8 1,2 3-1,2-9 177,2-3 1,1 1 194,-1-8 1,-2 3 773,7-3 109,-7-3-1159,4 5 1,-8-1 0,0 0 71,0-3 0,0 5-191,0-3 1,-2 3 0,-4-3-83,-5 6 1,1-1 0,-1 1-34,-3 2 0,5 4 1,-1 6-1,1 5-23,-1 5 1,4-5 0,-3 1-1,1 3 71,4 6 0,2-2 0,2 4 36,0-4 0,6-2 0,2 0 0,1-1 79,5-5 0,1-1 1,2-7-1,0 3 21,0-2 0,1-2 0,-1-4-61,0-4 0,-6 2 1,-1-7-1,-2-2 11,-5-3 1,5-1-1,-2 0 7,-2 0 0,-10 0 0,-4-1 1,-1 1-30,-1 0 1,1 6 0,-6 1 0,0 0-47,-1 1 0,1 5 1,0-2-64,0 4 1,0 2 54,0 0 1,1 8 0,3 2-1,3 1 60,3 1 1,1-1 0,6 6 6,0 0 1,0 1 0,2-1-29,4 0 0,3-2 0,8-3 1,1-5-14,-1 1 0,0-6 1,0 4-1,0-4 9,0-2 1,1-2 0,-1-2 0,0-4 11,0-1 1,-5-3 0,-3-5-1,1 0 40,-1 0 0,-5-1 0,2 1 1,-4 0 71,-2 0 0,-6 0 0,-2 1 0,-1 3-75,-5 2 0,-7 1 0,-1-1 0,1 3 11,1 0 0,3 6 1,0-3-1,0 3-74,0 2 0,5 5 1,1 3-1,-1 2-58,3 3 0,1 2 1,8 4-1,0 2 30,0 2 0,0 0 1,2-6-1,4 1 26,5-1 1,-1 0-1,1-2 1,3-1 35,1-3 0,2-7 0,0 2 0,0-4 55,1-2 0,-1 0 1,0 0-1,0-2-27,0-4 0,-5-4 0,-3-7 0,-1 0-14,-4 0 1,3 0 0,-1-2 0,-2-2 84,-2-2 0,-4 2 1,-4 7-1,-3 3-18,-1-3 0,-5 1 1,3 2-1,-3 5-84,-2 4 0,0 2 1,-2 0-144,-4 0 0,4 8 0,-2 3 0,5 4 15,5 2 1,5 1-1,-3-1 1,1 2 3,4 4 0,2-4 0,4 4 0,2-4 71,2-2 0,7-2 0,-1-1 1,3-5 66,2-1 1,6-2-1,0-6 1,-2 0 165,-2 0 0,-2 0 0,0-2-104,1-4 1,-3-3 0,-4-9 0,-5-1 1,-4-4 1,-2 4-1,0-4 1,0 4 6,0 2 0,-8 2 1,-3 1-1,-6 5-80,-6 1 1,4-3 0,-4 5 0,2 2-67,-2 2 0,4 4 0,-4 4-53,4 5 1,3 7 0,5 3 0,5 2-81,4-2 0,2-2 1,0-2-1,2-2 90,4-3 1,-2 1 0,9-5 0,4-1 76,4 1 1,2-2 0,-4-6 0,2 0-183,2 0 1,-6-8 0,-5-2 0,-1-1-996,-1-1 0,-2 1 1180,-8-6 0,-8 0 0,-2-1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1:14.350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104 52 6682,'10'0'0,"-1"0"0,-3 0 0,-4 7 0,5 3 0</inkml:trace>
  <inkml:trace contextRef="#ctx0" brushRef="#br0" timeOffset="1133">156 137 7756,'0'12'-885,"0"-1"0,0 1 885,0 5 0,0-5 0,0-1-165,0-7 701,0 3-8,7-7 0,-5-1 181,4-5 1,-2 2 952,1-7-1156,-3 7 1,6-6-186,-8 4 1,0 3-184,0-9 1,0 1 0,0-7-141,0 1 0,0 6 0,0-1-38,0-1 0,-2 5 0,-4 3-51,-5 3 1,-4 2 0,-3 0 67,1 0 0,6 5 0,-1 3 0,1 2 61,1 3 1,-3 8-1,7 2 1,2-2 17,2-2 0,2-2 1,0 0-33,0 1 1,8-3-1,4-2 1,3-3 19,2-3 0,0-1 1,2-8-1,2-2 37,2-1 1,0-9 0,-6 3 0,0-2 113,1 1 0,-7-3 0,-1 3 163,-3-3 1,-1-2-338,-6 0 1,-2 5 0,-4 3 0,-7-1-193,-8 1 0,2 5 1,-4-2-1,4 4-80,2 2 1,0-6 0,-1 1 117,1 1 0,0 2 276,0 2 0,5 8 0,3 3 53,1 4 1,2 2 0,6 1 0,2-1 16,4 0 1,4 0 0,7-1-166,0-5 0,6-3 1,0-8-1,-2 0-28,-2 0 0,0-2 0,2-2 0,2-4-31,-2-1 0,-8-3 1,-3-5-1,-3 0 97,-3 0 0,-2-1 0,-2 1 0,0 0 0,0 0 0,-7 5 0,-5 1 1,-5 0-107,-6 1 0,2 0 0,-6 7 0,1-3-10,-1 2 1,6 2 0,-2 2 0,4 0-43,2 0 0,-1 8 0,3 3 1,2 5 107,1 1 1,8 2 0,-1 2 0,3 2 11,2-2 0,7-2 0,5-2 0,5 0-27,6 0 1,-4-5-1,6-3 1,-2-1 83,0-4 1,2-2-1,-4-2 1,2-2 22,-2-4 0,-2 2 0,-2-7 1,-2-2-125,-3-3 0,1-3 1,-7-2-1,-3-2 12,-1 2 1,-4 2 0,-3 2-1,-7 0-41,-3 0 1,-2 5-1,-2 3 1,-2 1-41,-2 4 0,-2-4 1,4 3-1,-2 1 47,2 2 0,8 10 0,1 3 0,1 4 12,1 3 0,-3-1 0,7 2 0,2 2 23,2 2 1,2 0 0,2-6 0,4 0 41,6 0 1,3-1 0,4-3 0,2-4 67,2-1 0,0-2 1,-4-6-1,2 0-46,2 0 1,0-6 0,-8-2 0,-2-1-49,-1-4 1,-8-3 0,1-1 0,-3 0 1,-2 0 0,0-1 0,-2 3 0,-2 2-67,-1 1 1,-9 3 0,3-5 0,-4 5-37,-3 1 0,1 1 0,0 3 1,0-2-10,0 2 0,5 8 0,3 4 0,-1 1 51,1 5 1,5 1 0,-2 2-1,4 0-25,2 0 0,2 1 0,2-1 0,4-2-535,1-3 0,3 1 1,5-7-438,0-2 1,0 3 0,0-1 1022,0-2 0,8-10 0,2-4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1:17.318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35 69 6658,'-9'8'0,"-6"-6"0,5 5 0</inkml:trace>
  <inkml:trace contextRef="#ctx0" brushRef="#br0" timeOffset="1733">293 138 7705,'0'-10'987,"0"3"1,0 5 151,0-4-786,0 4 1,0-7-119,0 3 0,0 2-392,0-7-41,-7-1 1,-3-3 94,-7 4 0,0 3 0,1 10 1,3 4 68,2 5 0,5-1 0,-4 1 0,1 2 171,-1 3 1,6 1-1,-1 0 1,3 0-18,2 0 0,2 6 1,3-2-1,7-4-91,3-3 1,2-3-1,2 5 1,2-5 35,2-5 0,0-4 0,-4-2 0,2-2 22,2-4 1,0-4 0,-6-7 0,0 0 114,1 0 0,-9 0 0,-3-2 0,-4-2 84,-2-2 0,-2 0 0,-6 6-237,-9-1 1,0 3 0,-8 2 0,2 3-184,0 3 1,-5 1 0,3 6 0,0 0-166,0 0 0,2 0 1,6 2 143,0 4 0,2 3 1,1 10-1,5 2 221,1 2 0,2 0 0,6-4 1,0 2 115,0 2 0,2 0 0,4-6 0,5-2-97,5-3 0,1 3 0,2-5 0,2-1-36,2-3 1,6-4-1,-7-2 1,1-2-19,2-4 0,-8 2 0,2-7 1,-5-2-37,-1-3 0,-5-7 1,-2 0-1,-5 2 108,-1 2 0,0 2 0,-1 0 1,-7 0-70,-9 0 0,-2 5 1,-8 3-1,0 1-22,0 4 0,1-3 0,-5 1 0,4 2-93,3 2 1,1 8 0,5 1 0,3 3 36,4 3 1,-3 3 0,9 1 0,1 0 86,2 0 0,4 0 0,4-1 1,5-3 40,4-2 0,4-5 0,2 4 1,2-3-30,-2-3 0,4-2 0,-2-2 0,-2-2-15,-2-4 0,-2-1 1,1-7-1,-3 3-63,-4-2 0,-3-3 1,-6-1-1,2 0 41,1 0 1,-1 0 0,-10-1 0,-5 1-17,-4 0 0,-8 2 1,0 3-1,2 7 43,2 3 0,2-4 0,-1 0 0,1 2 44,0 3 1,6 8 0,1 7 23,2 7 0,3-2 1,5 4-1,0-4-22,0-2 1,5 0 0,3-2 0,2-1-60,3-3 1,2-5 0,2 3 0,1-1-27,-1-4 0,0-2 0,-2-4 1,-1-2-57,-3-2 1,-1-7 0,1 1 0,-5-3-43,-4-2 0,3 0 0,1 0-21,-2-1 0,-10 3 1,-3 2-1,-3 3 16,1 3 0,-1 1 0,-5 6 67,0 0 0,0 0 52,0 0 0,7 8 1,4 3 212,4 4 0,2-3 1,0-1 7,0 3 0,8-7 0,4-1-179,3-4 1,-4-2 0,1 0-155,1 0 1,0-8-151,-1-3 1,1-5 0,-7-1-2,-2 0 0,-10 6 339,-5-1 0,-5 8 0,-1-1-1,0 3 0,6 7 1,1 3-1,2 2 9,5 3 1,-5-3 0,2 1-2,2 2 0,4 1 0,6-3-154,6-5 1,-3-4-1,3-2-200,1 0 0,-4-2 0,1-4-931,-2-5 1,-3 1-199,-5-1 0,-2 7 1,-3-2 1377,-7 4 0,-3 2 0,-2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1:30.332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121 173 6692,'10'-2'0,"-5"-4"0,3 2 0,-2-7 0,1 5 0,-1-5 0,-4 5 0,4-6 0,-4 7 0,-2-7 0,0 8 0,-8-3 0,-2 7 0</inkml:trace>
  <inkml:trace contextRef="#ctx0" brushRef="#br0" timeOffset="849">173 104 7778,'11'2'-761,"1"4"0,-7-4 1565,7 3 0,-8-1-186,1 2 1,-1-4-193,2 3 0,-2-5-11,7-5 1,-5-5-105,5-7 0,-7 6 1,2-1 0,-4-1 1,-2 3-1,-2-1-317,-4-3 1,2 7-1,-7-1 1,-3 2-90,-1 1 1,-2-1-1,0 6 1,0 0 30,-1 0 0,1 2 0,0 4 0,0 5 3,0 4 0,5 2 0,3 1 1,1 1 23,4 4 0,2-4 0,2 4 0,0-2 5,0 2 0,6-4 0,4 2 1,3-6 52,6-4 0,2-7 0,-4 2 0,0-4-3,1-2 0,-1 0 0,0 0 0,0-2 104,0-4 0,-1-3 0,-5-8 0,-3-1-1,-1 1 0,-5-2 1,4-2-1,-6-2-62,-6 2 0,-3 8 1,-8 1-1,-3 1-26,-2 1 1,1 1-1,-6 5 0,2-2-31,4 2 1,-4 4-1,2 6 1,2 6-118,2 3 0,8 4 0,1 2 0,2 4 42,5 1 1,1-5-1,2 2 1,2-3 21,3-3 0,11 0 0,9-2 0,-1-3 39,1-7 0,4-3 1,-6-2-1,0 0 6,1 0 0,-4-7 1,2-3-1,-4-1 67,-7-1 1,2 1 0,-7-6 0,-2-1 40,-2 1 1,-4 0-1,-4 0 1,-5 0-79,-4-1 1,-8 3 0,-2 4 0,0 5 18,0 4 0,-3 2 0,3 0 0,0 2-23,0 4 0,4 3 0,8 8 0,3 1-38,2-1 0,3 6 0,5 0 5,0-2 0,9-4 0,7-6 0,7-5-3,3-4 0,-3-2 1,4 0-1,0-2-51,-1-4 0,-5-3 0,2-8 1,-4-1 53,-1 1 0,-7 0 0,-1 0 1,-3 0 2,-3-1 0,-4 1 1,-6 0-1,-5 2 10,-4 3 1,-8-1 0,-2 7 0,0 2 43,0 2 0,0 10 1,4 4-1,0 3-5,6 2 1,0 0 0,7 0 0,0 1-51,1-1 0,1 0 0,8-2 0,4-1-17,5-3 0,-1-7 0,1 2 1,3-4-33,1-2 1,2 0-1,0-2-510,0-4 1,-1-4-40,-5-7 1,-5 2 0,-12 3 607,-5 7 0,-5-5 0,-1 1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1:39.55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138 121 6185,'12'0'419,"-1"0"108,-7 8 1,6-6 62,-5 3-319,-3-3 1,8-2 37,-5 0 0,-3-2 600,4-3-492,-4 3 0,-2-8-152,0 4 1,0 3-225,0-9 1,0 1-44,0-7 0,0 7 1,-2 1-28,-4 3 0,3-1 6,-9 2 1,1 5 0,-7-5-37,1 4 1,6 4-1,-1 4 46,-1 5 1,5-1 0,1 1 0,1 2 15,0 3 1,0-5 0,6 1 0,0 1 14,0 2 1,6 2 0,2 1 0,1-1 205,5 0 0,3 0-93,6 0 1,-4-7 0,4-4-1,-4-5-67,-2-1 1,0-1-1,1-5 1,-1-6-8,0-3 0,-6-2 0,-1-2 0,-2-2 2,-5-2 1,-1 0 0,-2 6 0,-2 0-57,-3-1 0,-5 1 1,-9 2-1,-2 2-11,-2 1 0,-7 8 0,3-1 0,-2 3 2,1 2 0,7 0 0,-4 2 1,4 3 12,3 7 0,-3 9 0,12 4 0,-1-1 27,5 1 0,3 0 0,2-4 0,2 2-31,3-2 0,5-2 0,7-4 0,0-1 34,0-3 1,6-7 0,2 2-1,0-4 47,0-2 0,0 0 1,-4-2-70,2-4 0,3-4 0,-8-7 1,-7 0-21,-1 0 1,-9 0 0,5 0 0,-4-1 5,-2 1 1,-2 0 0,-4 0 0,-7 0 8,-8-1 0,2 1 0,-6 2 1,2 4 53,0 5 1,0-2-1,6 2 1,0 3-56,0 1 0,0 4 0,1 3 12,5 7 0,3 3 0,8 4 0,0 2 76,0 2 0,2 0 0,4-6 0,5 0-55,5 1 1,1-3 0,0-2 0,2-3-38,4-3 0,-4-1 0,4-6 0,-4 0-52,-2 0 1,-1-2-1,-3-4 1,-3-5-46,-3-4 1,5-2-1,-7-1 1,-1 1-1,-2 0 1,-2 0-1,-2 0 1,-4 1 74,-5 5 0,-6-2 0,-4 7 0,-2 0 62,2-2 0,-4 7 0,2-3 0,2 8-23,2 7 1,2 2 0,2 1 0,3-3-68,6 3 1,4 1 0,2 2 0,0 0-41,0 0 1,2-1 0,4-5 0,6-3 25,3-1 1,2-5 0,0 4 0,0-6-101,1-6 1,-1 2 0,0-7-229,0-2 0,-7-3 0,-5-1-303,-3 0 1,-9 2 0,-5 3 0,-3 5-337,-2-1 1,-6 6 1025,0-4 0,-8 4 0,5 2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1:42.86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121 69 6954,'-10'0'2154,"3"0"-1610,7 0-330,0 0 103,0-7 7,0 5-52,0-6-255,0 8-185,0 0 289,-8 0-48,6 0 1,-7 6 0,5 2 0,-2 1 53,2 4 1,2 3-1,2 1 1,0 0-157,0 0 1,0 0-1,0 1 1,0-1-34,0 0 0,6 0 1,2-1-1,1-3-33,5-2 1,1-7 0,2 2 73,0-4 0,0-2 0,-1-2 154,-5-4 1,3-3-69,-9-9 0,1 1 0,-6 0-62,0 0 1,0 5-1,0 1 1,-2-1-1,-4 3 0,3-4 0,-7 5 0,0 0-32,1 1 0,-3-5 1,-3 5 12,4-3 0,-5 6 13,5-2 0,-4 5 52,-2 1 1,5 5 0,3 3 0,1 1 32,4 5 0,2-5 0,2 3 0,0 1-65,0 2 1,0 3 0,0-1 0,2-2-4,4-3 1,3 3 0,9-6 0,-1 3-14,0-1 1,0-7-1,0 2 1,2-4 24,4-2 1,-4 0 0,4-2 0,-4-4 38,-1-5 1,-7-5-1,-1-1 1,-1 0-25,1 0 0,-6 0 0,1-1 0,-3 1 9,-2 0 0,-2 0 0,-3 0 1,-7 0-47,-3-1 0,-2 7 0,-3 1 1,-1 1-8,-1-1 1,-1 6 0,5-1 0,-1 3-13,-4 2 0,4 2 0,-4 3 12,4 7 0,4 5 0,4 4 0,3 2 37,0-2 0,6-2 0,-3-2 1,3 0-45,2 1 1,6-1 0,1-2 0,3-1-28,3-3 1,2-1 0,3 3 0,-1-4 27,0-1 0,0-2 0,0-6 1,0 0-9,1 0 0,-1-2 1,0-4-1,0-5 21,0-5 0,-5-1 0,-3 0 0,1 0 58,-1 0 0,-5-1 0,2-1 0,-4-2 71,-2-2 1,-6 1-1,-3 4 1,-5 1-37,-5 0 0,-4 6 1,2 1-1,-2 2-87,2 5 1,-3 1 0,1 2 0,2 0 3,2 0 1,1 7-1,1 5 1,0 3-67,0 2 1,7 6-1,5 0 1,3 0 46,2 2 0,0-6 1,2 4-1,3-2 0,7 2 1,5-10 0,4 2 0,4-3-6,1-3 0,-3-5 0,6 2 0,0-6 28,-3-6 0,5 2 0,-8-7 0,-2-2-6,-2-3 0,-4-1 0,-3 0 0,-7 0 42,-3-1 1,-2 1-1,0 0 1,-2 0-4,-3 0 1,-5 1 0,-9 3 0,-2 4-46,-2 1 1,-6-4-1,5 7 1,-1 1 13,0 2 1,0 4 0,4 2-1,0 3-4,6 3 1,-2 1 0,7 7-10,1-1 0,1 0 0,8 0 1,2 0 4,4 0 1,3-5 0,8-2-1,1-1-9,-1 1 1,2-7-1,2 3 1,4-4-25,1-2 1,-5-2 0,2-2-1,-4-3-46,-1-3 1,-7 4 0,-1-5 128,-3-2 1,-1 3-1,-6-1-73,0-3 1,-8 7-1,-3-1 1,-6 2-85,-6 0 0,4 1 0,-4 5 1,4 0 100,1 0 0,1 0 0,0 0 46,0 0 0,2 2 1,3 3 79,6 7 0,5-3 0,2 3 30,5 1 1,4-5 0,7-1-107,0 1 0,0-6 0,0 4 0,1-4-178,-1-2 0,-6 0 1,1-2-6,1-4 1,-5 2 72,-3-7 1,-5 1-1,-5-1 60,-7 5 0,3-2 0,-3 3 99,-1 1 1,-2 2 0,-1 0-214,5-4-1092,-4 4-524,13-5 1,-4 7 1723,12 0 0,3 7 0,8 3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1:56.746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 8 6183,'7'-8'-447,"5"8"447,-4 0 0,7 16 0,-6-7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1:57.07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52 11104,'8'-10'-153,"-1"1"1,7 5 0,-3-2-376,3 2 1,1 0-1,2 1 1,0-3 527,0 2 0,1 2 0,-1 2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1:57.46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18 9729,'10'-8'2346,"0"6"-1970,-5-3 0,-1 3 0,8 2-755,1 0 0,2 0 0,2 0-136,1 0 0,-1 0 0,0 0 515,0 0 0,0 0 0,1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1:58.11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35 27 8168,'0'-11'1101,"0"-1"-1038,0 9 0,0 3-473,0 11 1,0 4-1,-2 2 1,-2 1-1204,-2-1 1613,1 0 0,-3 8 0,-2 2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1:58.32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 8 8116,'0'-8'391,"0"8"0,0 8 1,1 9-1,3 2-480,2 4 0,2-2 1,-5 8-1,3 1-261,-2 3 1,0-7-1,0-3 1,1-2-489,-1 2 1,-2-9 837,-2 3 0,-8-4 0,-1 4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1:58.47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18 8935,'10'0'-549,"-2"0"1,-8-8 0,0-1-1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1:58.92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 1 10647,'17'0'-137,"0"0"0,0 0 0,1 0 1,-1 0 136,0 0 0,8 7 0,1 3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1:59.16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 18 8944,'8'-9'765,"-5"1"0,9 8-633,1 0 1,-3 0-1,1 0 1,3 0-208,1 0 0,-4 0 0,1 0-885,1 0 1,2 0 0,3 0 959,-1 0 0,0 0 0,0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1:59.32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52 7965,'0'-17'651,"0"5"1,2 3-1277,4 1 0,4 2 0,7 6 625,0 0 0,8 0 0,1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1:59.71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1 7729,'0'11'725,"0"1"0,0-6-147,0 5 0,0 1-1052,0 5 0,0 0-836,0 0 1,0-5 1309,0-1 0,0 0 0,0 7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1:59.87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17 1 8275,'-9'7'232,"3"5"-530,4 3 1,2 2 0,0 0 0,0 1 297,0-1 0,8 8 0,1 1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2:00.41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16 1 7675,'-10'9'1284,"5"-1"-1094,10-8 0,-1 0 0,8 0 0,1 0-180,2 0 0,4 0 0,2 0 0,2 0-932,-2 0 0,4 0 922,-2 0 0,8 0 0,-5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2:00.596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18 9133,'0'-10'381,"8"2"1,3 8 0,5 0-2970,1 0 2588,0 0 0,0 0 0,0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2:01.27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69 7723,'0'-11'118,"2"1"0,2 1 533,2-1 1,1 7-1,-1-5-230,6 0 1,3 6 0,2-3-552,0 3 1,0 2-1,1 0 1,-1 0 129,0 0 0,0 0 0,0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2:01.83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17 33 9034,'0'-10'1685,"0"1"-2200,0 3 151,0 4 1,0-3-327,0 10 1,0 5 0,0 7 378,0 0 0,0 0 0,0 1 1,0-1 310,0 0 0,-1 0 0,-3 0 0,-2 0 0,0 1 0,6-1 0,0 0 0,0 8 0,0 2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2:10.51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636 327 7307,'0'9'1472,"0"7"1,0-12 0,2 5-1,4-1-948,6-4 0,5-3 0,4-1 0,4-1-392,1-5 0,3-2 0,3-5 1,-1 1-352,-2-1 1,-7 3-1,5 1 1,-2 1-1590,-4 4 0,-2 3 1808,-2 1 0,1 0 0,-1 0 0</inkml:trace>
  <inkml:trace contextRef="#ctx0" brushRef="#br0" timeOffset="466">516 447 6959,'-2'10'1161,"-4"-5"0,5-1-594,-5 2 0,4-2-100,2 7 0,0-5 0,0 5-244,0 3 0,0-5-206,0 3 0,0-1-26,0 7 1,0-7 0,2-1-89,4-3 1,-3-1 0,9-6 21,1 0 1,-3 0 0,1 0-4,3 0 0,1 0 1,4 0-1,2 0-93,2 0 0,0 6 1,-6 1-1,0 1 36,0 0 1,1 5 0,-1-2 0,-2 5 182,-4 1 1,3 0 0,-8 2-1,-3 2 26,-1 2 0,-4 0 1,-3-6-1,-7 0 16,-3 0 1,-4-7-1,-2-2 1,-4-3-97,-2 1 1,-1-2-1,-7-8 1,3-2-243,3 3 0,-1-5 0,5 0 0,0 1-341,0-1 0,2 2 589,6 6 0,0-7 0,0-3 0</inkml:trace>
  <inkml:trace contextRef="#ctx0" brushRef="#br0" timeOffset="1050">1032 310 8197,'5'-12'-815,"1"1"0,2 1 1,-4-3 885,1 1 0,1 1 1,-6-6 479,0 0 1,0-1 0,0 1 0,0 0 159,0 0 1,-2 0-1,-4-1 1,-5 1-171,-4 0 0,-10 2 0,-4 1 0,-5 3-283,-6-2 0,-6 5 0,-11 2 1,-6 4-128,-4 2 1,-8 16-1,1 7 1,1 7-295,3 4 1,1 14 0,4 4 0,6 3 65,7 4 0,14 2 0,2 10 1,9 2 20,8 1 0,6 3 1,16-3-1,9 6 11,11 4 1,21 4 0,11-8 0,8-13-283,8-10 0,11-20 0,6-9 0,9-9 134,-47-11 0,1-4 1,2-6-1,-1-4 0,40-19 1,-4-11 51,-6-10 0,-2-11 1,-13-6-1,-12-2 194,-11 2 1,-9-4 0,-9 4 0,-9-4 0,-9-1 0,-6 5 0,-4 0 0,-6 0 58,-9 1 1,-15-2 0,-14 6 0,-6 5-176,-5 5 1,-4 6-1,-10 8 1,-1 3-801,-3 8 1,3 8 882,9 15 0,-4 8 0,6 1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2:12.56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70 153 8318,'0'-17'-143,"0"0"0,0-1 263,0 1 1,0 0 0,0 0 135,0 0 0,0 5 229,0 1-256,0 7 1,0-2 370,0 12-189,-8 3 1,6 3 1726,-4-1-678,4-7-780,2 4-518,0-8-438,-7 0 0,5 2 131,-4 3 1,4 5 0,2 7 0,0 2 305,0 4 1,-2 6 0,-2 11 0,-1 8-164,1 7 1,2 6 0,0 8 0,-2-2-251,-1-4 1,-1-4 0,6-9 0,0-6-2861,0-10 2096,0-7 0,6-20 1,-1-7 1015,-1-9 0,-2-14 0,-2-4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2:26.1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70 476 8026,'0'-17'1103,"0"11"1,0 10 0,0 15-644,0 11 0,0 9 1,0 12-1,2 3-150,3 3 0,-1 12 1,8 11-1,-1 4-123,-1 2 0,3-8 0,-5-3 0,-1-9-229,1-8 0,-2-5 0,-5-18-492,5-9 0,-4-14 249,4-12 1,-4-8-1,-2-9 1,-2-2-158,-4-4 1,2-4 0,-5-7 0,1-2 109,4-5 0,-3-3 0,1-9 0,2-2 91,2-3 1,2-5 0,0 2 0,0-4 22,0-5 0,2-3 1,4 6-1,7 4 250,8 6 1,-2 11-1,6 6 1,0 8 82,4 9 0,-3 7 1,3 20-1,2 6 8,1 7 1,-5 17 0,-4 3-1,-6 5 246,-6 5 1,-3 1 0,-8 0 0,0-4 116,0-2 1,-8-8 0,-3-5-1,-6-1-260,-6-1 1,-4 2 0,-7-10 0,-1-6-452,1-3 0,-1-4 0,-1-6 0,0 0-386,2 0 0,-3-8 0,14-4 1,2-3 610,2-2 0,2-8 0,0-2 0</inkml:trace>
  <inkml:trace contextRef="#ctx0" brushRef="#br0" timeOffset="650">774 631 7990,'2'-12'0,"2"1"113,2-3 0,-1-1 0,-5-2 493,0 0 0,0-1-296,0 1 0,-7 2 0,-5 3 0,-3 5-223,-2-1 1,0 6 0,0-2 0,-1 8-25,1 8 1,-6 3 0,0 4-1,4 4 31,6 6 1,-1 3 0,9 4 0,1 3-43,2 1 0,2 0 0,4-6 0,5-1-64,9-5 1,8-3-1,-1-10 1,2-3-11,3-6 1,3-6 0,1-8 0,-1-7-13,-5-6 0,-3-12 1,-8 1-1,-1-6-50,-5-1 1,-3 3 0,-8 2 0,-2-1 25,-4 1 1,-5 5 0,-12 3 0,-6 3 48,-3 7 0,-3 1 1,3 9-1,1 3-54,3 1 1,1 9 0,-2 7 0,6 5-139,4 4 0,10 7 0,3 1 0,4 3-81,2 1 0,4-3 0,5-13 0,10 0 98,6-4 1,-2-9 0,6 0 0,1-6 99,3-6 0,1-3 0,1-10 1,-1-4 94,0-6 0,1 2 0,-1-1 0,-1-1 149,-5 2 0,9-3 0,-7 5 0,1 2 15,1 4 1,-1 0-1,-1 13 1,-3 2-56,-2 2 0,1 6 0,-6 6 0,-7 9-6,-4 6 1,3 1 0,-6 5 0,-2-2 88,-3 1 0,-2 1 1,-3-1-1,-4-3 57,-2-2 0,5-2 1,-5-6-1,1 0-192,-1 0 1,6 0 0,-1 1-1234,3-1-91,2-8 1,7-1 0,3-10 1255,-1-4 0,7-11 0,-7-10 0</inkml:trace>
  <inkml:trace contextRef="#ctx0" brushRef="#br0" timeOffset="833">1187 235 7990,'-6'-17'1475,"0"0"0,-5 5-1205,5 1 1,2 9-794,10 2 1,-4 2-1,6 9 523,-1 3 0,3 1 0,7 2 0</inkml:trace>
  <inkml:trace contextRef="#ctx0" brushRef="#br0" timeOffset="1267">1530 579 7955,'0'-17'0,"0"0"520,0-1 0,2 7 1,2-1 768,2-1-998,0 5 0,-6 8 1,0 14-1,0 7 36,0 8 1,0 5-1,0 4 1,0 4-180,0 2 1,0-6 0,2 2 0,1-3-91,3-3 0,6-7 0,-5-4 0,3-4-127,3-2 1,2-8 0,3-3-1,1-8-57,4-9 1,-2-4 0,7-18 0,3-5-189,1-4 1,-3 2-1,0-4 1,-1 2 90,-1 4 1,-4 3-1,-10 7 1,-3 5-57,-3 4 1,-3 3 253,-10 5 0,3 17 0,-9 15 1,-1 7 228,-2 9 1,5 3 0,2-2-1,3 2-67,-1-2 1,0-4-1,6-3 1,2-4-263,4-2 1,3-4-1,9-10 1,1-5-355,4-4 1,-2-2-1,7-2 1,1-4-145,-2-5 1,3-10 0,-5-2 0,0 0 622,0-2 0,-2-2 0,-6-7 0</inkml:trace>
  <inkml:trace contextRef="#ctx0" brushRef="#br0" timeOffset="1500">2321 81 7955,'10'-18'0,"-5"1"667,-3 0 0,-2 6 0,-2 1 4,-3 2 1,3 10 0,-6 12-1,2 9-416,1 11 0,-1 8 0,4 11 0,-2 5-202,-2 5 0,1 5 0,5 5 0,0 3-196,0 3 1,0-7 0,0 1 0,2-10-1112,3-12 1,-1-14 430,8-14 0,-3-14 0,4-9-726,-1-9 1549,-8-14 0,3-4 0,-7-7 0</inkml:trace>
  <inkml:trace contextRef="#ctx0" brushRef="#br0" timeOffset="1667">2166 459 8332,'-9'-2'1029,"3"-4"0,6 4 1,6-6-1,5 3-982,5-1 1,1-2-1,0 5 1,0-3 486,0 2-534,8 2 0,2 2 0,7 0 0</inkml:trace>
  <inkml:trace contextRef="#ctx0" brushRef="#br0" timeOffset="2033">2716 407 7955,'10'-2'694,"-4"-4"0,-5 3 528,-1-9 1,0 6-527,0-5 0,0 5-651,0-5 1,-1 7 0,-5-2-101,-6 4 1,-3 4 0,-2 2 0,0 4-18,0 1 1,-1 3 0,1 5 0,2 0 118,3 0 1,-1 0 0,7 3 0,3 1 96,1 1 1,4 1 0,3-3-1,7 1-67,3 1 0,4 1 1,2-5-1,4-1-77,2 0 0,-4-6 0,3 1 0,-1-1-108,-4-1 1,-4 5 0,-3-3 19,-3 3 1,-9 2 0,-2 0 0,-9 0-106,-7 1 0,-9-1 0,-3 0 0,-5 0-154,-1 0 0,1-5 1,3-3-1,3-1-1659,2-4 2006,-5-2 0,11-2 0,-6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2:21.4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35 860 8082,'-12'0'910,"3"2"0,1 4-399,4 5 0,2 12 1,2 10-1,0 10-149,0 15 1,2 11-1,4 9 1,4 10-91,-1 5 1,6 3-1,-3-1 1,1-9-111,-1-10 0,-3-14 0,-5-11 0,2-11 236,-2-9 1,-2-10-329,-2-15 0,0-3 0,0-14 1,0-4-257,0-6 1,0-6 0,0-9 0,0-5-269,0-4 0,-6-5 0,-2-2 0,1 1-94,-1-1 0,-4-1 1,7-3-1,1-1 175,2 2 1,2-4-1,0-2 1,0-2 238,0-2 0,8-4 1,5 13-1,6 7 174,4 7 0,6 13 1,-4 8-1,1 8-51,5 7 0,-1 6 1,1 6-1,-4 7-56,-3 8 0,-1-2 1,-5 6-1,-3-2 136,-4 0 1,-3 6-1,-8-7 1,-2 1 382,-4 2 1,-5-6-1,-10 6 1,-4 0-119,-2 4 0,1-5 1,-5-1-1,2-2-294,-1 2 1,-3-4 0,1 2 0,1-7-616,3-9 0,7 3 0,-2-2-919,4-2 1,9-4 1493,4-6 0,4-11 0,2-10 0</inkml:trace>
  <inkml:trace contextRef="#ctx0" brushRef="#br0" timeOffset="484">550 860 8639,'0'-11'2038,"0"-1"1,-5 6-1730,-1-5 1,0 9-33,6 2 0,0 10 0,0 11 0,0 2 90,0-2 0,0 5 1,0 1-1,0 2-112,0-1 0,0-1 0,0 2 0,0-6-216,0-4 1,2-2-1,2 0-147,2 0 0,-1-5-73,-5-1 1,0-9 0,0-2-19,0-9 0,0-7 0,0-1 0,0 0 127,0 0 1,0-6 0,0 0 0,2 0-237,4-2 1,-4 0 0,6-5 0,-3 3-13,1 2 0,7-5 0,-1 1 1,3-2-10,2 3 1,1 3 0,-1 8 0,0 1-126,0 5 1,2-2-1,2 7 1,2 2-381,-2 2 0,4 10 1,-2 3 833,-2 5 0,-2 1 0,-2 0 0</inkml:trace>
  <inkml:trace contextRef="#ctx0" brushRef="#br0" timeOffset="916">1118 929 8082,'-12'-8'474,"1"-3"0,7 1 0,-2-1 715,4-3 0,0 5-926,-3-3 0,1 3-185,-8-3 0,1-1 0,-6 9-163,-1 6 0,3 0 0,2 11 1,1 5 40,-1 3 1,-2 9-1,-1-1 1,3 3 242,2 3 1,7-1 0,-2 0 0,6 1-103,6-1 1,5-7-1,10-4 1,4-6-55,2-6 1,7 3 0,6-10 0,-2-6-243,-1-8 0,-5-5 0,-3-4 0,-6-4-32,-4-6 1,-4-3 0,-3-3 0,-7 1 2,-3 0 1,-9-7 0,-7 3 0,-7 4-27,-7 3 0,-11 10 0,-3-2 0,0 6-305,0 6 0,2 5 1,8 14-1,1 9 559,3 10 0,7 13 0,-4 4 0</inkml:trace>
  <inkml:trace contextRef="#ctx0" brushRef="#br0" timeOffset="1284">1530 826 8035,'0'-12'269,"0"1"432,0-3 1,0 5 130,0-3 1,0 11 0,0 1-396,0 9 1,-2 10-1,-2 10 1,-1 11-37,1 8 0,2 13 1,2 7-1,0 13-113,0 8 0,2 7 0,0-44 0,1 1 0,2 1 0,0 1-142,-1 2 0,2 0 1,1-4-1,1-3 1,1 46-1,1-14-8,-4-13 1,-4-16 0,-2-15-344,0-7 1,-8-14 0,-4-11-1,-3-6-547,-2-6 0,-8-5 1,-3-10-1,-5-2-205,-1 2 1,-6-6 0,0 0 0,3-1 75,7-1 0,5 0 0,8-5 881,-1 0 0,1-8 0,0-2 0</inkml:trace>
  <inkml:trace contextRef="#ctx0" brushRef="#br0" timeOffset="1498">1582 551 8048,'0'-27'447,"0"2"1,0 8 988,0 0 1,0 0 197,0-1-1800,0 9 0,5 3 166,1 12 0,7 3 0,-3 9 0</inkml:trace>
  <inkml:trace contextRef="#ctx0" brushRef="#br0" timeOffset="1851">1736 946 10467,'8'-10'443,"1"-3"0,11 7 0,1 1-413,1-3 1,1 4 0,-4-5 0,2-1-106,2 1 0,0-3 1,-5-3-1,-3 1-466,-4 3 0,3 0 0,-9-7 0,-3 3 342,-6 4 1,-5-3-1,-8 7 1,-2-1 317,-4 0 0,-2 3 1,-6 6-1,5 5 149,1 6 1,2 9 0,6 4 0,-1 3 14,1 8 0,8-1 0,3 5 0,4-4-303,2-1 1,8-1 0,5-2-1,8-3-347,8-6 1,3-4 0,3-4-1,-1-3-284,0-6 0,6-6 651,1-6 0,-1-4 0,-6-7 0</inkml:trace>
  <inkml:trace contextRef="#ctx0" brushRef="#br0" timeOffset="2464">2527 826 7968,'-10'-8'928,"3"-3"-392,-1-5 1,0-1 0,-3 0-1,3 2-324,1 3 1,5-3-1,-4 3 1,2-1-23,-2 2 0,3-3 0,-7 7 0,1-1-323,-1 0 1,-1 3 0,-7 7 87,1 3 0,0 7 1,0 11-1,2 5 1,3 5 1,-1 1 0,7 1 0,2 1 162,2 4 1,2-4-1,0 2 1,2-5-343,4-5 1,3-7 0,9 2-1,1-4-324,4-1 1,3-9 0,9-3 0,-1-4-1548,0-2 2094,1 0 0,7-8 0,2-1 0</inkml:trace>
  <inkml:trace contextRef="#ctx0" brushRef="#br0" timeOffset="2731">2939 87 8220,'0'-17'65,"0"-1"1,0 1-1,-2 2 24,-3 3 1,1 5-1,-6 9 332,3 3 0,-1 13 0,4 12 0,-3 8-171,-3 8 0,4 11 1,-5 6-1,-1 6 91,3 6 1,-6 3-1,3 8 1,-1-2-112,1-4 1,-1-5 0,7-14 0,2-10-207,2-9 0,2-13 1,2-8-483,4-8 0,4-5 0,7-8 1,0-2-560,0-4 1,-5-3-1,-1-8 1017,2-1 0,3-6 0,1-3 0</inkml:trace>
  <inkml:trace contextRef="#ctx0" brushRef="#br0" timeOffset="2897">2733 619 7968,'-9'0'1775,"3"0"1,13 0-1805,11 0 0,-1-5 0,8-1 0,-1 0-507,5-1 1,5 5 0,5-6 535,1 0 0,7-1 0,-3-8 0</inkml:trace>
  <inkml:trace contextRef="#ctx0" brushRef="#br0" timeOffset="3231">3042 774 8810,'12'0'2082,"-1"2"-1992,3 4 1,1-4 0,2 3-1,2-3-64,4-2 1,-2-2-1,8-3 1,-1-5-291,-1 1 1,4-7 0,-8 3 0,-2-6-102,-2-4 0,-10 0 1,-3 6-1,-6 0 268,-6-1 0,-5 3 0,-12 4 0,-6 5 253,-3 4 1,-3 2-1,3 2 1,1 4 54,3 5 0,1 6 0,-2 6 1,7 6 65,2 3 0,5 3 0,4-1 1,5 1-108,4-1 0,12 0 0,7-1 0,10-7-296,5-8 0,10-3 0,2-9 1,2-3-426,0-1 0,-8-4 551,2-3 0,4-12 0,0-10 0</inkml:trace>
  <inkml:trace contextRef="#ctx0" brushRef="#br0" timeOffset="3748">3627 791 8014,'9'-7'28,"1"3"1,-6-8-527,1-1 1,9 0 0,-5-1 638,1 3 0,3 5 0,-5-3 0,-1-1 314,1 0 1,-2 5 0,-6-7-114,0-1 1,-2-2-1,-4-1-30,-5 5 0,-10-2 0,-2 7 0,0 2-109,-2 2 0,4 4 0,-6 4 0,1 5-11,-1 4 0,6 8 0,-2 2 0,6 2 0,5 3 0,-1 5 0,7 3 0,4 0-272,6-5 1,2-1-1,9-9 1,6-4-200,4-5 0,4-7 0,7-7 0,2-2-162,2-3 0,2-13 1,-4-10-1,3-5 120,-3-1 1,4-6 0,-4-2 0,-4-2 58,-3-4 0,-4-2 0,-1-1 0,-7-3 227,-5-3 0,-5 4 0,3-5 0,-7 5 78,-3 1 0,-2 8 0,0 4 0,0 4 239,0 2 0,0 13-19,0 4 1,0 13 0,0 4 0,0 9 70,0 7 1,0 8 0,-2 7 0,-1 7 83,-3 8 1,-7 9 0,3 4-1,-1 1-72,-1-1 1,8 6-1,-3-2 1,1 2-496,0-2 0,0-4 0,8-7 0,4-3 149,6-3 0,10 4 0,5-6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2:19.77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285 0 8326,'-10'4'1520,"5"7"-771,3 12 0,2 10 1,0 9-1,0 9-450,0 10 0,2 8 1,1 4-1,5 3-237,2 2 0,-5-11 1,5 0-1,-2-6-473,-5-5 1,5-11 0,-2-6 0,-2-9-1089,-3-7 1,1-10-1082,4-1 2580,-4-8 0,6-4 0,-8-10 0</inkml:trace>
  <inkml:trace contextRef="#ctx0" brushRef="#br0" timeOffset="183">27 567 9043,'-11'-6'2284,"-1"1"-1729,8-9 0,4 12 0,14-3 0,7 1-223,7-2 1,7 2-1,3-7 1,4-2-670,2-3 1,0 5 0,4-1-1,-5 1-893,-1 1 1,4-3-1,-6 7 1230,-1 2 0,-3-5 0,-2-1 0</inkml:trace>
  <inkml:trace contextRef="#ctx0" brushRef="#br0" timeOffset="616">783 155 8130,'0'-17'423,"0"-1"1,0 1 491,0 0-592,0 7 1,-5 12 0,-1 16 0,2 8 132,2 7 0,-4 9 0,1 4 0,-1 5-53,-2 6 1,6-3 0,-3 3 0,3-3-153,2-3 0,0 1 0,0-5 1,0-4-194,0-9 0,5-11 0,3-2 0,2-8-177,3-7 0,2-6 1,2-6-1,1-7-318,-1-8 0,6-4 0,0-6 0,-2 3 51,-2-3 0,-4-1 0,-2-3 0,-1 3 118,1 3 0,1-1 1,-1 7-1,-3 2 87,-3 2 1,5 7 266,-7 1 0,1 17 0,-6 3 126,0 10 0,0 10 0,0-4 0,0-1-60,0 1 0,0 6 0,2-4 1,2-1-287,2-3 1,1 2 0,-1-2 0,5-2-454,5-2 0,-5-7 0,1-3 1,3-1-2016,6-4 2602,-2-3 0,6-1 0,-8 0 0</inkml:trace>
  <inkml:trace contextRef="#ctx0" brushRef="#br0" timeOffset="916">1282 619 9185,'0'-12'1273,"0"1"1,7 7-1,5-2-1150,3 4 1,2 0 0,0-1 0,1-5-245,-1-2 0,0 5 0,0-7 1,0-1-126,1-2 1,-7 3 0,-1 1 0,-3-3-25,-3-1 1,4-2-1,-5 0 224,-4 0 1,-1 5 0,-10 3 0,-1 1 27,-2 4 1,-3 2-1,1 4 1,0 6 118,0 9 1,0 2-1,1 10 1,5 1 156,5 3 1,4 1 0,2 0-1,0 1-153,0-1 1,14 0 0,5 1-1,7-3-252,11-3 147,-3-4 0,23 0 0,-3 1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2:17.73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52 206 9248,'-9'-7'967,"3"5"0,13-6-881,11 0 0,1 5 0,9-9 0,5-1-111,5-2 0,0-8 0,6 0 0,-2 2-105,-4 2 1,4 7 0,-3 3-1,-5 1 1,-4 4 1,-10 4-1,-3 8 1,-10 9 56,-5 10 0,-2 5 0,-2 3 0,-3-1-124,-7 0 1,-5 6 0,-6-1 0,-6-5 107,-3-3 0,-2-10 1,-1 1-1,1-4 27,-1-7 0,1-3 0,0-8 1,-1 0-97,1 0 0,5 0 0,3 0-1165,1 0 1322,2-8 0,6-1 0,-1-9 0</inkml:trace>
  <inkml:trace contextRef="#ctx0" brushRef="#br0" timeOffset="349">739 34 8156,'0'-17'1167,"-7"8"-742,-5 3 0,3 4 0,-1 4 1,3 6-86,3 9 1,0 8 0,0 11 0,-2 6-151,3 9 1,1 9 0,2 8 0,0 3-273,0 4 1,0-7 0,0 1-1,0-10-486,0-5 1,0-16-1,2-8-185,3-9 0,-1-7 0,6-16 753,-3-4 0,7-3 0,-5-9 0</inkml:trace>
  <inkml:trace contextRef="#ctx0" brushRef="#br0" timeOffset="816">1152 567 7973,'0'-17'184,"0"0"0,0 0 172,0-1 0,0 7 1,0 0-1,-2-3-95,-4-1 1,3 3 0,-9 1-166,-1-2 0,-3-1 0,-1 3 0,-2 5-98,-4 4 1,2 4 0,-6 4 0,3 5 13,3 5 1,0 8-1,2 5 1,-1 3 90,5 3 0,4-1 1,-1 1-1,7-1-17,3 0 1,9-5 0,5-2 0,3-4-86,2-8 1,8 0 0,4-9 0,1-2-34,-1-2 0,3-10 0,-5-3 0,0-7-63,-4-5 1,-4 2 0,-2-7 0,-2-1 92,-3 2 1,-5-3 0,-7 7 0,0 0 191,0-2 1,0 12 0,-2-2-252,-3 5 0,1 4 0,-6 8 1,1 6-23,-1 9 1,6 8-1,-1 9 1,3 1-51,2-1 1,0 0 0,2 1 0,3-1 39,7 0 1,9-7 0,4-4 0,1-6-57,5-5 0,1-5 1,5-7-1,1 0-270,2 0 1,-2-7 0,-9-7 418,-6-7 0,-4-5 0,-2-9 0</inkml:trace>
  <inkml:trace contextRef="#ctx0" brushRef="#br0" timeOffset="1132">1753 567 7973,'0'-17'0,"-1"2"183,-5 3 0,4-3 1,-4 4 422,4-5 1,0 1 0,-1 2-479,-3 1 1,-6 6 0,5-3 0,-3 1-143,-3 4 0,-2 3 1,-3 1-1,-1 1 17,-4 5 0,4 6 1,-6 9-1,3 3 103,-1 3 1,2 2 0,7 5 0,5 2 126,1 5 1,2-5 0,8 4 0,4-6-218,5-5 1,7 2 0,5-9 0,5-1-220,5-1 1,3-11 0,2-3 0,2-4-445,-2-2 1,-1-2 0,-3-4-1,-1-5 647,-5-5 0,5-8 0,-7-3 0</inkml:trace>
  <inkml:trace contextRef="#ctx0" brushRef="#br0" timeOffset="1451">2063 722 7976,'2'-17'795,"2"-1"-268,1 1 1,3 6-1,-2 1 1,3 1-281,1-1 0,5 6 0,-4-1 0,5 1-37,1-2 1,0 4-1,0-4-463,1 5 0,-3-1 0,-2-4-83,-1-6 0,-9-3 1,1-2 246,-8 0 1,-5 2-1,-8 1 1,-2 5 154,-4 1 1,2 2 0,-6 6-1,0 0 235,0 0 1,6 8 0,-1 3-1,4 7-99,7 4 0,-2 5 0,7 8 0,2-1-82,2 0 0,6-1 0,5-3 0,11-3-103,4-2 0,13-2 1,10-8-1,9-3-451,7-7 0,6-5 434,5-5 0,4-13 0,8-8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2:50.8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1 507 8362,'9'-7'901,"-1"3"21,-8-8 1,2 8 437,4-2 1,-4 6-772,4 6 0,-5 10 1,-1 9-1,0 2-94,0 4 0,6 2 0,0 2 0,-2 0-302,-2 0 1,-2 0 0,0-2 0,0-4-69,0-6 0,0-3 1,0-3 170,0 1 0,0-11 0,0-7-619,0-9 1,0-15 0,0-5 0,0-4 62,0-2 1,6-5 0,0-1 0,-3 2-98,-1 2 0,6 8 0,2 0 0,2-2-129,-1-2 1,7 6-1,7 3 1,2 5-47,4 2 0,2 1 1,2 2-1,2 5-58,4 1 1,-5 2 0,7 6 0,-2 0-768,0 0 1,3 0 1356,-9 0 0,4 0 0,-12 0 0</inkml:trace>
  <inkml:trace contextRef="#ctx0" brushRef="#br0" timeOffset="1">524 647 12329,'8'10'541,"4"-4"1,3-5 0,5-1-1,3 0-224,6 0 1,4 0 0,2 0 0,0-1-57,0-5 0,-2 2 1,-2-8-1,-4-1-228,-2-3 0,-1 4 1,-7 1-1,-1-3-385,-5-1 1,-3-3 0,-8 1-1,-2 1-232,-4 5 0,-5-3 1,-13 8-1,-5 2-42,-4 2 1,-4 2-1,-1 0 1,-3 4 386,2 8 0,8 0 0,4 13 0,0 0 626,0 4 0,11 4 0,0 2 1,7 0 30,5 0 0,4-6 1,8-2-1,11-2-214,14-3 1,4-5 0,9-5-1,3-6-649,1-4 1,3-2-1,-1 0 1,1-2-1124,-1-4 0,-5-10 1568,-1-7 0,1-8 0,5 4 0</inkml:trace>
  <inkml:trace contextRef="#ctx0" brushRef="#br0" timeOffset="2">1607 612 8140,'0'-12'1526,"0"1"0,0 5 1,0-6-1255,0-1 1,0 3 0,-2 0 0,-4 3-231,-5 3 1,-1-4-1,-3 2 1,-5 2-108,1 2 1,-1 2-1,1 0 1,-2 2-77,-3 4 1,-5 10-1,6 9 1,2 2 121,1 4 0,5 2 0,3 2 0,6 0-2,4 0 1,4-6 0,4-2 0,8-4-81,7-7 0,6-6 0,10-10 0,2-2-48,2-4 0,-1-10 0,-5-9 1,0-2 44,0-4 1,-2-2 0,-2-4 0,-4-2 201,-1-2 0,-3-7 0,-6 1 0,1-5 38,-1-6 1,1 3-1,-3-3 1,-3 6-59,-6 5 1,2 6-1,-3 12 1,-1 6-137,-2 4 0,-4 11 47,-4 8 1,3 10 0,-9 13-1,-2 6 85,-1 4 0,-3 10 0,1 3 0,-1 7 303,1 5 1,1-4-1,3 4 1,3-3-296,2-3 1,3 2 0,5 1-1,0-1-354,0-3 1,13-16 0,5-2 0,3-6-648,4-6 0,-4-9 1,9-7-1,1-5-730,2-5 0,-4-7 1649,0-11 0,-8-4 0,4-8 0</inkml:trace>
  <inkml:trace contextRef="#ctx0" brushRef="#br0" timeOffset="3">2376 507 8176,'0'-17'1473,"0"-1"-830,0 1 0,0 5-297,0 1-435,0 7 1,-8 10-1,-4 11 426,-3 2 1,-3 9 0,3 1-1,1 4 158,3 2 1,5 0-1,-4-1 1,2 1-94,4 0 1,4-2-1,6-2 1,8-5-256,7-7 0,6 0 0,8-13 0,0-2-276,0-2 0,0-10 0,0-5 0,0-9-232,0-7 0,-8-4 0,-4-4 1,-3-1 78,-3-3 1,-7 0 0,-4 6 0,-4 2-137,-2 4 0,0-2 0,-2 10 0,-2 3-6,-2 5 0,-8 9 1,5 0-268,-1 8 0,0 5 1,6 11-1,-1 1 691,1 2 0,4 3 0,5-3 0,5-4 0,8 7 0</inkml:trace>
  <inkml:trace contextRef="#ctx0" brushRef="#br0" timeOffset="4">3249 525 12375,'0'-12'939,"0"0"0,-2 9-1006,-4-3 1,-4 4 0,-7 2 0,-2 0 83,-5 0 0,3 8 0,-6 5 0,0 7 204,-1 3 0,7 10 0,-2 0 0,5 6-84,7-1 0,3 5 0,8-2 0,2-4-243,4-6 0,9-2 0,10-12 0,3-7-211,3-6 1,7-4 0,3-2 0,0-6-225,2-9 0,-6-6 0,5-9 0,-1 1 250,0-5 0,-1 6 0,-7-4 0,-1 1 217,-3 0 1,0-2 0,4 2 0,-4 2-7,-6 1 0,-3 3 0,-3-4 0,0 2 55,1-2 1,-1-2 0,-1-2 0,-3 0 56,-1 0 0,-8-2 0,2 1 1,-4-1 139,-2 4 1,0 9-1,0 1 1,0 4 127,0 1 1,-8 9-1,-4 3-102,-3 4 0,3 10 0,1 5 0,-3 9 2,-2 7 1,-1 4 0,1 2-1,3 1 212,1 5 0,3 4 0,-3 9 0,4 2 24,0 3 1,6 1 0,-3-2 0,3 4-266,2 0 0,2-2 0,1-7 0,5-1-460,2 1 0,4-15 0,7-7 1,2-7-378,-2-9 0,-1-9 1,-3-2-1,1-8-376,-1-8 0,-7-9 0,-2-4 0,-2-2 1042,-1-4 0,-7-10 0,-7-4 0</inkml:trace>
  <inkml:trace contextRef="#ctx0" brushRef="#br0" timeOffset="5">3511 455 8176,'12'-12'3249,"-1"3"-2556,3 1 1,1 0 0,3 4 0,1-4-495,4-1 1,-1 3-1,7-6 1,4 1-1000,6 1 1,-2-4-1,5 7 1,-1-1 799,0 0 0,7-6 0,-3 5 0</inkml:trace>
  <inkml:trace contextRef="#ctx0" brushRef="#br0" timeOffset="6">4349 507 8053,'0'-17'1339,"-2"7"1,-2 6 0,-3 8-1099,-3 8 0,6 9 1,-2 4-1,4 1-274,2-1 1,0 4 0,0-6-1,0-1-509,0-3 1,0-2-1,0 1-2795,0-1 3337,0-7 0,8-2 0,2-8 0</inkml:trace>
  <inkml:trace contextRef="#ctx0" brushRef="#br0" timeOffset="7">4471 210 7980,'0'-17'0,"-2"1"0,-1 3 3754,-3 1-4591,0 8 0,8-2-2549,4 12 3386,-4-4 0,13 14 0,-5-7 0</inkml:trace>
  <inkml:trace contextRef="#ctx0" brushRef="#br0" timeOffset="8">5118 577 7996,'5'-17'6,"1"-1"197,-2 1 1,-2 5-1,-4 2 403,-4 3 0,-3-5 0,-9 6 0,1 2-282,-1 2 1,-5 2-1,-2 2 1,-1 4-183,1 6 0,0 3 1,4 5-1,-3 1 165,3 2 0,2 8 1,1-2-1,3 6-18,3 6 1,-2-2 0,9 6 0,1-5-329,2-7 0,11 0 0,7-7 0,7-3-185,4-4 1,3-5 0,6-14-1,3-4-385,2-8 0,6-7 0,-7-16 1,-1-2 215,-2-4 1,-10 3 0,-4-9 0,-5 0 362,-6 3 1,-5-5 0,-11 9 0,-7 3 139,-13 6 0,-14 5 0,-9 11 0,-3 3 97,-3 6 0,1 14 0,-2 10 0,-1 9-128,3 6 0,5 9 1,18 3-1,6 2-635,3-1 1,11-1-1,5 1 1,8-7 94,7-8 1,15-7-1,7-11 1,5-3 460,1-2 0,6-10 0,-1-8 0</inkml:trace>
  <inkml:trace contextRef="#ctx0" brushRef="#br0" timeOffset="9">5572 490 11174,'-2'-8'1983,"-4"10"-1666,-6 14 0,3 3 0,-3 10 0,0 2-256,3 2 1,1 2 0,8 0 0,0 0 6,0 0 0,0-8 0,0-4 1,2-3-181,4-3 0,3-7 0,9-4 0,1-4-199,4-2 0,-1-2 0,7-6 1,0-8 53,-2-5 1,6-8 0,-6 4-1,2-1 48,1 1 1,-9-4 0,2 6-1,-3 1 200,-3 3 1,-7 7 0,-3 3 82,1 1 1,-8 2-1,2 8 1,-8 6 126,-3 9 1,-1 3 0,-2 7 0,6 0-273,5 0 1,2-3 0,7 3 0,10-2-479,9-4 0,21-3 0,11-7 549,7-5 0,19-4 0,4-2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1:52:50.817"/>
    </inkml:context>
    <inkml:brush xml:id="br0">
      <inkml:brushProperty name="width" value="0.2" units="cm"/>
      <inkml:brushProperty name="height" value="1.2" units="cm"/>
      <inkml:brushProperty name="color" value="#00A0D7"/>
      <inkml:brushProperty name="inkEffects" value="pencil"/>
    </inkml:brush>
  </inkml:definitions>
  <inkml:trace contextRef="#ctx0" brushRef="#br0">70 246 12238 260088 49643,'-18'11'201'0'0,"1"1"1110"0"0,7-8 917 0 0,-5 4-576 0 0,13-8-883 0 0,-6 0-600 0 0,24 0 1 0 0,-3-2 0 0 0,18-2-70 0 0,6-2 1 0 0,6-6 0 0 0,9 4-1 0 0,3 1-81 0 0,3-1 0 0 0,12-6 1 0 0,11 5-1 0 0,6-3 92 0 0,7 0 0 0 0,-3 9 0 0 0,6-5 1 0 0,0 2 3 0 0,0 0 0 0 0,-4 0 0 0 0,4 6 1 0 0,0 0-132 0 0,0 0 1 0 0,-43 0 0 0 0,1 0 0 0 0,5 0 0 0 0,2 0 0 0 0,3 0 0 0 0,2 0-127 0 0,1 0 1 0 0,2 0 0 0 0,6 0 0 0 0,3-2 0 0 0,2 0 0 0 0,1-1-1 0 0,5-3 1 0 0,3 0-12 0 0,5-2 0 0 0,2 0 0 0 0,-6 0 0 0 0,0 1 0 0 0,8 0 0 0 0,0 0 0 0 0,-3 1 0 0 0,0 1 117 0 0,-1-2 1 0 0,0 0 0 0 0,-1 0 0 0 0,0 0 0 0 0,1 0 0 0 0,-1 1 0 0 0,0 1 0 0 0,0 0 210 0 0,-2 1 0 0 0,-2 0 1 0 0,-3-2-1 0 0,-1 1 0 0 0,-2 1 1 0 0,-1 2-1 0 0,0 0 0 0 0,-1 0 186 0 0,-1 1 1 0 0,-1 0-1 0 0,-5 1 1 0 0,-1 0 0 0 0,-3 0-1 0 0,-2 0 1 0 0,-4 0 0 0 0,-2 0-283 0 0,-3 0 0 0 0,-2 0 0 0 0,0 3 0 0 0,-1 0 0 0 0,-4 0 1 0 0,-1 0-1 0 0,-1-1 0 0 0,-1 0-353 0 0,41 0 0 0 0,-14-2 0 0 0,-3 0 0 0 0,-8 0-107 0 0,-8 0 1 0 0,-5-2 0 0 0,-7-2-884 0 0,-5-2 483 0 0,-12 0 1 0 0,-15 6-990 0 0,-20 0 1770 0 0,-4 0 0 0 0,-15 0 0 0 0,8 0 0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2:50.81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3756 373 8180,'-6'-18'1007,"0"1"0,-2 7-651,2 4 0,4 12 1,-5 8-1,1 9-16,0 12 1,0 4 0,4 11-1,-2 5-265,-2-1 0,1 6 0,5-4 1,0-5-131,0-8 0,0-7 0,0-3 0,0-3-1288,0-7 503,0-12 0,5-11 1,1-11 839,-2-5 0,-2-9 0,-2-2 0</inkml:trace>
  <inkml:trace contextRef="#ctx0" brushRef="#br0" timeOffset="1">3459 321 8405,'0'-18'635,"0"1"1,0 5 0,0 0-42,0-1 1,7-1 0,5 1 0,5 1-402,7-2 0,5-1 0,14-3 0,7 3-86,6 3 1,10 4-1,-4 8 1,2 2-66,0 4 0,-7 6 0,-1 11 0,-9 8-193,-13 8 0,-8 11 0,-15 12 1,-5 4 56,-4 6 1,-17 2 0,-9-4 0,-9 2 93,-7 3 0,-5-5 1,-7 0-1,-1-10 157,1-5 0,-1-3 1,-1 0-1,0-1-60,1-5 1,-3-11 0,11-11-1,3-5-299,7-2 1,8-7 0,11-6 0,3-8-351,1-8 0,8-5 1,-2-6 551,4-6 0,10-4 0,2-2 0</inkml:trace>
  <inkml:trace contextRef="#ctx0" brushRef="#br0" timeOffset="2">4559 635 8153,'-12'0'970,"1"0"1,1 2-1,-4 4 1,5 7-471,1 9 1,-4 5 0,4 8 0,1 2-361,-1 3 1,2-1-1,4 6 1,-2-5-405,-2-7 0,1 0 1,5-9-1,2-5-811,3-5 0,5-7 0,8-10 1075,-1-9 0,0-7 0,1-16 0</inkml:trace>
  <inkml:trace contextRef="#ctx0" brushRef="#br0" timeOffset="3">4559 268 8913,'-8'-17'2348,"6"-1"-2237,-4 1 0,6 7-111,6 4 0,12-4 0,9 1 0</inkml:trace>
  <inkml:trace contextRef="#ctx0" brushRef="#br0" timeOffset="4">4943 705 8533,'0'-18'2604,"0"7"-1976,0-1 1,0 10 0,0 2-189,0 10 1,0 5 0,0 7 0,0 5-351,0 8 1,0 4-1,0-5 1,0 1-157,0 0 1,0-6 0,0-1 0,2-3-185,4-4 0,-2-9 0,7-8-6,3-8 1,1-8 0,1-9 0,-2-4 11,-3-3 0,1-3 1,5-7-1,1-3-27,-1 2 0,7 2 0,-1 4 1,-2 2 96,-1 2 0,3 2 1,0 0-1,-2 7 234,-1 7 1,-3 9-1,-1 0 151,-4 8 0,-5 13 0,-7 12 1,0 6 220,0 6 0,0 2 0,0 5 0,-2-3-74,-3-2 1,1-3 0,-6-7-1,2-4-108,4-5 0,2-5-235,2-1 0,2-11 0,4-7 0,6-11-263,3-11 1,9-5 0,-1-10 0,0-2 25,2-1 0,-3-1 1,5 6-1,0 0 28,0 0 1,-5-4-1,1 3 1,-4 4-156,-1 5 0,-3 10 0,-1 5 105,-3-1 1,-7 7 0,2 6 241,-4 9 0,-2 9 0,0 3 0,0 5 403,0 1 1,0 2 0,0 8-1,0 1-141,0 3 1,0-6 0,0-6 0,0 0-445,0-1 1,2 1 0,2-10 0,4-5-485,1-5 1,5-3-1,7-8-1488,3-4 2156,-1-3 0,2-17 0,2-1 0</inkml:trace>
  <inkml:trace contextRef="#ctx0" brushRef="#br0" timeOffset="5">6061 792 8054,'0'-12'1067,"0"1"-818,0-3 0,8 6 0,3 1 0,5 1 116,1 0 0,3-2 0,3 4 0,4-1-391,0 1 1,6-4-1,-6 0 1,2-2-191,1-3 1,-11 3 0,0-1-1,-7-3-141,-4-2 0,-2-1 0,-8-1 249,-4 1 1,-10 1 0,-9 5 0,-2 5 273,-4 4 0,0 2 1,0 0-1,2 4 11,-2 8 1,3-1-1,1 14 1,4 1 106,7 3 0,7 4 1,9 4-1,0 1-50,0 3 1,4 0 0,5-8-1,11-2-182,5-2 0,6-9 1,8-1-1,4-7-232,1-5 1,-3-1-1,4-8 1,-3-4-281,-3-5 1,-4-7 0,-6-3 0,-6-4-1532,-3-2 1991,-3-3 0,1-4 0,-1-1 0</inkml:trace>
  <inkml:trace contextRef="#ctx0" brushRef="#br0" timeOffset="6">6794 530 8270,'0'-17'1671,"0"-1"-234,0 1 1,-2 7-1323,-3 4 0,3 6 0,-6 8 0,2 9-105,0 11 1,-5 5 0,5 3 0,0 3-21,-2 2 0,6 6 1,-4-7-1,4-1-74,2-2 0,0-4 0,0-4 1,2-6 31,4-3 0,6-11 0,9-3 0,4-6-14,3-6 1,-5-5 0,4-12-1,0-7-80,0-3 0,-3-3 0,3-1 0,-2 0 16,-4 4 1,-1 2 0,-5-2 0,-1 2-275,-2 2 1,-9 7 0,3-1-387,-4 4 751,-2 9 1,0 10-1,-2 12 1,-2 5 415,-1 6 1,-1 3-1,6 5 1,0-2 23,0 2 0,0 2 1,0 0-1,2-2-194,3-2 1,5-8 0,8 2-1,-1-3-507,1-3 1,1-7 0,2-4 0,5-6-513,1-6 0,2-4 1,6-9 811,0-4 0,0-4 0,0-8 0</inkml:trace>
  <inkml:trace contextRef="#ctx0" brushRef="#br0" timeOffset="7">8017 443 8118,'0'-18'183,"-2"1"0,-2-1 472,-2 1 1,-7 1 0,1 5 0,-4 5-437,-1 4 1,-1-4-1,1 0 1,0 2-228,-1 3 0,-5 6 1,-2 3-1,-1 2-97,1 3 0,2 3 0,5 1 0,1 1 103,-1-1 0,9 1 1,3-1-1,4 1 180,2-1 1,0-5 0,0-1 0,0 3 49,0 2 1,10-5-1,5 1 1,7-1-192,-1-1 0,0 6 0,1-7 1,1 3-308,-2 0 0,-1-1 1,-3 7 105,1-1 0,-9 1 1,-3 1-1,-4 2 93,-2 3 1,-8-1 0,-3-5 0,-7-1-47,-5 0 0,1-1 0,-5-2 0,0-5-204,0-1 1,6-2-1,-3-8 1,5-2-1354,1-2 1674,1-7 0,0-5 0,-1-9 0</inkml:trace>
  <inkml:trace contextRef="#ctx0" brushRef="#br0" timeOffset="8">8384 478 8101,'-10'0'1308,"-6"0"0,9 13 0,-5 7 0,4 3-1193,0 2 1,4 6 0,-5-2 0,1 4-492,4 2 0,2-2 1,2-4-1,0-5-2047,0-5 2423,0-1 0,8-1 0,2 0 0</inkml:trace>
  <inkml:trace contextRef="#ctx0" brushRef="#br0" timeOffset="9">8506 111 8101,'-10'-2'745,"2"-2"1730,1-2 1,5-1-1567,-4 1-909,4 4 0,2-6 0</inkml:trace>
  <inkml:trace contextRef="#ctx0" brushRef="#br0" timeOffset="10">1537 581 8323,'0'-17'-70,"0"0"1,1 1 0,3 2-178,2 3 1,2-1 0,-4-5-1,2-1 606,-2 1 0,-1 5 0,1 0 0,4-1 180,2-3 0,-6-1 1,3 1 270,1 5 0,-4-5 551,8 5-952,-8 3 0,3 8 0,-7 11 0,0 5 102,0 1 0,0 9 0,0 3 0,0 4-388,0 2 1,-5-2 0,-1-2 0,2-2-61,2 2 0,2-6 1,2-2-1,2-3-229,2-3 0,13-5 0,0-2 0,7-3-214,5-3 0,2-2 0,2-4 1,1-4-73,5-5 0,-4 1 1,2 0-1,-6 1-216,-4-1 1,-8 4 0,3-4 0,-5 3 667,-2 3 0,1-14 0,-1-1 0</inkml:trace>
  <inkml:trace contextRef="#ctx0" brushRef="#br0" timeOffset="11">2026 250 8209,'0'-18'1636,"0"7"-557,0-1 0,0 10-707,0 2 1,0 10 0,0 13 0,-2 8-72,-4 8 0,2 7 0,-6 15 0,0 6-240,1 7 1,3 4-1,-4-4 1,1 1-490,-1-1 0,6-4 0,-2-8 0,4-12-2596,2-13 3024,0-10 0,8-9 0,2-1 0</inkml:trace>
  <inkml:trace contextRef="#ctx0" brushRef="#br0" timeOffset="12">35 599 8107,'-12'0'1523,"0"0"269,8 0-779,-3 0 0,9-8-541,3-3 0,5-3 0,6 0 1,-3 3-227,-1-3 1,0 4 0,5-1 0,2-3-275,5-1 1,-5-1 0,6 3 0,-1 1-236,-1-2 0,8 7 0,-2 1 0,2 4-154,-2 2 1,2 4 0,-7 5-1,-5 9 355,-5 1 0,-7 8 0,-7 3 0,-2 4 232,-3 7 1,-7 4 0,-11 5 0,-7-1 85,-2-3 0,-3-1 0,0 4 0,-2-5-15,-4-1 1,10-2 0,-2-6 0,6-2 23,5-4 0,3-4-270,2-8 1,9-7 0,8-4 0,11-4-44,11-2 0,-1 0 0,8 0 0,4-2-36,6-4 0,0-2 1,4-5-1,-3 3-104,-1 2 0,-12 0 1,8 5-1,-2-3-278,0 2 1,0 2 0,-4 2-1,-5 0 466,-5 0 0,-2 8 0,1 1 0</inkml:trace>
  <inkml:trace contextRef="#ctx0" brushRef="#br0" timeOffset="13">960 1088 6864,'0'-10'1695,"0"2"-1695,0 8 0,0-7 0,0-3 0</inkml:trace>
  <inkml:trace contextRef="#ctx0" brushRef="#br0" timeOffset="14">9100 670 8250,'0'-18'315,"5"7"422,1-1 1,2 0-228,-2-5 1,-4-1-1,4 1-247,-5 0 0,-1 5 1,-1 0-106,-5-1 0,-4 5 0,-7 2 1,-3 4-269,-3 2 0,-4 8 0,-8 4 0,0 3-117,0 3 0,2 5 0,2 2 0,4 2 94,1 4 0,3 2 0,8 2 0,3-2 152,6-4 0,4 2 0,6-7 0,6-3 97,7-2 1,10-3 0,-1-4-1,1-7 84,4-3 1,0-2-1,0-2 1,-4-5-144,-2-11 1,5 1 0,-7-9 0,-4 1-101,-5-4 0,-1-2 0,-7 0 0,-2 2-217,-2-2 1,-4 6-1,-4-1 1,-7 5-287,-9 4 1,1-3-1,-8 14 1,0 2-1642,2 3 2187,-6 8 0,5 11 0,-6 9 0</inkml:trace>
  <inkml:trace contextRef="#ctx0" brushRef="#br0" timeOffset="15">9466 513 11374,'0'17'469,"0"1"1,-2 1-1,-2 4-315,-1 6 1,-7 6 0,6 4 0,0 2-339,-1-2 1,5-4 0,-2-6 0,8-6-12,7-4 0,5-9 1,3-4-1,5-8-46,5-10 0,9-3 0,3-18 1,-2-4 169,-2 0 1,-2 0 0,-2 2-1,-4 0 224,-6 0 0,-3 2 0,-5 4 1,-3 6 254,-6 4 1,1 7-320,-1 0 0,-6 10 0,-8 2 0,1 12-204,-1 9 1,-4 7 0,4 6 0,1 3-67,-1 4 0,2-4 0,8 6 1,2-3-120,2 1 1,13-2-1,1-8 1,5-4-100,6-2 1,2-9 0,4-10 0,2-4-207,1-2 0,7-8 605,-6-4 0,7-11 0,-3-4 0</inkml:trace>
  <inkml:trace contextRef="#ctx0" brushRef="#br0" timeOffset="16">10759 635 8170,'0'-18'185,"0"1"292,0-1 0,0 1 0,0 0 628,0-1 0,5 6-1060,1 1 1,-2 5 0,-10-4-154,-5 3 0,-5 1 1,-3 6-1,-3 0 6,-1 0 0,-8 0 0,2 2 0,-2 3 148,2 7 1,-4 9-1,4 5 1,-2-1 109,2 0 0,3 6 0,9-2 1,-1 4-21,1 2 1,7 0 0,4 0 0,5-2-141,1-4 1,7-4 0,7-9 0,7-4-169,8-7 1,4-3 0,2-4 0,0-5-28,0-11 0,0 1 1,-2-9-1,-4 3 142,-6 0 0,-3-6 1,-3 5-1,-1 3 142,-5 2 1,-1 1 0,-6 1 46,2-1 1,-2 9-1,-10 3 1,-4 6-114,1 6 0,-7 5 1,6 13-1,1 3-242,3 0 0,4 6 1,2-6-1,0 2-58,0 0 0,8-7 0,5 1 0,7-4-174,3-1 0,8-9 0,0-3 1,6-4 454,4-2 0,-1-8 0,-5-1 0</inkml:trace>
  <inkml:trace contextRef="#ctx0" brushRef="#br0" timeOffset="17">11230 757 8579,'18'-2'608,"-1"-4"1,3-1 0,3-9 0,6 1-437,4-5 1,10-9 0,3-2 0,5-6-244,1-4 1,-7-7 0,-5 1 0,-3-3-9,-2-3 0,-8 1 0,-5 0 1,-9 1 33,-7 5 1,-4 5-1,-4 10 1,-4 6 186,-5 5 0,-5 7 0,-3 13 0,-5 2-97,-5 3 0,2 13 1,-2 13-1,0 8 56,2 7 0,0 1 0,5 3 0,-1 5 34,2-1 1,7 8-1,4 0 1,3 2-38,3 0 1,4-2-1,6 0 1,7-9-159,8-11 0,7-7 0,7-7 0,-1-11-23,1-9 0,0-6 0,0-4 0,0-6-187,0-9 0,0-9 0,0-9 0,-2 1-53,-4-1 1,4 0-1,-4 0 1,2 0 145,-2 0 0,2 2 0,-7 2 0,-3 6 156,-2 5 1,-1-5 0,-1 13 0,1 5 28,-1 3 1,-5 4 159,0 0 0,-3 7 1,3 5-1,-6 4 287,-4 1 1,-2 6 0,0 3 0,2 1-34,3 4 1,-3-4 0,4 0 0,-2 0-251,2 0 1,-4-5-1,6-1 1,-3-5-815,1-5 0,8-1-472,-3 2 0,5-5-470,1-7 1,-5 0 1583,0 0 0,-8 8 0,3 2 0</inkml:trace>
  <inkml:trace contextRef="#ctx0" brushRef="#br0" timeOffset="18">12383 146 7983,'-10'-18'2,"0"1"0,7-1 952,-3 1 0,0 5 666,6 1-1632,0 7 1,0-2-208,0 12 0,2 2 0,2 5 219,2-1 0,-1-1 0,-5 7 0</inkml:trace>
  <inkml:trace contextRef="#ctx0" brushRef="#br0" timeOffset="19">12732 59 8009,'0'-18'347,"0"1"456,0-1 1,0 12-193,0 12 0,0 6 0,0 17 0,0 4-297,0 6 1,0 7-1,0 12 1,0 7-129,0 2 1,0 5 0,0 2 0,0 2-31,0-3 1,0-3-1,0-8 1,0-9-330,0-11 1,6-7-1,2-7-577,1-11 0,-3-7 1,4-12-303,-2-4 0,-2-6 0,-6-9 1052,0-2 0,-8-8 0,-2 3 0</inkml:trace>
  <inkml:trace contextRef="#ctx0" brushRef="#br0" timeOffset="20">12488 513 11235,'17'0'880,"1"0"0,-1 0-1053,0 0 1,3 0 0,3 0 0,6 0-686,4 0 1,2-6 857,0 0 0,8-8 0,1 5 0</inkml:trace>
  <inkml:trace contextRef="#ctx0" brushRef="#br0" timeOffset="21">13274 600 8780,'0'-18'2148,"0"1"-1702,0 0 0,0 9 1,0 8-264,0 9 0,0 9 0,0 3 1,0 5-139,0 1 1,0 0 0,0 4 0,0-4-51,0-2 0,5-1 1,3-7-1,2 1-34,3-1 0,3-7 1,1-5-1,3-3-145,3-2 0,-2-2 0,7-5 0,-3-9-5,-4-5 0,-1-4 1,-3 3-1,0-1 16,1 2 0,-6-5 0,-3 3 0,-1 2-175,-4 1 1,0 3 166,2-1 1,-4 11 0,3 9 417,-3 13 1,-2 10 0,0 12 0,2 6 223,4 9 1,-2 10 0,8 14 0,1 8 58,3 7 1,-10-41 0,-1 3 0,1 3 0,-2 0-1,0 0 1,0 1-185,-1-1 1,-2 0 0,-3 2 0,-2-1 0,-2-4 0,-2-1 0,-13 45 0,-8-6 1,-6-12 0,-4-5 0,-4-10-454,-1-12 1,5-17 0,-2-17-1,6-12-197,6-10 1,-2-16-1,8-15 1,2-11-587,1-10 0,10-1 0,5-9 0,7-3-184,9-5 1,12-2 0,22 4 0,11-3 467,-24 34 1,2 0 0,6-2 0,2 1 303,6-2 0,3 0 0,3 1 0,2-1 0,2 0 1,-1 1-1</inkml:trace>
  <inkml:trace contextRef="#ctx0" brushRef="#br0" timeOffset="22">2550 2520 8280,'10'-8'1465,"-2"-1"1,-8 1-730,0 8 1,0 15 0,0 16 0,-2 8-67,-4 8 1,4 9-1,-4 4 1,4 2-474,2 4 0,0-4 0,0 0 0,2-3-501,4-9 0,-2-7 0,6-14 1,0-6-1119,-1-3 590,-5-11 832,4-9 0,-16-9 0,-2-9 0</inkml:trace>
  <inkml:trace contextRef="#ctx0" brushRef="#br0" timeOffset="23">2341 2590 8196,'-8'-18'650,"-4"1"0,3-1 2839,-3 1-3148,8 0 1,0 5 0,14 2 0,9 0-324,7 1 1,11 3 0,9-6-1,7-1-1,5-3 0,-2 5 0,10-1 1,4 0 28,4 3 0,1 1 1,-7 8-1,-6 0-119,-9 0 0,-13 8 1,-16 3-1,-13 7 61,-7 5 0,-8 4 0,-7 8 0,-13-2-179,-7-4 1,-9 4 0,-3-6 0,-4 2-230,-7 1 0,0-3 1,-8 4-1,1-4 20,5-2 1,2-2 0,3-5-1,5-1-696,5 1 12,12-8 1084,19-3 0,20-7 0,17 0 0</inkml:trace>
  <inkml:trace contextRef="#ctx0" brushRef="#br0" timeOffset="24">3686 2695 8359,'-10'-18'886,"0"3"0,6 1 119,-1 2 0,-3 3 0,4-5 314,-2 3 0,-8-1-982,3-6 1,-5 9-1,-3 3 1,-4 4-241,-6 2 1,-4 2 0,-2 4 0,-2 7-58,-4 9 0,2 5 0,-4 8 0,5 2-170,5 3 1,9 3-1,1 6 1,6-3-207,5 3 1,8-5-1,16-1 1,11-4-92,8-6 1,12-12 0,3-3-1,5-11-191,1-5 1,1-2-1,-1 0 1,0 0-521,1 0 1,-9-8 0,-3-3 1137,-4-5 0,-2-9 0,0-2 0</inkml:trace>
  <inkml:trace contextRef="#ctx0" brushRef="#br0" timeOffset="25">4210 2642 8869,'5'-11'1648,"1"-1"1,-2 10 0,-10 2-1118,-5 10 1,-5 7 0,-1 6 0,-3 7-124,-3 3 1,-4 9 0,-6 5-1,2 3-364,2 3 1,1-1 0,-3-1-1,6-7-316,6-9 1,-1-2-568,15-10 0,1-7 1,10-12-1,5-10-194,5-12 1,-1-1-1,-1-8 1,-3 0-1184,3 0 2216,-6 5 0,7-19 0,-5 5 0</inkml:trace>
  <inkml:trace contextRef="#ctx0" brushRef="#br0" timeOffset="26">4157 2625 8150,'0'-18'1211,"0"1"0,0 5 1,2 3-684,4 1 1,-2 10 0,7 9 0,3 7-223,2 5 0,1 12 1,1 14-1,-1 5-228,0 4 0,1 6 0,-1-4 0,1 0-341,-1 1 0,3-9 0,-1-7 0,1-5-3266,-5-7 2173,-1-5 0,-7-23 1356,-7-10 0,-7-13 0,-11-17 0</inkml:trace>
  <inkml:trace contextRef="#ctx0" brushRef="#br0" timeOffset="27">3930 2939 8150,'-6'12'1295,"1"-1"1,-1-5 0,8 4 0,3 0-738,7-1 1,6-5 0,5 2-1,8-4-722,8-2 1,1 0 163,13 0 0,-5-16 0,13-3 0</inkml:trace>
  <inkml:trace contextRef="#ctx0" brushRef="#br0" timeOffset="28">175 2799 10422,'0'-11'946,"0"-1"0,8 1 0,4-7 0,3 1-642,3-1 0,1 1 0,2-1 1,5 1-65,1-1 1,2 3 0,6 1 0,-2 4-182,-4 3 1,2 1-1,-8 8 1,-1 4-181,-3 5 1,-3 13 0,-5 5 0,-5 4-150,-4 2 0,-12 5 1,-5 3-1,-9 2 96,-3 3 1,-2-3 0,-4-1 0,0 1 228,-2 0 0,4-5 0,-8 5 0,6-2 244,4-4 1,2-8 0,-2-2 0,8 0-239,7-2 1,6-2-1,8-7-177,0-1 0,14-1 0,5-5 0,7-5-61,5-4 0,2-10 1,2-1-1,0-3-337,-1 0 1,1 1-1,-2-5 1,-2 3-316,-1 1 0,-3 8 1,2-2-1,-6 4 829,-4 2 0,-1-7 0,-1-3 0</inkml:trace>
  <inkml:trace contextRef="#ctx0" brushRef="#br0" timeOffset="29">1118 3393 9835,'-9'0'8034,"1"-2"-8294,8-4 260,8 5 0,1-15 0,9 6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2:56.37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315 338 8032,'-11'-6'1515,"-1"0"1,6 0-946,-6 6 1,1 8-1,-7 6 1,1 7-229,-1 8 1,7 10 0,-1 4 0,-1 3-253,-3 8 0,-1-1 0,-1 5 0,3-4-216,3-1 1,-2-7 0,9-3 0,-1-4-1863,-2-6 1,6-10-601,-4 0 2588,4-11 0,-6-4 0,-1-8 0</inkml:trace>
  <inkml:trace contextRef="#ctx0" brushRef="#br0" timeOffset="268">245 250 8032,'0'-17'1197,"0"-1"-544,0 1 1,0 11 0,2 10-327,4 12 1,-2 15 0,6 4 0,-1 9-51,1 7 0,-4 9 0,6 4 0,-1 4-155,-1 2 1,5 5 0,-3 1 0,4-2-240,1-3 1,1-10-1,-3-9 1,-1-9-423,-3-6 1,-1-10 0,4-6-182,-3-7 1,-7-9 719,2-10 0,-12-13 0,-4-9 0</inkml:trace>
  <inkml:trace contextRef="#ctx0" brushRef="#br0" timeOffset="453">1 862 8536,'10'-8'1179,"-1"6"1,-5-6-1,4 2-731,2 0 0,3 1 1,10 3-1,7-4-162,3-6 0,3 3 0,5-3 0,4-2-963,-1-1 0,7-1 0,-6 3 677,-1 1 0,7 8 0,-7-4 0</inkml:trace>
  <inkml:trace contextRef="#ctx0" brushRef="#br0" timeOffset="1001">996 827 7956,'0'-18'505,"0"1"626,0-1 0,0 7-562,0-1 1,0 6 0,0-5-234,0-3 1,-2 4-1,-3 1-146,-7 1 1,-4 2 0,-1 6 0,-3 0-96,-3 0 1,2 8 0,-6 3 0,1 7-130,5 5 1,2 4 0,1 8 0,3 2-70,3 4 0,4-4 1,8 2-1,2-7-11,4-2 1,6-11 0,9 0 0,4-7-81,2-4 1,3-10 0,6-12 0,3-7-113,2-8 1,-2-4 0,-8-4 0,-4-2-30,-2-2 0,-1-7 1,-7 1-1,-1-3 136,-5-3 0,-3 3 0,-6 2 0,2 1 82,2-2 0,-1 1 1,-5 1-1,0 7 225,0 3 1,0 4 0,0 2 0,0 4 706,0 1 240,0 3-938,0 13 0,-2 10 1,-1 14-1,-5 7-10,-2 8 0,4 4 1,-3 4-1,-1 2 47,0 2 1,6 13-1,-3-1 1,1 1-84,0 0 0,0 4 1,6 1-1,0-3-280,0-2 1,0-3-1,2-5 1,2-7-1113,2-8 0,7-2 1321,-1-11 0,11-5 0,4-13 0</inkml:trace>
  <inkml:trace contextRef="#ctx0" brushRef="#br0" timeOffset="1369">1450 635 8020,'0'-10'3721,"0"4"-3037,0 12 0,0 9 1,0 11-1,0 1-307,0 4 0,2 8 1,2 1-1,4-1-267,2-2 0,-5-4 1,5-2-1,0-4-127,0-2 1,1-3 0,7-11-140,-1-5 0,1-8 1,-1-7-1,1-11-156,-1-5 0,-1-6 1,-3-8-1,-1-4-109,1-1 1,-3 5-1,2-2 1,-1 4-187,-1 2 0,4 1 1,-7 1-1,1 3-602,0 7 0,-2 4 1209,-6 1 0,0 9 0,0 1 0</inkml:trace>
  <inkml:trace contextRef="#ctx0" brushRef="#br0" timeOffset="1868">2114 704 7977,'12'-2'646,"-1"-3"0,-5-5-177,6-8 0,-8 7 1,1-1-287,-3-1 0,-2 3 1,-2-2-39,-3-1 0,-5 3 0,-8 0 0,1 3 72,0 3 0,-1 2 1,-1 4-1,-3 3-36,-1 7 1,0 6 0,5 5 0,1 4-8,-1 0 1,1 12-1,1-4 1,5 2-84,5 0 0,4-4 0,2-2 0,0-4-302,0-2 0,8 2 1,3-9-1,7-9-166,5-5 1,-2-4 0,7-2-1,-1-5-47,0-11 0,-6-1 0,5-10 0,-3-2 191,0-2 1,-5-2-1,-7 2 1,1 2 371,-2 2 1,3 1-1,-7-1 1,-2 6 713,-2 4-818,-2 9 0,-8 6 0,-2 14 0,1 9-2,3 6 1,-2 4-1,2 6 1,2 0 18,2 0 1,2 0 0,0 0 0,2-2-205,4-4 1,4-4-1,7-7 1,1-1-304,-1 1 1,1-9 0,1-3 0,2-6-285,3-6 0,5-3 739,-6-9 0,8-7 0,-4-2 0</inkml:trace>
  <inkml:trace contextRef="#ctx0" brushRef="#br0" timeOffset="2269">2586 687 7977,'-2'-16'262,"-2"3"1805,-2 1-1696,0 8 1,0 4 0,0 12 0,3 5-174,1 7 0,2 5 1,0 10-1,0 1-90,0-1 0,0-2 0,0-2 1,0-2-200,0-4 0,5-4 0,3-7 0,2-3-71,3-3 1,3-4-1,1-10 1,1-6-179,-1-9 1,1-9 0,-1-11 0,1-1 66,-1-3 0,1-6 0,-1 5 0,1-1 188,-1 0 0,1 2 1,-3 9-1,-1 2-297,-3 7 390,-7 4 0,4 19 0,-8 9 0,-2 13 207,-4 5 1,4 8 0,-4 6 0,5-3 93,1-1 1,0-4 0,0-2 0,0-4-390,0-1 1,0-3 0,1-6-550,5 1 0,4-3 0,7-3 629,1-6 0,-1-4 0,1-2 0</inkml:trace>
  <inkml:trace contextRef="#ctx0" brushRef="#br0" timeOffset="2551">3354 41 7873,'0'-12'564,"0"0"0,-2 3 0,-2 1-180,-2 14 0,-5 7 1,3 20-1,0 8-47,0 8 0,-3 3 0,5 18 0,2 9-198,2 11 1,2-41 0,0 3 0,0 3 0,0 2-1,0 1 1,0-1-57,0-3 0,0-2 1,0 38-1,2-20 0,4-12-293,6-10 0,-3-15 1,3-15-554,1-11 1,1-12 0,0-9 762,-3-7 0,-7-14 0,4-10 0</inkml:trace>
  <inkml:trace contextRef="#ctx0" brushRef="#br0" timeOffset="2734">3127 635 9034,'0'-12'3087,"2"2"-2672,4 2 1,1-5-1,9 3 1,0-1-641,3-1 1,10 2 0,0-3-1,4 1-2785,2-2 3010,0 7 0,0-9 0,0 6 0</inkml:trace>
  <inkml:trace contextRef="#ctx0" brushRef="#br0" timeOffset="3185">3878 669 7877,'12'-5'388,"-3"-3"0,1 0 204,0 0 0,-6-5 1,3 3-104,1 0 1,-6 1 0,6 3-310,0-6 1,-7 3 0,5-3-170,-4-2 1,-4 5 0,-4-1-97,-5 2 0,-11 2 1,-1 6-1,2 0 159,1 0 1,-3 8 0,-2 4 0,0 3 194,-1 3 1,3 5 0,6 2-1,-1 2-45,1 4 1,1 8 0,5 2-1,5-2-28,4-2 1,2-8-1,0-2 1,2-2-419,4-3 0,3-5 1,9-5-1,1-7-126,4-3 0,-1-4 0,5-5 1,-2-9-32,-3-5 0,3-10 1,-2 2-1,-2-2 194,-1 2 1,-5-4 0,-1 5 0,-4 1 304,-3 4 0,-1 3 52,-6 3 1,0 9-168,0 8 1,0 16-1,-2 11 1,-2 2-11,-1 0 0,-1-2 0,6 2 1,0-5-157,0-5 0,0-1 0,2-1 0,2 1-439,1-1 1,9-7 0,-2-4 0,3-5-1305,3-1 1904,7-7 0,2-11 0,8-9 0</inkml:trace>
  <inkml:trace contextRef="#ctx0" brushRef="#br0" timeOffset="3684">4489 652 7877,'0'-17'542,"0"-1"0,0 1 8,0-1 0,0 7 0,0-1 0,0-2-37,0-1 0,0 3 1,-2 2-507,-4 3 0,-3-5 0,-9 6-109,1 2 1,-1 10 0,1 6 0,-1 3 212,1 3 1,-1 7 0,1 4 0,1 4 94,5 2 0,-3 0 0,8 0 0,3 0-5,1 0 0,2-8 0,0-4 0,0-3-305,0-3 1,9-7 0,7-4 0,7-6-311,4-6 0,-3-6 1,3-9-1,-2-3-122,-4 3 1,-1-4-1,-3 2 1,1 1 225,-1 3 1,-5 3 0,-3 3 473,-1 1 0,4 12 1,-6 4 174,-2 12 0,-1 13 0,1 0 0,2 6 40,-2 5 1,4 7 0,-2 9 0,-3 4 134,-1 3 1,-2 4 0,0 11 0,0 6-198,0-1 0,-7-5 0,-5 1 0,-5 1-143,-7-1 0,5-15 0,-4-7 0,1-19-183,-1-12 0,4-9 0,-7-5 0,3-10-377,0-12 1,-1-4 0,7-17 0,0-4-551,-1-3 1,8-9 0,5 6 0,3 0 297,2-1 1,2 3 0,3-6 0,7 1 249,4-1 0,-5 6 1,3-3-1,3-1-174,5-4 0,7 5 562,-6 1 0,16-4 0,-2 1 0</inkml:trace>
  <inkml:trace contextRef="#ctx0" brushRef="#br0" timeOffset="4034">4821 704 8518,'12'0'1222,"-1"0"-885,3 0 0,1-5 1,3-3-1,-1 0-79,1 0 0,-1-5 0,1 3 1,-1-2-153,1 1 0,-3-1 0,-1-5 0,-3-1-291,3 1 1,-6-7 0,-2 1 0,-5 2-266,-1 1 1,0 9-1,-1 1 1,-3 0 318,-2 1 1,-10 5-1,1 0 1,-7 8 191,1 7 0,2 7 0,1 5 0,1 6 314,-1 4 0,3 2 0,3 0 0,4 0-88,1 0 1,5 0 0,-4-2-1,6-4-447,6-6 0,5-3 0,11-5 0,3-3-352,2-6 1,-4-4-1,6-4 1,1-4 511,-3-6 0,6-11 0,-6-4 0</inkml:trace>
  <inkml:trace contextRef="#ctx0" brushRef="#br0" timeOffset="4400">5589 373 7837,'-7'-18'360,"3"3"0,-6 1 289,2 2 0,-5 3 0,1-3-531,-3 6 1,-3 4 0,1 2-105,-1 0 0,6 8 0,1 2 0,-1 1-52,3 1 0,-5 0 0,6 5 0,0 1 169,1-1 0,1 2 0,6 3 190,0 1 1,0 0 0,0-5-305,0-1 0,8-1 1,3-3-1,5-3-163,1-2 1,1 5-1,-1-3 1,1 2-52,-1-1 1,-1-5 0,-3 6 0,-3 2 167,-2 1 1,-3 2 0,-5 1 0,-1-1 143,-5 1 1,-6-1-1,-9 1 1,-5-3-109,-1-3 0,4-4 1,-4-8-1,0 0-283,0 0 1,5 0 0,-1-2 0,5-4 275,7-6 0,-5-3 0,7-3 0</inkml:trace>
  <inkml:trace contextRef="#ctx0" brushRef="#br0" timeOffset="4682">5939 320 9040,'0'18'0</inkml:trace>
  <inkml:trace contextRef="#ctx0" brushRef="#br0" timeOffset="4832">5939 722 7847,'0'10'7681,"0"5"-10167,0-5 2486,0 0 0,0 5 0,0-5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3:06.05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18 7975,'12'0'2121,"-1"0"1,1 0 0,5 0 0,1 0-1888,-1 0 0,7 0 0,1 0 0,2 0-1954,4 0 1,2 0 1719,2 0 0,0-8 0,0-2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3:02.77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36 611 7977,'-12'0'504,"0"0"1568,9 0 280,-5 0-750,8 0-1607,15 0 1,-3 0 0,13-2 0,0-1-1055,5-3 1,3 0 1058,1 6 0,9-8 0,2-2 0</inkml:trace>
  <inkml:trace contextRef="#ctx0" brushRef="#br0" timeOffset="533">1049 472 8237,'-8'-10'751,"6"0"1,-6 6-1,2-3-230,1-3 0,-3 6 0,4-4-311,-2 1 0,0 3 0,4-6-499,-3 2 0,1-3 0,-8 3 136,-2-2 1,5 6 0,-3-2 0,-1 4 65,-3 2 1,-1 8 0,-1 2-1,1 3 161,-1 5 0,1-4 0,-1 9 0,3-4 60,3-1 0,4-1 1,8 1-1,0 1-221,0 4 0,6-3 0,2 3 0,2-4-212,3-1 1,3 1 0,1 3 0,-1 1 84,-5-2 0,3 4 1,-8 1-1,-2-1 116,-2 0 0,-2-2 1,-2-5-1,-4-1 135,-6 1 1,-3-3-1,-5-3 1,-1-6 58,-2-4 0,-7-4 0,7-4 0,2-8-344,1-7 1,5 0 0,3-8 247,6-2 0,-3-2 0,-1-2 0</inkml:trace>
  <inkml:trace contextRef="#ctx0" brushRef="#br0" timeOffset="833">1346 524 8348,'-10'0'1688,"-4"10"0,7 5 1,-1 9-1513,0 3 0,-4 2 0,5 8 1,-1 2-433,0 1 0,0 1 0,4-8 1,-1-4-1561,1-6 0,2-3 1816,2-3 0,8-7 0,1-2 0</inkml:trace>
  <inkml:trace contextRef="#ctx0" brushRef="#br0" timeOffset="1017">1485 227 7938,'-6'-21'0,"1"3"2202,1 3 1,2 5-2659,2-2 0,0 11 456,0 1 0,8 7 0,1 11 0</inkml:trace>
  <inkml:trace contextRef="#ctx0" brushRef="#br0" timeOffset="1583">1695 559 7975,'6'-17'1034,"0"-1"0,1 8-345,-1 5 1,-4 5 0,4 5-424,-4 7 1,-2 9 0,0 5 0,-2 1-81,-4 4 1,2 0-1,-6 0 1,3-4-64,3-2 0,-4-1 0,2-7 0,2 0-516,2 1 0,4-8 26,4-5 1,4-6 0,9-9 0,3-8-106,1-1 0,2-8 1,-4 0-1,5-2 120,1-1 1,-4 3-1,4-2 1,-1 6 525,-5 3 1,-2 3-1,-1 1 1,-1 5 364,1 5 0,-7 4 1,-1 4-195,-2 4 1,-2 4-1,-6 9 1,0 2 58,0 3 1,-6 7-1,-2-4 1,0 0-320,1-4 1,1 2-1,6-1 1,0-3-328,0-2 0,2-9-139,3-4 0,5-4 0,8-6 1,1-6 10,4-7 0,-1-10 0,5 2 1,0-1 200,0 1 0,-5-4 0,1 6 0,-4-1 173,-1-1 0,-7 6 0,1-5 159,2 5 60,-7 9 1,1 5 0,-8 10 18,0 7 0,-6 5 1,0 5-1,1 3-111,-3 2 0,6-5 0,-4 1 0,4-2-456,2 2 0,0-3 0,0 3-2046,0-3 2371,0-11 0,8 7 0,2-7 0</inkml:trace>
  <inkml:trace contextRef="#ctx0" brushRef="#br0" timeOffset="2100">2673 524 7975,'8'-10'2089,"-6"1"-1622,3 3 0,-3 6 0,-2 0 208,0 10 0,-7 13 1,-3 8-1,-2 8-225,1 7 1,5 14-1,-6 12 1,0 14-296,3 11 0,2-46 1,0 0-1,4 1 1,0-1-1,-2 46 80,-3-9 1,6-17 0,-4-16-164,4-13 0,8-20-681,0-28 0,5-6 0,-5-19 1,-2-4-228,-2-3 0,-2-5 0,0 2 1,0-4 250,0 1 1,0-7-1,0 7 1,0-5 274,0-3 1,0 9 0,0-11 0,0 0 58,0-3 1,2-1 0,6 8 0,9 1 126,10 2 1,2 11 0,4 1-1,6 8 536,4 1 1,-4 15 0,2-1 0,-7 8 40,-4 4 0,-3 0 0,-8 2 0,-1 4 75,-9 6 1,1 3 0,-4 3-1,-4 1-233,-6 4 1,-6-3-1,-7 5 1,-3-2-235,-3 0 1,2 7 0,-8-7 0,-1 0-215,3 2 0,-4-5 1,6 1-1,0-5-496,0-5 1,-5-7-1,7 2-1721,2-4 2370,1-2 0,3-8 0,-1-2 0</inkml:trace>
  <inkml:trace contextRef="#ctx0" brushRef="#br0" timeOffset="2400">3494 0 9464,'-12'2'764,"0"4"0,9 6 0,-3 11 0,2 8-443,-2 8 0,4 7 0,-6 12 1,2 7-150,1 2 1,-7 9 0,6-2 0,2-4-296,2-4 1,-3-18-1,-1-1-2797,2-8 1160,2-12 1760,2-18 0,8-18 0,1-18 0</inkml:trace>
  <inkml:trace contextRef="#ctx0" brushRef="#br0" timeOffset="2700">3668 594 11482,'12'0'622,"0"0"1,1-2-693,3-4 1,1 2-1,1-7 1,-1-3-115,1-1 0,5-5 0,0-1 1,-1-3-45,-3 3 1,-7 2 0,-3 1 0,-1 1 258,-4-1 1,-4 3-1,-8 3 1,-7 6 386,-7 4 0,-7 4 0,4 6 1,0 8 80,-1 5 0,-3 10 1,8 0-1,4 6-271,3 4 0,10-1 1,-2-5-1,6 0-490,6 0 1,8-6 0,13-3 0,10-5-1252,5-6 1,-1-9 1512,6 0 0,7-19 0,8-7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3:22.1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0 751 8371,'0'-17'1889,"0"-1"0,0 6-1256,0 1 1,0 17-1,0 5-79,0 14 1,6 8 0,0 2 0,0 2-246,1 4 0,-5 4 1,6 5-1,-2-3-239,0-7 1,5-3 0,-3-4 0,0-2-46,0-2 0,5-15 1,-1-2-1,5-12-258,7-12 0,3-9 0,6-20 0,-2-6-101,-2-3 1,-6-8 0,5-1-1,-3 3 98,-4 2 0,-3 3 1,-7 5-1,-3 5-431,0 4 1,-6 10-17,3 4 1,-8 13 0,-5 10 0,0 12-1882,0 9 2564,-5-2 0,3 22 0,-7-4 0</inkml:trace>
  <inkml:trace contextRef="#ctx0" brushRef="#br0" timeOffset="250">646 716 8173,'0'-17'2095,"0"-1"-791,0 1 1,0 3-805,0 8 0,0 22 1,-1 19-346,-5 2 1,2-1 0,-6-1 0,0 0-591,1 0 0,5 0 0,-2 0 1,4-2-1320,2-4 0,0-4 1754,0-7 0,0-1 0,0 1 0</inkml:trace>
  <inkml:trace contextRef="#ctx0" brushRef="#br0" timeOffset="415">716 402 8173,'0'-18'0,"0"7"0,-2 1 0,-2 0 2459,-1 0 1,-1 5-1763,6-7 1,2 8-2577,4-2 1879,3 4 0,9 10 0,-1 2 0</inkml:trace>
  <inkml:trace contextRef="#ctx0" brushRef="#br0" timeOffset="1016">1083 611 6422,'-2'-9'3382,"-4"3"1,4 2-3073,-3-2 1,5 4 0,5-4 0,7 2-202,4-1 1,1 1 0,2-6-1,3 2-63,1 4 0,6 0 1,-4 1-1,1-3-103,-1 2 1,-2 2-1,-5 4 1,-3 4-33,-3 5 1,1 7 0,-7 3 0,-4 4 117,-6 3 0,-11 1 1,-9 8-1,1 1 115,-2 3 0,4 6 0,-7-5 0,3 1-100,4 0 0,1 3 0,5-5 1,3-4-144,6-6 1,6-2 0,6-10 0,8-5-93,7-4 0,0-4 1,9-6-1,1-2-525,2-4 0,2-4 0,-2-7 0,-4-1 716,-6 1 0,-4-1 0,-1 1 0</inkml:trace>
  <inkml:trace contextRef="#ctx0" brushRef="#br0" timeOffset="1217">978 908 14181,'18'0'0,"1"0"221,4 0 0,5-6 1,7 1-1,-1-1-960,1-2 1,0 4 0,2-6 738,4 3 0,-4-15 0,5 3 0</inkml:trace>
  <inkml:trace contextRef="#ctx0" brushRef="#br0" timeOffset="1583">1677 751 8207,'0'-12'1221,"0"1"-120,0-3 0,0 4-536,0-1 1,0 5-393,0-6 1,0 10 0,0 4 64,0 14 1,-2 3 0,-2 8-1,-4 1 99,-1-1 1,5 2 0,-2 6 0,4-2-319,2-4 1,0 4-1,0-6 1,2 0-25,4-4 1,5-5 0,11-4-1,3-5-274,2-1 0,0-2 0,4-8 1,-2-4-188,2-6 1,0-11-1,-1-4 1,-7-2 272,-4 0 1,-3 0-1,-5-6 1,-5 0 121,-4 0 1,-2 6 0,0 2 0,-2 1-116,-4 5 0,-3 2 1,-9 3-492,1 4 0,5 5 1,2 9 676,3 3 0,1 13 0,6 9 0</inkml:trace>
  <inkml:trace contextRef="#ctx0" brushRef="#br0" timeOffset="2050">2533 803 8207,'11'-5'0,"-1"-3"531,-2-2 0,3 4 448,-5-5 0,6 5-240,-6-6 1,-1 1-366,-5-7 0,-1 1 1,-5 1-1,-6 4-152,-3 7 1,-3 3-1,1 2 1,-3 0-46,-3 0 0,-2 0 1,-6 2-1,3 3-299,3 7 1,-4 4 0,6 3 0,1 4-22,3 6 0,4-1 0,3-1 0,6 0 169,4 0 1,2 0-1,2 2 1,4-5-66,6-5 1,5-3 0,4-3 0,5-3-70,1-2 0,-4-5 1,6-8-1,0-7-270,-2-4 1,4-3 0,-7-2 0,-1-4 134,2-3 0,-11 1 0,3-4 1,-1 4 220,-1 2 0,-5 1 0,-4 7 0,-2 0 63,2-1 0,-6 3-172,0 3 0,-2 12 0,-10 12 0,-2 5 54,-1 6 1,-3 3 0,1 5 0,1-2 94,5 2 0,3 2 0,8 2 0,0-2-183,0-4 0,0 2 0,2-8 0,6-2-232,9-1 0,1-5 0,7-3 0,0-8-478,4-8 1,4-6 874,2-7 0,8-8 0,1-3 0</inkml:trace>
  <inkml:trace contextRef="#ctx0" brushRef="#br0" timeOffset="2332">3231 140 8304,'0'-18'1404,"0"1"0,0 9-950,0 8 1,-6 16 0,-1 13-1,-1 6-189,0 5 0,-6 13 0,5 11 0,-3 4-67,0 2 0,3 1 0,-5 5 1,4 2-187,3-5 0,1-5 0,6-19 1,0-6-1028,0-9 189,0-10 0,8-9 1,1-15-1,3-9 826,0-7 0,-1-9 0,7-2 0</inkml:trace>
  <inkml:trace contextRef="#ctx0" brushRef="#br0" timeOffset="2548">3406 664 8122,'0'-8'3589,"0"8"-3142,0 10 1,0 7 0,0 6-1,0 6-817,0 4 0,-6 8 0,0 2 1,2 0-507,2-1 1,2-3 0,0-8-465,0-2 0,2-11 1340,4-7 0,-4-18 0,6-21 0</inkml:trace>
  <inkml:trace contextRef="#ctx0" brushRef="#br0" timeOffset="2697">3458 297 9209,'-8'-10'3402,"6"-5"-5579,-5 5 2177,7 0 0,7 10 0,3 10 0</inkml:trace>
  <inkml:trace contextRef="#ctx0" brushRef="#br0" timeOffset="3114">3982 681 7947,'0'-17'557,"0"-1"0,2 3 1,2 1-1,2 2-28,-2-1 0,-2 3 0,-4-1-314,-4-3 0,2 4 0,-8 1 1,-1 1-17,-3 4 1,-1 2 0,-1 2 0,-1 0-135,-4 0 0,3 6 0,-3 2 1,5 1-61,7 5 1,-5 3 0,7 5 0,-1 1 3,4-2 0,4 4 0,2-1 0,2-1-37,4 2 0,4-5 1,7 3-1,0-4-129,1-1 0,7-1 0,2 1 0,1-1-126,-5 1 0,2-3 1,-2-1-1,-1-3-47,-3 3 1,-3 2-1,-5 1 265,-5 0 0,-4-5 0,-4 0 0,-6-1 17,-9-1 1,-3 4 0,-9-8 0,-2-1-20,-2 3 0,-2-6 0,2 6 0,2-2-1094,2-1 0,8 1 1161,-2-6 0,3-7 0,3-3 0</inkml:trace>
  <inkml:trace contextRef="#ctx0" brushRef="#br0" timeOffset="3597">4524 716 7987,'9'-17'393,"1"-1"0,-6 1 754,2-1 0,-1 1-427,-5-1 0,0 1-534,0-1 0,-1 3 0,-5 3 0,-8 6-28,-7 4 0,1 2 0,-3 0 0,2 2-143,-3 4 1,5-2 0,-6 8 0,2 3 17,-1 7 1,1-1-1,5 8 1,1 4 170,0 6 0,5-2 0,2 3 0,2-3-205,5-2 0,1 0 0,2-2 0,2-4-106,3-5 1,7-5 0,9-4 0,5-3-393,1-6 1,2-12 0,6-6 0,0-5-152,0-6 0,0 1 0,-2-7 1,-2-2 377,-2-2 1,-10-2 0,1 2-1,-7 2 317,1 2 0,-7 8 0,-1-2 361,-4 3 1,-4 10 0,-4 5 0,-3 5-208,-1 5 1,-4 7 0,7 11 0,-1 5-113,0-1 0,2 6 0,6-4 0,0 4-85,0 2 1,0-6-1,0 0 1,2 0-205,4-2 1,6-2-1,9-9 1,4-2-347,3-3 1,1-7 0,6 0-1,-1-10 548,1-11 0,8-9 0,2-9 0</inkml:trace>
  <inkml:trace contextRef="#ctx0" brushRef="#br0" timeOffset="3881">5187 70 7987,'0'-18'247,"0"1"0,0 5 0,2 3 736,4 1 1,-6 2-701,0 6 1,-2 10 0,-10 7 0,-1 10 11,-3 6 1,5 8-1,-1 4 1,0 5 36,3 10 0,-5 6 1,6 6-1,0 2-120,1 2 0,-5-1 0,6-7 0,2-4-287,2-6 1,2-13 0,0-10 0,0-10-1340,0-5 0,8-11 363,4-3 1,-4-12 0,-3-7 0,-3-7-910,-2-3 1960,-7 0 0,-3-3 0,-8-1 0</inkml:trace>
  <inkml:trace contextRef="#ctx0" brushRef="#br0" timeOffset="4047">4855 611 9559,'-9'-7'2755,"3"5"-2436,12-4 0,-2 4 1,9 0-1,5-2-528,3-2 1,10-2 0,-2 5 0,4-5-352,2-2 1,2 4-1,2-5 1,1-1 559,-1 2 0,-2-13 0,-2 4 0</inkml:trace>
  <inkml:trace contextRef="#ctx0" brushRef="#br0" timeOffset="4283">5624 541 7885,'0'-11'1353,"0"-1"0,-2 10-998,-4 2 1,2 16-1,-6 13 1,1 4-104,-1 2 0,6 2 1,-4 3-1,3 5-239,-1 0 1,0-1 0,6-5 0,0 0-354,0-6 0,0-6 1,2-11-550,4-5 0,1-5 1,7-14 888,-2-9 0,-1-8 0,7-10 0</inkml:trace>
  <inkml:trace contextRef="#ctx0" brushRef="#br0" timeOffset="4431">5659 227 10846,'0'-17'795,"0"5"-2245,0 0 1450,0 8 0,0-3 0</inkml:trace>
  <inkml:trace contextRef="#ctx0" brushRef="#br0" timeOffset="4850">6200 646 7883,'10'-8'42,"-1"1"0,-5-7 334,2 2 1,6 1 971,-6-7 0,-1 7-1093,-5-1 0,-1 2 0,-5-1-34,-6 5 0,-3 6 1,-5 4-1,-3 4 218,-6 1 0,4 5 1,-1 7-1,3 4-44,0 3 0,-1 1 1,7 6-1,1 0-190,5-1 0,1 1 1,6 0-1,0-2-153,6-4 1,8 2-1,13-7 1,6-5-722,4-5 1,4-7-1,2-8 1,4-5-396,1-6 1,-5-11 0,2-6 0,-6-6 736,-6-6 0,-4 2 0,-9-5 0,-5-1 419,-5 0 1,-6 12-1,-8-2 1,-9 4 37,-10 4 0,-8 8 0,-4 9 0,-4 2 221,-1 4 0,5 10 0,-2 8 0,4 7-577,2 8 0,10 10 0,6 4 0,7 1-608,4 5 0,3-4 0,6-1 834,5-1 0,12-2 0,9-6 0</inkml:trace>
  <inkml:trace contextRef="#ctx0" brushRef="#br0" timeOffset="5233">6637 541 7880,'11'-7'2082,"1"-5"-1618,-8 4 0,4 2 0,-8 12 0,-2 6-103,-4 3 0,2 3 0,-6 1 1,1 5-97,-1 5 1,4-2-1,-4 0 1,3 0-35,3 0 0,2-5 0,2 1 0,0-4-206,0-1 1,2-1-1,4-1 1,5-5-390,5-5 0,7-4 0,2-4 0,0-5-70,1-11 0,3 1 0,-4-9 1,0 1 12,0-4 0,-1 2 1,-7 0-1,1 1 84,-1 5 1,-5 2 697,-1 1 1,-7 11 0,0 7 256,-8 9 1,2 15 0,-5 5 0,1 4-359,0 2 1,0-1 0,8 1 0,4 0-491,6 0 1,3-2 0,3-4 229,-1-5 0,16-5 0,4-2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3:19.0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36 190 7384,'9'-17'-438,"1"7"0,-6 2 2179,2 1-2172,0 5-712,-6-6 1143,0 8 0,-8 8 0,-2 1 0</inkml:trace>
  <inkml:trace contextRef="#ctx0" brushRef="#br0" timeOffset="700">53 120 8082,'10'-27'587,"-1"4"501,-3 11-452,-4 5-477,6 7 0,-8 7 0,0 7 67,0 7 0,0-1 0,0 5 0,0 0-5,0 4 0,-2 12 0,-2 4 0,-4 1-35,-1 1 0,3 5 0,-4 8 1,0 2-262,1 4 0,3-7 0,-4-5 0,2-8-424,5-3 1,1-10 209,2-10 0,0-13 1,2-10 59,3-10 1,5-11-1,6-4 1,-3-2 14,-1-4 0,-2-2 1,3-2-1,-1 0 144,1 0 1,3 0-1,1 0 1,1 0 38,-1 0 1,1 0 0,1 2 0,3 2 160,1 2 0,0 8 0,-5-1 0,-1 9 34,0 7 1,1 12 0,-3 7 0,-1 9 167,-2 7 1,-8 10 0,1 3-1,-3 3-81,-2 4 1,-5-1 0,-1-1 0,0-7-373,-2-3 1,6-4 0,-4-4 0,4-5-1107,2-5 711,0-2 0,2-9 0,4-8 0,4-9-262,0-7 1,5-1-1,-5-1 778,0 1 0,5-9 0,-5-1 0</inkml:trace>
  <inkml:trace contextRef="#ctx0" brushRef="#br0" timeOffset="1100">682 627 8288,'0'-18'4235,"2"9"-3904,4 3 0,-3 4 0,7 4 0,0 2-83,0 2 1,1-1 0,9-5-206,3 0 1,-4-2 0,5-3 0,-5-7-184,-2-4 0,1-1 1,-1-2-1,-1-3-46,-4-1 1,1-6-1,-7 6 1,-2 1-4,-2 3 1,-2 1 0,-2 3 0,-6 1-55,-9 3 1,-3 7 0,-7 0 0,0 8 194,0 7 0,0 11 0,-3 3 0,7 2 134,4 4 0,1 2 0,3 2 1,3 2-13,6 4 0,6-10 0,6 4 0,6-2-168,3 0 0,10-6 1,5-6-1,3-5-392,1-5 1,1-7 0,0 2 0,0-4 485,0-2 0,0-8 0,0-1 0</inkml:trace>
  <inkml:trace contextRef="#ctx0" brushRef="#br0" timeOffset="1366">1276 120 8070,'0'-27'70,"0"4"0,0 4 0,0 1 1851,0 1-1515,0 7 0,0 4-279,0 12 0,-2 4 0,-2 9 0,-4 4 450,-2 6 1,4 12-1,-3 6 1,-1 3-160,0 3 0,5-1 0,-5 2 1,2 3-343,4 1 0,2 0 1,2-6-1,0-1-458,0-5 1,8-3 0,2-10 0,1-4-846,1-5 1,0-13 0,5-5 1226,1-4 0,-1-18 0,0-3 0</inkml:trace>
  <inkml:trace contextRef="#ctx0" brushRef="#br0" timeOffset="1917">1625 435 8661,'10'8'1104,"-3"-5"0,-7 9-553,0 2 1,-2 1 0,-2 5 0,-3 3-71,-3 6 1,4 12 0,-3 7 0,-1 9-382,0 7 1,6 3-1,-2 3 1,4 0 70,2 0 1,0-10 0,0-9 0,0-13-304,0-7 1,0-15-70,0 1 1,0-18-1,0-7 1,0-12-224,0-9 0,0-4 0,0-2 0,0-2-65,0-3 1,0 1-1,-1-8 1,-3 1 61,-2 1 1,0-3 0,6 5 0,0-2 266,0-3 0,2-1 0,4 1 0,5 3 200,5 2 0,3 1 0,3 5 1,1 2 236,-2 8 0,6 5 0,1 7 1,1 3-19,0 6 0,-2 6 1,4 6-1,-4 8 104,-2 7 0,-7 1 1,-8 7-1,-3 2-6,-3 2 0,-4-4 0,-6 0 0,-5 4-180,-5 6 1,-7-8 0,-2 4 0,-2-2-210,-4 0 0,-2-4 0,-2-2 1,0-2-463,0-3 0,0-3 0,2-4 0,2-3-2798,2-6 3292,7-4 0,-3-18 0,8-3 0</inkml:trace>
  <inkml:trace contextRef="#ctx0" brushRef="#br0" timeOffset="2319">2219 417 8073,'5'-11'53,"1"-1"0,6 0 0,-4-5 472,1-1 1,-5 1 0,4 0 53,0-1 1,-6 6 0,4 1-230,-5-3 1,-2 4-1,-5 1-141,-6 1 0,-9 2 0,-4 6 0,-1 2-214,1 4 0,-4 4 1,4 5-1,0-1 43,-1-3 1,3 3-1,6 7 1,1 3-76,4-3 1,5-2-1,7-1 1,0-1-5,0 1 0,7-1 0,5 1 0,5-1 121,7 1 1,3 1 0,6 2 0,-2 3 53,-2-3 1,-6 4 0,5 0 0,-3 1 60,-4-1 0,-7 6 0,-5-4 1,-1 2-209,-4 0 0,-10-7 0,-5 1 0,-7-4-208,-5-1 0,-4-8 0,-8-5 0,2-3-1054,4-2 0,-2-9 0,9-7 1275,7-5 0,-3-10 0,9 4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3:45.8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 7999,'-10'0'2143,"2"0"1,10 0 0,6 0-1731,10 0 0,1 0 0,8 0 0,0 0-785,0 0 1,3 0-1,5 0 372,-1 0 0,1 0 0,0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3:48.58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18 287 8203,'0'-9'3730,"0"3"-3260,0 12 1,-1 11-1,-3 12 1,-2 4-227,2 2 1,2 8-1,2 5 1,0 7-64,0 3 0,0 2 1,0-6-1,2 1-210,4-5 1,-2-15-1,5-2 1,1-6-156,0-5 1,1-11-1,7-7 1,-1-8 39,1-7 1,1-11 0,3-3-1,1-2-43,-2-4 1,-1 0 0,-3 0-1,0 2-169,1-2 1,-1 5 0,1 3 0,-1 4-431,1 1 0,-7 1 540,1-1 1,-2 10-1,1 8 1,-5 12 356,-4 9 1,-2 1 0,0 5 0,0 0 138,0 0 1,2 2 0,2 4-1,4-2-188,1-1 0,-3-9 0,6 2 0,2-5-319,1-7 1,4 3 0,3-8-1,3-2-176,2-2 0,-5-10 0,3-4 1,-2-3 432,0-3 0,1-7 0,-7-2 0</inkml:trace>
  <inkml:trace contextRef="#ctx0" brushRef="#br0" timeOffset="334">734 759 8203,'0'10'3992,"8"-3"-3627,4-7 1,9 0 0,3 0 0,-1-2-313,2-3 1,-4 1-1,7-8 1,-3-2-204,-4-1 0,-1-3 0,-5 1 0,-3-2 45,-6-5 0,1 5 1,-1-4-1,-4 5 31,-6 7 1,-6-3 0,-9 8 0,-2 2 7,-3 2 0,-7 4 1,2 6-1,-2 8 14,2 5 1,4 10 0,7-2 0,3 4 52,3 2 1,-1 4 0,7-2 0,4-4-32,6 0 0,11-8 1,11-2-1,3-3-112,8-3 0,-1-7 0,9-4 0,-2-6-231,-4-6 1,3-4-1,1-9 1,0-5-596,-1-5 0,-7-4 968,-6-2 0,0 0 0,6 0 0</inkml:trace>
  <inkml:trace contextRef="#ctx0" brushRef="#br0" timeOffset="584">1468 60 8179,'0'-17'555,"0"-1"99,0 1 1,-2 9-1,-2 8-274,-2 10 0,-7 15 0,1 10 0,-1 10 16,1 5 1,-4 10 0,7 4 0,-1 4-195,4 2 1,4 6-1,2-1 1,0-3-217,0-6 1,2-8 0,2-11 0,4-8-620,1-8 1,3-8 0,6-11-2136,-1-6 2768,1-12 0,-1-4 0,0-7 0</inkml:trace>
  <inkml:trace contextRef="#ctx0" brushRef="#br0" timeOffset="1133">1817 654 12685,'0'18'1022,"0"1"0,0 4 0,0 8-775,0 8 0,0 15 0,0 16 0,0 10-315,0 5 1,0 1 0,0-7 0,0-9-152,0-10 0,0-9 0,0-11-195,0-10 1,0-19-1,0-13 48,0-13 0,0-11 1,0-8-1,0-3-157,0-4 1,6 2 0,0-6 0,-2 1 240,-2-1 0,-2 4 0,0-5 1,2-3 176,3-1 1,-1 3 0,8 1 0,2-3 46,1-1 0,10-3 0,4 3 0,4 3 439,2 7 1,8 11 0,4 5-1,3 7 265,2 5 1,-7 8 0,-4 14 0,-8 9-152,-10 7 1,-2 9 0,-15 5-1,-2-1-271,-2-2 0,-12-2 0,-5 0 1,-8 0-122,-5 0 0,-1-8 1,-8-4-1,-3-3-544,-7-3 0,-3-7 1,-3-4-1,3-5 207,3-1 0,5-1 0,9-5 234,3-6 0,5-11 0,8-4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3:46.8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331 140 8098,'5'-18'397,"1"1"0,2 1 1,-4 3 1597,2 1 1,-1 0-1478,-5-5 1,-7 1 0,-5 5-530,-3 5 1,-3 4-1,-1 2 1,-5 2-125,-5 4 0,2 5 1,-2 13-1,0 3-209,2 0 0,-4 12 0,7-4 0,3 4 124,2 3 1,7 1 0,2 6 0,3-5 170,3-1 0,10 3 0,7-5 1,8-4-82,9-6 1,4-8-1,7-11 1,6-6-395,3-4 1,3-2 0,-1-2 523,0-4 0,1-19 0,-1-12 0</inkml:trace>
  <inkml:trace contextRef="#ctx0" brushRef="#br0" timeOffset="500">942 262 8102,'6'-17'101,"-1"-1"1,7 6 0,-6 1 228,-2-3 1,-2 5 0,-2-3 591,0-2 1,-2 7 0,-4 1-640,-6 4 1,3 2 0,-5 0-1,-3 0-327,-5 0 1,-1 8 0,4 3 0,-3 5 13,-1 1 0,-2 1 0,3 1 1,-1 2-116,2 3 1,7 5-1,2-4 1,1 0 129,1 0 1,2 5-1,8-7 1,0-2 45,0-1 1,4-5-1,6-3 1,7-6-140,3-4 0,7-2 1,2-4-1,2-6-90,-2-8 1,2-5 0,-5 2 0,-1-4 76,0-3 1,-2 5-1,-5-4 1,-3 0 23,-3 0 1,-4 5 377,-8-1 1,-2 11-1,-4 9-178,-6 6 1,-3 15 0,-1 11 0,3 6-101,1 6 0,8-4 1,-2 3-1,6-5-138,6-6 1,6 2 0,11-7 0,6-3-244,4-2 1,8-9 0,2-4 0,1-6-289,5-6 0,-5-9 0,1-11 666,-2-1 0,-3-10 0,-5-7 0</inkml:trace>
  <inkml:trace contextRef="#ctx0" brushRef="#br0" timeOffset="883">1483 192 8079,'0'-11'830,"0"-1"1,0 6-482,0-6 0,0 10 0,0 2 0,0 10-67,0 6 1,0 1-1,0 3 1,0 3-36,0 6 0,0 4 1,0 0-1,2-2-54,4-2 1,-2-8 0,7 3 0,3-5-142,2-1 0,3-3 0,4-3 0,6-6-250,4-4 0,-2-10 0,2-6 0,4-7 63,0-8 0,-6-2 1,-4 0-1,-1 2-58,-5-3 0,-4 7 0,-5 2-60,-6 4 1,-6 3 286,-6 4 0,-2 12 0,-5 14 1,3 5 71,2 5 1,2 5 0,6-6 0,0 0-242,0 3 0,10-7 1,8 4-1,9-3-470,6-3 0,9-7 605,5-4 0,3 3 0,3 1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4:37.58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88 901 7929,'2'17'-254,"2"1"211,2-1 1,5-5 0,-5 0 473,-2 1 1,-2 3 1074,-2 1 501,0 1-700,0-9 1,0-3-808,0-12 1,0-3 0,2-9 0,2-1-219,2-4 0,-1-5 0,-5-7 0,0-1-249,0-5 0,6 2 1,2-8-1,2-3-217,3-6 0,3-1 0,3-7 0,4 0-248,7 2 0,5-4 0,3 8 0,5 2 1,2 1 0,-7 17 1,5 5-1,-2 5-259,0 7 1,-3 4 0,-8 5-1,-7 6-314,-4 4 0,-1 4 0,-3 4 1004,-3 6 0,-4 3 0,-8 3 0</inkml:trace>
  <inkml:trace contextRef="#ctx0" brushRef="#br0" timeOffset="234">1 656 11714,'17'0'58,"3"0"1,5 0 0,8-1-396,6-5 0,3 2 0,-1-8 0,4 1-1734,-1 1 2071,-1-6 0,0 7 0,1-9 0</inkml:trace>
  <inkml:trace contextRef="#ctx0" brushRef="#br0" timeOffset="602">594 761 12441,'18'0'285,"1"-2"0,3-2 1,3-3-461,2-3 0,2-2 0,6-5 1,2-1-254,4 1 1,-12-2 0,0-3-1,-8-1 140,-3 2 1,-9-5 0,-3 3 0,-4 2 205,-2 1 1,-13 11 0,-7 3 0,-3 4 61,-2 2 0,-6 0 0,2 4 0,-2 5 173,1 9 1,-1 9 0,6-2 0,2 2 23,3 4 0,-1 2 1,11 4-1,1 2 8,3 2 1,6 0 0,6-6-1,7-2-168,9-4 0,7-4 0,10-8 0,1-1-272,-1-4 0,6-7 0,-1-9 0,3-5-812,-1-7 0,-7 1 0,2-12 1067,-4 1 0,-2-12 0,0 1 0</inkml:trace>
  <inkml:trace contextRef="#ctx0" brushRef="#br0" timeOffset="1116">1485 744 7929,'0'-12'0,"0"0"250,0-1 0,0 3 1,2-1 500,4-3 1,-4 4 0,4-1-676,-4-3 1,-2 4 0,-2 1 0,-2-1-111,-2 0 0,-8 6 1,3-1-1,-5 3 272,-1 2 1,-7 0 0,1 0-1,0 2-27,-2 3 0,5 5 0,-5 9 0,2 3-22,-1 1 0,1 6 0,8-4 0,3 1-220,6-1 1,4 4-1,2-6 1,0-1-172,0-3 0,2-3 0,6-5 0,7-5-83,7-4 0,9-2 0,-2-2 0,4-4-35,2-5 0,-6-7 0,0-3 1,0-3 275,-2 3 0,-1-4 1,-9 2-1,1-1 272,-1-1 0,-7 12 0,-4-5 77,-5 3 0,-2 7-195,-5 2 1,-2 18 0,-6 5-1,5 4-38,1 5 0,2-1 0,6 6 0,0-4-49,0-2 0,0 1 0,2-7 0,6 0-56,9-3 1,1-5 0,7 1 0,0-6-306,4-4 1,-2-2 0,3-2 0,1-4-852,2-6 0,1-5 0,-1-4 1189,-3-3 0,3-14 0,-6 1 0</inkml:trace>
  <inkml:trace contextRef="#ctx0" brushRef="#br0" timeOffset="1548">2271 80 7929,'2'-17'246,"4"-1"0,-4 1 3328,4-1-3132,-5 9 0,-1 9 1,0 13-1,-1 9-219,-5 7 1,-2 6 0,-6 5 0,3 7-35,-3 3 0,-7 12 0,-2 6 0,1 6-96,3 0 0,7-4 0,0-4 1,1-4-223,1-2 1,2-10-1,8-11-1653,0-8 1137,0-13 0,6-18 0,0-12 1,0-5-1224,2-7 0,-6-1 1868,3-4 0,-3-12 0,-2 4 0</inkml:trace>
  <inkml:trace contextRef="#ctx0" brushRef="#br0" timeOffset="1715">1939 517 9663,'2'-10'1208,"4"4"1,4 4 0,9 4 0,2 2-1343,3 2 0,7 0 0,-2-6 0,6 0-578,6 0 0,-5-6 1,7-2-1,-2 0-1162,0 1 0,-1-5 1874,-5 6 0,0-15 0,0 1 0</inkml:trace>
  <inkml:trace contextRef="#ctx0" brushRef="#br0" timeOffset="2081">2446 569 7929,'9'-12'254,"-1"3"1794,0 1-1060,-6-6 1,6 14-681,-8 0 1,-8 10 0,-4 11-1,-1 5-37,1 1 1,-2 2-1,7 4 1,-1-2-198,0-2 0,2-6 0,6 5 0,0-3-37,0-4 0,8-3 0,6-5 0,7-3-348,8-2 1,-2-3 0,4-6 0,4-5 54,4-6 1,2-11-1,-6-4 1,0-2-294,0-1 1,-8-1 0,-4-7 0,-6-3 143,-5 2 1,2 8-1,-8 2 1,-5 2-60,-4 5 0,-1-1 0,-8 13 208,-2 1 0,-1 5 0,-1 13 1,3 9 255,1 1 0,8 7 0,-2-3 0,5-2 0,1-1 0,0 3 0,0 0 0,1-3 0,5-7 0,12 3 0,9-7 0</inkml:trace>
  <inkml:trace contextRef="#ctx0" brushRef="#br0" timeOffset="2415">3214 517 7929,'0'-12'2414,"0"0"-2154,0 1 1,-2 1 0,-2 6 0,-3 8 116,-3 8 0,4 11 0,-4 6 0,1 4-98,-1 2 1,0 0-1,-3 0 1,3-2-172,2-4 0,-4 2 1,7-8-1,1-1 89,2-3 1,2-7-60,0-1 1,2-16 0,4-5-518,5-10 1,-1-11 0,0 4 0,-1-2-92,1 0 1,-4 0 0,6-6-1,-1 0-111,-1 0 0,5 6 0,-1 0 1,5 0 59,5 2 1,7 1-1,-2 9 1,4 1 272,2 5 0,5 3 0,1 8 0,-2 0 74,-2 0 0,-8 8 1,-2 3-1,0 5 174,1 1 0,-7 1 0,4-1 0</inkml:trace>
  <inkml:trace contextRef="#ctx0" brushRef="#br0" timeOffset="2748">3651 639 7811,'2'-12'1496,"3"3"-1201,7 1 1,4 0-1,3 4 1,4-4-207,6-1 0,2-3 0,1-5 0,-3 1-260,2 5 1,-6-5 0,-2 4 0,-5-3 6,-7-3 0,-3 1 1,-10 1-1,-4 3 59,-5 1 0,-13 8 1,-5-2-1,-4 4 334,-2 2 0,-5 2 0,-1 4 0,4 6 186,6 3 0,0 11 0,8 3 0,3 4-31,7 2 0,5 0 0,8 0 0,4-1-234,7 1 0,9 0 1,17-2-1,3-4-722,7-5 0,1-11 1,1-3-1,-4-2-2575,-3-4 3147,7-10 0,-12-4 0,5-7 0</inkml:trace>
  <inkml:trace contextRef="#ctx0" brushRef="#br0" timeOffset="3081">4402 412 7934,'0'-12'1477,"0"1"0,-2 5 1,-4-4-1313,-6 2 0,-3 3 0,-3 5 0,1 0-140,-1 0 0,-5 0 0,-2 0 0,0 0 28,-1 0 1,3 2 0,6 3 0,-1 7 219,1 3 1,5-1 0,2 2-1,3 3-87,3 0 0,4 1 0,6-3 0,5 3-196,5 3 0,7-4 1,2 5-1,2-5-260,4-1 1,-3-1-1,1 0 1,-2 1 10,-6-1 0,2 1 1,-13-1-1,0 1 230,-4-1 0,-14 7 1,-10-1-1,-11-2-56,-9-1 1,-1-3 0,-8 0 0,1 1-247,1-1 1,2 1 0,10-3 330,4-3 0,4 4 0,8-7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4:33.5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36 864 7971,'0'-11'455,"0"-1"542,0-2 0,0-1 951,0-3-1549,0 9 1,0 5 0,0 14-56,0 7 0,-2 6 1,-2 1-1,-2 5-213,2 4 0,2-4 0,2-2 0,0-2-86,0-3 1,-6-9 0,0-1 0,3 1 719,1 3-588,2-6 1,0-5 0,2-10-479,3-7 0,-1-4 1,8-1-1,0-2 38,-3-5 0,7 3 1,-5-8-1,5 0 76,1 2 0,9-8 0,3 2 1,4-6-25,2 0 0,1 2 1,5 2-1,6 0-264,3 0 1,-5 8 0,-4 6-1,-6 7-994,-6 8 1469,-4 4 0,-8 2 0,1 0 0</inkml:trace>
  <inkml:trace contextRef="#ctx0" brushRef="#br0" timeOffset="399">647 952 10441,'0'-18'1351,"2"8"0,4 5 1,3 1-1162,1-2 1,7 4 0,-1-6-1,7 2-215,4 1 1,2-9 0,6 2-1,-2-3-50,-4-3 0,3 1 0,-9-1 0,-2 1-371,-1 0 0,-9-1 0,-1 1 91,-2-1 1,-10 3 0,-10 3-1,-5 6 235,-7 4 1,3 2 0,-8 2-1,-2 6 104,-2 9 0,0 3 0,2 9 1,4 2 213,1 2 1,3 2 0,8 2 0,3 2 53,6 1 1,4 3-1,4-4 1,6 0-460,9-6 0,11-2 0,10-12 0,7-5-234,5-5 0,-3-3 0,7-8 1,-5-6-778,-1-9 1218,3-8 0,1-10 0,1 0 0</inkml:trace>
  <inkml:trace contextRef="#ctx0" brushRef="#br0" timeOffset="900">1642 882 7993,'10'-12'237,"-4"0"208,-4-1 1,-2-3-1,2 1 552,3 3 0,-3-3-785,4 3 0,-12-2 1,-5 3-1,-5 5 15,-1 4 0,-1 2 0,-1 0 0,-4 2-87,-7 4 0,3 4 0,-2 9 0,0 2-17,2 3 0,-4 9 0,8 0 0,1 5-16,3 1 1,9-8 0,4-4 0,4 1-289,2-1 0,4-8 0,6-1 0,11-11-148,10-5 0,0-4 0,12-3 0,-2-7-159,0-4 0,-1-7 1,-5-2-1,0-2 101,0-4 1,0-8 0,0-4 0,0-2 344,0-3 0,0-4 0,0-5 1,-2 1 329,-4 6 0,-2-3 1,-6 7-1,3-5 49,-3-1 1,-4 13 0,-5 6 825,-6 6-1038,-4 11 0,-10 18 1,-6 16-1,-7 11-198,-8 10 1,-2 5 0,0 9 0,2-1-36,-2 0 1,4 3 0,-1 1-1,3 2-22,4-1 0,7 3 0,5-2 0,1-2-328,4-2 1,4-17-1,6-8 1,5-9-729,5-8 1186,9-5 0,2-14 0,8-3 0</inkml:trace>
  <inkml:trace contextRef="#ctx0" brushRef="#br0" timeOffset="1266">2219 812 7993,'0'-18'355,"0"1"0,0 0 610,0-1 1,0 1 782,0-1-1771,0 8 0,0 7 0,-2 12 0,-4 11 70,-6 5 1,-3 4-1,-1 6 1,3 0 211,1 0 0,8 0 1,-2 0-1,4-2-132,2-4 0,0 2 0,2-8 1,6-4-12,9-5 0,9-6 1,9-8-1,1-2-188,5-4 0,-2-11 0,6-13 0,-1-3-156,1-1 0,-6-7 0,-1 0 1,-6 0-91,-9-1 0,-12 5 0,-5-2 0,-4 6-151,-2 4 1,-2 9 0,-4 1 270,-5 5 1,-5 11 0,-1 1 0,1 9-315,5 11 1,1 11 0,6 0 0,-2 2-1104,2-2 1615,2 4 0,10-6 0,2 8 0</inkml:trace>
  <inkml:trace contextRef="#ctx0" brushRef="#br0" timeOffset="1666">2969 707 7993,'-9'-8'1352,"1"6"0,2-3 0,0 10-941,3 7 0,-1 9 0,0 5 1,-4 1-213,-2 4 0,6-4 0,-1 2 0,3 0-245,2-2 0,0 4 1,0-7-305,0-3 1,2-3 0,3-7 3,7-5 0,4-10 0,1-6 0,2-3-153,5-7 1,-3-3-1,6 0 1,0-6 212,1-4 0,-5 0 1,4 2-1,-2 2 333,-3-2 1,-3 5 0,-2 3 0,-1 4 294,-4 1-87,-5 9 0,-9 3 0,-1 13 0,-5 9 45,-2 5 0,-2 10 1,-3-2-1,1 4-278,3 2 0,7-6 1,-2-1-1,4-1-402,2 0 1,4-6 0,6 1-197,7-9 1,8-5 0,3-8-1,6-4 576,3-7 0,8-1 0,0-13 0</inkml:trace>
  <inkml:trace contextRef="#ctx0" brushRef="#br0" timeOffset="2133">3720 882 7993,'12'0'1083,"-2"-2"-500,-2-4 0,5 4 0,-3-6-250,0 1 0,5 3 0,-5-8 0,1 0 53,1 3 1,-8-7-389,2 5 0,-4-5 1,-4 0-1,-6 5 71,-9 5 1,-3-2-1,-9 2 1,0 3 24,2 1 1,-6 4 0,6 3-1,-3 7-8,1 4 0,8 1 0,-2 2 0,3 3-45,3 1 1,7 8 0,4-4 0,4 2-176,2 0 1,8-7 0,4 1-1,5-5-237,7-7 1,3 3 0,8-8 0,0-4-57,0-6 1,-1-8 0,1-11 0,0-6 270,0-4 1,0-2-1,-2-2 1,-2-4 90,-2-5 0,-2-3 0,3-1 0,-7 1 160,-4 1 1,5-7 0,-1 9 0,-2-3-52,-1 3 1,-5 5 0,-3 12-105,-6 5 1,-6 13 48,-6 5 0,-4 18 0,-9 7 1,-3 8 157,-1 10 1,-6-2-1,6 8 1,1-3 235,3 1 0,1 8 0,3-5 0,3 1-266,6-4 1,4 1 0,2-1 0,0-2-640,0-2 0,2-10 1,4-4-1,6-5-467,3-7 0,3 3 989,-1-8 0,1-8 0,-1-8 0</inkml:trace>
  <inkml:trace contextRef="#ctx0" brushRef="#br0" timeOffset="2615">4541 742 7977,'10'-27'223,"4"7"0,-7 9 0,1-3 483,0-1 0,0-1 0,-5 3 8,3 1 0,0 6-708,-6-5 0,-8 7 1,-3-2-1,-5 4 26,-1 2 0,-1 0 1,-1 2-1,-2 4 125,-3 5 1,-1 5 0,4 1-1,-3 1 95,3-1 0,-4 6 0,2 3 1,1-1-24,3 0 0,7 6 0,2-4 0,3 2-187,3 1 1,2-9 0,2 2 0,2-5-440,4-7 0,11-3 0,12-8 0,2 0-169,-2 0 0,4-8 0,-4-3 1,4-5 212,2-1 1,-6-3 0,-1-3 0,-1-4 405,0 0 0,-6-4 0,1 7 0,-7 3 159,-3 2 1,-8 1 0,2 1 90,-5-1 1,-2 9-1,-5 5-235,-6 8 1,-3 5 0,-3 9 0,3 1-40,3 4 0,-2 3 0,8 3 1,3-4-34,1 0 0,2-5 1,0 3-1,0-4-113,0-1 1,7-1 0,7-1-1,5-5-264,5-5 0,7-4 0,-4-2 1,2-2-372,0-4 1,0-9 0,4-8 0,-4-1 751,-5-1 0,3-2 0,0-8 0</inkml:trace>
  <inkml:trace contextRef="#ctx0" brushRef="#br0" timeOffset="3016">4995 620 7969,'6'-12'493,"0"1"1,2 7-1,-4-4 200,1 0 0,1 4 1,-4-5 509,4 1-966,-4 2 0,4 14 0,-10 3 0,-4 7 113,-2 5 0,5-2 0,-5 7 0,2-1-127,4 0 0,-3 0 0,1 2 0,2-4-216,2 1 1,2-7 0,2 4-161,4-3 1,3-11 0,9-3 0,1-6-244,5-6 1,3-3 0,8-11 0,0-1-53,-1-2 0,1-8 0,0 2 1,-2-4 117,-4-2 1,-3 8 0,-9 3 0,-1 5 37,-5 1 0,-5 3 429,-12 3 0,-3 6 1,-9 12-1,1 6 351,-1 3 0,7 9 1,1-1-1,0 0-61,0 2 0,7-3 0,-3 5 0,4-2-276,2-3 0,0 3 1,0-2-1,2-2-450,4-1 0,-3-9 0,9-1-417,2-2 1,1-2 0,3-6-437,-1 0 0,1-8 0,-1-4 0,0-3 1152,1-3 0,-1-7 0,1-2 0</inkml:trace>
  <inkml:trace contextRef="#ctx0" brushRef="#br0" timeOffset="3282">5921 131 7953,'2'-23'266,"2"-1"1,2 3 305,-3 1 1,1 5 0,0 1-92,2 3 0,0 9-462,-6 2 1,0 10 0,0 11 0,0 4 183,0 2 1,-6 8 0,-2 8-1,-1 1 263,-5 5 1,4 1 0,-1 5 0,-3 1-189,-1 2 0,-3 0 0,3-7 0,1-3-399,2-1 0,7-8 0,-5 0 0,2-6-885,4-4 1,2-14-475,2 3 1,8-14-1,2-6-699,-1-14 2179,-1-1 0,0-16 0,2 6 0</inkml:trace>
  <inkml:trace contextRef="#ctx0" brushRef="#br0" timeOffset="3413">5676 445 8530,'-9'8'1625,"1"-6"1,10 6-1,6-6 1,11 1-1585,14 3 0,12 0 1,17-6-1,12 0-1271,11 0 1230,14-8 0,-47 1 0,1-3 0,4-4 0,0 1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4:30.7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0 221 8113,'0'-11'589,"0"-1"1612,0-2-1576,0 7 1,0 1-306,0 12 1,0 3 0,0 11 0,0 3-28,0 6 1,0 4 0,0 2 0,0 0-238,0 0 1,0-6 0,0-2-1,0-2-62,0-3 0,0-3 0,0-1 299,0-1 0,0-9-260,0-8 1,2-10 0,2-11 0,2-4-169,-2-3 0,3 5 1,1-4-1,0 0-71,0 0 0,5 0 0,-1-5 0,1 3-47,-1-2 1,9 4 0,-3-2 0,1 0-4,1 2 1,3-4 0,2 5 0,2 1-216,4 0 0,-3 10 0,-1 7 0,-2 2-494,-4 0 0,-1 6 0,-3 10 965,1 5 0,-1-1 0,1 11 0</inkml:trace>
  <inkml:trace contextRef="#ctx0" brushRef="#br0" timeOffset="366">524 344 13901,'17'0'181,"1"0"1,-1-6 0,3-2 0,1-2-166,2-3 0,1-3 1,-7-1-1,3-1-219,3 1 1,-10-7 0,5-1 0,-5 0-577,-3 0 1,-2 2 421,-8 5 0,-8 3 1,-5 3-1,-7 8 219,-3 8 1,-8 8-1,4 9 1,-1 4 167,5 2 1,-2 2 0,2 8 0,3 2 23,7 2 0,-1 2 0,8-5 0,2 1 27,2-6 1,12 0-1,8-10 1,9-1-419,6-3 1,2-9 0,2-4 0,1-6 336,3-6 0,8-4 0,-5-7 0</inkml:trace>
  <inkml:trace contextRef="#ctx0" brushRef="#br0" timeOffset="983">1188 169 7948,'0'-18'-77,"0"1"1,0 0 266,0-1 0,0 6 845,0 1 1,0 9-632,0 2 0,0 10 0,-2 13 0,-4 6 37,-6 4 1,2 2 0,1 0-1,-1-2-188,0-4 1,5 2-1,-5-8 1,2-1-168,4-3 1,2-2-126,2 1 0,2-8 0,4-5-156,6-3 0,3-11 0,3-7 0,-1-5-78,1-1 1,-1-3 0,1 2 0,-1 2 112,0 1 0,1-3 0,-1 0 0,1 1 133,-1 3 0,1 1 0,-1 1 0,1 1-8,-1 5 0,-5-3 0,-1 8 159,3 2 0,-6 10 0,0 6 0,-3 5 155,1 7 1,0 3-1,-8 6 1,-2-2-75,-2-2 0,-5-2 0,3 4 0,0-4-27,0-1 0,1-3-135,1-6 0,6-7 0,0-6 35,10-8 1,5-8 0,4-11-1,5-6-98,5-4 0,4-2 0,2 0 0,0 0-47,0 0 0,-2 6 1,-2 2-1,-4 2-294,-2 3 0,-2 5 18,-5 5 1,-8 7 0,-7 10 598,-6 7 1,-1 11 0,-8 6 0,0 4-88,3 2 1,-7 0-1,6 0 1,-1 0-116,-1 0 0,8 0 1,-2-2-1,5-4-704,1-6 1,0-3 16,0-3 0,7-7 1,3-6-1,4-10-418,3-11 1,-9-1 0,9-7 1050,-1 0 0,-1-3 0,3-7 0</inkml:trace>
  <inkml:trace contextRef="#ctx0" brushRef="#br0" timeOffset="1383">2340 256 8008,'0'-17'63,"2"1"0,2 3 751,2 1 0,0 0 530,-6-5 1,0-1-1051,0 1 1,-2 7-1,-4 4-205,-6 5 0,-5 1 1,-5 0-1,-1 1-69,2 5 0,-4 0 0,1 10 1,3 3-56,2 0 0,1 9 1,1 1-1,1 2-40,4-2 1,-1 4 0,7-4 0,2 2 36,2-2 0,10 2 1,4-8-1,5-1-171,6-3 0,-1-3 1,7-5-1,2-5-157,2-4 0,-4-4 0,-2-4 0,-2-7 78,-3-9 1,1-5 0,-4-10-1,-5-1 121,-4-3 1,-4-2 0,-6 4 0,0-1 306,0 1 1,-10 8 0,-8 6 0,-7 3-112,-2 7 0,-6 9 1,4 2-1,-2 8-895,2 7 1,-2 13 865,7 5 0,-7 12 0,4 3 0</inkml:trace>
  <inkml:trace contextRef="#ctx0" brushRef="#br0" timeOffset="1749">2672 169 8008,'0'-18'1137,"0"1"-102,0 0 0,0 9 0,0 8-675,0 9 1,6 9 0,0 5 0,-2 6-222,-2 4 1,-2 2-1,0 0 1,0 0-72,0 0 0,0-6 1,1-2-1,3-1 9,2-5 0,8-4 0,-3-3-106,5-2 1,7-9-1,0-1 1,-1-9-118,-3-11 0,5-9 1,-1 2-1,0-2-14,2-4 0,-5-2-1,3-2 1,-4 0-87,-1 0 1,-3 6 0,-1 2-1,-4-1-144,-3 1 0,5 6 0,-6-2 0,-2 3-2128,-2 3 2519,-2 7 0,0 10 0,0 10 0</inkml:trace>
  <inkml:trace contextRef="#ctx0" brushRef="#br0" timeOffset="2116">3318 274 12030,'18'-6'287,"-1"0"1,3-2 0,1 2-1,4-5-39,2-5 1,4-1 0,6-1 0,0 1-212,-4-1 1,-10 3 0,1 1 0,-5 3-582,-1-3 0,-9-1 267,-3-3 1,-14 8 0,-7 5 0,-9 3 6,-3 2 1,-2 2 0,-4 3-1,2 7 202,2 4 1,8 1 0,-3 2 0,5 3 258,2 1 0,7 8 0,4-4 0,4 2 47,2 1 0,8-7 0,5 4 0,11-2-377,11-3 1,2-5-1,11-5 1,6-7 138,8-3 0,6-2 0,2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15.69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1 899 8564,'6'-12'-254,"0"1"1,1-1 0,-1-6 438,6 1 1,-3-2 0,3-3 0,0-1 250,-3 2 0,1 1 0,-6 3 0,2-1 772,-2 1 1,-2 5-868,-2 0 1,0 12 0,0 4 69,0 12 1,-2 15-1,-4 2 1,-4 8-251,0 3 0,-5 1 1,5 2-1,1-5-200,3 1 1,-2-12-1,2 4 1,2-4-129,2-4 0,4-4 169,4-11 0,6-12 1,11-14-1,6-9-73,4-12 1,-4-2-1,0-9 1,2-1-7,2 3 0,-5-5 0,-3 8 0,-2 2-200,0 3 1,1 3-1,-7 4-886,1 5 1061,-1 13 1,-1 11-1,-5 13 1,-5 9 310,-4 7 0,-2 4 0,0 2 1,-2 1 43,-4 5 1,2-4 0,-5 4 0,1-6-85,4-6 1,-4 2-1,2-8 1,2-1-49,3-3 0,2-11-45,5-8 1,6-10 0,11-13-1,6-6-157,4-4 0,2-10 1,0-2-1,0-1-80,0-1 0,0 10 0,-2 0 0,-4 8-169,-6 4 0,-3 2 0,-3 7-62,1 5 0,-9 5 274,-3 12 1,-4 3 0,-4 9 0,-2 1 429,-1 4 0,-9-1 1,2 7-1,-1 2-80,1 2 0,-3 2 0,5 0 1,-2 0-221,1 0 1,7-8-1,-2-2 1,4-2-533,2 1 1,0-7 0,2-7-835,4-2 1,5-5-1,11-8 1354,1-7 0,8-4 0,-4-1 0</inkml:trace>
  <inkml:trace contextRef="#ctx0" brushRef="#br0" timeOffset="366">1084 707 8404,'5'-18'534,"1"1"0,0 5 0,-4 0 411,4-1 0,-4 3-217,4-1 1,-4 9-287,-2 2 0,0 9 0,0 13 0,-2 3-28,-4 2 0,2 2 0,-6 6 0,1 0-171,-1 0 0,6 0 0,-2 0 0,4-2-112,2-4 1,0 2-1,0-8 1,2-1-323,4-3 1,6-9-1,9-4 1,4-5-417,2-1 1,2-13-1,6-7 1,-2-5 154,-4-6 1,3-2 0,-9-4-1,-2-1 156,-1-3 1,-11 2-1,-3 8 1,-4 4-24,-2 2 1,0 1-1,0 7 1,-2 1-501,-4 5 0,2-3-416,-7 8 0,7 2 1235,-2 10 0,4 4 0,2 7 0</inkml:trace>
  <inkml:trace contextRef="#ctx0" brushRef="#br0" timeOffset="650">1992 113 8484,'0'-18'0,"0"1"473,0 0 1,0-1 2350,0 1-2547,0 7 1,0 4 0,0 12 0,-2 7-72,-4 9 1,2 5 0,-7 10 0,-3 4 1,-2 5 1,-3 14 0,-2 8 0,-3 6-141,3 0 1,-4 3 0,2 1 0,1 0-431,3-1 1,9-11-1,4-13 1,4-13-362,2-9 1,2-7-1,4-13 1,6-7-360,3-8 0,3-11 0,-1-10 1082,1-3 0,7-8 0,2-9 0</inkml:trace>
  <inkml:trace contextRef="#ctx0" brushRef="#br0" timeOffset="934">2341 165 8404,'8'-25'97,"-4"0"1,5-4-1,-1 5 288,-4 5 0,4 2 775,-2-1 0,-1 10-938,-5 8 1,0 10-1,-1 13 1,-3 6 68,-2 4 1,-8 10-1,3 4 1,-7 5-58,-5 6 0,3-1 1,-3 5-1,4 0-186,1 0 0,1-4 0,1 2 0,5-3-363,5-7 1,-2-11 0,2-4 0,2-10-742,2-6 0,4-9 0,4-6-47,6-8 0,-2-8 1103,1-11 0,-7-4 0,4-8 0</inkml:trace>
  <inkml:trace contextRef="#ctx0" brushRef="#br0" timeOffset="1100">1992 567 10003,'8'-17'1169,"-5"7"0,9 2-618,2 0 1,3 6 0,6-3 0,7 1-618,3-2 0,9 2 0,3-6 0,-1 2-1073,-3 5 0,-4-5 1,-2 2 1138,0 2 0,8-6 0,1 1 0</inkml:trace>
  <inkml:trace contextRef="#ctx0" brushRef="#br0" timeOffset="1352">2673 480 8252,'0'-18'875,"0"1"1,0 11 0,-2 10-455,-4 11 1,2 16-1,-7 2 1,-1 8-483,2 4 0,-3 1 0,5 5 0,0-5-265,0-5 0,-3-6 0,5-6 1,2-6-586,2-3 1,4-10-208,4-5 1118,4-18 0,7-7 0,1-15 0</inkml:trace>
  <inkml:trace contextRef="#ctx0" brushRef="#br0" timeOffset="1500">2795 218 9326,'-8'-18'3249,"1"7"-2630,-5-1 0,6 8-3307,12-2 2688,4 4 0,7 10 0,1 2 0</inkml:trace>
  <inkml:trace contextRef="#ctx0" brushRef="#br0" timeOffset="1819">3354 497 8082,'0'-17'558,"0"5"1,0 0 63,0-1 1,-8 3-1,-3 0-108,-5 3 1,-3 1 0,-3 6 0,-1 0-348,2 0 0,-5 8 0,1 5 0,0 9-88,0 7 0,-2-2 1,7 4-1,5 4 42,-1 4 0,8 1 1,3-5-1,3 0-416,2 0 1,9-8-1,7-2 1,7-3-214,4-5 1,-3 3-1,5-14 1,2-3-2653,2-1 3160,2-2 0,0-7 0,0-3 0</inkml:trace>
  <inkml:trace contextRef="#ctx0" brushRef="#br0" timeOffset="2218">3756 619 8124,'0'-17'281,"0"-1"-158,0 1 1,0 5-1,0 1 848,0-3 1,0 4-474,0-1 1,-2 1 0,-4-2-297,-6 7 0,-3 3 0,-3 4 0,-1 3-22,-4 7 1,1 6 0,-5 3-1,0 4-55,0 2 1,5 2-1,-1 6 1,6 0-54,5 0 1,-2-2-1,9-2 1,1-4-141,2-1 0,4-3 0,4-6 0,7-1-107,8-4 1,7-5 0,9-7-1,1-2-242,3-3 0,0-5 0,-6-10 1,-2-1 121,-4-2 0,2-2 0,-8 1 0,-3-3 262,-7 0 0,1-4 1,-8 6-1,-4-1 121,-6 1 1,-6-2 0,-8 8 0,-1 3-166,-4 1 1,-2 7-1,-6 2 1,3 4-414,3 2 0,-4 8 0,8 5 0,3 7 490,5 3 0,9 8 0,-4-4 0</inkml:trace>
  <inkml:trace contextRef="#ctx0" brushRef="#br0" timeOffset="2501">4402 95 8124,'0'-11'522,"0"-1"242,0-1 0,-2 7-246,-4 6 0,2 9 1,-7 15-1,-3 7-71,-2 8 1,-1 5 0,0 11 0,-1 1-175,1 2 1,-7 10 0,1 0-1,4 6-295,5-1 1,0-9-1,9-7 1,1-9-1306,2-7 420,2-12 0,8-13 1,1-16-1,3-10 907,0-6 0,-1-9 0,7-2 0</inkml:trace>
  <inkml:trace contextRef="#ctx0" brushRef="#br0" timeOffset="2717">4664 619 8124,'0'-17'166,"0"-1"1,0 1 0,0 0 1738,0-1 0,0 6-1320,0 1 1,-2 9 0,-2 4-557,-2 13 0,-7 5 0,1 11 0,-4 4-159,-1 3 1,1 3 0,3-4-1,3 0-715,2-2 1,-3 2 0,5-14 0,2-2-885,2-1 1,4-5 1728,4-3 0,4-20 0,7-11 0</inkml:trace>
  <inkml:trace contextRef="#ctx0" brushRef="#br0" timeOffset="2850">4751 270 8124,'-2'-17'1003,"-2"-1"589,-1 1 0,-1 5-1947,6 0 0,2 9 355,3-3 0,5 12 0,8 3 0</inkml:trace>
  <inkml:trace contextRef="#ctx0" brushRef="#br0" timeOffset="3084">5502 637 8022,'-17'25'0,"-1"2"0</inkml:trace>
  <inkml:trace contextRef="#ctx0" brushRef="#br0" timeOffset="3619">4978 654 8235,'12'-17'0,"-2"-1"0,-1 1-17,1-1 1,-6 1 0,4 0 974,-1-1 0,-5 6 1532,4 1-2091,-4 7 0,-2-2 0,-2 12 0,-2 7 63,-2 9 0,-7 5 1,1 8-1,-1 0-289,1 0 0,-2 6 0,7-1 1,-1-3-205,0-6 1,0 0-1,4-7 1,-1-3-326,1-2 1,4-3-1,6-5 113,5-5 1,12-12 0,5-7 0,1-8-30,0-9 1,-2-5 0,4-3 0,-4-3 105,-2 2 1,5-4-1,-5 3 1,0 3 100,0 6 0,-1 0 1,-9 7-1,-1 5-56,-3 5 1,-7 3 89,2 11 1,-4 6 0,-2 17-1,0 6 381,0 4 1,0 2-1,0 2 1,0 2-158,0 1 0,-2 1 0,-2-6 0,-2-2-242,2-4 0,2 2 1,2-8-1,0-1-518,0-3 0,8-9 0,4-4 0,5-4-357,7-2 1,1-10-1,6-6 1,-4-7-1181,-2-4 2104,6-2 0,-11-6 0,5 0 0</inkml:trace>
  <inkml:trace contextRef="#ctx0" brushRef="#br0" timeOffset="4019">5607 689 8198,'0'-17'949,"0"-1"1,0 7 113,0-1-203,0 8 1,8-2 138,3 12 0,-1-2-596,2 8 0,-1-8 0,7-1-404,-1-6 1,1-1-1,-1-8 1,1-4-348,-1-5 1,4 2 0,-1-6 0,-5 1-264,1 1 0,-8 0 1,-3 5-1,-3 1 164,-2-1 0,-2 9 0,-3 3 0,-7 4 274,-4 2 1,-7 10 0,-2 7-1,0 10 384,0 6 1,-5 2 0,7 0 0,2 2 160,1 4 1,9-5 0,1 5 0,2-6-105,4-6 1,10 2-1,6-7 1,5-3-479,7-2 1,9-9-1,9-4 1,3-6-175,3-6 1,-3-4-1,2-9 1,1-4-425,3-6 0,-5 1 0,-1-1 808,-3-2 0,-1-2 0,-6-2 0</inkml:trace>
  <inkml:trace contextRef="#ctx0" brushRef="#br0" timeOffset="4503">6515 584 7938,'10'-17'673,"-1"0"-86,-3-1 1,-4 6 0,4 1-116,-4-3 0,-2 4 0,-2-1-353,-4-3 1,2 7 0,-7-1 0,-3 2-21,-1 0 1,-5 0 0,-1 6 0,-4 2-83,-3 4 0,5 4 0,-4 7 0,2 3-44,3 3 1,-3-2 0,2 8 0,3 2 165,7 2 0,-1 0 1,9-2-1,1-3-71,2-3 0,9 4 1,5-8-1,6-3-146,5-5 1,4-9-1,8 0 1,0-8-189,0-7 0,0-7 0,0-3 0,-2-4-137,-4-3 1,2-1 0,-8-6 0,-2 0 346,-1 0 1,-5 8 0,-3 4 0,-6 4 160,-4 1 0,-4 8 0,-4 7 91,-6 6 1,-5 7 0,-4 10 0,-1 3-41,7 6 0,-3 4 0,9 2 0,-1 0-100,4 0 0,4-2 0,2-2 1,2-4-178,4-2 0,5-2 1,13-7-1,5-4-275,4-7 1,2-3 0,0-2-1,2-2-529,3-3 925,-3-5 0,6-15 0,-8-3 0</inkml:trace>
  <inkml:trace contextRef="#ctx0" brushRef="#br0" timeOffset="4852">7161 567 8054,'0'-17'1549,"0"-1"-200,0 1 0,0 5-1152,0 0 0,0 10 1,0 4-1,-2 12 63,-4 7 0,-1 12 0,-7 0 0,4 8-129,3 4 0,-5-7 0,4 3 0,0-6 33,1-6 1,-1 2-1,4-7-149,-2-3 1,2-6-49,10-9 1,4-10-1,7-19 1,-1-4-85,-4 0 0,3-6 1,-5 6-1,1-3-281,1 1 0,-6 8 0,4-4 1,-1 1-69,1 1 1,-4 0-1,5 7 1,1 3-18,-2 1 1,5 6 0,-1-3 0,5 1 3,5 4 0,7 2 0,-4 2 0,4 0-700,4 0 1179,-4 0 0,12 0 0,-9 0 0</inkml:trace>
  <inkml:trace contextRef="#ctx0" brushRef="#br0" timeOffset="5083">7685 532 9950,'-10'8'760,"-3"3"1,5 11 0,0 3-446,1 2 0,-7 4 0,4 8 0,1 2-349,3-2 0,-2-8 1,2-4-1,2-2-1177,2-4 330,2-1 1,2-10-1,4-7 881,6-6 0,-4-15 0,-1-9 0</inkml:trace>
  <inkml:trace contextRef="#ctx0" brushRef="#br0" timeOffset="5233">7807 322 9286,'-9'-17'0,"3"0"1562,4-1 0,2 6-1154,0 1-1488,0 7 0,2-4 1080,4 8 0,3 16 0,9 3 0</inkml:trace>
  <inkml:trace contextRef="#ctx0" brushRef="#br0" timeOffset="5518">8244 113 8108,'10'0'1486,"-3"2"1,-8 6 0,-5 9-889,-6 10 0,-9 14 0,-3 8 0,1 7-362,-2 8 0,6 10 1,-5 3-1,5 1-144,1-1 0,7-3 1,1-10-1,2-8-311,4-7 1,2-12 0,4-12-1309,4-6 0,-2-5 642,8-14 1,-8-8-1,1-3 1,-3-7 884,-2-5 0,0-4 0,0-8 0</inkml:trace>
  <inkml:trace contextRef="#ctx0" brushRef="#br0" timeOffset="5666">7912 602 12944,'20'0'424,"3"0"1,6 0-731,4 0 1,4 0 0,4 0 0,3-2 305,1-4 0,13-4 0,-4-7 0</inkml:trace>
  <inkml:trace contextRef="#ctx0" brushRef="#br0" timeOffset="6184">8506 584 8096,'0'-17'1142,"0"0"1,-2 7-1,-2 6-881,-2 8 0,-7 13 0,3 12 0,-2 4-41,1 2 0,5 0 1,-4 0-1,2 0-46,5 0 0,3 0 0,5-2 1,7-4-88,4-6 0,3-5 0,4-7 0,6-5-279,4-4 0,2-6 0,0-5 0,-2-11-68,-4-5 1,4-4 0,-6-6 0,1 2 117,-5 4 0,-4-2 1,-3 8-1,-3-1-179,-1-1 0,-8 11 406,2-3 0,-6 11 0,-4 2 0,-4 10 214,-2 12 1,-1 1 0,-5 12 0,5 4 273,5 4 1,-2 9-1,0 1 1,1 7 67,-1 8 1,-6 6-1,3 4 1,-5 3-430,-1 3 0,-7-8 0,1-3 1,0-6-306,-3-3 0,7-21 0,-4-6-337,3-16 0,3-11 0,1-14 0,3-9-194,1-11 1,8-6 0,0-5-1,8-4-261,8-2 0,9 7 1,6-3-1,6 4 307,10 2 1,8-2 0,9 0 577,10 2 0,7-11 0,11 9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13.71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227 585 9986,'0'-12'486,"0"0"1,0 1-1,-2-5 1,-2 3-224,-2 1 1,1 6 0,5-5-58,0-3 1,-6 4 0,-2 1-238,-2 1 1,-1 2 0,-7 6 0,1 2-49,-1 4 0,1 9 1,-1 11-1,1-1-57,-1 0 1,1 6 0,2-2-1,3 2-11,6-2 0,4 2 1,2-5-1,0-1 67,0 0 1,2-2 0,4-7-1,6-5 27,3-5 1,8-4 0,1-2 0,-3-2 43,-2-4 1,5-3 0,-1-11 0,-2-3-6,-1-6 1,3-4 0,0-2 0,-1 0 15,-3 0 1,-2 0 0,1 0 0,-3 2 89,-3 4 0,2 4 0,-9 8-160,-1-1 0,-2 10 173,-2 8 1,-6 14 0,-1 11-1,-1 2-75,0 4 1,2 0 0,6 0-1,0-1-87,0 1 1,2 0 0,4-2 0,6-6-165,3-4 0,5-3 0,1-4 0,4-7-130,2-3 0,3-4 0,4-3 0,1-7-1070,0-4 1421,-7-9 0,5-2 0,-6-8 0</inkml:trace>
  <inkml:trace contextRef="#ctx0" brushRef="#br0" timeOffset="449">961 393 8426,'0'-18'1176,"0"1"1,0 5-677,0 0 1,0 10-120,0 2 0,0 10 0,0 12 0,0 3-98,0 2 1,0 2 0,0 6 0,0 0-174,0 0 1,0-2 0,0-4 0,0-6-100,0-3 0,7-3 0,7-1 45,7-5 1,-1-5-1,5-12 1,0-5-225,4-5 1,2-9 0,0-2 0,-3-2-65,-3-1 1,-2 3-1,-5-2 1,-3 6 91,-3 3 0,1 3 0,-7 0 132,-2-1-275,-2 8 0,-4 5 0,-2 12 0,-2 9 268,2 5 1,2 10 0,2-2 0,0 4 93,0 2 1,2-2 0,4-2 0,8-4-168,7-1 0,0 1 1,9-8-1,3-5-226,5-4 0,5-5 0,6-7 0,-5-3 314,-1-7 0,5-11 0,-3-4 0</inkml:trace>
  <inkml:trace contextRef="#ctx0" brushRef="#br0" timeOffset="1015">2183 480 8167,'-2'12'532,"-4"-1"0,4-5 241,-3 6 1,1-8 903,-2 1-1311,4-3 0,-8-2 0,6-2-218,-1-3 1,-9 3-1,2-4 1,-3 4-234,-3 2 1,-1 0 0,-2 0 0,-3 0-67,3 0 0,-4 8 0,1 3 1,3 7 31,2 5 0,7-4 0,2 7 0,3-3 63,3 0 1,10 2 0,5-5 0,7-1 27,5-3 0,4-10 0,8-1 0,0-3-173,0-2 1,0-7 0,0-5 0,0-5-40,0-7 0,-6-3 0,-2-10 0,-2-2 213,-4-1 0,-1-3 0,-3 2 1,1-3 194,-1-1 1,-5-6 0,-2 7 0,-3-3-85,-3 1 1,0 7-1,0-2 1,2 6 335,-2 6 1,-2 4-224,-2 7 0,0 11 1,-2 9-1,-4 13-15,-6 12 0,-3 8 0,-3 6 0,1 6-128,-1 3 0,9 8 1,1 0-1,2 1-284,0 1 0,0-6 0,6 4 0,2-5-634,4-7 0,10-3 0,9-10 864,2-4 0,10-11 0,8-11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34.74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35 598 8154,'0'-10'994,"0"2"842,0 8 0,0 16 0,0 7 0,0 8-1422,0 4 0,2 8 0,2 5 0,2 9-500,-3 7 0,5 4 0,0 1 1,2 1-536,3 0 0,-3-4 1,2-8-1,-1-13-3723,-1-12 4344,5-16 0,-5-24 0,8-13 0</inkml:trace>
  <inkml:trace contextRef="#ctx0" brushRef="#br0" timeOffset="350">35 650 8136,'0'-27'250,"0"2"0,0 7 780,0 1 1,0-6-1,0-1-513,0 3 1,2 4-1,4 3 1,5 2-246,5-1 0,1 5 1,3 2-1,1 4-18,2 2 0,14 0 0,-2 2 0,4 6-28,4 9 0,-5 5 0,9 13 0,0 5-157,-3 3 1,-1 10-1,-10-3 1,-4 6-315,-6 1 0,-5 3 0,-7-2 0,-5-2-89,-4-2 0,-17-3 1,-9-3-1,-7-3-287,-4-2 1,-7-2 0,-5-7 0,-1-1 106,1-3 1,-7-5-1,5-8 1,3-1 29,1-5 1,4-3 0,8-10 0,4-4 483,6-5 0,3-13 0,3-3 0</inkml:trace>
  <inkml:trace contextRef="#ctx0" brushRef="#br0" timeOffset="633">978 895 7947,'-10'-18'0,"3"1"497,-1-1 0,4 9 0,-8 3 471,-1 4 1,3 12-1,0 7 1,3 10-585,3 6 0,-4 10 0,2 3 0,2 5-740,2 1 1,2-5-1,0-2 1,2-5-520,4-7 1,-2 0 0,8-9 874,1-3 0,3-9 0,1-5 0</inkml:trace>
  <inkml:trace contextRef="#ctx0" brushRef="#br0" timeOffset="798">943 528 7989,'-10'-8'2251,"1"-1"169,3-9 1,4 6-2540,-4 1 0,6 7 1,6-2 118,6 4 0,11 10 0,4 2 0</inkml:trace>
  <inkml:trace contextRef="#ctx0" brushRef="#br0" timeOffset="1134">1484 895 8115,'2'-16'1611,"4"5"0,-4-5-762,4 4 1,-2-1-1,0-1-789,2 3 0,-3-1 1,-8-5-134,-7-1 0,-9 6 0,-5 3 0,-1 1-67,-4 4 1,0 2-1,0 2 1,2 2-56,-2 4 0,6 2 0,1 7 1,5 1 259,2 3 1,7 4 0,4-1-1,6 3 175,6 2 0,4 0 0,9 4 0,4-2-94,6 2 1,4-3 0,2 1 0,0 0-127,0-2 0,-6 6 0,-4-6 0,-3 2-137,-7 0 1,-9-7-1,0 1 1,-4-4 93,-2-1 1,-10-3-1,-7-3 1,-10-6-28,-6-4 1,-2-2 0,0-2 0,0-2-235,0-2 1,6-7 0,2-1 283,1-7 0,3 1 0,6-5 0</inkml:trace>
  <inkml:trace contextRef="#ctx0" brushRef="#br0" timeOffset="1581">2183 982 7931,'10'-17'725,"-4"-1"89,-4 1 1,-2 5 0,0 0-346,0-1 1,-2-1-1,-2 1 1,-4 3-294,-2 2 1,-1-3-1,-7 5 1,-1 2 9,-5 2 0,-3 2 0,-6 0 0,2 2-20,2 4 1,0 5 0,-4 11 0,2 3-86,2 2 1,8 0-1,-1 4 1,9-2 74,7 2 1,4 0-1,2 1 1,0-5-89,0-2 0,8-4 0,5-9 0,9-4-332,7-1 1,4-7 0,2 0 0,-1-11-263,1-11 0,6-3 0,0-6 1,-4 2 177,-6-2 0,-6-2 0,-7 0 1,-1 2 456,0 2 0,-7 8 137,-4-3 1,-12 15 0,-6 9 0,-3 11 17,-2 11 1,1 5-1,4 10 1,7 1-270,3 3 1,2 0 0,2-6 0,5-2-599,11-4 0,3-4 0,12-9 0,6-5-2694,4-5 3297,3-4 0,14-17 0,2-5 0</inkml:trace>
  <inkml:trace contextRef="#ctx0" brushRef="#br0" timeOffset="2448">2864 1069 8196,'0'-17'1512,"2"1"-1024,4 5 0,-4 1 0,4 4 0,-4-5 22,-2-5 0,0-3 0,0-3-242,0-1 1,0 0 0,0 5-1,-2 1-240,-4-1 1,2 1 0,-8 1 0,-3 5-127,-7 5 1,1 4 0,-6 4-1,0 4-99,0 5 0,-1 13 0,-1 5 1,6 4 78,4 2 0,1 2 0,3-1 0,3 1-38,6-4 1,6-4-1,6 1 1,6-7 74,3-4 1,10-9-1,6-4 1,6-6-74,4-6 1,2-12 0,-4-11 0,1-4 18,-1-2 1,-8-5 0,-4-3 0,1-4 98,-1-7 1,-12 2 0,1-8-1,-7 1 7,-5 1 1,-2 0 0,-2 5 0,0 1 25,0 0 1,0 7 0,0 6 0,0 6 19,0 4 59,0 8 0,0 5 0,0 16 26,0 10 1,-6 15-1,1 10 1,-1 10-108,-2 5 1,4 5-1,-6 1 1,3 2-39,3-2 1,-4 4-1,2-1 1,2-3-285,2-2 0,4-7 1,4-4-1,6-5-1241,3-5 1568,3-17 0,7 7 0,2-13 0</inkml:trace>
  <inkml:trace contextRef="#ctx0" brushRef="#br0" timeOffset="2898">3371 633 8108,'0'-18'1548,"0"1"0,0 9 1,0 10-1082,0 14 1,0 9 0,0 12 0,0 1-196,0 3 1,2 6 0,1-5 0,5-1-203,2-4 0,2 2 1,5-12-1,0 0-80,1-3 0,5-13 0,2-5 1,3-8-102,3-10 0,-4-1 0,0-16 0,-2-2-256,-3-2 0,-3-8 0,-2-2 0,-1 1-240,-4-1 0,1 2 0,-7 8 0,-2 2-679,-2 2 1,-2 8 0,0-3 1285,0 5 0,-8 1 0,-2 1 0</inkml:trace>
  <inkml:trace contextRef="#ctx0" brushRef="#br0" timeOffset="3431">4314 633 8076,'6'-12'966,"-1"1"1,1 5 0,-4-4 253,4 2 1,-4 0-106,4 3-1096,-4 3 1,-10-12 0,-4 8 0,-3 2-57,-3 2 0,-1 2 0,-3 0 0,-3 2-125,-2 4 0,0 4 0,-4 7 0,4 3 86,1 3 0,-3 4 1,6 8-1,2 0 105,1 0 1,9 0-1,1 0 1,2 0 8,4 0 1,10-6 0,6-4 0,3-4-59,3-5 0,7-10 0,4 0 1,4-6-185,2-6 1,-6-6 0,0-9-1,0-4 6,-1-3 1,-3-1 0,-8-6 0,1 0 103,-1 1 0,-7 1 1,-2 1-1,-3 5 267,1 2 1,0 8-1,-8 7-90,-4 2 0,2 2 0,-5 8 0,-1 4-17,0 6 1,1 11 0,-3 6-1,6 4-39,4 2 1,2 0 0,0 0-1,2 0 37,4 0 0,4-2 1,9-4-1,2-6-95,3-3 0,5-5 0,-4-3 0,2-6-35,4-5 1,0-8 0,-2-5 0,-5-5-319,-5-7 1,-1 3 0,-1-6 0,-1 0-291,-5-1 1,3 5-1,-6-4 1,-1 2-463,1 3 1,0 3 1135,-2 2 0,3-1 0,9 1 0</inkml:trace>
  <inkml:trace contextRef="#ctx0" brushRef="#br0" timeOffset="3781">4715 685 8076,'-2'-10'1239,"-3"5"1,3 1 717,-4-2-897,-4 4-710,8-6 0,-6 16 0,8 4 0,0 5-167,0 6 0,2-1 0,2 7 0,2 2-219,-2 2 1,6 2 0,-1-2 0,3-2-220,0-2 0,-1-8 0,7 1 0,-1-7-202,1-3 0,5-10 0,2 0 0,2-10 107,4-8 0,0-5 0,0-16 0,-1-2 199,1-1 1,0-1 0,-2 6 0,-8 0 116,-7 0 0,-1 8 0,-7 4 258,-2 3 0,-4 13 0,-4 7-88,-2 9 1,-7 14-1,3 7 1,-2 3 115,1 2 1,7-1-1,-2 1 1,6 0-161,6 0 0,4 0 0,9-2 0,4-2-243,6-2 0,4-9 0,4-3 0,2-9-429,2-6 1,5-10 0,-3-4 0,0-5-336,-1-6 0,-3-6 0,-10-10 915,-5-2 0,3-7 0,0 3 0</inkml:trace>
  <inkml:trace contextRef="#ctx0" brushRef="#br0" timeOffset="4014">5746 74 8076,'-6'-18'354,"0"1"0,0 1 748,-1 5 1,5-1-656,-4 12 0,-2 6 1,2 19-1,0 10-277,-1 10 0,3 13 0,-6 8 0,2 8-5,4 7 1,2 7-1,2 5 1,0 2-364,0-4 0,2-6 0,4-19 0,6-7-479,3-13 1,1-15-1,-3-9-158,-1-9 0,-8-7 1,2-12 834,-4-6 0,-2-11 0,0-4 0</inkml:trace>
  <inkml:trace contextRef="#ctx0" brushRef="#br0" timeOffset="4181">5414 528 8680,'2'10'4603,"6"-4"-4035,9-5 1,2 1 0,11 2-1,3 2-856,5-2 0,1-4 0,10-4 0,3-4-1369,4-1 0,3-3 1657,-7-5 0,0-9 0,1-1 0</inkml:trace>
  <inkml:trace contextRef="#ctx0" brushRef="#br0" timeOffset="4614">6235 755 10993,'8'-10'1042,"-7"-5"1,5 3-872,-4-3 0,4 3 0,0 0 1,-4-1-156,-6-3 1,0 5-1,-8-1 1,-1 0-22,-3 3 0,-7 1 0,0 8 0,-1 0-90,-1 0 0,4 2 1,-6 4-1,1 5 134,5 5 0,8 9 1,1 4-1,0 4 102,3 2 0,1-2 0,10-2 1,4-4 127,5-2 0,5 5 0,1-9 1,1-4-287,-1-3 0,3-10 0,1 0 0,4-6-243,2-4 0,-5-13 0,1-1 0,-2-3-161,3-2 1,-5-6 0,2 3 0,-7 1 149,-8 4 0,1 4 0,-1 1 267,-2 1 0,-2 11 1,-4 10 182,-4 11 0,4 12 0,-3-1 0,3 1-241,2 4 0,0 2 1,2 0-1,3-2-304,7-2 0,5-10 1,7-1-1,5-10-253,4-6 0,8-4 0,-1-4 1,1-8-1082,2-7 1700,-6-6 0,5-8 0,-7 0 0</inkml:trace>
  <inkml:trace contextRef="#ctx0" brushRef="#br0" timeOffset="5331">6881 720 10352,'6'-12'564,"0"1"1,-1 5 0,-5-6-227,0-1 0,0-3 1,-2 1-253,-3 3 1,-5-1 0,-9 7 0,-5 2-92,-5 2 1,2 2 0,-2 2 0,-2 2-153,-2 2 0,4 13 0,2-2 1,3 5 224,9 3 0,-1-4 0,10 6 0,3 1-21,1-1 1,9-6-1,7 2 1,7-3-208,8-3 0,4-5 0,2-2 0,0-3-146,0-3 1,-6-2-1,-2 0 1,1 2 279,-1 2 0,-6 0 0,0-4 0,-5 3 240,-4 7 0,-3 6 1,5 5-1,-4 6 119,-3 4 0,-1 12 1,-6 7-1,0 12 21,0 10 0,0 13 0,0-37 1,0 1-1,0 3 0,0 1-332,1 3 0,-2 0 0,-2-1 1,-2-1-1,0-1 0,-1 0 1,-2-4-1,0-1-185,-9 37 1,-1-26-1,1-34 1,-1-12 292,1-9 0,-6-12 0,-3-7 0,-1-9-298,-4-7 1,0-10-1,0-3 1,2-3-238,-2-3 1,6 3 0,3 0-1,9 1-262,7-1 1,-2 4 0,2-3 0,4-1 84,6 0 0,6 5 1,9-5-1,5 2 208,5 5 0,4 3 0,4 4 1,1 3 380,3 3 0,6 4 0,-4 7 0,-1 3 46,1-3 1,3 4-1,-5-1 1,-4-3 131,-6-1 1,0-3-1,-8 1 1,-1-3-141,-3-3 1,-1-2 0,-3-6 0,-1 4 11,-3 1 0,-5-3 0,4 6 0,-2 2 348,-4 1 1,3 3 0,-1-1 0,-2 1 238,-2-1 0,-2 1 0,0-1-232,0 1 0,0-1 0,-2 1 0,-4 0-536,-5-1 1,-5 1-1,-1-1 1,-1 1 41,1-1 0,-1 8 1,1 5-1,-1 3 130,1 2 0,5 7 1,2 7-1,3 5 278,3 5 0,2 7 0,2 0 1,0 6-147,0 3 1,8 1 0,3-8 0,7-2-599,5-2 0,-2-7 1,8 1-1,3-6-469,1-5 0,3-4 1,3-8 886,2 0 0,15-16 0,-1-3 0</inkml:trace>
  <inkml:trace contextRef="#ctx0" brushRef="#br0" timeOffset="5714">8051 511 7930,'0'-18'778,"0"1"1,-10 7 0,-5 4 0,-7 4-530,1 2 1,-4 0-1,0 0 1,-1 2-121,1 4 1,-4 2 0,6 5 0,1-1-143,3 1 1,9 3 0,5 1 0,3 1 8,2-1 0,0 1 0,0-1 0,2 1 1,3-1 0,5 1 1,8-3-1,-1-1 15,0-3 0,1-1 1,-1 4-1,3-3 41,3 3 0,-9 2 0,3 3 0,-3 2-20,-5 3 0,-1 5 1,-8-4-1,0 0 61,0 0 0,-8 4 1,-3-5-1,-5-3-261,-1-2 1,-1-9-1,1-4 1,-1-4-549,1-2 0,5-2 0,3-6 0,1-7 715,4-7 0,2-9 0,2 4 0</inkml:trace>
  <inkml:trace contextRef="#ctx0" brushRef="#br0" timeOffset="5948">8400 563 9909,'0'17'0,"0"1"0</inkml:trace>
  <inkml:trace contextRef="#ctx0" brushRef="#br0" timeOffset="6097">8418 1000 13995,'0'9'0,"0"-1"0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41.82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18 8170,'10'-8'1471,"0"6"-266,-5-3 0,5 3 1,7 2-1,3 0-621,3 0 1,-1 0 0,9 0-1,4 0-1183,3 0 1,9 2 0,-4 1 598,1 3 0,3 0 0,5-6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47.16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18 158 6910,'-9'-10'2533,"1"2"0,8 10-2161,0 4 0,0 6 0,0 11 0,0 6-177,0 4 0,0 2 0,0 0 0,0 2-57,0 4 0,0-4 1,0 1-1,0-7-80,0-7 1,0-5 0,0-1-384,0-1 353,0-7 1,0-4-1,0-12 1,0-6-84,0-3 0,0-11 0,2-3 0,2-4-40,1-2 0,3 0 0,-4-1 1,4-3-73,2-2 1,-5 0-1,7 6 1,2 0 15,1 0 1,3 0-1,-1 2 1,2 4-347,5 6 0,-3 11 1,8 7-1,0 3 497,-2 2 0,6 0 0,-5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47.54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34 311 8314,'0'-17'2013,"6"5"1,1 2-1382,3 2 0,2 3 1,7 5-430,4 0 1,-3-6 0,5-2 0,-2 0-146,1 1 0,5-7 0,-6 2 0,-2-5-283,-1-6 0,-3 3 0,1-3 0,-3 3-69,-3 3 1,-4 0 0,-8-1-1,-2 3-13,-4 3 0,-12-2 0,-9 9 1,-4 3 130,-4 5 1,4 15 0,-10 11-1,6 4 332,6 2 0,-2 2 1,8 2-1,2 3 15,1 3 0,11-6 0,3 2 0,6-3-49,6 3 0,11-12 0,12 0 0,6-9-365,6-9 1,9-3 0,8-8 0,-1-2-861,-3-4 1,-2-5 1102,1-13 0,-1-3 0,1-8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47.99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263 175 8306,'11'-15'0,"-1"1"424,-2 3 1,0 1 0,-5-4 586,3 3 0,0-1-592,-6-6 0,0 1 0,-2 1-252,-4 5 0,-9-3 1,-10 8-1,-1 3-125,1 1 1,-6 2-1,4 2 1,-2 3-147,0 7 1,7 4 0,-1 1-1,4 2-76,1 5 0,8-5 0,5 4 0,3-1 110,2 1 1,2-9-1,5 3 1,9-3 55,5-5 1,10-1 0,-4-8-1,3 0-75,-1 0 0,-2 0 0,4-2 0,-4-2-80,-2-2 1,-1-5 0,-7 5-1,1 2 187,-1 2 0,-5 2 0,-3 2 0,1 6 276,0 9 0,-6 11 0,1 14 1,-5 11-118,-5 9 0,-3 13 0,-6 9 1,3 5-199,-3 4 1,4 6-1,-1-6 1,-1-3-185,2-7 0,1-23 0,5-19-125,-2-14 0,0-17 0,8-12 0,2-14-1920,2-11 2250,7-6 0,-3-17 0,8-5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48.3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53 138 8163,'0'-20'0,"0"-1"0,0-2 393,0 1 1,0 3 2243,0 2-2540,0 7 1,-6 10 0,1 14 0,-1 7 149,-2 8 0,6 4 1,-6 2-1,3 0 37,-1 0 1,0-2 0,8-2-1,2-4-8,2-2 1,7-2-1,1-5 1,5-3-313,4-3 1,8-4 0,-1-10 0,3-4-160,1-6 0,-1-11 1,-2-6-1,-3-6-138,-3-6 1,-2 4-1,-5-3 1,-3 3-131,-3 2 0,-4 8 0,-8 3 0,0 5-915,0 2 1,-2 7 297,-4 4 0,4 12 1080,-4 6 0,-4 11 0,1 4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48.54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70 43 8163,'0'-17'1554,"0"5"-732,0 0 1,-1 10-398,-5 2 1,2 10 0,-6 13 0,2 7-265,4 3 1,-3 7 0,1 1 0,0-2-328,-2-2 0,6-8 0,-3-2 1,3-2-1519,2-3 1,2-11 1683,3-5 0,5-20 0,8-5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48.6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68 8163,'10'-17'1618,"-2"-1"1565,-8 1-3530,0 7 1,0 4 346,0 12 0,0 4 0,0 7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49.0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71 175 8163,'0'-18'111,"2"1"0,2-1 1,1 1 471,-1 0 0,-2 5 1,0 2 1469,4 2-1185,-4 3 1,-2 26 0,-12 8-608,-3 6 0,-1 2 1,3-2-1,3-2-216,2-4 1,0 2 0,5-8 0,-3-1-33,2-3-158,2-2 1,10-9 0,3-8 0,5-11-130,1-11 1,1-5 0,-1-6 0,1 2 1,-1 2 0,1 2 1,-1-4-1,1 4-216,-1 1 0,0 1 0,3 4 0,3-3-83,6 3 0,-2 8 0,3 3 0,3 2 57,5 4 0,-1 2 0,6 2 1,-2 0 513,-1 0 0,1 8 0,-6 2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49.37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36 138 11655,'17'0'258,"-5"0"1,0 0 0,1 0-43,3 0 0,1-7 1,1-3-1,-1-2-102,1 1 1,-1-1-1,-1-5-434,-5-1 0,-3 6 0,-10 1-157,-4-3 0,-4 6 0,-7 3 1,-2 5 128,-5 5 1,3 5 0,-6 8 0,2-1 276,3 1 0,3 7 0,3 2 0,5 2 443,5 0 0,4 0 0,2 6 0,2-2-217,4-4 0,11-3 0,12-9 0,4-1-636,2-5 1,6 3 0,2-10 0,1-6 480,5-8 0,1-6 0,3-1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49.7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262 193 8065,'0'-18'0,"0"1"0,0-1 1031,0 1 1,0-1 0,0 1 343,0 0 0,6-1-1270,0 1 0,-2 5 0,-10 2-84,-6 2 1,-3 3-1,-3 7 1,1 3 83,-1 7 1,-3 4-1,2 1 1,3 2-50,1 5 0,1-5 1,2 4-1,5-1 72,-1 1 0,6-4 0,-4 5 0,6-5-133,6-1 0,4 5 1,7 0-1,1-1-47,-1-3 1,0-2-1,1 1 1,1-1-83,5 1 0,-11-1 1,5 1-1,-5-1 214,-3 1 0,-2 5 1,-10 0-1,-4-3-395,-6-7 1,-11 1 0,-6-8 0,-4-2-664,-2-3 1,-4-1 977,4 0 0,-4 0 0,12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0.49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36 8463,'10'-2'2012,"-4"-4"1,-3 4-923,3-4 1,-4 2-967,4-2 0,-12 5 1,-5-5-299,-5 4 0,-3 2 0,-3 0 0,-1 0-274,2 0 1,-5 0 0,3 2 0,2 2-240,1 1 1,9 7 0,1-4 497,2 2 1,3 1-1,5 7 1,1-1 117,5 1 0,4-1 1,7 2-1,1 3 40,-1 1 0,-1 2 0,-4-1 0,-5 3 137,1 0 0,-6 4 0,2-6 1,-6 0 3,-4 1 1,-13-3-1,1-8 1,-1-3-86,-1-6 0,-3-4 1,-2-2-1,0-4-381,-1-8 0,9-1 356,5-16 0,8 0 0,-3-6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0.8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297 69 8442,'0'-18'500,"0"1"1001,0-1 1,-2 9-1054,-4 3 0,2 12 0,-7 7 0,-3 11-460,-1 11 0,-3 7 1,1 13-1,-3 3 102,-3 6 0,2 11 0,-7 5 1,3 0-191,4-5 1,1-3 0,3-4-1,1-6-811,5-10 0,3-9 0,8-14 28,0-5 0,2-13 0,2-7 0,4-10 883,1-11 0,3-8 0,5-10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0.99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0 158 7606,'2'-10'671,"4"3"891,6-1 0,3 4 0,5-6 0,3 1-1137,6-1 1,6 0-1,4-3 1,3 1-920,3-2 0,-4 5 1,3-1-1,-1 0 494,-4 1 0,-2 5 0,-2-4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1.4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364 140 8241,'0'-12'-415,"0"1"1776,0-3 0,0 5-293,0-3 1,0 0-325,0-5 1,0-1-400,0 1 1,-2 7-413,-4 4 0,-4 4 0,-7 2 0,-2 0-74,-5 0 0,-3 8 0,-6 6 0,2 5-3,2 4 0,2 8 0,-4-1 0,4 3 81,1 1 0,9 1 1,7 0-1,0-2 73,1-4 1,5 2 0,0-7 0,8-3-14,8-1 1,5-5 0,6-3-1,6-6-58,4-5 1,2-8-1,0-7 1,-2-5-55,-4-5 0,4-7 0,-6 4 0,3-2 117,-1 0 1,-10 2-1,0-2 1,-7 3 192,-4 1 1,0 12-1,-4-5 26,1 3 1,-1 7 0,-10 4-453,-5 8 0,1 8 0,-2 11 0,-1 6-215,-3 4 0,7 2 0,3-2 1,4-2-81,2-2 1,0-6-1,2 4 1,6-1 160,9-5 1,2-9-1,11-6 1,1-5-848,2-1 1212,2-7 0,-1-11 0,1-9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1.8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 43 8241,'10'-11'1881,"-4"-1"0,-4 6-1688,-2-6 0,0 10 52,0 2 1,0 8-1,0 10 1,-2 1-97,-4 4 1,4 5 0,-6 6 0,3 1-65,-1 0 1,0 0 0,6-2 0,0-4-202,0-5 0,2-5 0,4-3 0,7-5-97,9-5 1,-1-4-1,10-4 1,4-6-104,4-9 0,2-3 0,-6-9 0,-1-2 152,1-2 1,-7 4 0,-5 2 0,-4 2-161,-1 3 1,-9 3 0,-3 2 578,-4-1 0,-4 8 1,-4 5-224,-5 3 1,-5 11 0,1 7 0,1 7-43,2 4 0,9-3 1,-3 3-1,4 0-12,2 0 0,0 0 1,2 2-1,4-5-91,5-5 1,13-3 0,5-3-1,6-3-214,5-2 0,-1-4 0,6-10 0,-3-6-233,-3-3 1,4-9-1,-4 1 560,-6 2 0,2-7 0,-8 1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2.34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297 567 8748,'10'0'2025,"4"-2"1,-8-4-1606,-3-5 0,5 1 1,-2-2-313,-2-1 0,-2-3 1,-4-1-103,-4-1 0,-6 8 0,-9 5 1,-4 3-143,-2 2 1,-2 7 0,-4 5 0,2 6-17,1 5 0,3-2 0,-2 8 0,6 2 96,3 2 1,5 0 0,3-2 0,6-3 74,5-3 0,8-2 0,7-7 0,7-5-120,8-5 0,4-6 0,2-6 0,0-5-210,0-5 0,0-7 1,0-2-1,-2-3 66,-4-3 0,2-4 1,-6-3-1,1-3 183,-1 2 1,-2 0 0,-5 0 0,1-3-7,4-3 1,-3 0 0,3-1 0,-4 3 22,-1 1 0,-1 5 1,3-2-1,-1 8 525,-2 7-266,5 5 1,-20 11 0,2 10 0,-8 14 83,-8 11 0,-9 14 0,-4 5 1,-1 3-113,1-3 1,2 5 0,5-5 0,3 5-169,3 1 0,-1-7 1,7-2-1,2-5-289,2-3 1,2 4 0,0-12 0,2 0-591,4-3 1,3-13 0,9-5 0,-1-4 860,1-2 0,7-8 0,2-1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2.79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315 192 8231,'10'-7'455,"3"3"1,-7-8-1,0 1 226,2 1 1,-6-6 0,6 7-1,-3-3-219,1 0 1,6 1 0,-6-7-234,-2 1 0,-3 5 1,-1 0-284,0-1 1,-13 5-1,-7 2 1,-3 4-108,-2 2 0,-6 2 1,2 4-1,-4 6 13,-2 3 0,0 5 0,0 1 0,2 4 177,4 2 1,4 3 0,9 3 0,5-2 202,5-2 1,4-2 0,2 4-1,2-4-188,4-2 1,5-3 0,11-11 0,3-5-147,2-4 0,2-2 1,6-2-1,0-4-217,0-5 0,-6-11 1,-2-3-1,-2 0 75,-3 0 1,-3-4 0,-1 5 0,-3 3 314,-3 1 0,-5 3 0,-7 0-107,0-1-111,0 8 1,0 10 0,-1 12 0,-3 5 212,-2 7 0,0-3 1,6 6-1,0 0-43,0 1 0,2-7 0,4 4 0,5-2-136,5 1 1,1-7 0,3-5 0,1 0-564,2-3 1,8-3 0,-1-12 0,3-5 675,2-5 0,-1-9 0,1-2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3.11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71 70 8624,'7'-17'1736,"-5"-1"157,4 1-1614,-4 7 0,-2 4 0,-2 12-29,-4 6 0,2 3 1,-5 5-1,1 1 60,4 2 0,-6 8 0,1-4 0,-1 3-177,4-1 0,2-8 1,0 2-1,-1-3-316,1-3 0,2-5-35,2-1 1,2-7 0,2-2-126,1-11 1,9-3 0,-4-11 0,1 1 7,1-1 1,-6 4 0,3-7 0,1 3-37,0 0 0,-4-1 1,5 7-1,3 0-212,1-1 0,5 1 0,1 1 0,4 3 194,3 1 1,1 8 0,6-2-1,0 4 125,0 2 0,1 2 0,1 2 264,-2 2 0,4 7 0,-12-3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3.6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245 523 9201,'0'9'2187,"2"-1"-1833,4-8 1,2-2-146,3-4 1,-3-3-247,-8-9 1,-6 6 0,-3 3 0,-5 1 116,-5 4 0,-5 2 0,3 4 0,-4 4 21,-2 6 0,5 3 1,-1 4-1,4 5-67,1 5 1,1-2 0,1 2 0,4 2-192,7 2 0,3 0 0,4-4 1,5-7 11,11-9 1,1-5 0,10-8 0,0 0-129,-1 0 0,7-14 0,-2-5 0,3-6 200,-3-6 0,2-2 1,-6-2-1,4 0 36,2 0 1,-2-2 0,-4-2-1,-3-1-67,-1 1 1,-4-4 0,6 2 0,-1 2-105,-5 3 1,-2-3-1,-1 2 1,-1 4 111,1 0 0,-1 2 1,-1 2-1,-5 5 392,-5 5 1,0 9-103,-6 5 1,2 5 0,-14 5 0,-1 9 184,-3 7 1,-7 6 0,0 8-1,1 0 0,3 0 0,1 0 1,3 2-1,1 2-246,3 2 0,5 5 1,-4-3-1,2 0-404,5-1 0,1 5 0,2-6 0,2-5-288,3-4 1,7-7 0,9-8 0,3-1-1837,-3-5 2395,6-3 0,0-16 0,8-1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3.8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123 1 10448,'-16'2'728,"5"4"1,-5 3 0,6 9 0,-1 1-462,-1 5 0,2 1 0,-3 6 0,3-2-600,2 2 1,3 0 0,5-2 0,1-6-1043,5-3 0,-2-9 0,8-1 1375,1-2 0,11-10 0,3-8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3.99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36 8066,'-2'-16'3674,"-4"4"-6630,4 5 2956,-6 7 0,16 7 0,2 3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4.3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53 7836,'0'-12'4368,"0"1"-3990,0 7 0,8-6 1,4 6-269,3-2 1,4 1 0,3 5 0,3 0 36,2 0 0,0 5 0,2 3 0,-5 2-188,-5 4 1,-3 1 0,-5 3 0,-5 1 50,-4 4 1,-4-1 0,-6 7 0,-7 2 42,-6 2 0,-11 2 1,5 0-1,0-1-79,4 1 1,0-2-1,3-2 1,5-3 2,-1-3 0,8 4 0,3-6 0,5-3-156,5-7 1,11 1-1,9-8 1,4-2-377,8-3 0,0-2 0,10-3 0,-1-6 88,-1-6 0,3 1 467,-7-14 0,8 0 0,-5-6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4.5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35 105 8122,'-15'2'1564,"3"4"0,4-2-557,8 7 1,2-7-874,4 2 1,11-4 0,13-4 0,3-4-420,1-5 1,7 1 0,2-2 0,0 1-498,-1 1 1,5-6 0,-6 5 0,-5-3 781,-4 2 0,1-3 0,-6 5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4.8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16 191 9185,'-10'0'4009,"5"0"-3881,10 0 1,5 0-1,10-2 1,3-2-158,6-2 1,2-5 0,0 3 0,-2-2-167,2-3 1,0-3 0,-2-1 0,-5-1-201,-5 1 1,-3 5 0,-5 0 149,-5-1 0,-6 3 0,-8 0 0,-9 3 179,-10 3 0,-1 8 0,-1 5 0,0 5 257,2 5 0,-4 5 0,8-3 1,1 4 157,3 2 0,9-3 0,4 3 0,5 0-158,1 0 0,3 0 0,7 2 0,10-5-555,5-5 0,10-9 0,7-4 0,1-4-723,0-2 0,-3-2 0,-3-4 1087,4-6 0,-4-11 0,6-4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5.3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295 549 8000,'12'-5'611,"0"-3"-197,1-2 0,-5 4 1,0-3 811,0 1 1,-6-6-781,3 3 1,-5-5 0,-5 1-332,-7 3 0,-6 4 1,-5 8-1,-4 0 129,0 0 1,-6 2-1,4 4 1,-2 6-93,2 3 0,-2 8 0,7 1 0,3-1-17,2 2 1,7-3 0,2 5-1,2 0-185,5 0 1,3-6 0,5 1 0,9-7-498,7-3 0,8-8 0,10 0 0,4-8 122,2-8 1,-7-5 0,3-5-1,-4-3 93,-2-2 0,0-2 1,0-8-1,-2-2 247,-4-2 0,-4-7 0,-7 1 0,-3-3 45,-3-2 1,-5-1-1,-5 3 1,2 3-6,2 6 1,0 6 0,-6 6 93,0 6 0,-2 13 0,-4 10 0,-5 12 234,-5 9 1,-1 8 0,-1 10-1,-1 4 412,-5 2 0,5 1 0,-2 7 1,5-1-268,4 0 1,3 3-1,-3 1 1,6 0-769,4-5 1,4-1 339,4-9 0,12 0 0,9-6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5.96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0 14126,'-12'24'0,"2"1"269,3 2 0,-5 2 0,4 6 0,0 2-711,1 4 1,-5-10-1,6 2 1,2-6-487,2-6 1,2-7-1,2-4 1,4-3-1599,6-3 2526,-4-10 0,7-3 0,-5-9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6.1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78 7940,'8'-17'4105,"-6"-1"-2893,4 1 0,-5 5-1792,-1 0 0,0 10-547,0 2 1,0 16 0,0 11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6.71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0 139 7940,'12'-8'643,"-1"-4"1,-5-3-1,4-3 411,-2 1 1,-3 5 295,-5 0-1018,0 9 0,0 8 0,0 15 37,0 5 0,-5 2 0,-1 4 1,0-4-297,-2-1 0,6 3 0,-4-6 0,4-2-44,2-1 0,0-9 0,2-1 1,4-2-195,6-4 0,5-4 1,7-8-1,5-9-283,4-11 0,2-5 0,0-2 0,0 2 328,-1 4 1,-6-4 0,-5 6 0,-4 0 354,-1 4 0,-7 5-42,1 7 0,-10 5-189,-2 12 1,-2 11-1,-8 10 1,3 2 249,3 1 0,2-7 0,2 4 1,0-2 120,0-3 1,0-3 0,0-2-152,0 1 1,2-3 0,4-3-194,5-6 1,5-4 0,1-2 0,1-2-424,-1-4 1,1 2 0,-1-7 0,0-3-72,1-2 0,-1-1 0,1-1 0,-1 1 91,1 0 0,-1-1 0,1 1 0,-1-1 138,1 1 0,-3-1 0,-1 3 1030,-3 3-279,-7-3 1,4 15 0,-8 0 83,0 9 1,0 9-1,0 3 1,0 2-364,0-1 1,0-3-1,0-1 1,0-1-555,0 0 0,0 1 1,2-3-1,4-3-880,5-6 0,7-4 0,3-2 0,3 0 509,-3 0 1,4-8-1,-2-2 687,-1 1 0,-3-15 0,-1 5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7.19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123 66 7940,'-2'-9'1199,"-4"3"1,2 8 0,-8 10 0,1 11-570,1 8 1,-6 12-1,7 5 1,-3 10-317,0 12 0,7 8 0,-5 9 1,2 2-273,4 4 0,2-13 0,2-6 0,0-20-434,0-17 1,2-12 299,4-13 0,-4-14 0,4-14 1,-4-7-230,-2-4 1,0 0 0,0-4 0,0 2 39,0-2 0,0-8 1,0-2-1,0 0-147,0-1 1,0 5-1,2-6 1,2 0-42,1-3 0,15 1 1,-1-1-1,6-1 296,7 2 1,2-5 0,7 5 0,4 1 308,-1 3 0,5 12 0,-10 7 0,-4 7 294,-4 3 0,-16 8 0,1 0 0,-6 8-93,-7 8 1,-1 9-1,-4 3 1,-3-1-143,-7 2 1,-4 0-1,-3 4 1,-2-3-152,-3-1 0,-7-6 0,2 5 0,-2-5-218,2-2 0,-4 1 1,6-3-1,0-3-283,3-6 0,5-4 1,2-2-954,-1 0 0,10-2-880,8-4 2290,8-4 0,17-7 0,3-1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7.58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53 103 7940,'0'-11'117,"0"-1"0,0-1 509,0-3 0,6 4 1,0 1 638,-2-3-626,-2 6 0,-4 3-429,-4 10 1,2 5 0,-8 8 0,1 1 61,1 4 1,0-3-1,6 5 1,-1-2-63,1 0 0,2 7 1,2-7-1,2-2-138,4-1 0,3-9 1,9-1-1,-1-2-268,1-4 1,7-3 0,4-1 0,4-1-14,2-5 0,0-10 0,-2-9 1,-4 0-289,-6 0 1,-3-5 0,-5 5 0,-3 0-384,-6 0 0,-4 1 0,-2 7-134,0 0 1,-8 7 560,-4 4 0,2 6 1,1 6 452,1 5 0,2-1 0,8 0 0,2 0 0,2-1 0,7-5 0,5 4 0,9-8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7.8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158 148 7940,'0'-18'101,"0"1"0,2-1 0,2 1 541,1-1 1,1 1 1547,-6-1-1809,0 1 1,0 9 0,0 8-67,0 10 0,-2 7 0,-2 9 0,-3 7-54,-3 5 1,-4 13-1,-7-1 1,-2 7-218,1-1 1,5 4 0,3-2 0,5-4-443,1-5 1,-4-6 0,6-10-1,2-4-795,3-6 1,8-11-1,3-8 333,0-8 1,3-8-1,-5-9 1,0-4 859,0-3 0,-3-1 0,-12-6 0,-3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7.9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70 10615,'12'0'304,"0"0"1,3 0-312,6 0 1,9-2-1,12-2 1,13-3-836,13-3 1,9 4 841,10-6 0,9 1 0,1-7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8.76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53 8373,'2'10'1098,"3"-5"0,-1-3 0,8-2 0,3 0-564,7 0 0,-1 0 0,10 0 1,4-2-826,4-3 0,4-3 0,-3-6 291,7 3 0,3-1 0,3-6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5:59.67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36 140 8375,'-8'-10'907,"6"3"1,-8 7 0,6 1-1,-1 7-392,1 10 0,2 7 1,2 10-1,0 2-237,0 3 1,0-1-1,0 6 1,0-2-160,0-5 0,0 3 0,0-6 0,0-8-211,0-5 316,0-5 0,0-9 1,2-10-1,2-14-403,1-11 0,7-6 0,-6-2 0,0 0-50,1 0 1,-5 1 0,4-1 0,-2 2-39,2 3 1,-4-2 0,6 4-1,-3 1 22,1 4 1,8-2 0,-4 1-1,1 3-208,1 2 1,1 7 0,9 0-1,3 1-280,2 1 0,2 2 0,8 8 1,4-2-178,5-4 0,-1 5 910,2-5 0,-9-4 0,5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00.06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1 349 8399,'12'0'2802,"-1"0"-2037,3 0 0,3-5 1,5-3-1,1-2-307,-2-3 0,4-3 0,1-1 1,-1-1-357,0 1 0,4-7 0,-5 1 0,-3 2-231,-2 1 0,-1 3 0,-3-1 0,-3 1-676,-6-1 0,2 1 0,-5 0 49,-5-1 0,-5 6 0,-11 3 0,-1 1 211,-4 4 1,1 2 0,-5 2-1,0 2 437,0 4 1,3 9 0,-3 11 0,2 1 626,4 4 1,3 2 0,5 4 0,3 2 101,2 1 0,2 1 1,10-6-1,6 0-180,7 0 0,18-2 1,2-6-1,6-10-345,5-9 0,3-6 0,1-4 0,-1-4-1047,-5-5 0,3-13 951,-8-5 0,-1-11 0,-5-5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00.58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403 596 8212,'0'-17'204,"0"-1"1,0 1 313,0-1 0,0 1 0,0-1-14,0 1 0,0 5 0,0 1-209,0-3 0,-2 6 1,-4 1-1,-6 1-275,-3 0 1,-11 0 0,-3 8 0,-4 4 70,-2 6 0,6 3 0,0 4 0,-2 3-68,-2 1 0,0 8 0,4-4 0,6 2-121,3 1 1,11-3 0,3 4 0,4-4-17,2-2 0,8-2 0,5-7 0,11-4-121,10-7 0,7-3 1,8-4-1,-3-5-36,3-11 1,-1-1-1,1-10 1,-5-2-8,-1-2 1,-8-8-1,-6-2 1,0 1 170,-2-1 1,-1-6-1,-9 3 1,-1-5 118,-5-1 1,3 5 0,-6 3-1,1 1-53,5 4 0,0 4 1,-1 6 463,-1 6-358,-8 3 0,1 19 0,-10 8 0,-7 13 124,-4 9 1,-7 4 0,0 4-1,2 1-60,1 3 0,3 8 1,-1-3-1,1 5-115,-1 1 1,7 1 0,1-1-1,2-2-396,4-3 1,2-4 0,4-10 0,4-4-1738,6-6 2119,11-4 0,4-9 0,8-2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00.9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80 8163,'0'-17'1467,"0"-1"0,-2 8-1277,-3 5 0,-3 5 1,-6 7-1,4 9-55,3 5 0,-7 10 1,4-2-1,-1 4 33,-1 2 1,8 0-1,-2 0 1,5 0-55,1 0 0,1-2 0,5-4 0,6-8-139,3-7 0,11 0 1,3-9-1,4-3-169,2-5 1,0-9-1,0-9 1,-1-5-101,1-1 1,-2-8 0,-3-6 0,-7 3 214,-4 1 1,-1 2 0,-3 0 0,-3 0-186,-6 0 1,-4 8 0,-4 6-293,-4 7 1,2 0 0,-8 11-716,-1 4 1271,5 7 0,-8 17 0,7 3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01.2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297 68 8517,'-7'-10'2545,"5"1"-2257,-4 3 1,4 2 0,0-6-236,-4 2 1,2 3 0,-5 3 0,1-4 0,-6 4 0,3-4 0,-5 6 47,-1 6 0,-1-2 1,-1 7-1,-3 5 59,-1 5 1,-2 5 0,4 5 0,-1-2-75,7 2 1,-1 2 0,10 2-1,2 0-205,3 0 1,4-1 0,7-1-1,10-3-549,5-7 1,6-12 0,8-5 0,3-4 667,3-2 0,2-15 0,5-5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01.61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0 140 8163,'0'10'1706,"0"6"0,8-9-1420,4 5 1,3-4 0,3-8-3,-1 0 0,7 0 0,-1 0 0,-2-2-2,-1-4 1,-9-4-1,1-7 1,2-1-303,1 1 1,3-1-1,-3 1-415,-3-1 0,1 1 0,-7 0-48,-2-1 1,-10 8-1,-7 5 1,-7 3 221,-3 2 0,-6 7 1,4 5-1,-1 5 493,1 7 0,-4 3 0,6 8 0,3 0 398,7 0 0,-1 5 0,8 1 1,4 0-270,6 2 0,14-8 0,11 0 1,6-10-405,5-6 1,5-9 0,6-4 0,-3-4-694,-1-2 0,-9-10 0,3-6 0,-4-7-2180,-2-4 2916,-8-2 0,-2-6 0,-7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02.27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192 620 8162,'2'-18'354,"4"1"0,-4 5 1,4 1-1,-4-3 707,-2-2 0,6 5 492,-1-1-975,1 8 247,-6-3 0,-6 14-36,1 5 1,-7-2-305,6 1 1,-2-7-222,3 2 1,3-2-376,-4 2-236,4-4 1,2 3 173,0-10 1,0-5 243,0-8 0,0 7-119,0-1 0,0 6 0,-2-3 21,-4 1 1,2 2 0,-7 6 14,-3 0 1,0 2 0,1 2 0,1 4-109,-1 1 1,3 3 0,-2 5-1,1 1 63,1-1 1,-4 3-1,9 1 1,-1 4-48,-2 3 1,6-5 0,-4 4 0,4 0-249,2 0 1,8-5-1,4 1 1,5-6-273,6-5 1,-1-4 0,7-10 0,2-4-47,2-6 1,2-11 0,-2-6-1,-4-4 368,-6-2 1,-1-6 0,-3-1 0,0-1 271,-3 0 0,-4-3 0,1 5 1,-3 2 362,-2 2 0,-1 0 0,-1-1 0,4-1 227,0 6 1,5-2 0,-5 6-1,1-4-194,1-2 1,0 8-1,3 3-124,-3 5-187,3 2 0,-18 9 1,1 8-1,-6 11 158,-6 11 0,-1 5 0,-1 8 0,3 0 398,1 0 0,6 9 0,-4 7 0,3 5-455,3 0 0,2 1 0,2-1 0,0 4-344,0 2 0,8-11 1,3-3-1,7-7-3673,5-8 3861,-4-18 0,22 9 0,-4-15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14.87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88 8210,'0'-10'1833,"0"3"0,2 7 1,5 0-1246,11 0 1,3 0-1,14 0 1,10-2-3727,9-4 3138,16-4 0,10-15 0,7-2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28.22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1 734 7707,'12'-6'-1678,"-1"0"1749,3 3 1,-5-5 0,1 0 223,-2-2 1,6 5-105,-3-7 0,-1 2 0,0-3 0,-1 3 330,1 2 1,-4-4 0,4 5 0,-1-1 1792,1 0-1815,-6-5 0,9 13 0,-7 0 178,-2 9 1,-2 15-1,-4 7 1,-2 6-229,-2 3 0,1 9 0,5-5 0,0 1-265,0-4 1,0-4-1,0-2 1,0-2-177,0-4 0,1-6 0,5-11 0,6-7-69,3-3 0,9-9 0,-1-7 0,0-7-368,3-8 1,-7-6-1,4-4 1,-3-4-263,-3-1 1,-5 3 0,-1-4-1,1 2 110,-2 5 1,3 1-1,-5 4 1,0 2-738,0 2 0,3 13 437,-5-1 0,0 13 0,-6 6 881,0 13 0,0 10 0,0 10 0</inkml:trace>
  <inkml:trace contextRef="#ctx0" brushRef="#br0" timeOffset="483">822 804 7986,'6'-18'-111,"-1"1"0,-1 0 668,-2-1 1,0 3-1,2 1 1,2 2 55,-2-1 1,-2-3 0,-2-1-363,0-1 0,-6 7 0,-2 1 1,-2 2-210,-3 4 1,-5 2 0,-3 4 0,-4 4-46,-2 6 0,5 3 1,-3 3-1,2-1 7,-1 1 1,-1 7 0,6 2 0,-1 2 179,5 0 1,7 0 0,-2 4 0,3-2-134,3-1 1,2-9 0,4 0 0,6-5-192,9-5 1,2-7 0,11 2 0,-1-4-80,-2-2 1,6-10 0,-6-5 0,2-7-99,0 1 0,-7-4 0,1 0 1,-4-1 211,-1 1 1,-3 0 0,-3 4-1,-4-3 654,-1 3 0,-5 7-402,4 3 1,-12 7 0,-3 0 0,-3 10-51,0 11 0,1 3 0,-5 9 0,4 0-300,7-2 1,3 4-1,2-6 1,0 1 60,0-1 0,2-2 1,3-7-1,9-3-723,7-1 1,1-8-1,7 0 1,0-8 864,-2-8 0,14-11 0,-4-4 0</inkml:trace>
  <inkml:trace contextRef="#ctx0" brushRef="#br0" timeOffset="835">1241 612 7986,'-10'-18'1436,"4"1"0,4 5-984,2 1 1,0 9 0,0 2 0,-2 11-25,-3 11 1,3 5 0,-6 10-1,0 3-173,-3 7 1,1 3 0,-2 1 0,1-3-101,1-1 0,0-10 0,6-2 0,-2-8 145,3-2 1,1-15-462,2-4 1,7-12-1,5-13 1,4-5-28,1-5 0,-1-4 0,-3-2 0,-1 0-202,1 0 1,-3 0 0,0 0-1,-1 2-67,1 4 1,0-4 0,3 6 0,-1 0-40,2 4 0,1-1 0,3 5 0,1 4 80,4-1 0,-3 8 0,5 2 0,-2 5 63,1 1 0,5 1 0,-6 5 0,-2 4 353,-1 0 0,-3 5 0,1-5 0</inkml:trace>
  <inkml:trace contextRef="#ctx0" brushRef="#br0" timeOffset="1084">1817 612 8687,'0'-10'1530,"-6"4"1,-1 14 0,-3 8-1057,-4 5 1,-1 16 0,-3-2-1,1 2-354,-1-1 0,7-1 0,-1 0 0,0-2-343,3-4 1,-1 1-1,6-11-1405,-2-4 1,2-9 245,10 0 0,4-14 1382,7-9 0,1-1 0,-1-7 0</inkml:trace>
  <inkml:trace contextRef="#ctx0" brushRef="#br0" timeOffset="1233">1939 280 8042,'-11'-2'1689,"-1"-4"0,1 4-1381,-7-4 1,6 6-1,3 6-308,1 6 0,2 3 0,6 3 0</inkml:trace>
  <inkml:trace contextRef="#ctx0" brushRef="#br0" timeOffset="1685">2289 699 8061,'9'-17'35,"5"5"1,-8 0-1,0-1 422,1-3 0,-5-1 1,4-1 77,-4 1 0,-2 5 0,-2 3 0,-4 1-240,-5 4 0,-5-4 1,-3 2-1,-3 2-103,-1 3 1,-2 8 0,2 5 0,-5 3 17,1 3 1,-4 1-1,6 5 1,0 3-39,0 0 0,1 6 0,9-6 0,1 2-90,3 0 0,7-7 1,-2 1-1,4-4-191,2-1 1,8-8 0,5-5 0,9-3-265,7-2 0,4 0 0,2-2 1,0-3-22,-1-7 0,-1-2 0,-3 1 0,-5 1 96,0-2 0,-6-1 0,3-3 740,-9 1-69,-5 0 1,-10 7 0,-4 4 0,-3 6-113,-1 6 0,-6 4 0,7 9 0,-1 2-184,4 3 0,4-1 1,2-6-1,0 1-74,0-1 1,4-1 0,6-3-1,9-3-1276,6-2 1,5-2 0,6-6 0,3-2 1272,2-4 0,8-12 0,-5-9 0</inkml:trace>
  <inkml:trace contextRef="#ctx0" brushRef="#br0" timeOffset="2119">2900 140 7988,'0'-17'822,"0"5"1,-2 2-469,-4 3 1,2 1 44,-7 6 0,1 2 1,-4 4-1,3 7-8,-3 9 0,1 5 0,-1 10 0,2 3 83,-1 7 0,-7 3 0,-1 3 0,4-1-135,1 1 1,-3-3 0,9-3 0,-2-9-172,1-7 0,7-5 0,-2-9-296,4 1 1,4-9-1,4-3 1,5-6 28,5-6 0,9-3 1,2-9-1,2 1-930,1-1 1,-1 3-1,6 1 1,0 4 510,-1 3 0,1-5 0,-2 6 0,-2 2 604,-1 2 1,-3 4 0,2 4 0,-8 8 283,-7 7 0,-1-2 1,-7 7-1,-2-3 142,-2 0 1,-12 6 0,-5-5 0,-9-3-311,-3-2 0,-2-3 0,-6-4 0,0-7-426,0-3 1,0-2 0,1-2-1,-1-3-557,0-7 0,0 2 0,0-1 0,2-3-150,4-2 1,0-1 0,9 0 930,5-1 0,1 1 0,-3-1 0</inkml:trace>
  <inkml:trace contextRef="#ctx0" brushRef="#br0" timeOffset="2435">3494 1 8139,'-18'0'297,"1"0"1,1 2 0,3 3 248,1 7 1,0 4-1,-5 3 1,0 6 14,-1 10 0,1 8 0,-3 13 0,-1 6-289,-2 8 1,-1 11-1,7-1 1,-1 0-328,1-5 1,1-13 0,5-11 0,5-14-119,4-12 0,4-8 0,4-7-621,5-10 1,5-2 0,1-9 0,1-5-1026,-1-5 0,1 1 1819,-1-3 0,1 4 0,-1 1 0</inkml:trace>
  <inkml:trace contextRef="#ctx0" brushRef="#br0" timeOffset="2735">3424 647 7990,'-10'-2'746,"4"-4"1,6-2 0,6-5 0,8 3-896,7 2 0,0-5 0,9 1 0,-1-4-199,-2-1 1,4 0 0,-8-1 0,-1 1 181,-3-1 0,-4-1 1,-3-3-1,-6-1 190,-4 2 0,-12 3 0,-7 5 0,-10 3 346,-6 2 0,-2 4 0,0 10 0,0 8 153,0 7 0,6 0 0,2 10 0,1 4-30,5 4 1,4 4 0,5-4 0,6 1-387,4-1 0,4-8 1,6-3-1,9-3-739,10-4 0,8-9 0,4-6 0,4-5-1112,2-1 0,-7-1 1744,3-5 0,4-4 0,-1-7 0</inkml:trace>
  <inkml:trace contextRef="#ctx0" brushRef="#br0" timeOffset="3069">4088 437 8033,'-10'-19'272,"2"-3"1,0-1 566,-3 2 1,1 9 0,-2 4-1,-1 3-986,-3-1 1,-1 0 0,-3 6 0,-1 0 280,-2 0 1,-1 8 0,7 3-1,0 5-95,-1 1 1,8 1 0,5-1 0,3 3 205,2 3 0,0-4 1,0 5-1,2-5 5,3-1 1,5-1 0,9 0 0,3 3-222,1 3 1,6-3-1,-4 3 1,1-4-23,-1-1 0,4-1 0,-8 3 1,-3 1-5,-5 2 1,-9 0 0,-2-3-1,-12 1-38,-13 3 0,-16-1 0,-7-6 0,-5 1-448,-1-1 0,-4-7 0,3-4 0,9-4-2284,5-2 2767,12 0 0,1 7 0,9 3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27.11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245 542 7986,'6'-11'1569,"-1"-1"1,1 6 203,-6-5-1489,0-1 1,-2-4 0,-4 5-263,-5 5 1,-7 6 0,-3 4-1,-4 5 10,-2 7 0,3 0 0,-3 13 1,2 2-53,4 2 1,1 2 0,5 0 0,3-1 64,6 1 1,4-2-1,6-4 1,6-5-52,7-5 0,12-9 1,0-4-1,4-4-105,2-2 1,4-14 0,-2-3 0,-6-5-111,-4-3 0,-5-2 0,-9-8 0,-3 2-46,-2 4 1,-3-4 0,-5 6-1,-1-2-221,-5-1 0,-10 3 0,-9 0 0,-2 8 11,-4 5 1,-2 10 0,-2-2-1,2 8 202,4 10 0,0 7 0,9 16 0,7 2 64,3 4 1,4 4 0,6 5 0,4-3 210,8-7 0,7-3 0,16-2 0,0 0 0</inkml:trace>
  <inkml:trace contextRef="#ctx0" brushRef="#br0" timeOffset="530">542 228 9317,'0'12'1812,"0"-1"1,2 1 0,3 3-1818,7-3 1,9 2 0,5-9 0,-1-1-107,0-2 0,4-2 0,-4-2 1,1-4-23,-1-5 1,4-11 0,-6-3 0,-1-2-255,-3-4 1,-9 4-1,-3-2 1,-1 0 321,0 1 1,0 3 0,-6 8 0,-2 1 21,-4 5 1,-4 3-1,-9 8 1,-2 4-81,-3 7 0,-5 9 0,4 17 0,-2 5 426,-4 11 0,4 1 0,-2 10 0,-1 4-29,3 6 1,-4 7 0,6 12 0,12-43 0,1 1-53,-1 3 0,1 1 0,2-2 0,2 1 0,3 0 0,0 0 0,1-3 0,1-1-164,-1 43 0,2-15 1,4-16-417,4-19 0,3-22 0,7-19 1,-3-10 138,-1-9 0,-2-12 0,3 0 1,-1-4-137,2-2 0,-5 0 1,1 0-1,-2 0 130,-4 0 0,3-2 0,-1-2 0,-2-1 82,-2 1 0,-2 0 1,0 0-1,0-2 48,0 3 0,0 3 0,0 6 0,0 5 1014,0 5-818,0 1 1,2 9 0,6 5-1,7 8-657,7 7 1,7-1 0,-4 0 0,0-1 555,0 1 0,6 2 0,-3 5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02.91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384 802 8264,'0'-18'2720,"0"1"-2167,0 7 0,-2 6 0,-1 14 1,-3 9-35,2 6 1,-4 4 0,2 6 0,2 2-490,3 4 0,-5-4 1,0 2-1,2-6-238,2-4 0,2-8 0,0 2 0,0-3-1108,0-3 1,2-7-1,2-6 1316,2-8 0,7-13 0,-3-11 0</inkml:trace>
  <inkml:trace contextRef="#ctx0" brushRef="#br0" timeOffset="166">384 487 8264,'0'-17'1781,"0"-1"0,2 9-1781,4 3 0,4 4 0,7 2 0</inkml:trace>
  <inkml:trace contextRef="#ctx0" brushRef="#br0" timeOffset="552">646 784 8264,'10'-8'364,"4"-1"1041,-8-9 0,1 3 469,-1 3-1643,-4 4 0,4 16 0,-10 4 0,-4 5-170,-1 6 0,5-1 1,-4 7-1,2 0-88,0-2 0,0 4 1,6-8-1,0-1-137,0-3 1,0-1 0,2-3 0,4-1 52,6-3 0,3-7 0,3 0 0,1-8-192,4-7 1,3-7-1,5-3 1,-4-4-72,-2-3 1,4 5 0,-5-4 0,-3 0 157,-2 0 0,-1 7 0,-3 1 1,-1 5 21,-2 1 0,-7 5 332,7 2 1,-8 8 0,2 8 145,-4 7 1,-8 6 0,-2-1 0,0 3-160,1 2 0,1 2 1,6 4-1,0-2-524,0-2 1,0-5-1,0 3 1,2-4-1638,3-7 2036,5 1 0,8-15 0,-1 6 0</inkml:trace>
  <inkml:trace contextRef="#ctx0" brushRef="#br0" timeOffset="834">1572 208 8264,'0'-12'-1969,"0"0"4063,0-1 1,-2 5-1508,-4 2 0,-3 6 1,-7 6-411,4 6 1,-3 13 0,3 12 0,-3 13-34,-3 12 0,7 14 1,-1 6-1,-2 5-277,-1 6 0,3-11 0,2-1 0,3-9-701,3-8 0,2-19 325,2-16 1,6-18-1,1-11 1,1-11 508,0-11 0,6-5 0,-5-8 0</inkml:trace>
  <inkml:trace contextRef="#ctx0" brushRef="#br0" timeOffset="1016">1223 732 8834,'17'0'2765,"3"0"-2057,3 0 0,-2 0 0,10-2 1,4-4-745,4-6 0,8 3 1,-7-3-1,1-2-1077,2-1 1,-6 3-1,1 1 1,-5-1 1112,-3 2 0,-9-5 0,4 5 0</inkml:trace>
  <inkml:trace contextRef="#ctx0" brushRef="#br0" timeOffset="1366">1782 871 10490,'0'-11'419,"0"-1"1,2 8 0,3-4-1,9 3-145,7-1 1,-1-2 0,5 4-1,-2-2-417,0 2 0,7-5 0,-7-3 1,-2-1-17,-1 1 0,-3-4 0,-1 5 0,-3-5-124,-1-1 0,-8-1 1,2 1-1,-6 1 63,-6 5 1,-4-3 0,-7 8-1,-3 2 282,-3 2 0,-2 10 1,-6 6-1,3 5 218,3 4 1,-4 9 0,6-3 0,1 6 90,3 5 1,4 3 0,3 4 0,6-7-148,4-3 0,6-4 0,6-2 0,9-4-454,6-1 1,6-11 0,8-9-1,4-4-449,2-2 1,-1-8 0,3-3 0,-7-7-24,-3-5 1,-4-2-1,-2-7 702,-2 3 0,-7 0 0,3-6 0</inkml:trace>
  <inkml:trace contextRef="#ctx0" brushRef="#br0" timeOffset="1666">2323 679 11862,'-2'18'472,"-4"-1"1,4 1 0,-4 1 0,5 4-272,1 6 0,0 6 0,0 4 1,0 2-163,0-2 1,0-4 0,0-6 0,0-6 69,0-3-260,0-11 0,0-9 0,1-13 0,3-7 9,2-3 0,0-6 0,-4 4 0,2-3-119,2-3 1,5 4 0,-3 0 0,0 2-59,0 3 0,5-3 0,-1 2 0,3 2-207,3 1 1,1 3-1,4-1 1,5 3-231,-1 3 0,12-1 756,-4 7 0,11 0 0,-1 6 0</inkml:trace>
  <inkml:trace contextRef="#ctx0" brushRef="#br0" timeOffset="2499">3091 941 8185,'0'-17'-192,"0"-1"1,0 1-1,0-1 1,0 1-112,0-1 0,2 1 0,2 0 1522,2-1 1,0 1-43,-6-1 0,0 7-912,0-1 0,0 10 1,0 2-1,-2 12 243,-4 9 0,2 2 1,-5 12-1,-1 8-137,0 5 0,0 12 1,-3 6-1,1 8-148,-1 8 0,-3-3 1,1 1-1,1-4-177,2-9 0,3-1 0,-3-15 0,6-12-75,4-12 1,2-17 0,0-10-440,0-10 1,8-19-1,4-8 1,3-6 51,3-5 1,-7-3-1,-1-1 1,-2-1 136,-4 1 1,-2 0 0,-1-1 0,3 1-4,2-1 0,0 1 0,-4 0 0,4-1-48,5 1 1,1-1 0,4 3 0,3 3 239,0 7 0,3 11 0,-1 5 0,2 7 57,-1 5 0,3 6 1,-2 12-1,1 8 41,1 7 1,-6 4 0,2 6 0,-7-1 228,-8 1 0,-4-4 1,-2 2-1,0 0 53,0-2 1,-8 4 0,-4-8 0,-3-1-128,-3-3 0,-5-1 0,0-3 0,0-3-233,-3-6 0,7-4 0,-6-2 0,1 0-721,1 0 1,0 0 0,7-2-184,5-4 0,-3-4 1,8-7 973,2-1 0,2 1 0,2-1 0</inkml:trace>
  <inkml:trace contextRef="#ctx0" brushRef="#br0" timeOffset="2883">3633 679 8159,'9'-17'0,"-1"-1"0,-2 1 953,0-1 1,0 7 15,-6-1 1,0 10-771,0 2 0,0 8 0,-2 11 0,-4 5 143,-6 5 0,-1 4 0,-1 4 1,3 1-102,-3 3 0,0 0 1,1-6-1,3 0-136,2 0 0,-3-8 0,3-4 1,0-3-65,0-3 1,3-3-327,5-9 1,7-8 0,3-21 0,4-5 48,3-4 0,-3-2 1,9 0-1,-4 0 18,-1 0 1,-1 1 0,3-1 0,1 2-79,2 4 1,1-3 0,-7 9-1,2 2-146,5 1 1,-5 3-1,4 1 1,-1 5-68,1 5 1,-4 4 0,7 2 0,-3 0-159,0 0 1,1 0 666,-7 0 0,8 8 0,2 2 0</inkml:trace>
  <inkml:trace contextRef="#ctx0" brushRef="#br0" timeOffset="3233">4052 784 11254,'17'0'527,"3"0"0,1 0-384,2 0 0,1-8 0,-5-1 0,2-3-51,3 0 0,-1-1 1,-5-9-1,-3-1-159,-3 2 0,1 1 1,-7 3-1,-2-1-194,-2 1 0,-4 1 0,-4 5 0,-6 5-99,-3 4 1,-8 4-1,-3 4 1,1 7 238,0 9 0,-4 5 0,6 8 0,1 0 127,3 0 1,3-2 0,3 0 0,3-2 171,2 0 1,4 4 0,10-12 0,8-2-259,7-1 1,6-5 0,8-1-1,0-4-220,0-3 0,6-3 0,2-10 1,1-5-1389,5-5 1688,1-1 0,3-8 0,-1-3 0</inkml:trace>
  <inkml:trace contextRef="#ctx0" brushRef="#br0" timeOffset="3532">5187 86 8158,'0'-18'603,"0"1"1,0-1 899,0 1-1118,0 7 1,-6 12-1,-1 15 1,-3 11 14,-4 5 0,-1 11 0,-5 9 1,-1 9 135,-2 6 0,-6 5 0,3 7 0,1 7-302,0 2 0,2-7 1,5-6-1,3-7-429,3-4 0,4-21 1,10-17-295,4-11 0,-2-8 0,8-12 0,1-6-696,3-7 1,1-7 0,-1 3-1,-5-4-1614,-5-2 2799,-4 5 0,-2-11 0,0 6 0</inkml:trace>
  <inkml:trace contextRef="#ctx0" brushRef="#br0" timeOffset="3699">4733 644 13013,'25'-2'121,"4"-3"1,6-3 0,6-6-1,6 3-950,3-3 1,2 4 0,-1-1 0,-3-3 828,-1-1 0,0-3 0,5 1 0</inkml:trace>
  <inkml:trace contextRef="#ctx0" brushRef="#br0" timeOffset="4132">5519 767 8140,'0'9'820,"6"-3"1,2-10-1,-1-3-510,1-3 1,4-2 0,-5-3-1,1 1 19,0 2 0,-2 1 0,-6-7-293,0 1 0,-8 7 0,-4 4 0,-5 4-88,-6 2 1,1 0-1,-7 2 1,-2 4 19,-2 6 1,-2 9-1,2 4 1,2 3 37,2 3 1,10 2-1,1 1 1,10 1 293,7 0 0,1-6 0,3-1 0,7-5-180,8-8 0,11 1 0,0-10 0,4-4-130,2-6 0,-2-6 0,-2-7 0,-4-3-174,-2-3 1,4 2 0,-5-7-1,-3 1-114,-2 0 0,-7 6 1,-2-3-1,-3 5-235,-3 2 0,-2-1 379,-2 1 0,-2 7 0,-4 6 1,-3 10 94,-1 11 0,-4 1 1,9 7-1,1 0 105,2 4 1,2-3 0,0-1 0,0-2-137,0 0 0,8 1 0,3-7 0,7-1-93,5-5 1,2-3-1,8-8 1,0 0-957,4 0 0,2-10 1139,-4-7 0,7-8 0,3-10 0</inkml:trace>
  <inkml:trace contextRef="#ctx0" brushRef="#br0" timeOffset="4582">6252 278 8103,'0'-18'173,"0"1"1,0 5-1,0 0 764,0-1 0,-2 5-345,-3 2 0,1 6 0,-6 8 0,0 9-184,1 11 1,-3 5 0,-5 3 0,-1 5-7,1 6 1,1 5 0,3 4 0,1 5-115,-2 1 0,1-4 0,-1 4 0,4-4-190,3-7 1,1-7 0,6-11-155,0-4 1,8-11-1,3-14 1,5-8-276,1-8 1,1-9 0,-1-4 0,3-2-203,3-5 0,-4 1 0,5 0 0,-5 2 173,-2-2 0,7 6 1,-1 0-1,0 1-94,3 1 1,-7 2 0,4 7 0,-3 5 334,-3 1 0,6 2 0,1 10 0,-3 6 207,-2 7 0,-7 12 1,-2 0-1,-1 6 549,1 6 1,-6-4 0,0 2 0,-8-6-159,-8-4 1,-5-6 0,-4 2-1,-5-3-369,-1-7 1,-2-9-1,-8 0 1,-2-4-402,-1-2 0,-1-2 0,8-2 1,2-4-252,2-2 0,7 1 1,-1-3-1,6 4-1255,5 1 0,6 5-390,12-4 2187,4 4 0,7 2 0,1 0 0</inkml:trace>
  <inkml:trace contextRef="#ctx0" brushRef="#br0" timeOffset="4816">6759 697 8093,'6'-18'0,"1"3"579,3 3 0,-6-3 1596,2 3-1454,-4 4 0,-4 10 0,-2 14 0,-4 7-276,-1 4 0,3 2 0,-6 4 0,-2-2-372,-1-2 1,3 0-1,3 6 1,-1 0-380,0 0 1,6-8 0,-3-3 0,1-5-3167,0-1 2381,0-1 0,8-9 1091,4-8 0,4-16 0,7-11 0</inkml:trace>
  <inkml:trace contextRef="#ctx0" brushRef="#br0" timeOffset="4966">6829 330 8636,'9'0'4538,"-1"-8"-4538,-8 6 0,0-5 0,0 7 0</inkml:trace>
  <inkml:trace contextRef="#ctx0" brushRef="#br0" timeOffset="5266">7283 173 8086,'6'-18'179,"-1"1"1,3-1-1,-4 1 1691,2 0-1550,8 7 0,-11 2 0,7 10 0,-2 4-74,-4 5 0,-4 13 1,-6 5-1,-6 6 258,-3 6 1,-3 5 0,1 12-1,-3 6 184,-3 4 1,4 4 0,-7 2 0,3 3-570,0 3 0,0-6 1,5-1-1,3-9-518,3-11 0,4-16 0,8-14 0,2-5-353,4-7 0,4-5 1,7-12-1,1-5-536,-1-5 1,-5-3-1,-1-3 1,1-1-1007,-2 2 2294,5-7 0,-5 1 0,7-8 0</inkml:trace>
  <inkml:trace contextRef="#ctx0" brushRef="#br0" timeOffset="5482">7527 697 8029,'0'-18'505,"0"7"788,0-1 1,0 6-1,-2-4-715,-3 3 1,1 9 0,-6 11-1,0 9-468,1 7 0,5 4 0,-2 2 0,2 0-317,-2-1 0,4-1 0,-4-1 0,4-5-471,2-2 1,0-2 0,0-5-401,0-1 0,2-7 1,4-4-1,4-6 1078,0-6 0,13-12 0,-4-9 0</inkml:trace>
  <inkml:trace contextRef="#ctx0" brushRef="#br0" timeOffset="5632">7737 260 8029,'0'-17'2111,"0"-1"1,0 7-2318,0-1 1,0 6-2788,0-6 2993,0 9 0,8-5 0,1 8 0</inkml:trace>
  <inkml:trace contextRef="#ctx0" brushRef="#br0" timeOffset="5899">8104 51 8029,'5'-18'2015,"1"1"-1581,0 7 1,-6 4 0,0 14 0,-2 9 77,-4 11 1,-3 6 0,-7 7 0,3 6-31,1 3 0,0 10 0,-5 4 0,-1 8-183,1 10 0,-1-3 0,1 9 1,1-11-276,5-5 0,-3-10 1,8-6-1,2-9-498,3-12 0,2-16-1181,5-13 1,-4-6 0,4-6-1017,-4-5 2671,-2-13 0,0-3 0,0-8 0</inkml:trace>
  <inkml:trace contextRef="#ctx0" brushRef="#br0" timeOffset="6049">7789 627 10026,'18'0'2612,"-1"0"-2220,1 0 1,5 0-1,0 0 1,1 0-1246,1 0 0,-4 0 0,8-2 0,0-4-701,-2-5 0,6-5 1554,-3-1 0,3-1 0,1 1 0</inkml:trace>
  <inkml:trace contextRef="#ctx0" brushRef="#br0" timeOffset="6551">8470 609 9590,'0'12'763,"0"0"1,-2 1-464,-3 3 1,1 1-1,-6 3 1,2 1-292,4 2 1,-3 1 0,1-7-1,2 1 5,2-1 0,4-5 0,4-3 1,5-1-250,5-4 1,1 4 0,3-2 0,1-4-80,2-6 0,8 0 1,-1-8-1,1-1 223,-2-3 0,2-1 0,-6-3 0,0-1 49,0-2 0,-3-1 0,-9 7 0,-3-1 189,-2 1 1,-2 5 252,-6 1 1,0 9-298,0 2 1,-6 13 0,0 12 0,2 1 612,2-1 0,2 12 0,0-2 0,0 3-219,0 5 0,0-4 0,0 8 0,0 1-267,0 3 1,-2 1 0,-4 0-1,-5 1-169,-5-1 0,-3-5 0,-4-3 0,-7-1-156,-3-4 0,-1-4 0,-3-6 0,-2-6-323,-2-3 1,0-5 0,6-3 0,2-6-391,4-5 0,12-4 0,13-9 310,8-11 0,15-10 0,18-6 0,14-4 309,11-1 0,13-9 0,5-5 0,-39 29 1,1 2 88,2 0 0,0-1 0,-2-1 0,1 0 0,6 0 0,1 0-166,0 0 0,1 2 1,4-1-1,1 1 1,1 1-1,0 0 1</inkml:trace>
  <inkml:trace contextRef="#ctx0" brushRef="#br0" timeOffset="16215">227 1692 8004,'0'-17'804,"0"5"600,0 0 1,-2 11-812,-3 1 1,1 9 0,-8 16 0,-2 10-62,-1 10 1,-8 7-1,-1 7 1,3 5-365,2 4 1,1 1-1,1-1 1,-1-2-202,1-2 0,7-7 0,4-3 0,4-11-785,2-14 1,2-10 0,4-7-347,6-6 1,9-6-1,2-8 1,-1-8-1431,-3-5 2594,-2-10 0,1 4 0,-1-8 0</inkml:trace>
  <inkml:trace contextRef="#ctx0" brushRef="#br0" timeOffset="16448">384 2146 8325,'10'-7'676,"-4"-5"1,-4-4 838,-2-1 1,0 5-979,0 1 1,0 9-1,0 2-383,0 9 0,0 15 0,-2 5 0,-2 4-20,-2 2 0,-5 5 1,3 1-1,0-2-916,0-2 1,3-2 0,5 0-1,0-2-523,0-4 1,1-6 1304,5-11 0,4-12 0,7-10 0</inkml:trace>
  <inkml:trace contextRef="#ctx0" brushRef="#br0" timeOffset="16598">507 1762 8105,'0'-17'4391,"0"-1"-2260,0 1-3274,0 7 0,2 4 1143,3 12 0,5 4 0,8 7 0</inkml:trace>
  <inkml:trace contextRef="#ctx0" brushRef="#br0" timeOffset="17031">699 2164 8128,'11'-2'813,"1"-4"0,-6 2 214,6-8 1,-7 7-412,7-7 1,-8 6-339,2-5 1,-4 9 7,-2 2 0,-2 13 1,-4 10-174,-6-1 1,3-3 0,-1 1 0,2 1-251,4 2 0,2 1 0,2-7 73,0 0 1,0 1-1,2-3-103,4-3 1,0-4 0,9-8 0,5-2-68,-1-4 1,6-6-1,1-9 1,-1-4 258,0-2 1,6 3 0,-4-3 0,0 0 188,-3 0 1,-5 6-1,-1-1 1,-1 7-66,1 3 0,-7 8 0,-1 0 7,-2 8 0,-3 6 0,-5 9 0,0 5-127,0 5 0,0 4 0,0 2 0,0 0-278,0-1 0,0-1 0,0-3 0,2-5-346,4 0 0,-2-8 0,6 3 0,0-8-647,-1-5 0,-3-1 1,6-6-303,1 0 1544,3-8 0,1-9 0,1-10 0</inkml:trace>
  <inkml:trace contextRef="#ctx0" brushRef="#br0" timeOffset="17398">1555 2234 8128,'0'-12'1312,"0"0"-571,0-1 1,0 3-15,0-2 1,1 9-1,5-3-436,6 4 1,3-4-1,3 0 1,-1 2-353,1 2 1,1-4 0,3-1 0,1-1-102,-2 0 1,-1-5-1,-3 1 1,1-4-156,-1-1 1,-7 0 0,-2-1 0,-3 1 32,1-1 0,-6 6 1,-10 1-1,-3-1 198,-7 2 0,-7 3 0,2 9 0,-2 3 162,-4 7 0,0 11 1,0 7-1,4 3 326,1 1 1,5 7-1,7 2 1,5 0-49,1-1 1,2 5 0,8-6 0,4-3-311,6-1 0,5-10 0,6-5 0,6-9-536,4-7 0,8-4 0,2-4 0,0-4-326,-1-5 1,-1-7 0,-6-3 0,-2-4-565,-4-2 0,2-1 1382,-8-1 0,1-4 0,-7 6 0</inkml:trace>
  <inkml:trace contextRef="#ctx0" brushRef="#br0" timeOffset="17831">2323 2234 8373,'10'-8'1426,"-3"4"1,-5-8-832,4-1 0,-4 3 0,4-2 0,-2-1-170,2-3 1,-4-1 0,3-1-238,-3 1 0,-2-1 1,-2 1-1,-5 1-154,-11 5 1,-1 1-1,-8 6 1,-1-2-169,1 3 1,-6 8 0,-4 7 0,4 4-141,0 1 0,6 8 1,0 4-1,4 2 402,7-2 0,7 4 0,9-3 0,0 1-12,0-2 0,2 2 0,5-8 0,9-4-91,5-5 0,10-6 0,-2-8 0,4 0-69,2 0 1,-2-8 0,-2-4 0,-2-5-202,2-6 1,-5-5 0,-3-5 0,-4 2 128,-1 2 1,-1 8 0,-1-2-1,-5 3 46,-5 3 0,-4 5 3,-2 1 0,0 14 0,-2 3 1,-2 10 126,-1 7 1,-7 4-1,6 8 1,2 0-21,2 0 0,4-2 1,2-2-1,4-4-248,2-2 1,7 5 0,8-7 0,0-4-439,1-5 0,3-6 1,-4-8-1,2 0-473,4 0 1,-6-8 1118,-1-4 0,3-11 0,0-4 0</inkml:trace>
  <inkml:trace contextRef="#ctx0" brushRef="#br0" timeOffset="18148">2847 2199 8128,'10'-18'1624,"-3"1"-479,-7-1 1,0 7 536,0-1-1508,0 8 0,-5 10 1,-1 11 76,2 3 1,0 5-1,0 0 1,-2 1-78,2-1 0,2 4 0,0-6 1,-1-2-72,-3-1 0,0-8-163,6-1 1,2-7-66,4 2 1,1-12 0,7-6 0,-4-3-207,-2-3 1,5-5 0,-3 0 0,1 1 119,1 3 1,-6 2 0,6-1-1,1 1-160,3-1 0,3 1 0,4-1 0,6 1-86,4-1 1,10 1 0,4-1-1,5 3 457,6 3 0,4-11 0,8 4 0</inkml:trace>
  <inkml:trace contextRef="#ctx0" brushRef="#br0" timeOffset="18881">4384 2059 7887,'9'-17'325,"-3"-1"0,2 1 636,-2-1 1,0 10-435,-6 8 0,0 10 0,-2 13 0,-2 6-199,-2 4 1,-6 10 0,5 2 0,-1-1-134,0-3 0,2-4 0,4-2 0,-2 0-27,-1 0 1,-1-8 0,6-4 26,0-3 0,0-13 0,2-7-84,4-9 1,3-15 0,9-7 0,-1-5-177,1-5 1,-7-2 0,-1 4 0,0-1-75,-1 1 0,1-2 1,4 4-1,-5 6-375,-1 4 0,6-2 0,-3 5 0,3 3-165,-2 2 1,3 7-1,-3 2 1,5 3 94,7 3 1,-3 4 0,6 6 0,0 5 161,0 5 1,-5 1 0,3 1 0,-2-3 421,1-3 0,-1 11 0,-6-3 0</inkml:trace>
  <inkml:trace contextRef="#ctx0" brushRef="#br0" timeOffset="19248">4698 2164 8095,'-10'11'284,"5"1"0,3 0 0,2 5 208,0 1 1,2-7 0,3-1 0,7-2-76,4-4 1,3-2-1,2-2 1,5-2-144,1-4 0,-4-4 0,6-7 0,0-1-87,-2 1 1,-1-7 0,-9 1 0,1 0-166,-1-2 1,-1 5 0,-5-3-1,-5 4-400,-4 1 1,-2 1 0,-2-1-1,-4 3-310,-5 3 0,-11 4 0,-3 8 0,0 0 285,0 0 0,-5 8 0,5 6 0,0 7 472,0 8 0,1 4 1,7 2-1,1 0 262,5 0 1,3 2 0,8 1 0,2 3-139,4-2 0,11-4 0,12-6 0,4-8-380,2-7 1,2-6 0,2-8 0,4-2-158,1-4 0,-5-6 1,2-11-1,-4-6-219,-2-4 1,-8 4 0,-4 0 0,-5 0 562,-7 1 0,5-12 0,-7 3 0</inkml:trace>
  <inkml:trace contextRef="#ctx0" brushRef="#br0" timeOffset="19498">5571 1570 8095,'-9'-17'746,"1"-1"407,8 1 1,-2 1-690,-4 4 1,2 9 0,-5 12-281,1 9 0,-6 13 0,3 4 0,-5 9 33,-1 7 1,-1 9 0,1 4-1,-1 6-253,1 5 0,-1-1 1,1 4-1,1-6-419,5-10 1,3-12-1,10-7-160,4-6 1,-3-14 0,9-19 0,4-8-6,5-8 1,-2-9 0,5-4 0,-7 0-219,-5-1 0,3-3 838,-3 6 0,3-8 0,3 4 0</inkml:trace>
  <inkml:trace contextRef="#ctx0" brushRef="#br0" timeOffset="19964">5868 2164 8095,'12'0'106,"0"-2"197,1-4 1,-5 2-1,0-6 1,-3 1 167,1-1 1,2-2 0,-4-5 0,2-1-44,-2 1 0,-2 0 0,-2-1 0,0 1-118,0-1 1,-2 1 0,-4-1-265,-6 1 1,-3 5 0,-3 2-1,-1 3-249,-5 3 0,3 2 0,-8 4 1,0 4-155,2 5 0,-4 5 0,7 3 1,3 2 308,2 3 1,1 7 0,3-2 0,3 4 249,6 2 1,4 0 0,2-2 0,2-4 1,4-6 1,6 0 0,9-3-1,4-7-114,2-3 1,1-4-1,3-8 1,-2-4-96,2-5 0,-4-5 1,0-3-1,-2-3-85,-3-1 1,-3-8 0,-3 4 0,-3-2-32,-1 0 1,-8 7 0,3-1 0,-1 4-45,0 1 0,-2 8-33,-10 5 1,2 5 0,-7 7 0,-1 9 136,2 5 1,1 10 0,5-2 0,-2 4 24,2 2 0,2-6 0,2 0 1,2 1-104,4-3 0,-2 4 1,9-10-1,5-3-321,3-5 1,8-9-1,-2 0 1,4-8-136,6-8 0,4-11 0,-2-6 0,2-4 595,-3-2 0,-1 0 0,-2 0 0</inkml:trace>
  <inkml:trace contextRef="#ctx0" brushRef="#br0" timeOffset="20214">6654 1570 8095,'0'-17'391,"-2"-1"929,-4 1 1,2 1-1052,-7 4 0,-1 12 1,-3 14-1,1 7-85,2 8 0,1 12 0,-7 6 0,1 5-122,-1 6 1,1 4 0,-1 8 0,1 0-88,0 0 1,1 6 0,2-3 0,5-7-195,1-11 1,2-13-1,6-12-174,0-7 1,2-11 0,2-9 0,4-6-389,1-9 0,-5-4 1,4-1-1,-2-3-804,0-3 1585,0 4 0,-14-14 0,-2 6 0</inkml:trace>
  <inkml:trace contextRef="#ctx0" brushRef="#br0" timeOffset="20364">6235 2059 12559,'17'2'0,"3"2"154,3 2 0,6-1 0,10-5 0,4 0-869,1 0 1,-3 0 0,4-1 0,-3-5 714,-3-6 0,-2-3 0,-2-3 0</inkml:trace>
  <inkml:trace contextRef="#ctx0" brushRef="#br0" timeOffset="20598">6986 1989 8043,'-2'-15'1116,"-4"3"1,4 2 0,-6 6-631,1-1 0,3 8 1,-8 15-1,-1 9-342,-3 6 0,4 10 0,1 1 0,-1 3-739,2 0 0,-3-9 0,7 3 0,2-6-829,2-6 0,4-6 851,4-11 1,4-8-1,5-14 1,-1-9 572,-3-6 0,-1-10 0,2-6 0,3 0 0,-5 6 0</inkml:trace>
  <inkml:trace contextRef="#ctx0" brushRef="#br0" timeOffset="20748">7108 1675 8495,'-17'9'1827,"-1"7"0,9-12-3762,3 8 1935,4-9 0,10 5 0,1-8 0</inkml:trace>
  <inkml:trace contextRef="#ctx0" brushRef="#br0" timeOffset="21184">7510 2024 8043,'10'-8'389,"3"4"0,-7-7 401,-2-3 1,0 4 0,0-1-405,1-3 0,1-1 1,-8-1-374,-4 5 0,-3-3 0,-9 8 0,-1 2 17,-4 2 0,1 2 0,-7 0 1,0 2 43,2 4 0,-6 6 0,6 9 0,0 4 132,3 2 1,5 3 0,3 6 0,5 3 79,5 2 1,4 0 0,2-6 0,4 0-383,7 0 1,3-8 0,15-4-1,2-6-168,2-5 0,4-4 1,0-10-1,0-4-209,-4-6 1,-4-5-1,0-6 1,-6-6 103,-3-4 1,-3-2-1,-1-2 1,-3 0 203,-1 2 1,-8-4-1,0 10 1,-6-2 62,-4 2 0,-10 4 0,1 7 0,-6 3 123,-1 3 0,1 4 1,-1 8-1,-1 4-230,2 8 0,1 0 1,3 13-1,1 0-61,5 4 1,-3 4-1,8 2 1,3-2 69,1-4 0,7 2 0,3-8 0,2-1 200,3-3 0,9-9 0,3-4 0,2-4 0,4-2 0,2-2 0,2-6 0,0-10 0,8-7 0,1-10 0</inkml:trace>
  <inkml:trace contextRef="#ctx0" brushRef="#br0" timeOffset="21549">7946 1832 10233,'-9'8'803,"-5"-2"1,8 9 0,1 6-401,-3 5 1,6 3 0,-4 8 0,4 1-371,2 3 1,0 0 0,0-6 0,0-2-45,0-4 1,2-4 0,2-7 0,4-3-167,1-3 0,3-6 0,5-10 0,1-4-273,-1-2 1,3-3-1,1-9 1,2-1-1,-1 2 0,-1-6 0,2-1 1,5-1 184,-1 0 1,4 6 0,-6-4 0,0 1 147,0 5 0,-1 4 0,-9 3 0,-1 4 209,-3 3 0,-9 5 389,-2 13 0,-2 3 0,-9 15 0,-3 2-12,-1 2 1,5 2-1,4-2 1,4-2-422,2-2 1,0-6 0,0 5-1,2-3-533,4-4 0,10-9 0,9-6 0,2-4-455,4-2 1,2-4 0,4-6 0,2-7 939,1-3 0,1-5 0,-6 2 0,0-8 0,0 3 0</inkml:trace>
  <inkml:trace contextRef="#ctx0" brushRef="#br0" timeOffset="21884">8907 1902 8043,'8'-18'370,"-6"1"1,4-1 273,-5 1 1,-1 5 0,0 1 0,-1-1-336,-5 2 0,-2-5 0,-6 5 0,3-2-263,-3 1 0,-1 7 0,-3-2 0,1 4-142,-1 2 1,1 0 0,-1 0-1,3 2 19,3 4 1,-3 4-1,5 7 1,-2 2 248,1 5 0,7-3 0,-2 6 0,4 0 68,2 1 0,2-5 1,2 4-1,4-2-126,1-3 1,3-3-1,5-1 1,1 1-213,-1 4 1,1-9-1,-1 3 1,1-3-193,-1-4 1,-7 5 0,-4-3 259,-4 3 0,-4-3 0,-4 0 0,-8-1-20,-7-1 1,0 3 0,-9-5 0,1 0-343,2 0 1,-4-2 0,8-6 0,2 0-711,1 0 1,10-2-81,5-4 0,5 2 1182,5-8 0,13 1 0,9-7 0</inkml:trace>
  <inkml:trace contextRef="#ctx0" brushRef="#br0" timeOffset="22350">9309 1483 8043,'0'-18'177,"0"7"0,0-1 450,0-2 1,-2 7 0,-2 3-326,-2 8 0,-6 7 0,7 12 1,-1 7 147,-2 3 0,0 9 0,-5 5 0,1 3-37,-2 3 0,3 7 0,-5 4 0,-3 4-238,-1 2 1,3-8 0,3-6 0,3-7-798,-3-9 252,6-3 0,6-19 0,10-13 0,4-12-254,7-9 1,-1-1 0,5-1 0,-4-1 111,-1-4 1,-1 3-1,1-3 1,1 2 183,5-3 1,-5 5-1,6-4 1,-2 1 259,1-1 0,5 9 1,-6-3-1,-3 1 569,-7 1 0,3 5-97,-5 4 1,-3 6 0,-2 6-1,-6 8 183,-6 7 1,-4 0 0,-7 8-1,1 3-177,5 1 1,-3 0 0,8-2 0,2-4-658,2-2 1,2-2-1,0-5 1,0-1-196,0 1 0,2-9 1,4-3-568,6-4 0,3-8 0,3-1 0,-3-3-766,-3-4 1775,4-1 0,-7-11 0,9-1 0</inkml:trace>
  <inkml:trace contextRef="#ctx0" brushRef="#br0" timeOffset="22565">9798 1867 8043,'9'2'1016,"-3"4"0,-4-2-373,-2 7 1,0-5-1,-2 6 1,-2 1-277,-2 3 1,-5 3 0,3 2-1,0 5-389,1 1 0,-5 0 0,6 4 0,0-4-367,-1-2 1,5 5-1,-4-7-1445,4-2 0,4-9 325,4-6 1,-4-18 1508,3-5 0,5-13 0,0 3 0</inkml:trace>
  <inkml:trace contextRef="#ctx0" brushRef="#br0" timeOffset="22731">9868 1518 8043,'0'-18'594,"0"1"1,0-1 0,0 1 1530,0-1 1,0 7-2856,0-1 1,0 10-844,0 2 0,0 8 1573,0 9 0,0 8 0,0 3 0</inkml:trace>
  <inkml:trace contextRef="#ctx0" brushRef="#br0" timeOffset="23234">10234 1937 8043,'-6'-18'0,"1"1"1050,1-1 0,0 9-445,-2 3 0,-2 6 1,-5 6-1,3 7 52,2 9 0,-5 12 0,3 11 0,-2 4-244,1 3 1,5-2 0,-4 15 0,0-1-218,1-2 1,3 4 0,-4-8 0,1-4-170,-1-5 1,6-3 0,-4-11-493,0-8 197,6-13 0,-5-14 1,7-12-1,0-3-73,0-3 0,0 1 0,0-1 1,0 1-155,0-1 1,2-1 0,3-2 0,5-3 85,0 3 0,5-6 0,-5-2 0,2-4 178,-1-2 0,7-8 1,5-3-1,0-7 107,3-5 0,-5 2 0,8-10 0,2-2 331,2 0 1,2 8-1,0 17 1,-2 6 218,-4 10 0,2 15 1,-8 12-241,-1 10 0,-11 15 1,-5 8-1,-4 8 167,-2 4 1,-2-5 0,-4 5-1,-5-2 14,-5-4 1,-1-4-1,-1-4 1,1-4-407,-1-2 0,-1-8 0,-4-7 0,-4-2-86,-1-4 1,-5-2 0,6-4 0,-2-4-1380,0-6 0,2 3 1504,-2-3 0,-4 0 0,6-5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15.92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280 315 8141,'10'-18'386,"-5"1"0,3-1 601,-2 1 1,6-1-275,-7 1 0,3 1 1084,-2 5-1286,-4-5 0,4 12-508,-12-7 1,-4 7-1,-7-2 58,-1 4 0,-5 2 0,0 2 0,1 2-351,3 2 1,-4 7 0,-1-3 0,3 3 150,2 5 0,-1-4 1,1 9-1,-1-2 160,5 2 1,3-3 0,-1 5 0,3-2-57,2 1 1,2 5-1,8-6 1,2-2-33,2-1 0,8-5 0,-1-3 0,7-6 63,3-4 0,0-2 0,-3 0 1,1-2 33,2-4 0,1-4 1,-7-7-1,0-1 6,1 1 0,-6-1 1,-3 1-1,1-1 96,0 1 1,-5 0-374,7-1 173,-8 1 1,4 9 0,-8 8 0,0 10 57,0 5 1,0 3 0,0 1 0,2 2-51,4 3 1,1-1 0,7-6 0,-2-1-291,1-4 0,8 1 0,5-7 0,-1-2-737,0-2 0,6-2 1,-4-2 1086,1-4 0,4-11 0,-4-11 0</inkml:trace>
  <inkml:trace contextRef="#ctx0" brushRef="#br0" timeOffset="400">1031 157 8184,'0'-17'328,"2"0"518,4-1 0,-4 1 1,3-1 77,-3 1 1,-2 5-451,0 0 0,-2 3 0,-3-3-527,-7 6 0,2 4 0,-1 2 0,-3 0-175,-2 0 0,-7 0 1,0 2-1,1 4-16,3 6 1,-4 1-1,0 1 1,1-3-74,3 3 1,7-4 0,0 1 277,-1 3 1,5 2 0,4 1 0,8 0 158,8 1 0,3-1 1,3 1-1,1-1-65,4 1 1,-1 5-1,5 2 1,-2 1-156,-3-1 1,-3 4 0,-2-4-1,-1 0-165,-4 1 0,-5-3 1,-7-6 71,0 1 1,-7-3 0,-5-3 0,-6-6-141,-5-4 1,-4-2-1,-6 0 1,2-2-356,2-4 0,2 2 1,-2-6 687,5 3 0,5-15 0,1 3 0</inkml:trace>
  <inkml:trace contextRef="#ctx0" brushRef="#br0" timeOffset="816">1625 192 8184,'0'-17'-33,"0"-1"1,0 7 0,0-1 800,0-1 0,-6 3 0,-2 0-487,-2 2 0,-1 3 0,-9 5 0,-1 0-330,-2 0 1,-6 0 0,3 0 0,1 0 140,0 0 1,-4 5-1,5 3 1,3 0-133,2 0 0,7-1 1,0-1-88,-1 6 0,5 3 0,4 3 263,8-1 1,6 1 0,7-1 0,1 3 40,-1 3 0,3-4 0,1 7 0,4-3-101,2 0 0,-5 8 1,-1-4-1,-5 3-141,-5-1 0,-1 0 1,2 4-1,-7-2-156,-3-2 0,-2-8 0,-2 3 1,-3-7-34,-7-5 1,-9-5 0,-5-7-1,1-2-123,0-3 0,-6-7 1,4-9-1,-1-5-1020,5-1 1397,4-2 0,1-6 0,1 0 0</inkml:trace>
  <inkml:trace contextRef="#ctx0" brushRef="#br0" timeOffset="1200">1764 280 8171,'0'-18'711,"0"1"0,0 5 1205,0 0-1760,0 9 0,0-3 1,0 12-1,-2 5 253,-3 5 1,3 9-1,-6 2 1,2 2-179,0 0 0,0 0 0,6 4 0,2-1-83,4-3 0,-2-2 0,8 2 1,1-8-219,3-7 1,7-1 0,2-7 0,2-2-160,4-2 1,1-10-1,-1-3 1,-4-7-3,-2-5 1,4 2-1,-8-9 1,-3 1-25,-5 2 0,-9-4 0,2 6 0,-4 0-259,-2-1 1,-6 3 0,-1 8 0,-3 1-907,-4 2 1,5 9 772,-3-3 0,8 12 647,-2 5 0,4 5 0,2 1 0</inkml:trace>
  <inkml:trace contextRef="#ctx0" brushRef="#br0" timeOffset="1781">2376 227 6445,'0'-17'2561,"-2"5"-1857,-4 1 1,4 9 0,-4 4-112,4 13 1,2 4 0,0 11 0,0 1-346,0 2 1,-6 2 0,0-1 0,3-1-98,1-3 0,2 1 1,0-8-1,0-2 51,0-1 0,0-3-139,0 1 0,7-9 0,3-5-464,0-8 1,5-7 0,-3-11 0,3-3 29,3-2 0,-1 4 0,1-6 0,-1-3-147,1-1 0,-1 0 1,1 2-1,-1 4 354,1 2 0,-1 2 0,1 5 749,-1 1 0,-1 11-112,-5 12 0,-3 5 0,-8 19 0,0 1-40,0 2 0,0 2 1,0-1-1,0 1-99,0 0 1,0-6-1,0-1 1,0-3-622,0-4 1,0-1-1,2-5 104,4-3 1,-2-4-1,7-10 1,3-4-222,1-6 1,3-9-1,-1-4 1,1-3 67,-1-3 1,7-2 0,-1-2-1,-2 0 139,-1 1 0,-1 4 1,2 3-1,3 0 179,-3 0 0,-2 6 0,-1-3 6,-1 5 0,-7 11 0,-4 8 307,-4 10 1,-2 13-1,0 6 1,-2 4 255,-4 2 0,4 6 1,-4 0-1,4-3-629,2-1 1,0-2 0,0-2 0,0-4-465,0-5 1,8-5-1,4-3 1,3-5-687,3-5 1,1-6 0,4-8 1227,6-9 0,-3-8 0,-1-10 0</inkml:trace>
  <inkml:trace contextRef="#ctx0" brushRef="#br0" timeOffset="2133">3319 419 8034,'0'-11'2359,"2"1"-2073,3 2 0,-1 1 0,8 1 0,1-4-195,3 0 1,3-5-1,5 3 1,3-3-121,0-3 1,4 7-1,-8-1 1,1-2-99,1-1 1,-12 3 0,3 0-41,-6-1 0,-4 3 0,-8 0 0,-4 3 102,-6 3 0,-5 2 0,-5 2 0,-3 2 127,-2 4 0,4 3 0,-5 9 0,3 1 218,4 5 0,1 1 1,3 6-1,1 0-81,5 6 0,3-2 0,8 5 0,0-5-328,0-6 0,8 4 0,5-7 0,9-3-94,7-6 1,10-11-1,3 0 1,3-6-527,4-6 0,-1-9 0,1-11 749,-3-1 0,-7-10 0,4-7 0</inkml:trace>
  <inkml:trace contextRef="#ctx0" brushRef="#br0" timeOffset="2480">4070 227 8034,'0'-17'390,"0"-1"628,0 1 1,0-1 0,0 1-474,0 0 0,0-1 0,-2 1-608,-4-1 0,2 6 0,-8 3-77,-1 1 1,-3 4 0,-1 10 0,1 6 99,5 3 1,-5 3 0,6-1 0,-1 1 186,-1-1 1,6 2 0,-3 3-1,1 1 169,4-2 0,2 1 0,2-1 0,0 2-92,0-1 1,8 3 0,3-2 0,5 0-273,1 3 0,7-7 0,1 4 1,0-3-184,0-3 0,-1 1 0,-7-1 0,1 1 52,-1-1 0,-7 1 0,-4-1 129,-5 1 1,-8-7 0,-7-1 0,-7-2-176,-8-4 1,-10-1 0,-2 1 0,2 4-911,2 2 1,4-1 0,4 3 1134,6-6 0,4 4 0,1-1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32.89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333 192 9616,'-12'20'1506,"0"3"1,1 8-887,1 8 0,-6 7 0,5 13 0,-3 3-485,3 0 0,3 6 1,8-4-1,2 2-523,4-2 0,3-6 0,9-11 0,-1-9-834,1-7 0,-1-13 0,1-12 1222,-1-4 0,-7-10 0,-2-2 0</inkml:trace>
  <inkml:trace contextRef="#ctx0" brushRef="#br0" timeOffset="234">1 280 8122,'0'-18'1460,"0"1"-793,0-1 1,0 7 0,2 1 0,4 0-285,5 0 1,9 5 0,9-5 0,11 0-355,9 1 0,13-3 0,6-6 0,8 1-203,3 0 1,1-1 0,1 1-1,-7-1-386,-8 1 0,-10 7 0,-15 4-2171,-12 4 2731,-15 2 0,-22 8 0,-11 2 0</inkml:trace>
  <inkml:trace contextRef="#ctx0" brushRef="#br0" timeOffset="450">106 507 8141,'0'17'1712,"0"1"0,0-7-1243,0 1 0,7-8 0,5 2 0,5-4-93,7-2 1,5-2 0,10-4 0,3-6-642,3-3 1,2-3 0,5 1 0,-2-3-2364,-3-3 2628,3 4 0,-5-14 0,7 5 0</inkml:trace>
  <inkml:trace contextRef="#ctx0" brushRef="#br0" timeOffset="884">1084 542 8346,'0'-18'1878,"0"6"-1486,0 1 0,-2-1 0,-4-3-297,-6 3 0,2-2 1,-1 9-1,-3 1 54,-1 2 0,-9 2 0,1 2 0,0 4-15,-2 5 1,5 7 0,-3 3 0,4 4-22,1 2 0,3 4 0,3 8 1,6 2 105,4-2 0,4-2 0,4-4 0,7-4-202,9-6 1,1-4 0,10-3-1,4-4-175,0-7 1,0-5 0,-2-7 0,0-11 21,-1-9 1,-4-8-1,-5-4 1,-6-3-132,-9-3 1,-6 6 0,-4-2 0,-4 5 6,-8 1 0,-1 2 1,-18 5-1,-4 9 134,-4 6 1,-4 9 0,4 0-1,1 8-161,5 7 1,0 13 0,11 5 0,7 6-396,7 5 1,8-3 0,6 4 0,7-4 681,9-2 0,5 0 0,8 0 0</inkml:trace>
  <inkml:trace contextRef="#ctx0" brushRef="#br0" timeOffset="1267">1485 454 8135,'10'0'1812,"-2"2"0,-8 4 1,0 6-1400,0 3 1,0 3-1,0 1 1,0 2-275,0 3 1,0 7 0,0-4 0,0 2-67,0 0 1,0-8-1,2 3 1,2-5 156,1-1 0,1-7-202,-6 1 0,0-10 0,0-2-186,0-10 1,0-7 0,0-5 0,0-1-2,0 2 1,0-5 0,0 1 0,0 0-312,0 0 0,6 0 1,2 3-1,1-3-53,5-2 0,2 5 0,1-3 0,2 2 228,5 0 0,1-1 0,6 9 0,-2 3-105,2 6 1,0 4 0,0 2 0,-4 0-971,-1 0 1370,5 0 0,-12 8 0,6 2 0</inkml:trace>
  <inkml:trace contextRef="#ctx0" brushRef="#br0" timeOffset="1550">2393 367 11632,'0'-10'2163,"-2"2"0,-1 10-3450,-3 4 0,0-2-2226,6 8 3513,0-1 0,0 7 0,0-1 0</inkml:trace>
  <inkml:trace contextRef="#ctx0" brushRef="#br0" timeOffset="1683">2411 804 8063,'0'-12'3240,"0"0"-2008,0-1 0,0 3-1232,0-2 0,8 1 0,1-7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47.6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0 331 8047,'12'0'1004,"0"0"1,-8-2-342,1-4 0,-3 6 0,-2 0 41,0 10 1,0 11 0,0 6 0,0 4-365,0 6 1,2 2-1,2-2 1,2 1-310,-2 3 1,4 0 0,-1-8 0,1-4 96,0-6 1,0-5-203,-2-7 0,-5-7 1,7-13-154,0-9 1,-6-11-1,4 0 1,-4-4-211,-2-2 1,0 0 0,0-2 0,0 0 32,0 2 0,0-3 0,0 10 0,0-1 13,0 0 0,6 6 0,1-4 0,3 3 365,4 9 1,3-3 0,6 9-1,6-1-62,4 4 1,2 4 0,0 2-1,2 0-282,4 0 1,-4 2 0,4 2 0,-5 4 369,-1 2 0,0-7 0,0 5 0</inkml:trace>
  <inkml:trace contextRef="#ctx0" brushRef="#br0" timeOffset="367">542 593 11160,'17'0'1011,"3"0"1,1-2-804,2-4 1,8-4-1,0-7 1,6-1-104,4 1 0,0-3 0,-8-3 1,-2-4-207,-2 0 0,-10-4 1,-1 5-1,-10 1-361,-6 0 1,-6-4 0,-6 6 204,-8 1 0,-11 11 0,0 5 1,-4 4 78,-2 2 0,0 13 0,2 7 1,2 5 297,2 6 1,8 8 0,-2 4 0,5 1 199,7 5 0,3-1 1,10 1-1,5-5-131,11-1 1,9-4 0,14-10 0,5-6-344,5-3 1,1-5-1,1-3 1,-1-8-738,0-8 0,1-12 1,-1-9-1,1-2-1044,-1-4 1935,-15 6 0,4-16 0,-14 4 0</inkml:trace>
  <inkml:trace contextRef="#ctx0" brushRef="#br0" timeOffset="1333">1555 593 8047,'17'-8'269,"-7"4"0,-2-6 0,-2 0 236,-1 1 0,7 3 1,-4-6-144,1-1 1,-3-3 0,4-1 10,-2-1 1,-2 1 0,-6-1 0,0 1-163,0-1 1,-8 1 0,-4 1 0,-5 3-68,-7 1 0,-3 6 1,-8-3-1,0 1-60,0 4 0,1 2 0,1 4 1,2 4-174,1 6 1,9 5-1,0 6 1,5 6 138,5 4 0,7 4 0,-2 2 0,4 2-54,2-2 1,8-4 0,5-4 0,7-4-127,3-2 1,8-8-1,-2-7 1,4-2-87,2-4 1,0-10 0,0-8 0,0-7-49,0-8 0,0-6 0,0-4 0,-2-5 74,-4-7 1,2 8 0,-8-9 0,-4 2 182,-5-1 1,0 3 0,-7-1 0,1 1 65,0 5 1,-2 6 0,-6 8-1,0 6 313,0 3 1,-2 11-341,-4 3 1,2 12-1,-8 7 1,-1 8 17,-3 9 0,5 3 1,1 1-1,0 3 180,1 4 0,5-2 1,-2 6-1,4-1 252,2 1 0,0-4 0,0 5 0,2 1-387,4-3 0,5-3 0,11-10 0,3-4-237,2-1 0,2-11 1,6-9-1,-2-4-123,-4-2 0,4-10 1,-4-5-1,2-9-159,-2-3 0,2-4 1,-7-8-1,-3-1 240,-1 1 0,-5 4 1,-1 4-1,-5 4 282,-1 1 0,-2 1 94,-6 2 1,-2 5-79,-4 1 1,2 9-26,-7 14 0,7 4 1,-2 9-1,4 2 159,2 3 1,0 5-1,2-4 1,4 2-19,5 4 1,5-4 0,1 1 0,1-3-71,-1-4 1,9-1 0,3-5-1,4-3-325,2-6 1,-6-5-1,0-1 1,2-1-245,2-5 0,0-4 1,-4-7-1,-6-3-87,-3-3 1,-11 2 0,-1-7-1,-2 3 195,0 4 0,0-4 1,-6 1-1,0 3 284,0 2 0,-2 3 1,-2 2 247,-2 3 1,-2 7-55,2-2 1,4 6 0,-3 8 251,3 9 1,2 1 0,0 7-1,2-2-108,3 1 1,-1 7 0,8-4 0,1 0-212,3-4 1,3-3-1,3-3 1,3-1-155,2-5 0,2-3 1,4-8-1,-2-2-312,-2-4 1,0-3-1,4-11 1,-1-1-131,-3-2 0,-10-7 1,0 5-1,-7 0-15,-4 0 1,-2 1 0,-6 7 537,0 0 0,0 5 0,-2 2 30,-4 2 0,4 12 0,-6 12 0,2 7 192,1 4 1,-1-3 0,8 5-1,3 2-700,7 2 1,6-4 0,7-2 440,10-2 0,15-2 0,12-5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45.84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18 210 8047,'12'-27'17,"-2"1"0,-1 3 310,1 0 1,-6 0 619,2 5 1,-4 6-628,-2 1 1,0 15 0,-2 1 0,-2 13 2,-2 11 0,-7 0 1,3 14-1,0 0-6,4 3 1,-1 7 0,1 1 0,2 0-143,2-3 0,2-5 1,0 1-1,2-6-38,4-5 1,3-8 0,9-5-1,-1-6-119,1-5 0,1-4 0,4-8 1,5-4-206,-1-8 0,4-1 0,-6-16 0,0-3-215,0-1 1,5-1 0,-7 1-1,-2 2-43,-1 1 1,-1 7-1,0-4 1,1 2-199,-5 3 0,-7 9 453,4 1 1,-8 10-1,1 2 360,-3 10 1,-2 13 0,-2 6 0,-1 4 197,-3 2 1,0-6-1,6-2 1,2 1-23,4-1 1,-2-6-1,7 2 1,3-3-93,1-3 0,9-7 1,1-4-1,2-4-317,4-2 1,2-2 0,2-4 0,0-8-138,0-7 0,0 0 1,-2-6-1,-4-1-66,-6 1 1,-3 4 0,-3-4 0,0 2-173,1 3 0,-8 3 0,-5 1-31,-3 1 1,-2 9 582,0 8 1,-5 8 0,-1 11 0,2 3 208,2 1 0,2 6 0,0-4 1,0 0-92,0 1 1,6 3 0,2-6 0,3-2 164,9-1 1,-1-5 0,10-1-1,2-4-636,2-3 1,0-3 0,-2-10 0,-2-5-239,2-5 0,-5-1 1,-3-3-1,-6-1-1949,-5-2 2426,-4 0 0,-8 5 0,0 1 0</inkml:trace>
  <inkml:trace contextRef="#ctx0" brushRef="#br0" timeOffset="197">1188 35 8047,'-9'-8'3880,"3"-3"-3427,4 3-1220,2 0 0,8 8 767,3 0 0,5 8 0,1 2 0</inkml:trace>
  <inkml:trace contextRef="#ctx0" brushRef="#br0" timeOffset="668">1887 559 8047,'0'-17'1044,"0"-1"-101,0 1 0,6-1 0,0 1-686,-2-1 0,-3 1 0,-1-1 0,0 1-334,0-1 1,-1 3 0,-5 1 0,-6 5 38,-3 1 0,-11 0 0,-3 4 0,-4-2-45,-2 3 0,0 3 0,2 5 0,2 7-68,2 4 1,8 7 0,0 2 0,5 0 146,4 0 0,8 5 0,1-7 0,6 0-11,9 2 1,4-11 0,3 3-1,4-3-45,6-4 0,-1-3 0,1-7 0,0 0-50,-2 0 1,4 0 0,-8 0 0,-1 0 75,-3 0 1,-1 0 0,-1 0 0,-1 4 33,-5 8 0,3 7 0,-6 18 1,-1 4 735,1 6 1,-2 13-1,-6 10 1,-2 7-61,-4 3 0,2 5 0,-9-5 0,-5-1-349,-3-3 0,-4-6 0,3-10 0,-3-12-177,-2-11 0,6-21 1,-5-4-1,1-9-223,-4-3 0,-4-9 0,0-9 0,2-9-457,2-6 0,7-2 1,1-2-1,8-2-629,7-1 1,4-7-1,4 4 1,4-1 49,5-5 1,14 5-1,8-1 1109,6 2 0,10-5 0,-5 3 0</inkml:trace>
  <inkml:trace contextRef="#ctx0" brushRef="#br0" timeOffset="1064">2359 140 8047,'9'-8'231,"-1"4"-92,-8-7 740,0-1 0,0 10 1,-2 10-1,-4 11-287,-5 10 0,3 10 0,0 4 0,2 1-387,0 5 1,1 7 0,5 1 0,0-5-180,0-4 0,0-9 1,2 2-1,1-6-56,3-6 0,8-6 1,-3-11-1,7-6-236,5-4 0,-3-10 0,5-6 0,-2-7-48,0-8 1,3-2 0,-5 0 0,2 2-64,-1-2 0,-3 0 0,-1 2 0,-3 5-218,-3 5 0,1 1 511,-7 1 1,0 9 152,-6 8 1,0 10-1,0 13 1,0 6 578,0 4 0,0 2 1,0-2-1,2-2-446,4-2 0,3-7 1,9 3-1,1-4-802,5-3 1,5-5-1,9-13 600,3 0 0,8-8 0,-5-1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43.6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70 567 7595,'0'-11'-754,"0"-1"1873,0-2 1,-2 7-1,-2-1 1582,-1 0-2255,-1 6 1,4-6 0,-2 10-280,-2 4 1,-2 12 0,4 11 0,-1 4 36,1 2 1,-4 1 0,2 3-1,2 2-172,2-2 0,4-4 0,2-4 1,4-4-169,2-2 0,3-4 0,9-9 0,3-6 56,2-4 1,2-4 0,4-4 0,-2-6-22,-2-3 0,-7-10 0,1-4 0,-4-4-25,-1-2 1,-3 6 0,-1 1 0,-5 1 52,-1 0 1,-2 6 0,-6-3-132,0 5 1,-2 9 73,-4 5 0,4 10 1,-3 9-1,3 5 262,2 5 0,2 5 1,3-4-1,7 0 5,4 0 1,3-1 0,4-7 0,6 1-72,4-1 1,-4-7-1,1-4 1,1-4-22,2-2 1,1 0-1,-1-2 1,-3-4-110,-7-6 0,-4-3 0,-3-5 1,-3-1-100,-1-2 1,-8-6 0,2 3 0,-4-1-62,-2-4 0,0 4 0,0-2 0,-2 0 121,-4 2 1,2 1 0,-6 9-1,1-1-64,-1 1 0,6 5 1,-4 3-1513,1 1 602,5 2 0,-6 14 1077,8 3 0,8 13 0,1 3 0</inkml:trace>
  <inkml:trace contextRef="#ctx0" brushRef="#br0" timeOffset="280">1310 532 8047,'-2'-17'0,"-2"-1"649,-2 1 1,1 5 0,3 2 173,-4 3 1,2 1 0,-6 8-541,3 4 0,-5 3 0,4 11 0,0 1-164,1 2 0,1 8 1,6-3-1,0 1-324,0 0 0,0-8 0,0 2 0,0-3-713,0-3 0,0-5 0,2-2-222,4-3 0,-3-1 1,7-8 1139,-2-4 0,6-11 0,-5-10 0</inkml:trace>
  <inkml:trace contextRef="#ctx0" brushRef="#br0" timeOffset="446">1258 148 10560,'0'-10'-1276,"2"3"1276,4 7 0,3 0 0,9 0 0</inkml:trace>
  <inkml:trace contextRef="#ctx0" brushRef="#br0" timeOffset="715">1764 61 8047,'10'-18'2067,"-4"1"-919,-4-1 0,-2 11-901,0 7 0,0 9 0,0 16 1,-2 10 25,-4 10 1,2 5 0,-6 5 0,1 1-111,-1 2 1,6 6-1,-2-4 1,4 1-360,2-1 0,0-4 1,0-9-1,0-7-1049,0-3 0,2-10-438,4-3 0,2-15 602,3-9 1,-3-7 1080,-8-11 0,-8-7 0,-1-2 0</inkml:trace>
  <inkml:trace contextRef="#ctx0" brushRef="#br0" timeOffset="880">1607 497 8485,'0'-9'2760,"2"-1"1,6 6-2783,9-2 1,8-2-1,10 5 1,0-5-380,0-2 0,2 6 1,2-4-1,2 3-1051,-3-1 1,5-6-1,-2 6 1452,-2 2 0,-2-5 0,-3-1 0</inkml:trace>
  <inkml:trace contextRef="#ctx0" brushRef="#br0" timeOffset="1249">2341 113 8047,'-8'-10'641,"6"-5"78,-4 3 0,-4 6 0,1 6-258,-1 10 1,-4 8-1,7 5 1,-3 8-172,-4 8 0,6 5 0,1 9 1,1 1-88,0 4 0,0-3 0,8 3 1,2-6-150,2-5 1,13-5-1,-1-10 1,3-7-200,4-8 1,-3-11 0,7-2 0,2-8-242,2-8 1,0-5 0,-2-4 0,-4-5 37,-2-1 1,0-2 0,-3-4 0,1 2-5,-2 2 0,-7 8 0,-4-3 0,-1 5 288,1 1 197,-6 1 1,2 7-1,-10 6-122,-2 8 0,-2 8 0,5 11 1,-3 4 55,2 1 0,4 5 0,6-4 1,5 2 698,5-2 0,9-2 0,6-6 0,8 1-1244,7-7 0,11 1 0,3-10 478,2-3 0,2-8 0,6-5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39.79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1 644 10036,'7'10'994,"-3"-2"0,8-8 0,3 0-535,7 0 0,5 0 0,8 0 0,2 0-904,3 0 0,5-6 1,6 0 444,-5 2 0,5-5 0,-7-1 0</inkml:trace>
  <inkml:trace contextRef="#ctx0" brushRef="#br0" timeOffset="1381">1153 383 7083,'0'-18'16,"0"-5"3001,0-1-2334,0 1 1,0 15-348,0 8 0,0 10 1,0 13-1,0 7-2,0 3 0,0 3 0,0 5 0,0 6-203,0 3 1,0 1 0,0-3 0,2-3-591,4-3 1,-4-1-1,6-8 1,-2-4-1372,-1-5 0,9-5 1830,-2-2 0,3-22 0,3-7 0</inkml:trace>
  <inkml:trace contextRef="#ctx0" brushRef="#br0" timeOffset="1680">979 208 8390,'-6'-12'1311,"0"1"0,0 5-914,6-6 1,4 6-1,8-3 1,11-1-210,8 0 0,14 6 0,5-3 0,8 1-218,4 0 1,2 0 0,6 8 0,-2 4-272,-4 5 1,-6 7-1,-13 5 1,-12 8-6,-14 8 1,-9 6 0,-12 7 0,-6 1 295,-9-1 0,-10 2 1,-12 3-1,-4 1 46,-1-2 1,-1-2-1,-3-3 1,3-5-285,2-5 1,4-6 0,8-6 0,4-8-603,2-7 1,8 0 168,5-9 0,8-6 681,-2-11 0,20-11 0,5-5 0</inkml:trace>
  <inkml:trace contextRef="#ctx0" brushRef="#br0" timeOffset="2162">2236 662 8047,'0'-18'430,"0"1"1,0 0 0,0-1 1248,0 1 0,-8-1-1141,-3 1 0,-5 1 0,-1 3-533,-1 1 0,7 8 0,-3-2 1,-4 4-58,-3 2 0,-4 0 0,4 2 0,-5 4-44,-1 6 1,0 5-1,-4 5 1,4 3-53,2 2 1,1-4 0,7 4 0,-1 1 52,1-1 1,7-6 0,4 2 0,4-3 16,2-3 0,14-1 1,5-5-1,7-5-71,5-4 1,7-2-1,5-2 1,0-4 39,0-5 1,-3-5 0,-5-1-1,0-3 63,0-3 1,-8 4 0,-3-7 0,-7 3 375,-5 0 1,-5 5 0,-7 7-187,0-3 1,-7 6 0,-5 4 0,-4 10 170,-1 12 1,0 7-1,1 10 1,4 0-308,7 0 1,5 0-1,5 0 1,9-2-389,7-4 0,8-4 0,12-8 0,8-1-137,7-4 1,4-5 0,4-9 0,-6-3-305,-3-7 0,-11-9 0,-3-5 821,-4-1 0,-10-2 0,-2-6 0</inkml:trace>
  <inkml:trace contextRef="#ctx0" brushRef="#br0" timeOffset="2462">2935 103 8047,'0'-25'296,"0"5"0,0-3 598,0 4 0,-2 9-658,-4 4 0,2 14 0,-6 9 1,2 11 9,5 5 1,-5 11-1,2 9 1,2 9-9,2 6 1,2 0-1,0-2 1,0-2 113,0 2 0,6 0 1,2-4-1,1-10-465,5-9 0,-4-8 0,1-6 0,1-6-1426,-2-4 0,-2-11 755,-8-8 1,0-8 0,-2-11 0,-4-4 783,-6-6 0,-11-4 0,-4-2 0</inkml:trace>
  <inkml:trace contextRef="#ctx0" brushRef="#br0" timeOffset="2612">2673 487 13344,'13'6'0,"3"0"269,3-2 0,10-2 0,2-2 0,8-2-662,8-4 0,9-4 0,2-7 0,0-1-806,3 1 0,-5-6 1199,8-1 0,0-7 0,6 4 0</inkml:trace>
  <inkml:trace contextRef="#ctx0" brushRef="#br0" timeOffset="3012">3720 592 8047,'10'-17'474,"4"-1"1,-8 1 391,-3-1 0,-1 7 1,-2-1-616,0-2 1,-2 1 0,-1-1 0,-5 4-231,-2 3 1,-7-1-1,-7 4 1,1-2-205,-2 2 0,0 4 1,-6 6-1,1 6 154,-1 3 1,4 3 0,0 1 0,2 3 149,4 1 0,3 8 0,4-4 0,5 2 160,1 0 1,2-7-1,6 1 1,2-4-186,4-1 1,9-3 0,11-3 0,1-6-233,4-4 0,2-2 0,2-2 1,-2-4-84,-4-6 0,2-3 1,-6-3-1,0 1 74,1-1 0,-5 1 0,-7-1 625,-3 1-175,-7 0 1,2 11-1,-10 10 1,-2 13-274,2 8 0,2 2 0,4 5 0,6-3-463,10 2 0,17-6 0,17-4 0,14-7 431,13-8 0,11-20 0,-38 4 0,0 1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49.9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0 697 8047,'10'-11'384,"-4"-1"1150,4 0-838,-9-5-228,7 7 0,-8 10 0,2 12 0,2 3-206,2 3 1,7-1 0,-1 1 0,4-1-209,1 1 1,2-1 0,5-1-1,5-5-204,4-5 0,2-4 0,0-2 0,0 0-555,0 0 1,0 0 0,-3-2-1,-2-2-1737,-7-2 2442,-11-7 0,3 3 0,-5-7 0</inkml:trace>
  <inkml:trace contextRef="#ctx0" brushRef="#br0" timeOffset="950">961 592 7664,'0'-11'1297,"0"-1"-837,0 0 0,0 1-90,0-1 1,0 6 205,0-5 0,0 5-266,0-6 0,0 6 0,-2-5-147,-4-3 1,2 4 0,-7 1 0,-5 1-93,-5 4 0,-5 2 1,-5 2-1,2 2-77,-2 4 0,-2 9 0,0 11 0,4 1 47,6 4 0,9 2 1,5 2-1,1 2-67,4 3 1,12-9 0,7 2 0,9-7-82,3-11 0,8 1 1,5-10-1,-1-4-19,-2-6 1,-2-6 0,-2-9 0,-2-5 58,-2-5 0,-2-10 1,2-3-1,-3-3 60,-1-4 1,-6-1-1,5-2 1,-5-1 32,-2 1 0,-1-1 0,-2 3 0,-3 2 89,3 1 0,-7 8 1,-1 0-220,-4 8 1,-4 8 0,-4 11-106,-5 7 0,-5 12 0,-1 9 0,-3 9 257,-3 8 0,4 0 0,-5 14 0,7 1 106,5 3 0,-1-5 0,7 3 1,2 3-113,2 4 0,4-3 1,4-9-1,6-1-176,3-4 0,10-6 0,4-8 1,4-9-520,2-7 0,6-5 0,0-10 0,-2-5-732,-2-5 1,-10-3 1384,-4-5 0,-4-3 0,-1-8 0</inkml:trace>
  <inkml:trace contextRef="#ctx0" brushRef="#br0" timeOffset="1750">1747 540 8047,'2'-16'0,"2"3"0,1 1 1055,-1-1 1,4-3-368,-2-1 1,5-1-307,-5 1 1,0-1-365,-6 1 0,-2 7 0,-4 4 0,-5 4-86,-5 2 1,-9 0-1,-2 0 1,-2 2 120,0 4 1,-1 4 0,-3 9-1,4 3 114,6 1 1,0 6 0,3-4 0,7 2 131,3 4 1,4 2-1,6 0 1,2-4-195,4-5 0,6-5 0,9-1 0,4-3-211,2-3 0,3-4 0,4-8 0,1-2 5,0-4 0,-2-4 1,-4-9-1,-5-5-88,-5-5 0,-1 2 1,-1-2-1,-1 0 63,-5 2 1,-3-4 0,-8 7-1,0 3-22,0 2 1,0 7 0,-2 2-79,-4 3 0,2 3 1,-5 9-1,-1 9 238,0 7 1,6 1-1,-1 5 1,3 0 345,2 0 1,0 0-1,0 4 1,2-3-35,3-3 0,5-2 0,9-5 1,5-1-186,5 1 0,4-9 1,2-3-1,0-4-207,0-2 0,5-2 1,1-4-1,-2-7-457,-2-9 0,-10 1 1,-2-6-1,-3 0 23,-5-1 1,2 5 0,-13-4 0,-2 2 65,-2 3 1,-2-3 0,-2 2 466,-4 2 0,2 9 255,-7 6 0,-1 6 0,-3 6 199,3 6 1,4 5 0,8 4 0,0 3-79,0-3 0,0 4 0,2 0 1,4 1-129,6-1 0,3 4 1,5-6-1,1-3-116,2-7 1,8 1 0,-2-8 0,6-2-379,6-2 1,-4-10 0,4-4 0,-5-5-162,-1-7 1,-2 3 0,-4-6 0,-5 0-76,-5 0 0,-9 5 0,-2-1 100,-1 4 0,-7 3 0,0 4 314,-9 7 1,-5 5 0,1 5 0,1 7 219,-2 4 0,7 1 1,1 0-1,4 3 134,2 3 1,0-3-1,0 5 1,2-2-177,4 0 0,9-1 0,10-9 0,4-3-491,8-2 1,0-2-1,8-6 1,-1 0-640,1 0 1,-6-8 0,4-4 0,-3-3 988,1-3 0,0 1 0,-6-1 0</inkml:trace>
  <inkml:trace contextRef="#ctx0" brushRef="#br0" timeOffset="2052">3493 557 8034,'6'-17'129,"0"0"1,5-1 0,-5 1-1,-2-1 488,-2 1 0,-2 5 0,0 0-331,0-1 1,-8 5 0,-3 2 0,-7 4-341,-5 2 0,-2 0 0,-6 0 1,2 0 132,-3 0 1,5 6 0,0 2-1,2 3 22,4 9 0,-5-3 0,5 9 0,4-3 170,3 0 0,10 8 1,-2-4-1,4 2-229,2 1 1,8-9 0,4 4 0,5-3-328,6-5 0,5 4 0,9-11 0,1 0-230,3-4 0,2-6 1,-4-4-1,1-4-718,-1-2 0,-4-1 1233,-6-7 0,4-7 0,-6-2 0</inkml:trace>
  <inkml:trace contextRef="#ctx0" brushRef="#br0" timeOffset="2617">3807 435 8047,'0'-17'503,"0"-1"0,0 7 0,-1 1-255,-5 2 1,4 4 0,-6 10 0,2 6 70,0 3 0,1 9 0,5 1 0,0 2-152,0 4 0,0-4 1,0 0-1,0 0-74,0 1 1,7-7 0,5 2 0,3-3-205,3-3 1,5-5 0,2-3-1,3-1-119,3-4 1,0-2-1,0-4 1,-2-4 66,2-5 0,-4-3 0,0 1 1,-2 3-57,-3 2 0,-3-4 318,-1 7 1,-7-1-1,-1 8 1,0 4 256,-1 5 0,-3 12 1,4 7-1,0 3 103,-1 1 1,3 7 0,5 0 0,1-2-99,-1-2 1,1-4 0,-3-4 0,-1-6-38,-2-4 1,-7-9-316,7-4 1,-6-6 0,4-6 0,-1-7-352,1-9 0,-6 3 1,2-6-1,-4-1 9,-2-3 0,-2-4 0,-4-2 1,-6 0-9,-3 0 1,-3 2 0,1 2 0,-1 4 419,1 2 1,1 8 0,3 7 0,3 0-472,2 0 1,1 7 378,1-3 1,4 12-1,-4 5 338,4 5 0,2-5-39,0 1 0,2-2 288,4 1-2910,-4-3-1570,5-8 3906,-7 0 0,8 8 0,2 2 0</inkml:trace>
  <inkml:trace contextRef="#ctx0" brushRef="#br0" timeOffset="3233">4174 697 8774,'10'0'1161,"0"8"1,-6 4 0,3 3-806,3 3 1,-4 9 0,5 6 0,3 7-75,2 5 1,-1 9 0,-1 10 0,-3 4-119,3 2 0,-6 0 0,-3 0 0,-3-4-50,-2-8 1,0-2-1,-2-17-284,-3-6 0,-5-8 1,-8-15-100,1-10 1,0-8 0,-1-11 0,3-4-135,3-6 0,-4-2 0,7-1 0,-3 3 97,0-2 0,9-2 0,-5-4 0,2-1 168,0-3 0,0 6 1,6 6-1,0-2 80,0-2 1,0 0-1,0 4 1,2 5-178,4 5 0,4 2 0,9 1 0,4 2-59,7 3 1,10 1-1,7-3 1,5 1-125,7-2 0,5 5 1,9-3-1,5-2 418,1-1 0,3-3 0,5 1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56.622"/>
    </inkml:context>
    <inkml:brush xml:id="br0">
      <inkml:brushProperty name="width" value="0.22857" units="cm"/>
      <inkml:brushProperty name="height" value="0.22857" units="cm"/>
    </inkml:brush>
  </inkml:definitions>
  <inkml:trace contextRef="#ctx0" brushRef="#br0">69 1 12213,'-12'6'124,"0"0"1,8 1-1,-3-3 432,-1 2 0,6 2 1,-6-4 1720,0 2-1599,7-1 1,-5-5-1,12 0 1,5 0-226,5 0 1,7 0 0,2 0 0,2 0-666,4 0 0,8 0 1,2 0-1,0 2-3699,1 4 3901,-5-4 1,6 6 0,-8-8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6:57.707"/>
    </inkml:context>
    <inkml:brush xml:id="br0">
      <inkml:brushProperty name="width" value="0.22857" units="cm"/>
      <inkml:brushProperty name="height" value="0.22857" units="cm"/>
    </inkml:brush>
  </inkml:definitions>
  <inkml:trace contextRef="#ctx0" brushRef="#br0">18 363 14338,'0'-17'-2232,"0"5"3104,0 0 1,0 7-167,0-7 1,-2 8-192,-3-2-488,3-4 103,-6 9 0,8 6 0,0 13 206,0 1 1,6 10-1,2 4 1,1 8-255,5 4 0,-3 1 0,5 7 0,3-3-145,1-3 0,-1 1 0,-1-7 1,-1-2-165,1-2 1,-1-10 276,1-4 0,-7-11 0,-1-8 0,-2-8 207,-4-8 0,-3-3 1,-1-5-1,0-1-320,0-2 0,0-9 1,0 3-1,2-4-126,4-2 1,-2 6-1,8-2 1,1-4-109,3-3 0,1-5 1,1 2-1,-1-5-114,1-5 1,-1 3 0,3-3 0,-1-1 24,-2 3 1,-1-1 0,-12 11-1,2 6-90,-2 8 1,-4 13-1,-6 8 1,-6 10 658,-3 11 0,-11 9 0,-1 9 1</inkml:trace>
  <inkml:trace contextRef="#ctx0" brushRef="#br0" timeOffset="466">787 555 11562,'8'-10'1657,"-6"1"-1592,3 3 131,-3 4 0,-2-4 0,0 12 0,0 6-452,0 3 1,0 5-1,0 1 1,0 4-578,0 2 0,6-3 0,2 3 0,0-2 802,-1-4 0,7 7 0,-4-1 1</inkml:trace>
  <inkml:trace contextRef="#ctx0" brushRef="#br0" timeOffset="648">717 206 15464,'-6'-23'-1537,"-2"-1"1,1 3 1591,-1 2 1,2 1 772,6 1 0,2 1 1,4 4-813,5 7 1,5 5 47,1 5 0,9 5 1,1 8-1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7:05.8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36 7749,'-18'0'1245,"3"8"-91,3 3 0,4 5 0,8 1-558,0 1 1,16-9 0,7-3 0,12-4-228,11-2 0,3-2 0,15-4 0,2-5-704,2-5 1,4-1 0,-1-1 0,1 3-1979,-4 3 0,-15 4 2313,-1 8 0,-11-7 0,1-3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7:00.241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27 505 10974,'-11'0'3208,"-1"0"-2529,8 0 0,10 0-356,12 0 0,3-6 0,-2 0 0,3 0-115,1-1 1,6 5 0,-4-6 0,1 2-222,-1 0 0,0 1 0,-4 5 0,3 0-31,-3 0 1,-7 1-1,-5 5 1,-1 6-3,-4 3 0,-2 5 0,-4 1 0,-4 4-81,-6 3 0,-3-5 0,-1 6 1,3 2 102,1 2 0,0-4 1,-3 0-1,1 2 158,3 2 1,7 2 0,-2 0 0,6 0-189,6 0 1,4-8 0,9-4 0,4-5-268,6-6 0,10-5 1,4-9-1,1-3-299,5-7 0,0-9 1,-1-5-1,-3-1-3164,-3-4 3850,-1 6 1,2-16 0,1 4 0</inkml:trace>
  <inkml:trace contextRef="#ctx0" brushRef="#br0" timeOffset="248">62 749 12636,'18'0'547,"-1"0"0,3 0 0,3 0 0,6-2-681,4-3 1,4 1 0,2-8 0,3-1-1185,3-3 1,4-3 1342,9-5 0,-4-3 1,6-8-1</inkml:trace>
  <inkml:trace contextRef="#ctx0" brushRef="#br0" timeOffset="714">883 610 10974,'-8'-18'544,"1"7"1,-7 1 64,2 2 1,9 4 0,-3 10 0,2 6-511,-2 3 1,4 5-1,-4 3 1,4 4-187,2 0 1,0 6 0,2-4 0,4 4-6,6 2 1,3-8-1,5-3 1,1-5-50,2-1 0,6-7 1,-3-1-1,1-2 66,4-4 0,-4-10 1,2-8-1,0-7 12,-2-8 0,-1-4 0,-9-2 1,1 0 114,-1 0 0,-1-6 0,-5 0 0,-5 3-39,-4 1 1,-4 8-1,-4 2 1,-5 1-166,-5 5 0,-1 9 0,-1 6-291,1 5 0,1 2 0,4 5 0,7 8-13,3 7 0,2 1 0,2 5 0,3-2 420,7-4 0,4 6 0,1 1 1</inkml:trace>
  <inkml:trace contextRef="#ctx0" brushRef="#br1" timeOffset="1630">1983 680 7656,'18'0'2353,"-8"0"-2136,-3 0 0,-7-2 0,0-4-308,0-6 1,-7 2 0,-5-1 0,-4-1-89,-1 2 1,0-5 0,-3 5-1,-1 1 69,-3 3 1,-7-2 0,4 2-1,-2 2 230,0 2 0,2 4 0,-4 2 1,4 4 220,1 2 1,9 7-1,7 8 1,3 1-69,3-1 0,2 6 0,4-4 0,5 2-385,11 0 0,1-9 1,10-1-1,2-7-53,2-5 1,2-3 0,0-10 0,0-5-97,0-5 1,-2-9-1,-2-4 1,-4-2 90,-1 2 1,-9-4 0,-7 4 0,-3-4 137,-3-2 1,-2 8 0,-2 3 0,-2 5 102,-3 1 0,-5 3 0,-8 3 133,1 6 1,-1 12-1,3 8 1,3 5-78,6 5 1,5 9 0,1 0 0,1 5-224,5 1 1,4-2 0,9-2 0,5-2-33,5-4 1,6-4-1,5-7 1,7-3-168,3-3 0,-5-4 0,-4-10 0,-4-4-1864,-2-6 2159,0 5 0,-8-17 0,-2 5 0</inkml:trace>
  <inkml:trace contextRef="#ctx0" brushRef="#br1" timeOffset="1947">2420 138 7664,'0'-11'256,"0"-1"0,0 6 0,-2-4 284,-4 3 0,4 3 1,-3 11-1,3 9-51,2 5 1,0 10-1,0 0 1,0 6-189,0 4 0,0 8 0,0-5 0,0 3-124,0-1 0,5 1 0,3 3 0,0-3-226,0-6 0,3-4 0,-3-2 1,0-3-965,0-2 1,5-7-1,-3-10-998,0-1 1,5-8 2010,-3 2 0,-4-4 0,-1-2 0</inkml:trace>
  <inkml:trace contextRef="#ctx0" brushRef="#br1" timeOffset="2213">2804 522 7664,'10'-7'1139,"-2"5"0,-8-4 1,0 14-709,0 9 0,0 10 0,0 12 0,0 4-287,0 1 1,0 3-1,0 5 1,0 1-308,0-1 0,2-7 0,4-6 0,5-8-637,5-8 0,1-11 0,1-7 0,-1-5 100,1-5 0,-3-15 0,-3-13 1,-6-8 699,-5-3 0,-1-3 0,-7-5 0,-3-1 0</inkml:trace>
  <inkml:trace contextRef="#ctx0" brushRef="#br1" timeOffset="2363">2787 208 8439,'-10'-2'-953,"4"-4"-298,4 4 1251,10-5 0,2 7 0,7 0 0</inkml:trace>
  <inkml:trace contextRef="#ctx0" brushRef="#br1" timeOffset="2780">3416 505 7664,'5'-18'161,"1"1"1,0 0 0,-6-1 174,0 1 1,0-1-1,0 1 1,0-1-106,0 1 0,0 5 1,-2 2-1,-2 1-163,-2-1 1,-7 6-1,-1-2 1,-5 4-19,-5 2 1,-1 8-1,4 4 1,-4 3 11,-2 3 1,5 7-1,-3 2 1,2 2 47,-1 0 1,7-7 0,7 1 0,2-2-26,5 3 1,1-5 0,6 4-96,7-3 1,1-5-1,13-1 1,-2-4-92,1-3 0,5 5 0,-4-6 0,0 0 109,0 1 1,4-3 0,-5 8-21,-3 1 1,-3 3 0,-7 1-23,-5 1 0,-6-1 0,-8 1-104,-9-1 1,-1-5 0,-7-2 0,2-3-290,0-3 0,-7-2 0,5-2 0,0 0-140,0 0 1,7-2 0,9-4-42,1-5 1,2-5 607,6-1 0,0-1 0,0 1 0</inkml:trace>
  <inkml:trace contextRef="#ctx0" brushRef="#br1" timeOffset="3263">3905 610 7649,'1'-18'0,"3"1"397,2-1 0,0 7 0,-6-1 368,0-2 1,0 5-400,0-3 1,-2 2-1,-4-3-225,-5 1 0,-5 8 0,-1-2 0,-1 5-163,1 1 1,-3 0 0,-1 0 0,-4 0 79,-2 0 1,-3 7 0,-3 5 0,4 5 27,6 7 1,-2-3 0,2 8 0,1 2 22,3 2 1,9-4 0,4 0 0,4 1-75,2-3 1,4 4-1,8-10-219,11-5 0,8-7 1,6-9-1,2-2-24,2-3 0,1-5 0,-3-10 1,2-1-53,-2-2 0,-2-8 1,-4 4-1,-4-3 257,-6 1 0,-10 8 0,-3-2 0,-2 3 266,-4 3 0,-4 7 0,-6 4-51,-6 4 1,-1 12 0,-1 8 0,5 9-42,1 6 1,2 0-1,6-2 1,0-2-183,0 2 1,8 0-1,5-2 1,9-6-356,7-3 0,4-3 0,2-1 0,0-5-68,-1-5 1,1-4 0,0-4 0,-2-4-1567,-4-5 2000,-3-5 0,-1-9 0,2-2 0</inkml:trace>
  <inkml:trace contextRef="#ctx0" brushRef="#br1" timeOffset="3530">4481 138 7649,'6'-29'334,"-1"0"0,1 8 1,-4-1-1,2 7-191,2 3 370,0 8 1,-6-2 0,0 12 0,0 8-49,0 7 0,0 8 0,0 12 1,0 8-274,0 7 0,-2 0 0,-2 8 0,-2 2-114,2 2 0,2-6 0,2-4 1,0-3-292,0-3 0,6-5 0,2-5 0,2-5-728,3-10 0,3-13 0,1-8 177,1-4 1,-3-10 0,-3-6 0,-4-5-699,-1-4 1462,-5-8 0,6-4 0,-8-10 0</inkml:trace>
  <inkml:trace contextRef="#ctx0" brushRef="#br1" timeOffset="3680">4219 453 9159,'8'9'-382,"1"-1"0,11-8 0,3 0 376,6 0 0,12 0 1,7-2-1,7-2-415,3-2 1,2-5-1,-4 3 421,3-2 0,-1-1 0,-6-7 0</inkml:trace>
  <inkml:trace contextRef="#ctx0" brushRef="#br1" timeOffset="3930">5110 487 10723,'-6'24'625,"0"3"1,0 4-389,-2 6 0,6 7 0,-3-1 0,3 0-262,2 0 1,0-3-1,2-5 1,3-2-675,7-4 0,4-5 1,1-13-1,0-5-1435,1-4 2134,-1-10 0,1-1 0,-1-9 0</inkml:trace>
  <inkml:trace contextRef="#ctx0" brushRef="#br1" timeOffset="4080">5092 191 8375,'-8'-10'2755,"-1"-4"-4511,-9 8 1516,8 1 1,5 5 0,10 2 239,7 3 0,11 5 0,5 8 0</inkml:trace>
  <inkml:trace contextRef="#ctx0" brushRef="#br1" timeOffset="4513">5721 662 7647,'6'-17'286,"-1"-1"0,-1 1-112,-2-1 0,-2 1 1,0-3 13,0-3 0,0 4 1,0-5 187,0 5 1,-7 2 0,-5 1 0,-6 4-9,-5 7 1,2 3-1,-8 2 1,0 0-38,1 0 1,-5 9 0,6 9-1,-2 9-76,0 6 1,8 4-1,-1 2 1,9 3 96,7 3 0,4-6 0,4 1 0,4-1-279,5 2 0,7-10 0,5 2 0,8-6-364,8-5 1,0-11 0,5-5 0,-1-4-443,-4-2 0,-4-10 0,-4-7 0,-4-10 98,-2-6 0,-1-10 0,-9-4 1,-3-1 288,-6 1 1,-6-5 0,-6 3 0,-8-3 339,-7 2 1,-6 11-1,-10 2 1,-2 8 242,-2 4 0,2 9 0,8 10 0,4 6-67,2 6 1,2 12-1,7 13 1,5 7-409,5 9 1,4 9 0,6 2 0,5 1-1374,9 1 1611,11-14 0,-2 13 0,8-15 0</inkml:trace>
  <inkml:trace contextRef="#ctx0" brushRef="#br1" timeOffset="4880">6105 557 8798,'0'18'1380,"0"1"1,0 3-1277,0 1 1,0 8-1,0-2 1,0 4-274,0 2 1,2 0 0,2 0-1,4-2 61,1-4 1,3-4 0,5-9 0,1-5-29,-1-5 1,3-4 0,1-4-1,4-6-20,2-9 0,3-3 0,5-9 0,-2-4 90,-4-5 0,2 1 1,-8-4-1,-2 2 119,-1-2 1,-5 6 0,-3 0 0,-4 12 172,-1 10 1,-5 1-228,4 12 1,-4 12 0,-2 17-1,0 4-234,0 2 0,16-6 0,9-2 0,14-2-557,13-4 1,18-9 791,17-6 0,1-4 0,7-2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7:09.0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146 243 9082,'0'17'733,"0"4"0,2 7 0,4 8-540,5 7 0,1 10 0,1 7 0,3-2-122,-3-4 0,-1 3 0,2-13 0,-5 1-709,-1-4 0,4-12-2310,-6-6 1217,-1-11 1731,-5-12 0,-7-18 0,-3-9 0</inkml:trace>
  <inkml:trace contextRef="#ctx0" brushRef="#br0" timeOffset="331">41 138 7749,'-18'-18'1655,"1"1"0,11 1-1417,12 5 0,11 3 1,20 6-1,4-4-96,6-5 0,11 1 0,4 0 0,2 0-160,0 1 0,-2 5 0,2-2 0,-6 6-246,-3 6 1,-11 9 0,-5 11 0,-8 1-182,-7 4 0,-13 4 0,-5 4 0,-6 3 21,-6 3 1,-11-4 0,-12 3 0,-6-1 258,-6-4 1,2-4-1,-7-4 1,-3-4 162,-1-2 0,-3-2 1,3-7-1,3-4 52,6-7 1,5-3 0,3-2-228,3 0 1,13-7 0,11-5 0,6-5 176,6-7 0,11 5 0,11-6 0</inkml:trace>
  <inkml:trace contextRef="#ctx0" brushRef="#br0" timeOffset="731">949 487 7749,'0'-17'187,"0"5"0,-2 2 0,-2 1 1615,-2-1-1337,1 6 1,5 4 0,0 14 0,0 7-95,0 8 1,0 12 0,0 3 0,0 3-180,0 0 0,5-7 0,1 3 1,0-4 9,2-6 1,-6-4-1,6 0-161,-1-6-114,-5-3 1,12-18 0,-8-10-1,-2-11-82,-3-11 1,-1-3 0,0-1 0,0-1 55,0 0 0,-1 0 0,-3 0 0,-2 0-112,2 0 1,2 2-1,2 2 1,2 4-67,4 2 0,-2-5 1,5 7-1,1 4 15,0 5 0,3 1 0,9 7 1,3 2-347,2 2 0,-4 10 0,5 3 0,-1 5-348,0 1 0,4-5 956,10 0 0,-4-1 0,5 7 0</inkml:trace>
  <inkml:trace contextRef="#ctx0" brushRef="#br0" timeOffset="1098">1386 627 11692,'23'0'9,"0"0"0,3-6 1,-3-2-1,4-1-127,0-5 1,0-2 0,-5-1 0,1 0-77,-2-1 0,-1 1 0,-5-1 1,-3 1-4,-6-1 1,-4 1-1,-4 1 1,-4 3 65,-6 1 1,-5 8-1,-5-2 1,-3 4 343,-2 2 1,-2 10 0,-4 8 0,4 7 4,6 2 1,3 8-1,3-2 1,1 6 182,4-1 1,5-1 0,11-2 0,5 0-534,9 0 0,13-2 0,4-6 0,9-9-475,7-11 1,3-5-1,2-2 1,3-3-420,-3-9 0,-4-2 1026,-5-15 0,-4 0 0,-9-6 0</inkml:trace>
  <inkml:trace contextRef="#ctx0" brushRef="#br0" timeOffset="1434">2259 470 7749,'-6'11'1170,"0"1"0,2 2-666,2 1 1,2 6-1,0 7 1,0 8-162,0 7 0,0 4 1,2 5-1,4 1-359,6-1 1,3-2-1,1-3 1,-3-6-224,-1-4 1,-2-8 0,1-2-1160,-5-2 211,-4-9 1,-4-9-1,-4-7-385,-5 0 1572,-5-7 0,-1-3 0,-1-8 0</inkml:trace>
  <inkml:trace contextRef="#ctx0" brushRef="#br0" timeOffset="1715">2154 559 7749,'0'-18'271,"0"1"1,0 5 0,0 1 432,0-3 1,2-2 0,6-1-1,7 0-269,7-1 0,9 4 0,0 1 0,6-3-281,3 3 0,9 7 1,-2 0-1,5 4-87,6 2 1,-9 2 0,1 4-1,-5 6-363,-6 3 0,-12 3 0,-10-1 0,-9 2 43,-6 5 0,-10-5 0,-5 6 0,-9 1-109,-7 3 1,-4-4 0,-2 0 0,0-2 234,0 1 1,-2-1 0,-1-6 0,-1 1-194,6-1 1,0-1 0,10-2-1418,1-3 1737,11-7 0,11-4 0,9-10 0</inkml:trace>
  <inkml:trace contextRef="#ctx0" brushRef="#br0" timeOffset="2516">3010 454 9691,'0'12'784,"0"-1"1,0 7-1,2 5 1,2 0-546,2 3 0,5-5 0,-3 6 1,0-2-96,-1-3 0,-1 3 0,-4-4 0,2-3 487,2-5-65,0-1-973,-6-2 1,-2-5 0,-2-10 236,-2-7 1,-6 2-1,5 1 1,-1-1 117,0 0 1,2 4 0,6-5-1,0-3-31,0-1 0,0-3 1,2-1-1,2-5-53,2-5 1,10 2 0,-1-4-1,8-4-49,4-4 0,3-1 1,5 5-1,-1 0-352,1 0 0,0 2 1,-2 4-1,-2 7 9,-2 9 0,-7 7 0,1 12 0,-4 5 528,-1 5 0,-1 9 0,1 2 0</inkml:trace>
  <inkml:trace contextRef="#ctx0" brushRef="#br0" timeOffset="2934">3796 611 7749,'0'-17'921,"0"-1"1,0 1-1,0-1-377,0 1 0,0-1-141,0 1 0,0-1-355,0 1 0,-2 5 1,-4 3-1,-6 1 61,-3 4 1,-5 2-1,-1 2 1,-4 2-16,-2 4 0,0 9 0,-3 11 1,7 1 28,4 4 0,3 4 0,5 4 0,5 1-90,4-1 0,4-2 1,6-4-1,9-4-286,10-6 0,8-5 0,4-7 0,2-5 36,-3-4 0,-1-12 0,-2-7 0,0-10 61,0-6 0,-10-8 1,-5-2-1,-9 1-5,-3-1 0,-4-4 0,-10 7 0,-5 3-41,-5 6 0,-11 0 0,-6 7 0,-6 3 9,0 2 1,2 9 0,2 6 0,1 8-201,-1 8 0,9 11 1,7 8-1,7 8-384,5 7 1,1 5 776,6 1 0,15 1 0,5-1 0</inkml:trace>
  <inkml:trace contextRef="#ctx0" brushRef="#br0" timeOffset="3267">4477 402 7828,'0'-18'1628,"-8"6"-1191,-4 1 0,3 7 0,-1-4-36,2 0 1,-5 6-186,1-3 1,-3 3 0,-3 2-161,1 0 0,-1 2 0,1 3 0,-1 7 112,1 4 1,-1 9-1,1 4 1,1 4 30,5 2 1,-3 0 0,8 0 0,2 0-15,2 0 1,12 0 0,8-2 0,9-4-631,6-6 0,4-11 0,3-7 0,5-3 12,0-2 1,3-7 0,-5-5 0,0-4-658,-1-1 1,-1-6 0,-6-3 1089,0-1 0,-8-2 0,-2-6 0</inkml:trace>
  <inkml:trace contextRef="#ctx0" brushRef="#br0" timeOffset="3617">4861 524 8836,'-8'0'888,"8"0"0,8-2 1,10-2-510,-1-2 1,6-5 0,3 3 0,1-2-437,4-4 1,-4-1 0,0-2-1,-2-1-52,-3 1 1,1-1 0,-4 1 0,-5-1-270,-4 1 0,-5-7 1,-6 1-1,-5 4 152,-6 5 1,-5 1 0,-7 7-1,-5 2 252,-4 2 1,-2 4 0,2 4-1,2 7 310,2 9 1,8 5 0,-2 10-1,3 3 16,3 7 1,7-2 0,4-1 0,6 1-215,6 0 0,11-7 0,13 3 0,4-6-573,7-6 1,-2-11 0,10-13 0,1-3-181,0-2 1,7-7 0,-11-7 0,3-7-2120,-3-8 2734,5-4 0,-14-2 0,5 0 0</inkml:trace>
  <inkml:trace contextRef="#ctx0" brushRef="#br0" timeOffset="3984">5804 332 7786,'0'-27'70,"0"3"1,0 11 0,0 1 735,0-2 0,-2 1-660,-4 1 1,-1 3-1,-9 5 1,1-2-145,-5 2 0,-1 2 0,1 4 0,-3 2 6,-6 2 1,-2 5 0,0-3 0,4 2 56,2 3 0,1-3 1,7 2-1,1 1-27,5 3 0,-3 1 1,8 1-59,2-1 1,10 1 0,6-1 0,3 1 41,3-1 0,5 1 1,2-1-1,2-2-157,5-3 1,-5 8 0,2-7-1,0 1 102,-2 1 0,-2 1 1,-7 1-1,-1 1 29,1-1 1,-9 1-1,-3-1-96,-4 1 0,-4-1 1,-4 0-1,-5 1-239,-5-1 0,-3-5 0,-3-2 0,-1-2-520,2-5 1,0-1 858,-3-2 0,-3-7 0,-8-3 0</inkml:trace>
  <inkml:trace contextRef="#ctx0" brushRef="#br0" timeOffset="4433">6555 384 7805,'0'-27'0,"0"4"623,0 3 0,0 3 1,0-1-1,0 1-431,0-1 1,-2 1 0,-4-1 0,-5 1 0,-5 0 0,-1 1 1,-1 2-1,1 5-137,-1 1 0,-5 2 1,-2 6-1,-2 2-133,-4 4 1,3 9-1,1 11 1,0-1-49,0 0 1,6 6 0,-1-4 0,9 0 180,7-3 1,4-3 0,2 0 0,2 3-49,4-3 1,3-3 0,11-5 0,1-1-37,2 1 1,8 3 0,-3-1-1,-1-1-49,-4-2 1,2-3 0,-1 5 0,-3-2-2,-2 1 1,-9 3 0,-2 1 0,-2 1-57,-1-1 1,-1 1-1,-9-1 1,-7 0-116,-4 1 1,-7-3-1,-2-1 1,-2-4 43,-4-2 1,3-3-1,1-5 1,0-2-140,0-3 1,6-3-1,-3-6 1,7 3-745,5-3 1088,-3-2 0,13-9 0,-6-2 0</inkml:trace>
  <inkml:trace contextRef="#ctx0" brushRef="#br0" timeOffset="4698">6922 437 7764,'-6'17'0,"0"2"636,2 5 1,2 3-1,2 8 1,0 0-527,0 0 0,0 3 0,2-1 0,4-6-615,6-4 0,3-5 0,3-9 0,-1-3-531,1-2 1,-7-2 1035,1-6 0,0-16 0,5-3 0</inkml:trace>
  <inkml:trace contextRef="#ctx0" brushRef="#br0" timeOffset="4881">6904 122 8284,'0'-17'1347,"0"-1"0,0 7-2342,0-1 670,0 8 0,8-2 1,6 10-1,5 4 325,4 2 0,1 1 0,-7 7 0</inkml:trace>
  <inkml:trace contextRef="#ctx0" brushRef="#br0" timeOffset="5250">7306 437 7729,'0'-12'727,"0"0"0,-2 10 1,-2 2-1,-2 10-386,3 6 1,-1 7 0,0 2 0,-2 0-139,2 0 0,2 5 0,4-7 0,4 0-210,6 2 0,3-11 1,3 1-1,-1-3-291,0-2 0,9-6 0,1 2 0,2-6 17,0-6 1,-6-4-1,5-7 1,-3-1 161,-4 1 1,-3-7 0,-5 1 0,-3 2 53,-2 1 0,-3 3 1,-5-1 124,0 1 0,-7 7 53,-5 4 0,-2 12 1,3 8-1,5 5 30,4 4 0,2 9 1,2-5-1,6 2-125,9 0 0,8-6 0,12 2 0,6-3-272,9-7 1,3-9 0,7 0 0,0-6-606,0-6 1,-8-4 0,-1-7 858,-11-1 0,3-15 0,0-3 0</inkml:trace>
  <inkml:trace contextRef="#ctx0" brushRef="#br0" timeOffset="5799">8459 559 8802,'-10'-12'1112,"4"0"1,2 3 0,0-5-794,-1 3 1,-3-1 0,4-6 0,-4 3-323,-1 3 1,3-3-1,-6 5 1,-2-2 1,-1 1 0,-3 7 0,1-2 0,0 4-173,-1 2 0,-5 8 1,0 5-1,1 9 232,3 7 1,3 0 0,3 4 0,3 4 118,2 0 0,2-2 0,8-4 0,4-4-188,6-2 1,5-2 0,7-7 0,5-4-179,4-7 1,2-3 0,-1-2 0,1-2-257,0-3 0,-2-5 0,-2-8 0,-3 1 233,-3-1 0,-2 3 0,-5 3 0,-3 5 150,-3-1 0,-3 6 0,-5-2 0,2 8 222,-2 7 1,-2 11 0,-2 3-1,0 4 215,0 8 0,0-2 0,0 6 1,0-4 25,0-2 1,0-1 0,-2 1-1,-4-2-74,-5-4 1,-5-3 0,-3-9-1,-5 1-270,-5-1 1,-10-7 0,-3-4 0,-3-4-278,-3-2 0,-5-2 0,-3-4 1,-2-6-288,1-3 0,5-3 0,5 1 0,9-1-568,7 1 1,13-1 1074,12 1 0,28-1 0,7 1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7:36.1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1 507 8362,'9'-7'901,"-1"3"21,-8-8 1,2 8 437,4-2 1,-4 6-772,4 6 0,-5 10 1,-1 9-1,0 2-94,0 4 0,6 2 0,0 2 0,-2 0-302,-2 0 1,-2 0 0,0-2 0,0-4-69,0-6 0,0-3 1,0-3 170,0 1 0,0-11 0,0-7-619,0-9 1,0-15 0,0-5 0,0-4 62,0-2 1,6-5 0,0-1 0,-3 2-98,-1 2 0,6 8 0,2 0 0,2-2-129,-1-2 1,7 6-1,7 3 1,2 5-47,4 2 0,2 1 1,2 2-1,2 5-58,4 1 1,-5 2 0,7 6 0,-2 0-768,0 0 1,3 0 1356,-9 0 0,4 0 0,-12 0 0</inkml:trace>
  <inkml:trace contextRef="#ctx0" brushRef="#br0" timeOffset="1">524 647 12329,'8'10'541,"4"-4"1,3-5 0,5-1-1,3 0-224,6 0 1,4 0 0,2 0 0,0-1-57,0-5 0,-2 2 1,-2-8-1,-4-1-228,-2-3 0,-1 4 1,-7 1-1,-1-3-385,-5-1 1,-3-3 0,-8 1-1,-2 1-232,-4 5 0,-5-3 1,-13 8-1,-5 2-42,-4 2 1,-4 2-1,-1 0 1,-3 4 386,2 8 0,8 0 0,4 13 0,0 0 626,0 4 0,11 4 0,0 2 1,7 0 30,5 0 0,4-6 1,8-2-1,11-2-214,14-3 1,4-5 0,9-5-1,3-6-649,1-4 1,3-2-1,-1 0 1,1-2-1124,-1-4 0,-5-10 1568,-1-7 0,1-8 0,5 4 0</inkml:trace>
  <inkml:trace contextRef="#ctx0" brushRef="#br0" timeOffset="2">1607 612 8140,'0'-12'1526,"0"1"0,0 5 1,0-6-1255,0-1 1,0 3 0,-2 0 0,-4 3-231,-5 3 1,-1-4-1,-3 2 1,-5 2-108,1 2 1,-1 2-1,1 0 1,-2 2-77,-3 4 1,-5 10-1,6 9 1,2 2 121,1 4 0,5 2 0,3 2 0,6 0-2,4 0 1,4-6 0,4-2 0,8-4-81,7-7 0,6-6 0,10-10 0,2-2-48,2-4 0,-1-10 0,-5-9 1,0-2 44,0-4 1,-2-2 0,-2-4 0,-4-2 201,-1-2 0,-3-7 0,-6 1 0,1-5 38,-1-6 1,1 3-1,-3-3 1,-3 6-59,-6 5 1,2 6-1,-3 12 1,-1 6-137,-2 4 0,-4 11 47,-4 8 1,3 10 0,-9 13-1,-2 6 85,-1 4 0,-3 10 0,1 3 0,-1 7 303,1 5 1,1-4-1,3 4 1,3-3-296,2-3 1,3 2 0,5 1-1,0-1-354,0-3 1,13-16 0,5-2 0,3-6-648,4-6 0,-4-9 1,9-7-1,1-5-730,2-5 0,-4-7 1649,0-11 0,-8-4 0,4-8 0</inkml:trace>
  <inkml:trace contextRef="#ctx0" brushRef="#br0" timeOffset="3">2376 507 8176,'0'-17'1473,"0"-1"-830,0 1 0,0 5-297,0 1-435,0 7 1,-8 10-1,-4 11 426,-3 2 1,-3 9 0,3 1-1,1 4 158,3 2 1,5 0-1,-4-1 1,2 1-94,4 0 1,4-2-1,6-2 1,8-5-256,7-7 0,6 0 0,8-13 0,0-2-276,0-2 0,0-10 0,0-5 0,0-9-232,0-7 0,-8-4 0,-4-4 1,-3-1 78,-3-3 1,-7 0 0,-4 6 0,-4 2-137,-2 4 0,0-2 0,-2 10 0,-2 3-6,-2 5 0,-8 9 1,5 0-268,-1 8 0,0 5 1,6 11-1,-1 1 691,1 2 0,4 3 0,5-3 0,5-4 0,8 7 0</inkml:trace>
  <inkml:trace contextRef="#ctx0" brushRef="#br0" timeOffset="4">3249 525 12375,'0'-12'939,"0"0"0,-2 9-1006,-4-3 1,-4 4 0,-7 2 0,-2 0 83,-5 0 0,3 8 0,-6 5 0,0 7 204,-1 3 0,7 10 0,-2 0 0,5 6-84,7-1 0,3 5 0,8-2 0,2-4-243,4-6 0,9-2 0,10-12 0,3-7-211,3-6 1,7-4 0,3-2 0,0-6-225,2-9 0,-6-6 0,5-9 0,-1 1 250,0-5 0,-1 6 0,-7-4 0,-1 1 217,-3 0 1,0-2 0,4 2 0,-4 2-7,-6 1 0,-3 3 0,-3-4 0,0 2 55,1-2 1,-1-2 0,-1-2 0,-3 0 56,-1 0 0,-8-2 0,2 1 1,-4-1 139,-2 4 1,0 9-1,0 1 1,0 4 127,0 1 1,-8 9-1,-4 3-102,-3 4 0,3 10 0,1 5 0,-3 9 2,-2 7 1,-1 4 0,1 2-1,3 1 212,1 5 0,3 4 0,-3 9 0,4 2 24,0 3 1,6 1 0,-3-2 0,3 4-266,2 0 0,2-2 0,1-7 0,5-1-460,2 1 0,4-15 0,7-7 1,2-7-378,-2-9 0,-1-9 1,-3-2-1,1-8-376,-1-8 0,-7-9 0,-2-4 0,-2-2 1042,-1-4 0,-7-10 0,-7-4 0</inkml:trace>
  <inkml:trace contextRef="#ctx0" brushRef="#br0" timeOffset="5">3511 455 8176,'12'-12'3249,"-1"3"-2556,3 1 1,1 0 0,3 4 0,1-4-495,4-1 1,-1 3-1,7-6 1,4 1-1000,6 1 1,-2-4-1,5 7 1,-1-1 799,0 0 0,7-6 0,-3 5 0</inkml:trace>
  <inkml:trace contextRef="#ctx0" brushRef="#br0" timeOffset="6">4349 507 8053,'0'-17'1339,"-2"7"1,-2 6 0,-3 8-1099,-3 8 0,6 9 1,-2 4-1,4 1-274,2-1 1,0 4 0,0-6-1,0-1-509,0-3 1,0-2-1,0 1-2795,0-1 3337,0-7 0,8-2 0,2-8 0</inkml:trace>
  <inkml:trace contextRef="#ctx0" brushRef="#br0" timeOffset="7">4471 210 7980,'0'-17'0,"-2"1"0,-1 3 3754,-3 1-4591,0 8 0,8-2-2549,4 12 3386,-4-4 0,13 14 0,-5-7 0</inkml:trace>
  <inkml:trace contextRef="#ctx0" brushRef="#br0" timeOffset="8">5118 577 7996,'5'-17'6,"1"-1"197,-2 1 1,-2 5-1,-4 2 403,-4 3 0,-3-5 0,-9 6 0,1 2-282,-1 2 1,-5 2-1,-2 2 1,-1 4-183,1 6 0,0 3 1,4 5-1,-3 1 165,3 2 0,2 8 1,1-2-1,3 6-18,3 6 1,-2-2 0,9 6 0,1-5-329,2-7 0,11 0 0,7-7 0,7-3-185,4-4 1,3-5 0,6-14-1,3-4-385,2-8 0,6-7 0,-7-16 1,-1-2 215,-2-4 1,-10 3 0,-4-9 0,-5 0 362,-6 3 1,-5-5 0,-11 9 0,-7 3 139,-13 6 0,-14 5 0,-9 11 0,-3 3 97,-3 6 0,1 14 0,-2 10 0,-1 9-128,3 6 0,5 9 1,18 3-1,6 2-635,3-1 1,11-1-1,5 1 1,8-7 94,7-8 1,15-7-1,7-11 1,5-3 460,1-2 0,6-10 0,-1-8 0</inkml:trace>
  <inkml:trace contextRef="#ctx0" brushRef="#br0" timeOffset="9">5572 490 11174,'-2'-8'1983,"-4"10"-1666,-6 14 0,3 3 0,-3 10 0,0 2-256,3 2 1,1 2 0,8 0 0,0 0 6,0 0 0,0-8 0,0-4 1,2-3-181,4-3 0,3-7 0,9-4 0,1-4-199,4-2 0,-1-2 0,7-6 1,0-8 53,-2-5 1,6-8 0,-6 4-1,2-1 48,1 1 1,-9-4 0,2 6-1,-3 1 200,-3 3 1,-7 7 0,-3 3 82,1 1 1,-8 2-1,2 8 1,-8 6 126,-3 9 1,-1 3 0,-2 7 0,6 0-273,5 0 1,2-3 0,7 3 0,10-2-479,9-4 0,21-3 0,11-7 549,7-5 0,19-4 0,4-2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7:36.15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3756 373 8180,'-6'-18'1007,"0"1"0,-2 7-651,2 4 0,4 12 1,-5 8-1,1 9-16,0 12 1,0 4 0,4 11-1,-2 5-265,-2-1 0,1 6 0,5-4 1,0-5-131,0-8 0,0-7 0,0-3 0,0-3-1288,0-7 503,0-12 0,5-11 1,1-11 839,-2-5 0,-2-9 0,-2-2 0</inkml:trace>
  <inkml:trace contextRef="#ctx0" brushRef="#br0" timeOffset="1">3459 321 8405,'0'-18'635,"0"1"1,0 5 0,0 0-42,0-1 1,7-1 0,5 1 0,5 1-402,7-2 0,5-1 0,14-3 0,7 3-86,6 3 1,10 4-1,-4 8 1,2 2-66,0 4 0,-7 6 0,-1 11 0,-9 8-193,-13 8 0,-8 11 0,-15 12 1,-5 4 56,-4 6 1,-17 2 0,-9-4 0,-9 2 93,-7 3 0,-5-5 1,-7 0-1,-1-10 157,1-5 0,-1-3 1,-1 0-1,0-1-60,1-5 1,-3-11 0,11-11-1,3-5-299,7-2 1,8-7 0,11-6 0,3-8-351,1-8 0,8-5 1,-2-6 551,4-6 0,10-4 0,2-2 0</inkml:trace>
  <inkml:trace contextRef="#ctx0" brushRef="#br0" timeOffset="2">4559 635 8153,'-12'0'970,"1"0"1,1 2-1,-4 4 1,5 7-471,1 9 1,-4 5 0,4 8 0,1 2-361,-1 3 1,2-1-1,4 6 1,-2-5-405,-2-7 0,1 0 1,5-9-1,2-5-811,3-5 0,5-7 0,8-10 1075,-1-9 0,0-7 0,1-16 0</inkml:trace>
  <inkml:trace contextRef="#ctx0" brushRef="#br0" timeOffset="3">4559 268 8913,'-8'-17'2348,"6"-1"-2237,-4 1 0,6 7-111,6 4 0,12-4 0,9 1 0</inkml:trace>
  <inkml:trace contextRef="#ctx0" brushRef="#br0" timeOffset="4">4943 705 8533,'0'-18'2604,"0"7"-1976,0-1 1,0 10 0,0 2-189,0 10 1,0 5 0,0 7 0,0 5-351,0 8 1,0 4-1,0-5 1,0 1-157,0 0 1,0-6 0,0-1 0,2-3-185,4-4 0,-2-9 0,7-8-6,3-8 1,1-8 0,1-9 0,-2-4 11,-3-3 0,1-3 1,5-7-1,1-3-27,-1 2 0,7 2 0,-1 4 1,-2 2 96,-1 2 0,3 2 1,0 0-1,-2 7 234,-1 7 1,-3 9-1,-1 0 151,-4 8 0,-5 13 0,-7 12 1,0 6 220,0 6 0,0 2 0,0 5 0,-2-3-74,-3-2 1,1-3 0,-6-7-1,2-4-108,4-5 0,2-5-235,2-1 0,2-11 0,4-7 0,6-11-263,3-11 1,9-5 0,-1-10 0,0-2 25,2-1 0,-3-1 1,5 6-1,0 0 28,0 0 1,-5-4-1,1 3 1,-4 4-156,-1 5 0,-3 10 0,-1 5 105,-3-1 1,-7 7 0,2 6 241,-4 9 0,-2 9 0,0 3 0,0 5 403,0 1 1,0 2 0,0 8-1,0 1-141,0 3 1,0-6 0,0-6 0,0 0-445,0-1 1,2 1 0,2-10 0,4-5-485,1-5 1,5-3-1,7-8-1488,3-4 2156,-1-3 0,2-17 0,2-1 0</inkml:trace>
  <inkml:trace contextRef="#ctx0" brushRef="#br0" timeOffset="5">6061 792 8054,'0'-12'1067,"0"1"-818,0-3 0,8 6 0,3 1 0,5 1 116,1 0 0,3-2 0,3 4 0,4-1-391,0 1 1,6-4-1,-6 0 1,2-2-191,1-3 1,-11 3 0,0-1-1,-7-3-141,-4-2 0,-2-1 0,-8-1 249,-4 1 1,-10 1 0,-9 5 0,-2 5 273,-4 4 0,0 2 1,0 0-1,2 4 11,-2 8 1,3-1-1,1 14 1,4 1 106,7 3 0,7 4 1,9 4-1,0 1-50,0 3 1,4 0 0,5-8-1,11-2-182,5-2 0,6-9 1,8-1-1,4-7-232,1-5 1,-3-1-1,4-8 1,-3-4-281,-3-5 1,-4-7 0,-6-3 0,-6-4-1532,-3-2 1991,-3-3 0,1-4 0,-1-1 0</inkml:trace>
  <inkml:trace contextRef="#ctx0" brushRef="#br0" timeOffset="6">6794 530 8270,'0'-17'1671,"0"-1"-234,0 1 1,-2 7-1323,-3 4 0,3 6 0,-6 8 0,2 9-105,0 11 1,-5 5 0,5 3 0,0 3-21,-2 2 0,6 6 1,-4-7-1,4-1-74,2-2 0,0-4 0,0-4 1,2-6 31,4-3 0,6-11 0,9-3 0,4-6-14,3-6 1,-5-5 0,4-12-1,0-7-80,0-3 0,-3-3 0,3-1 0,-2 0 16,-4 4 1,-1 2 0,-5-2 0,-1 2-275,-2 2 1,-9 7 0,3-1-387,-4 4 751,-2 9 1,0 10-1,-2 12 1,-2 5 415,-1 6 1,-1 3-1,6 5 1,0-2 23,0 2 0,0 2 1,0 0-1,2-2-194,3-2 1,5-8 0,8 2-1,-1-3-507,1-3 1,1-7 0,2-4 0,5-6-513,1-6 0,2-4 1,6-9 811,0-4 0,0-4 0,0-8 0</inkml:trace>
  <inkml:trace contextRef="#ctx0" brushRef="#br0" timeOffset="7">8017 443 8118,'0'-18'183,"-2"1"0,-2-1 472,-2 1 1,-7 1 0,1 5 0,-4 5-437,-1 4 1,-1-4-1,1 0 1,0 2-228,-1 3 0,-5 6 1,-2 3-1,-1 2-97,1 3 0,2 3 0,5 1 0,1 1 103,-1-1 0,9 1 1,3-1-1,4 1 180,2-1 1,0-5 0,0-1 0,0 3 49,0 2 1,10-5-1,5 1 1,7-1-192,-1-1 0,0 6 0,1-7 1,1 3-308,-2 0 0,-1-1 1,-3 7 105,1-1 0,-9 1 1,-3 1-1,-4 2 93,-2 3 1,-8-1 0,-3-5 0,-7-1-47,-5 0 0,1-1 0,-5-2 0,0-5-204,0-1 1,6-2-1,-3-8 1,5-2-1354,1-2 1674,1-7 0,0-5 0,-1-9 0</inkml:trace>
  <inkml:trace contextRef="#ctx0" brushRef="#br0" timeOffset="8">8384 478 8101,'-10'0'1308,"-6"0"0,9 13 0,-5 7 0,4 3-1193,0 2 1,4 6 0,-5-2 0,1 4-492,4 2 0,2-2 1,2-4-1,0-5-2047,0-5 2423,0-1 0,8-1 0,2 0 0</inkml:trace>
  <inkml:trace contextRef="#ctx0" brushRef="#br0" timeOffset="9">8506 111 8101,'-10'-2'745,"2"-2"1730,1-2 1,5-1-1567,-4 1-909,4 4 0,2-6 0</inkml:trace>
  <inkml:trace contextRef="#ctx0" brushRef="#br0" timeOffset="10">1537 581 8323,'0'-17'-70,"0"0"1,1 1 0,3 2-178,2 3 1,2-1 0,-4-5-1,2-1 606,-2 1 0,-1 5 0,1 0 0,4-1 180,2-3 0,-6-1 1,3 1 270,1 5 0,-4-5 551,8 5-952,-8 3 0,3 8 0,-7 11 0,0 5 102,0 1 0,0 9 0,0 3 0,0 4-388,0 2 1,-5-2 0,-1-2 0,2-2-61,2 2 0,2-6 1,2-2-1,2-3-229,2-3 0,13-5 0,0-2 0,7-3-214,5-3 0,2-2 0,2-4 1,1-4-73,5-5 0,-4 1 1,2 0-1,-6 1-216,-4-1 1,-8 4 0,3-4 0,-5 3 667,-2 3 0,1-14 0,-1-1 0</inkml:trace>
  <inkml:trace contextRef="#ctx0" brushRef="#br0" timeOffset="11">2026 250 8209,'0'-18'1636,"0"7"-557,0-1 0,0 10-707,0 2 1,0 10 0,0 13 0,-2 8-72,-4 8 0,2 7 0,-6 15 0,0 6-240,1 7 1,3 4-1,-4-4 1,1 1-490,-1-1 0,6-4 0,-2-8 0,4-12-2596,2-13 3024,0-10 0,8-9 0,2-1 0</inkml:trace>
  <inkml:trace contextRef="#ctx0" brushRef="#br0" timeOffset="12">35 599 8107,'-12'0'1523,"0"0"269,8 0-779,-3 0 0,9-8-541,3-3 0,5-3 0,6 0 1,-3 3-227,-1-3 1,0 4 0,5-1 0,2-3-275,5-1 1,-5-1 0,6 3 0,-1 1-236,-1-2 0,8 7 0,-2 1 0,2 4-154,-2 2 1,2 4 0,-7 5-1,-5 9 355,-5 1 0,-7 8 0,-7 3 0,-2 4 232,-3 7 1,-7 4 0,-11 5 0,-7-1 85,-2-3 0,-3-1 0,0 4 0,-2-5-15,-4-1 1,10-2 0,-2-6 0,6-2 23,5-4 0,3-4-270,2-8 1,9-7 0,8-4 0,11-4-44,11-2 0,-1 0 0,8 0 0,4-2-36,6-4 0,0-2 1,4-5-1,-3 3-104,-1 2 0,-12 0 1,8 5-1,-2-3-278,0 2 1,0 2 0,-4 2-1,-5 0 466,-5 0 0,-2 8 0,1 1 0</inkml:trace>
  <inkml:trace contextRef="#ctx0" brushRef="#br0" timeOffset="13">960 1088 6864,'0'-10'1695,"0"2"-1695,0 8 0,0-7 0,0-3 0</inkml:trace>
  <inkml:trace contextRef="#ctx0" brushRef="#br0" timeOffset="14">9100 670 8250,'0'-18'315,"5"7"422,1-1 1,2 0-228,-2-5 1,-4-1-1,4 1-247,-5 0 0,-1 5 1,-1 0-106,-5-1 0,-4 5 0,-7 2 1,-3 4-269,-3 2 0,-4 8 0,-8 4 0,0 3-117,0 3 0,2 5 0,2 2 0,4 2 94,1 4 0,3 2 0,8 2 0,3-2 152,6-4 0,4 2 0,6-7 0,6-3 97,7-2 1,10-3 0,-1-4-1,1-7 84,4-3 1,0-2-1,0-2 1,-4-5-144,-2-11 1,5 1 0,-7-9 0,-4 1-101,-5-4 0,-1-2 0,-7 0 0,-2 2-217,-2-2 1,-4 6-1,-4-1 1,-7 5-287,-9 4 1,1-3-1,-8 14 1,0 2-1642,2 3 2187,-6 8 0,5 11 0,-6 9 0</inkml:trace>
  <inkml:trace contextRef="#ctx0" brushRef="#br0" timeOffset="15">9466 513 11374,'0'17'469,"0"1"1,-2 1-1,-2 4-315,-1 6 1,-7 6 0,6 4 0,0 2-339,-1-2 1,5-4 0,-2-6 0,8-6-12,7-4 0,5-9 1,3-4-1,5-8-46,5-10 0,9-3 0,3-18 1,-2-4 169,-2 0 1,-2 0 0,-2 2-1,-4 0 224,-6 0 0,-3 2 0,-5 4 1,-3 6 254,-6 4 1,1 7-320,-1 0 0,-6 10 0,-8 2 0,1 12-204,-1 9 1,-4 7 0,4 6 0,1 3-67,-1 4 0,2-4 0,8 6 1,2-3-120,2 1 1,13-2-1,1-8 1,5-4-100,6-2 1,2-9 0,4-10 0,2-4-207,1-2 0,7-8 605,-6-4 0,7-11 0,-3-4 0</inkml:trace>
  <inkml:trace contextRef="#ctx0" brushRef="#br0" timeOffset="16">10759 635 8170,'0'-18'185,"0"1"292,0-1 0,0 1 0,0 0 628,0-1 0,5 6-1060,1 1 1,-2 5 0,-10-4-154,-5 3 0,-5 1 1,-3 6-1,-3 0 6,-1 0 0,-8 0 0,2 2 0,-2 3 148,2 7 1,-4 9-1,4 5 1,-2-1 109,2 0 0,3 6 0,9-2 1,-1 4-21,1 2 1,7 0 0,4 0 0,5-2-141,1-4 1,7-4 0,7-9 0,7-4-169,8-7 1,4-3 0,2-4 0,0-5-28,0-11 0,0 1 1,-2-9-1,-4 3 142,-6 0 0,-3-6 1,-3 5-1,-1 3 142,-5 2 1,-1 1 0,-6 1 46,2-1 1,-2 9-1,-10 3 1,-4 6-114,1 6 0,-7 5 1,6 13-1,1 3-242,3 0 0,4 6 1,2-6-1,0 2-58,0 0 0,8-7 0,5 1 0,7-4-174,3-1 0,8-9 0,0-3 1,6-4 454,4-2 0,-1-8 0,-5-1 0</inkml:trace>
  <inkml:trace contextRef="#ctx0" brushRef="#br0" timeOffset="17">11230 757 8579,'18'-2'608,"-1"-4"1,3-1 0,3-9 0,6 1-437,4-5 1,10-9 0,3-2 0,5-6-244,1-4 1,-7-7 0,-5 1 0,-3-3-9,-2-3 0,-8 1 0,-5 0 1,-9 1 33,-7 5 1,-4 5-1,-4 10 1,-4 6 186,-5 5 0,-5 7 0,-3 13 0,-5 2-97,-5 3 0,2 13 1,-2 13-1,0 8 56,2 7 0,0 1 0,5 3 0,-1 5 34,2-1 1,7 8-1,4 0 1,3 2-38,3 0 1,4-2-1,6 0 1,7-9-159,8-11 0,7-7 0,7-7 0,-1-11-23,1-9 0,0-6 0,0-4 0,0-6-187,0-9 0,0-9 0,0-9 0,-2 1-53,-4-1 1,4 0-1,-4 0 1,2 0 145,-2 0 0,2 2 0,-7 2 0,-3 6 156,-2 5 1,-1-5 0,-1 13 0,1 5 28,-1 3 1,-5 4 159,0 0 0,-3 7 1,3 5-1,-6 4 287,-4 1 1,-2 6 0,0 3 0,2 1-34,3 4 1,-3-4 0,4 0 0,-2 0-251,2 0 1,-4-5-1,6-1 1,-3-5-815,1-5 0,8-1-472,-3 2 0,5-5-470,1-7 1,-5 0 1583,0 0 0,-8 8 0,3 2 0</inkml:trace>
  <inkml:trace contextRef="#ctx0" brushRef="#br0" timeOffset="18">12383 146 7983,'-10'-18'2,"0"1"0,7-1 952,-3 1 0,0 5 666,6 1-1632,0 7 1,0-2-208,0 12 0,2 2 0,2 5 219,2-1 0,-1-1 0,-5 7 0</inkml:trace>
  <inkml:trace contextRef="#ctx0" brushRef="#br0" timeOffset="19">12732 59 8009,'0'-18'347,"0"1"456,0-1 1,0 12-193,0 12 0,0 6 0,0 17 0,0 4-297,0 6 1,0 7-1,0 12 1,0 7-129,0 2 1,0 5 0,0 2 0,0 2-31,0-3 1,0-3-1,0-8 1,0-9-330,0-11 1,6-7-1,2-7-577,1-11 0,-3-7 1,4-12-303,-2-4 0,-2-6 0,-6-9 1052,0-2 0,-8-8 0,-2 3 0</inkml:trace>
  <inkml:trace contextRef="#ctx0" brushRef="#br0" timeOffset="20">12488 513 11235,'17'0'880,"1"0"0,-1 0-1053,0 0 1,3 0 0,3 0 0,6 0-686,4 0 1,2-6 857,0 0 0,8-8 0,1 5 0</inkml:trace>
  <inkml:trace contextRef="#ctx0" brushRef="#br0" timeOffset="21">13274 600 8780,'0'-18'2148,"0"1"-1702,0 0 0,0 9 1,0 8-264,0 9 0,0 9 0,0 3 1,0 5-139,0 1 1,0 0 0,0 4 0,0-4-51,0-2 0,5-1 1,3-7-1,2 1-34,3-1 0,3-7 1,1-5-1,3-3-145,3-2 0,-2-2 0,7-5 0,-3-9-5,-4-5 0,-1-4 1,-3 3-1,0-1 16,1 2 0,-6-5 0,-3 3 0,-1 2-175,-4 1 1,0 3 166,2-1 1,-4 11 0,3 9 417,-3 13 1,-2 10 0,0 12 0,2 6 223,4 9 1,-2 10 0,8 14 0,1 8 58,3 7 1,-10-41 0,-1 3 0,1 3 0,-2 0-1,0 0 1,0 1-185,-1-1 1,-2 0 0,-3 2 0,-2-1 0,-2-4 0,-2-1 0,-13 45 0,-8-6 1,-6-12 0,-4-5 0,-4-10-454,-1-12 1,5-17 0,-2-17-1,6-12-197,6-10 1,-2-16-1,8-15 1,2-11-587,1-10 0,10-1 0,5-9 0,7-3-184,9-5 1,12-2 0,22 4 0,11-3 467,-24 34 1,2 0 0,6-2 0,2 1 303,6-2 0,3 0 0,3 1 0,2-1 0,2 0 1,-1 1-1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7:47.1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19 376 8750,'-11'0'2437,"3"0"0,8-2-2158,0-5 1,2 5-1,4-6-169,7-1 1,10 1 0,4-7-1,3 3-309,3-3 0,3 5 0,2-1 1,-1 3-104,1 3 0,0 3 1,-2 4-1,-5 5 261,-6 5 1,-6 7-1,-6 6 1,-7 7 130,-4 3 1,-6 3 0,-7 0 0,-10 0 199,-6-1 1,-4 1 0,-7 0-1,0-2 38,0-5 1,9-4-1,2-10 1,2-2-6,-1-3 1,8-7-303,5 1 1,11-6-243,2-6 1,10 1-1,13-5 1,5-1-79,1 1 0,2 6 0,7-3 1,0 5 156,0 2 1,-1 0 0,-1 2 0,-2 5 92,-3 5 1,-2 7 0,3 4 0,-9 4 121,-8 3 1,-1 3 0,-9 9 0,-8 2 194,-7-2 0,-9-2 0,-4-4 0,-4-3-70,-3-1 1,-3-11 0,-9 0 0,-2-9-123,2-3 0,2-3 1,2-6-1,1 0-212,-1 0 0,6-10 1,3-7-1,4-6-666,8 0 0,7 2 1,10 0-1,0-2 802,0-3 0,8 1 0,3 6 0</inkml:trace>
  <inkml:trace contextRef="#ctx0" brushRef="#br0" timeOffset="284">1019 1074 10810,'0'10'798,"0"-1"0,0-1 1,0 3-1</inkml:trace>
  <inkml:trace contextRef="#ctx0" brushRef="#br0" timeOffset="1250">2189 394 8000,'0'-18'274,"0"-1"1,0 6 0,0 1 1487,0-3 1,0 4-1260,0-1 0,0 10 0,0 2-224,0 10 1,-2 9-1,-2 6 1,-2 9-203,2 8 1,-5 0 0,3 8 0,2 5-98,2 5 1,2-1-1,2 4 1,4-4-134,7-3 1,3-1 0,5-5-1,4-6 72,7-4 0,6-19 1,4-8-1,4-11 78,2-9 1,-4-5 0,4-15 0,-4-9 60,-8-6 1,0-10 0,-9 1 0,-2-3-26,-4-3 0,0 0 0,-15 1 0,-2-1-15,-2 1 0,-2-1 0,-2 2 0,-4 5 63,-6 6 0,1 13 0,-2 3 0,-1 5-566,-3 4 1,4 7-833,1 18 1,8 7 0,-3 12 1316,5 6 0,11 5 0,1 2 0</inkml:trace>
  <inkml:trace contextRef="#ctx0" brushRef="#br0" timeOffset="1967">3227 376 8215,'0'-36'259,"0"2"0,0 5 587,0 2 0,0 8-292,0 6 1,-2 9 0,-2 2 18,-2 13 0,-9 9 1,2 18-1,-1 2-233,1 4 0,-1 4 0,5 11 0,1 2-252,-1 2 0,3 2 0,6-6 1,0-1 7,0-3 1,2-5 0,4-2 0,5-10-107,-1-11 0,7-8 0,-4-6 0,4-7 216,1-4 0,1-19 0,-2-8 0,-2-8-243,-3-5 0,-1 0 0,1-2 0,-5-2-78,-5-2 1,4-2-1,0 2 1,-1-4-249,-3 0 1,-2-5 0,-2 7 0,-3-2-44,-1-4 1,-6-3-1,5 0 1,3 5 170,2 6 0,2 6 0,0 7 98,0 6 1,0 14 119,0 11 1,0 17-1,0 14 1,0 7 289,0 6 0,6-2 0,3 11 1,1 3 98,5 5 1,2-4 0,1-7 0,1 0-150,0-1 0,6 3 0,3-10 0,1-6-80,4-9 0,3-15 0,4-5 0,2-5-108,2-2 1,6-17 0,-6-10-1,-2-11 33,-2-6 1,-2-8 0,-2 3 0,-5-1-121,-6 0 0,-6-1 1,-4-5-1,-5-1-154,-1 0 1,-3 3-1,-6 4 1,0 8 133,0 8 0,-2 3-79,-5 12 0,5 6 0,-6 22 1,2 12 204,-1 14 0,-1 11 0,4 11 0,-5 2-18,-1 4 1,6 2 0,-3 6 0,5-4-6,2-2 0,0 4 1,0-4-1,2 0-202,5 0 0,3-10 0,7-13 0,-2-9-470,-3-8 0,1-6 0,6-6-404,0-7 1,-9-6 1044,-4-6 0,5-13 0,-1-10 0</inkml:trace>
  <inkml:trace contextRef="#ctx0" brushRef="#br0" timeOffset="2283">4850 225 8007,'0'-19'0,"-2"2"0,-2 2 789,-2 3 0,-3 8 0,3-3-346,-6 5 1,-3 11 0,-2 5 0,0 9-27,-4 9 1,-4 5-1,2 10 1,-4 7-68,-3 7 1,1 10-1,-4-2 1,3 5-226,3 1 1,2-10 0,8-6 0,2-11-667,3-8 140,8-6 1,1-32 0,12-11 0,1-9-775,5-8 0,-4-7 0,-1 1 1,-2-3 1174,-3-3 0,5 0 0,1 0 0</inkml:trace>
  <inkml:trace contextRef="#ctx0" brushRef="#br0" timeOffset="2500">4775 74 10863,'12'0'1450,"-1"10"1,-1 15-921,1 11 0,-5 2 0,7 16 0,1 7-364,3 4 1,-4 4 0,-1 5 0,5-3-240,6-2 1,-2-8 0,4 0 0,-6-11-1147,-6-12 1,4-9-595,-5-10 0,-3-11-350,-3-8 2163,-21-8 0,3-19 0,-16-3 0</inkml:trace>
  <inkml:trace contextRef="#ctx0" brushRef="#br0" timeOffset="2667">4548 659 9805,'0'10'2089,"11"-1"0,6-9 0,8 0-2402,4 0 0,9 0 0,8 0 0,2-3-994,5-3 0,-5 2 1307,2-9 0,1 1 0,5-7 0</inkml:trace>
  <inkml:trace contextRef="#ctx0" brushRef="#br0" timeOffset="2950">5417 168 7987,'6'-19'1014,"0"0"1,0 11-1,-6 8-507,0 10 1,-6 16 0,0 7 0,2 9-46,2 8 0,-5 7 0,1 6 0,2 4 13,2 0 0,2 4 1,2-8-1,2-2-239,2-2 1,7-5-1,-5-5 1,1-12-550,-1-9 0,7-10-124,-3-5 0,-3-7 0,-3-12 0,-4-9-1553,-2-8 0,-2-4 1990,-4-4 0,-5-13 0,-8 4 0</inkml:trace>
  <inkml:trace contextRef="#ctx0" brushRef="#br0" timeOffset="3233">5303 243 8018,'0'-18'238,"0"-1"1,0 0 0,2 0 1040,5 0 0,1 7 0,7-1 0,-1 0-750,7 3 1,7-7-1,9 7 1,1-1-545,0 5 0,8 4 0,4 2 0,5 0-110,2 0 0,-9 2 0,-4 4 1,-6 7-118,-7 4 1,-6 3 0,-12 4-1,-7 3 97,-4 2 1,-6 1 0,-7 3 0,-9-1 269,-8 1 0,-3 3 0,-9 1 0,-2-1-80,-2-4 1,-6 3 0,6-5 0,2-1-536,2-4 1,10-6 0,5-4 489,4-3 0,2-8 0,1 5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1:57:55"/>
    </inkml:context>
    <inkml:brush xml:id="br0">
      <inkml:brushProperty name="width" value="0.2" units="cm"/>
      <inkml:brushProperty name="height" value="1.2" units="cm"/>
      <inkml:brushProperty name="color" value="#00A0D7"/>
      <inkml:brushProperty name="inkEffects" value="pencil"/>
    </inkml:brush>
  </inkml:definitions>
  <inkml:trace contextRef="#ctx0" brushRef="#br0">46 491 12018 263409 56987,'-21'0'3732'0'0,"5"0"-3304"0"0,7 0 1 0 0,11 0-214 0 0,5 0 1 0 0,7-6 0 0 0,22 0-193 0 0,4 2 1 0 0,10-5-1 0 0,2 3 1 0 0,9 2-2 0 0,8 2 0 0 0,15-5 1 0 0,15-1-1 0 0,-42 4 0 0 0,1 0 62 0 0,6 0 0 0 0,2-1 0 0 0,7-2 0 0 0,1 0 0 0 0,0 1 1 0 0,1 1-1 0 0,3-1 0 0 0,1 0-8 0 0,2-1 1 0 0,0 1 0 0 0,3 0 0 0 0,2-1 0 0 0,1-2 0 0 0,2-1 0 0 0,-2 1 0 0 0,0 0-119 0 0,-1-1 1 0 0,0 1-1 0 0,2-1 1 0 0,2 1-1 0 0,3-1 1 0 0,1-1 0 0 0,3 0-1 0 0,1-1-7 0 0,-32 4 1 0 0,1-1-1 0 0,1 1 1 0 0,2-1 0 0 0,0 1-1 0 0,0-1 1 0 0,-3 2 0 0 0,0 0-1 0 0,0 1 1 0 0,2-2 0 0 0,0 0-1 0 0,1 0 31 0-69,1 0 1 0 1,0 0-1 0-1,0-1 1 0 1,1 1 0 0-1,0-1-1 0 1,0 1 1 0-1,1 1-1 0 1,0 1 1 0-1,0 0 0 0 1,-3 0-1 0-1,0 1 1 0 1,-1-1 30 2807-15,-1 2 0-2807 1,0 0 0 0 0,0 0 0 0 0,29-4 0 0 0,1 1 1 0-1,-31 4-1 0 1,0 0 0 0 0,0 1 0 0 0,33-2 0 0-1,-1-1 47 4160 83,-2 1 0-4160 0,-1 0 0 0 0,-3 0 1 0 0,-1 2-1 0 0,-9 1 0 0 0,-1 2 1 0 0,-1-1-1 0 0,0 0-16 2464 0,-1 0 0-2464 0,-1 0 1 0 0,-1 0-1 0 0,-1 0 1 0 0,-4 1-1 0 0,-1 0 1 0 0,-3 1-1 0 0,-2 0-145 1605 0,-2 1 1-1605 0,-2 0 0 0 0,-5 1 0 0 0,-3-1 0 0 0,-4-2 0 0 0,-1 0-1 0 0,42 3-640 1074 0,-10 2 1-1074 0,-11 1 0 0 0,-20-7-1 0 0,-7 0-2431 578 0,-4 0 3172-432 0,-3 0 0-146 0,-7 0 0 0 0,-3 0 0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9:11.11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469 124 8316,'9'-19'142,"-7"0"0,4 1 2530,-4-1-1846,-2 8 0,0 5 0,0 15-420,0 9 0,-8 9 1,-5 11-1,-3 2-200,-3 3 1,0 5 0,0 9 0,3 1-83,3 4 0,-3 5 0,3 8 0,-2 0-450,3 0 1,-3-6 0,9-4 0,2-7-390,2-10 1,2-15-225,0-8 1,6-16 0,0-13 0,-2-15-489,-1-8 0,-3-5 1427,0-5 0,-9-9 0,-1-2 0</inkml:trace>
  <inkml:trace contextRef="#ctx0" brushRef="#br0" timeOffset="166">0 612 14225,'19'0'544,"0"0"0,2-2 1,4-3-1,8-3-773,9-2 1,8-9 0,10-6 0,3 2-1416,-3 2 1,-1-4 1643,-3 0 0,0-8 0,1 4 0</inkml:trace>
  <inkml:trace contextRef="#ctx0" brushRef="#br0" timeOffset="517">676 724 8271,'10'0'2304,"-1"-2"-1267,-9-4 1,2 4 0,4-6-588,6-1 0,5 5 0,2-6 1,2-1-419,4 1 0,-4-1 1,4-3-1,-5 1-281,-1-1 0,0-3 0,0-2 0,-3 0-560,-3 1 0,-5-1 1,-8 0 303,0 0 0,-2 9 0,-6 4 0,-9 6 415,-6 6 1,-10 4 0,2 11-1,-3 2 229,3 2 1,-2 9 0,8-1 0,2 7 27,2 3 0,4 1 0,5-4 0,5-1-9,5-1 1,11 3 0,5-11 0,11-3-337,13-8 0,1-9 0,11-10 1,3 0-1191,1 0 1368,2-8 0,0-11 0,1-10 0</inkml:trace>
  <inkml:trace contextRef="#ctx0" brushRef="#br0" timeOffset="834">1633 593 8032,'16'-13'0,"-1"1"441,-3-3 0,-5-1 1,3-3 495,-1 0 1,-3 7-662,-6-1 1,-9 3 0,-3-3 0,-5 7-75,-2 4 0,-6-4 1,-2-1-1,-2 5-36,-4 6 0,-3 7 0,-1 8 0,1-1-100,5 1 0,-2 8 0,8 2 0,4 3-5,6-1 1,7 0 0,8 7 0,0-1 9,0 1 0,15-9 0,5-2 0,8-4-361,5-4 1,9 2-1,3-15 1,1-2-1057,0-2 0,-2-4 0,-7-6 1346,1-11 0,0 0 0,-1-8 0</inkml:trace>
  <inkml:trace contextRef="#ctx0" brushRef="#br0" timeOffset="1249">2008 124 8047,'-6'-19'4011,"-1"0"-3506,1 9 1,6 6-1,-2 14-282,-4 9 1,2 14 0,-7 5 0,1 10-105,-1 6 1,-1 11 0,-7 3-1,2 5 6,5 2 0,-3-2 0,9-4 1,2-8-97,2-9 0,2-15 0,2-12 0,4-6 40,7-6 1,5-5 0,5-10-1,5-7-215,1-9 0,-4-3 1,4-10-1,0-3-344,0-1 0,-6-3 0,4 1 0,-2-1-109,0 1 1,0 5 0,-6 3 0,-2 2 83,-5 4 0,3 2 1,-7 5 341,3 3 0,-7 7 0,2 12 392,-4 7 1,-2 10-1,-2 4 1,-2 2 197,-2 4 0,-1 3 0,5 1 1,-2 1-77,-2-1 1,0-1-1,6-3-523,0-2 1,0-8 0,2 0 0,4-8-478,6-9 0,5-6 0,2-6 0,2-7 659,4-3 0,-4-11 0,6-3 0</inkml:trace>
  <inkml:trace contextRef="#ctx0" brushRef="#br0" timeOffset="1650">2683 424 8047,'0'-12'1873,"0"-1"0,0 7-1342,0-7 0,0 11 0,0 2-326,0 11 0,-6 12 0,-2 4 0,-1 2 29,1 4 0,-4 9 1,5 2-1,1-3-72,-2-1 1,6-9-1,-5 1 1,5-1-91,2-2 1,0-8-1,2-11-245,5-1 0,3-3 0,9-8 0,0-7-173,-1-9 0,1-3 0,2-10 0,2-3-274,2-1 0,0-3 0,-6 1 0,0 1 206,-1 5 0,1-2 0,-2 8 0,-3 2 286,-1 2 0,-7 4 114,7 5 1,-9 14-1,2 17 1,-4 12 482,-2 10 1,-8 1-1,-3 6 1,-1-2 256,-1-4 0,9 4 0,-4-3 1,2-3-728,-1-7 0,1 1 1,8-11-278,4-7 0,-1-5 1,9-11-1,5-4-763,4-9 1,8-2 0,-4-16 1040,2-2 0,-6-3 0,4-1 0</inkml:trace>
  <inkml:trace contextRef="#ctx0" brushRef="#br0" timeOffset="1916">3340 443 8003,'6'-19'0,"3"2"0,-1 3 2160,0 1-1479,-1 9 1,-7-2 0,0 14-364,0 11 0,-9 2 0,-1 12 0,-3 5-110,1 3 0,1 5 0,-3-4 0,3 2-127,3-3 1,2-1 0,6-4 0,0-3-550,0-2 1,0-8-1,0 2-795,0-4 1,8-13 0,5-8 1262,3-10 0,3-15 0,0-4 0</inkml:trace>
  <inkml:trace contextRef="#ctx0" brushRef="#br0" timeOffset="2065">3546 30 10682,'-2'-10'2727,"-2"1"-2087,-2 1-640,0 6 0,6 2 0,0 10 0</inkml:trace>
  <inkml:trace contextRef="#ctx0" brushRef="#br0" timeOffset="2517">3922 593 7989,'12'-6'0,"1"-3"354,1-1 0,-3 4 0,-1-7 0,1-1 123,-1-3 0,0-2 1,5 0-82,-2 1 0,-9-1 1,0 0-165,-8 0 1,-7 3-1,-10 3 1,-1 7-203,-3 4 1,-9 2 0,3 2-1,-5 6-23,-1 11 0,-1 2 0,3 10 0,4 0 67,6-1 0,4 5 1,4-4-1,5 5-26,5 1 0,5-5 0,2-3 1,4-4-13,9-9 1,2 1-1,16-11 1,2-1-550,3-3 0,1-11 0,1-3 0,-1-7-20,1-6 1,-3 2-1,-1-6 1,-5 2 234,-2 4 1,-4-4 423,-11 2 0,-5 12 419,-14 19 1,-5 13 0,-11 21-1,-2 4 37,2 6 1,4 12 0,5 7 0,1 4-220,-2 2 0,1 2 0,-1 6 0,5 7-212,1 2 0,-3-5 1,6-18-1,2-8-1299,1-9 182,3-6 1,0-34 0,0-14 0,3-17-2114,3-12 3079,-4-13 0,15-4 0,-7-8 0</inkml:trace>
  <inkml:trace contextRef="#ctx0" brushRef="#br0" timeOffset="2833">4410 574 7989,'0'-19'94,"6"1"0,0-1 0,-2 0-153,-2 0 0,-2 1 0,0-1 949,0 0-799,0 9 0,-2 3 0,-2 14 1,-4 5 254,-3 5 1,5 10 0,-4 4-1,-1 5 77,1 1 0,6 1 0,-3-1 0,5 1 205,2-1 1,0-5 0,0-3 0,2-2-505,5-4 0,3-4 1,9-7-1,2-6-388,4-4 1,-2-4-1,8-4 1,2-9-471,3-7 0,-5-8 1,-2-9-1,-2-3 16,-4-2 1,-4 0 0,-5 7-1,-3-1 191,-3 1 0,-1 1 1,-7 5 526,0 6 0,-17-4 0,-4 0 0</inkml:trace>
  <inkml:trace contextRef="#ctx0" brushRef="#br0" timeOffset="3133">4916 555 7989,'13'0'668,"-1"0"0,1 0 1,5-2-1,1-2-387,0-2 1,2-7-1,2 5 1,4-2-210,2-5 1,-6 5-1,2-3 1,-4-1-88,-2-3 0,-7-2 0,-1 0-145,-3 1 1,-12 1 0,-15 4-1,-8 7 267,-2 4 0,-7 10 0,5 5 0,-5 6 466,-1 6 0,8-2 0,4 8 0,4 2-63,2 3 1,9 1 0,6 1 0,8-1-580,8 1 1,22-9 0,14-4-1,16-6-2597,17-7 2666,17-3 0,-42-16 0,1-3 0,5-1 0,-1 1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9:08.31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189 49 8232,'-3'-19'3922,"-3"0"-3482,4 9 1,-13 10-1,7 14 1,0 11-281,-1 13 1,-5 10 0,1 16-1,-3 9-285,-3 7 0,2 16 0,3-3 1,3 1-397,3-4 0,-5-7 0,7-10 0,2-8-427,2-15 0,2-13 120,0-18 1,0-11 827,0-8 0,8-16 0,3-13 0</inkml:trace>
  <inkml:trace contextRef="#ctx0" brushRef="#br0" timeOffset="249">357 574 8118,'0'-12'1097,"0"-1"0,0 11 0,0 2-680,0 10 1,0 9-1,0 6 1,0 8-225,0 9 0,0 0 1,0 6-1,-2 0-491,-4 0 0,4-7 0,-4 3 0,4-6-1282,2-7 1,0-4-858,0-8 2437,0-9 0,0-1 0,0-9 0</inkml:trace>
  <inkml:trace contextRef="#ctx0" brushRef="#br0" timeOffset="416">545 255 8118,'0'-19'913,"0"7"1,0-1 869,0-1 1,0 3-1728,0-1 0,2 8-1381,4-3 0,-1 7 1325,7 7 0,-8 3 0,5 9 0</inkml:trace>
  <inkml:trace contextRef="#ctx0" brushRef="#br0" timeOffset="849">808 555 8046,'0'-19'168,"0"1"0,0-1 590,0 0 1,2 9 260,4 4 1,-4 6-553,4 6 0,-4 13 0,-4 12 0,-2 6-19,-2 7 1,-2 4 0,3 6 0,-3-2-311,-2-2 1,5-6 0,-1 2 0,4-4-178,2-7 0,0-10 0,0 0 0,2-6-138,4-7 1,5-3 0,8-11 0,-1-7-136,1-9 1,2-3 0,2-13 0,2-3-137,-2-5 0,4-8 0,-2 4 0,-2-2 94,-2-4 0,-2 6 0,-1 5 1,-1 7 11,-4 9 1,-3 4 318,-4 3 0,-4 9 0,5 11 0,-7 15 433,-7 12 1,3 7 0,-6 1-1,1 1-18,5-1 0,-4 3 0,2 0 0,1-1-557,3-3 1,2-9 0,0 2 0,0-2-209,0-4 1,2-11-1,5-5 1,5-5-543,5-2 0,2-2 1,-1-7 914,1-9 0,8-1 0,2-8 0</inkml:trace>
  <inkml:trace contextRef="#ctx0" brushRef="#br0" timeOffset="1200">1446 724 8075,'0'-19'1866,"0"7"-1475,0-1 0,6 7 0,2-4 0,3 1-194,3 5 1,3 2-1,2 0-131,-1-4 1,1 4 0,0-5 0,0 5-6,-1 2 0,1-6 0,-2-2 1,-3-3-393,-1-3 1,-7-1 0,5 1 0,-3 1 53,-4-2 0,-2-1 1,-4-1 249,-4 5 1,-4 3 0,-9 9 0,-2 2 106,-4 5 1,2 5-1,-6 13 1,0 6 76,-1 5 1,7 1 0,-2 1-1,5-1 4,1 1 1,8-1 0,5-1-1,4-3-156,2-2 1,8-8 0,7 2 0,8-6-132,8-6 1,7-5 0,3-8 0,5-2-602,2-4 0,2-5 0,4-8 727,-4 1 0,-4-9 0,-8-3 0</inkml:trace>
  <inkml:trace contextRef="#ctx0" brushRef="#br0" timeOffset="1716">2365 630 8009,'0'-18'325,"0"5"0,0 1 352,0-3 1,0 5 0,0-3 104,0-2 0,-2 1 0,-2-1-236,-3 3 0,-1 8 1,2-5-434,-7 1 1,-3 6 0,-3-4-1,0 3-223,0 3 1,1 9 0,-1 3 0,0 5-94,0 2 0,1 2 0,-1 2 0,0 4 32,0 2 0,7 2 0,1 5 0,3-3 167,4-2 0,2-8 1,2 2-1,0-2 22,0 2 0,10-12 1,7-1-1,8-8-200,4-4 0,2-2 0,7-4 1,-1-7-57,1-3 1,-7-11 0,-2-5 0,1-3 204,-1-3 0,-6 7 0,0 2 0,-7 0 204,-3 0 0,-9 6 148,2-2 0,-6 12 1,-6 7-1,-4 8-194,-1 10 1,-6 3-1,5 16 1,-5 3-11,-2 1 0,9 3 0,4-1 0,4 1-111,2-1 1,0-8 0,2-4 0,4-4-255,7-2 1,9-2 0,6-5 0,1-6-539,4-4 1,9-4 0,2-4 0,-3-6 787,-1-5 0,6-10 0,2-2 0</inkml:trace>
  <inkml:trace contextRef="#ctx0" brushRef="#br0" timeOffset="2049">2965 499 8009,'0'-19'3141,"0"11"-2681,0 8 0,0 8 0,-2 13 0,-2 2-123,-2 2 1,0 8 0,6-1 0,0 1-143,0-2 1,0 3 0,0-7 0,0 0 215,0 0 1,0-2-86,0-6 0,2-9-481,4-4 1,-4-12-1,6-6 1,-1-7-261,-1-6 0,0 2 0,-6-8 0,2-1-11,4 3 1,-3-4-1,5 6 1,-2 0-117,0 0 0,9 1 0,0 8 1,7-3 195,10-4 1,5 4-1,7-4 1,10 6 345,13 7 0,2-5 0,14 7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9:05.89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38 489 8045,'0'-13'1224,"0"1"918,0-1-493,0-6-1267,0 9 1,0 6-142,0 16 0,-3 3 0,-1 16 0,-2 5-266,2 5 1,2 7 0,0 11-1,-2 1-320,-3 3 0,1 5 0,6-5 1,0-3-295,0-1 0,0-9 1,0-4-1,0-7-1507,0-9 2146,8-16 0,3-6 0,8-8 0</inkml:trace>
  <inkml:trace contextRef="#ctx0" brushRef="#br0" timeOffset="567">73 395 8069,'0'-19'493,"0"7"1630,0-1-1749,0 1 0,0 3 1,0 9 84,0 11 1,0 14-1,2 6 1,4 7-165,7 5 0,3 5 0,3 6 1,0-1-203,0-3 0,6-2 0,2 4 0,2-4-60,4-3 1,1-1-1,-1-6 1,-2-3-294,3-4 0,-1-3 0,-2-10 0,-6-1-342,-4-4 0,-2-5 541,0-8 1,-9-2 0,-2-4 206,1-7 1,-7-4 0,4-3 0,-4-3-93,-2-2 1,0-9-1,2 3 1,2-7-3,3-5 0,-1 1 1,-6-8-1,0-4-59,0-7 0,2-5 1,2-7-1,5 2-206,1 2 1,-4 2 0,7-2-1,-1 7-301,-1 3 0,-3 20 0,-8 8-2025,0 8 2539,0 12 0,-8 3 0,-3 8 0</inkml:trace>
  <inkml:trace contextRef="#ctx0" brushRef="#br0" timeOffset="1000">1180 826 8109,'10'-18'113,"-1"-1"1,-9 0 295,0 0 0,0 1 1,2-1 253,4 0 1,-4 0 0,4 1-240,-4-1 1,-4 8-1,-4 5-257,-7 4 0,-3 2 0,-3 0 0,0 2-5,0 4 1,-6 7 0,0 12-1,0 6-104,-2 5 0,9 1 1,-3 1-1,6 1-83,1 5 1,5-2-1,3 4 1,4-5-23,2-5 1,2-5 0,4 0 0,7-6 20,3-4 1,11-10-1,5-7 1,1-8-164,-2-9 1,5-12 0,-7-6 0,0-5-141,-4-1 0,-4-7 0,-4-2 0,-5-2 74,-5-4 0,-5 6 1,-4 2-1,-5 7 189,-5 6 0,-7-1 0,-4 14 0,-4 7-114,-2 7 1,4 6-1,-4 6 1,1 11-410,6 10 0,3 7 0,6 3 589,7 5 0,-4-4 0,-1 6 0</inkml:trace>
  <inkml:trace contextRef="#ctx0" brushRef="#br0" timeOffset="1401">1611 695 8248,'-2'-19'964,"-4"1"1,4 5 1571,-4 1-2314,4 7 0,2 5 1,-3 15-1,-1 6-9,-2 4 1,0 8 0,4-2 0,-2 5-32,-3 1 0,1 1 0,6-3 1,0-3-91,0-7 0,0-4 1,0-3-108,0 1 0,8-9 0,5-3 0,6-7-275,6-7 0,-2-11 1,6-14-1,0-3 7,0-3 0,-4-5 1,4-1-1,-2 2 61,-4 3 0,-2 3 0,-4 5 0,-2 8 349,-3 8 1,-8 3 0,2 14 38,-3 13 1,-6 12 0,-1 16 0,-4 5 37,-2 0 0,5 11 0,-1-9 0,4-4-475,2-5 0,0-5 0,2-5 0,6-6-839,11-4 1110,0-11 0,25-10 0,-5-10 0</inkml:trace>
  <inkml:trace contextRef="#ctx0" brushRef="#br0" timeOffset="2067">2381 751 8159,'-11'0'7441,"3"0"-7388,8 0 1,8 0-1,5 0 1,5 0-326,7 0 1,5-6 0,7-2 271,1-3 0,-1-1 0,1-7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9:16.49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95 36 8049,'0'-10'5153,"0"-7"-4864,0 15 0,-3-4 3,-3 12 1,4 11-1,-6 10 1,2 4 45,-1 9 0,-1 3 0,4 10 0,-5-1-202,-1 6 0,6-2 0,-2 7 1,4-7-323,2-6 0,0-4 0,0-11 1,0-3-1008,0-7 0,0-11 0,2-3-215,4-3 1,-4-4 0,6-10 1407,1-6 0,-7-14 0,6-3 0</inkml:trace>
  <inkml:trace contextRef="#ctx0" brushRef="#br0" timeOffset="267">20 712 8282,'-11'8'2401,"3"-4"-1594,8 9 1,2-7-1,4 4-480,7-1 1,12-3-1,8-6 1,9 0-243,8 0 0,12-2 0,7-4 0,6-7-565,6-4 0,-1-1 0,7 1 0,-1 2-553,-7 3 1,-6 8 1032,-17-3 0,0 5 0,1 2 0</inkml:trace>
  <inkml:trace contextRef="#ctx0" brushRef="#br0" timeOffset="784">1033 580 12750,'21'-2'182,"4"-4"1,-3 4 0,10-4-1,1 3-194,3 3 0,1-6 0,1 0 0,-1 2-224,1 2 1,-3 2 0,-2 0 0,-3 0-289,-3 0 0,-2 6 0,-9 2 286,-3 3 0,2-5 0,-11 4 221,-6-1 1,-7 5 0,-10-1-1,-1 4 352,-5 1 1,2 1-1,-6 0 1,-1 0-160,1-1 1,4 1-1,-4 0 1,0 0-46,0-1 1,6 1-1,-2-2 1,4-3 85,2-1 1,0-9 0,3 4 0,1-1-52,2-1 0,9-2 1,-2-10-373,4-7 0,2-5 1,0-5-1,0-4-311,0-3 1,0-1-1,0-6 1,0 1-68,0 5 1,0-5-1,0 7 1,0-2 583,0 0 0,-8-1 0,-3-5 0</inkml:trace>
  <inkml:trace contextRef="#ctx0" brushRef="#br0" timeOffset="1467">2252 486 8232,'0'-18'1104,"0"5"1010,0 1-1564,0 7 0,0 14 0,0 16 0,0 8-331,0 5 1,0 8-1,0 4 1,2 6-255,5 6 0,-5-1 1,6 8-1,-2-1-261,1-1 1,5-8-1,-6-11 1,-2-5-1034,-1-7 0,3-7 708,0-10 0,0-17 0,-6-11 0,0-11 621,0-12 0,0-11 0,0-5 0</inkml:trace>
  <inkml:trace contextRef="#ctx0" brushRef="#br0" timeOffset="1750">2158 411 8375,'-2'-18'505,"-4"-1"0,4 6 632,-4 1 0,4 6-1005,2-7 1,14 9 0,7-2 0,8 1-258,11-1 0,0 4 0,10-4 0,2 2-53,2-3 1,2 5-1,0-2 1,-1 6-137,-5 5 1,-11 9 0,-10 1 0,-4 8 160,-8 4 0,-9 4 0,-16 9 0,-11 2 236,-10-2 0,-8 4 1,-7-3-1,-6-1 78,-4-2 1,-3-5 0,1-2 0,2-3 16,4-3 1,4-11 0,11-9-172,3-5 0,14-4 1,11-5-1,9-5-755,11-5 0,4-2 748,20 1 0,-4-9 0,13-3 0</inkml:trace>
  <inkml:trace contextRef="#ctx0" brushRef="#br0" timeOffset="2150">2946 318 8148,'0'-13'1907,"0"1"-1286,0 7 1,0 12-1,0 11-167,0 3 1,-2 8 0,-2 3 0,-2 5-160,2 7 0,2-4 0,2 1 0,0-5-68,0-5 1,0-6 0,0 4 291,0-2-579,0-2 1,6-18 0,0-12-150,-2-11 1,-2-16 0,-2 1 0,0-2-74,0 2 0,7-5 0,-1 7 0,-2-2 69,-2-1 0,0 3 1,5-2-1,3 6-81,0 4 1,7 4 0,-2 3 0,6 3-116,4 3 0,8-4 0,-2 5 0,5 3-169,1 2 0,1 2 0,-1 0 0,3 0-142,4 0 0,-5-2 720,5-4 0,-4 4 0,-3-7 0</inkml:trace>
  <inkml:trace contextRef="#ctx0" brushRef="#br0" timeOffset="2517">3491 486 12501,'8'-10'235,"2"-5"0,9 7 1,0 0-335,0-1 1,-1-5-1,1 1 1,0-3-323,0-3 1,-1 6 0,-1 1 0,-2-3-115,-3-1 1,-8-3-1,1 2 393,-10 5 0,-5 3 0,-9 9 0,-2 2 276,-4 5 0,-2 5 1,-4 11-1,6 4 194,4 2 1,2 3 0,3 5 0,1 1-128,3-1 0,9 1 0,1-3 0,11-1-243,7-3 0,1-8 0,16 0 0,5-9-260,4-7 0,1-5 1,-3-4-1,2-5 302,1-5 0,10-22 0,-5-5 0</inkml:trace>
  <inkml:trace contextRef="#ctx0" brushRef="#br0" timeOffset="2883">4297 318 8039,'0'-19'449,"0"0"0,0 7 0,0-1 152,0-2 1,0-1-504,0-3 0,0 6 1,-2 3-1,-4 2-118,-7 4 1,3-5 0,-2 3 0,-5 2-24,-6 2 0,2 4 0,-4 2 1,4 4-49,2 3 1,1-1 0,-1 5 0,2-3 84,5 3 1,-3 2 0,9 1-1,2 1 69,2 0 0,2 0 1,2-1-1,4 1-55,7 0 1,1 0 0,1-1 0,-3 3-16,3 4 0,1-2 0,3 6 0,0-2 5,0-4 1,-7 0 0,-1 0 0,-3 2 93,-4-2 0,5-2 0,-3-2-112,-2 0 1,-10-9 0,-7-4 0,-3-4-526,-3-2 1,-2 0 0,-2-2 544,-2-4 0,0-13 0,6-10 0</inkml:trace>
  <inkml:trace contextRef="#ctx0" brushRef="#br0" timeOffset="3283">4579 411 8708,'0'-12'3039,"0"-1"-2651,8 9 0,3-10 0,7 7-323,1 3 1,0-4 0,0 0-185,-1-3 0,1-1 1,0-5-1,-2 2-661,-5 3 1,-4-1 402,-8-5 0,-8 7 0,-4 5 0,-7 4 344,-6 2 0,-2 8 1,-7 7-1,5 6 113,2 4 0,-4 8 1,6-2-1,4 5 164,6 1 1,7 1 0,8-1 0,0-1-73,0-5 1,15 2 0,7-8-1,10-4-238,7-6 0,5-7 1,-2-8-1,4 0-442,2 0 0,-7-8 0,1-7 0,-7-6 508,-3-4 0,-1-8 0,7 4 0</inkml:trace>
  <inkml:trace contextRef="#ctx0" brushRef="#br0" timeOffset="3633">5123 243 8069,'-11'-9'721,"3"7"1,8-4 0,0 12 0,0 7-430,0 3 1,0 11 0,0 5 0,0 3-61,0 3 1,0-1 0,0 1 0,0-3-41,0-4 0,0 3 0,0-9 907,0-2-818,0-2 0,0-13 1,0-8-400,0-11 1,0-5-1,0-5 1,0-2-153,0-2 1,0-2-1,0 4 1,0-2-228,0 2 1,0 2-1,0 2 1,0 1 142,0-1 1,6 0 0,3 0-1,1 1 137,5-1 0,1 6 0,3 1 1,0-3 0,0-1 1,-1 3 0,1 3-1,0 1-1337,0 5 1553,0 2 0,-1-6 0,1-3 0</inkml:trace>
  <inkml:trace contextRef="#ctx0" brushRef="#br0" timeOffset="3967">5442 299 8208,'10'-9'1018,"1"7"-432,-5-4 0,4 4-274,9 2 0,-6 0 0,-1 0 0,1 2 119,-3 4 1,5 5 0,-9 10 0,0 2-71,3 2 0,-5 6 0,6-6 1,1 0-198,-1 2 0,-6-6 0,4 4 1,-1-4-312,-1-3 1,0-5-7,-6 0-104,9-9 0,-5 2 0,6-12 0,-2-7-58,-3-4 1,3-1 0,0-1 0,3 0-79,3 0 1,-3-1 0,1-3 0,3-2-30,2 2 1,1-4 0,1 0 0,0-1-212,0 1 0,-3-4 0,-1 6 633,-3 2 0,1 2 0,6 2 0</inkml:trace>
  <inkml:trace contextRef="#ctx0" brushRef="#br0" timeOffset="4350">6023 393 8084,'11'-2'1641,"-3"-3"-819,1-1 0,-5-2 0,8 4-527,3-3 0,2-1 0,1 2 0,1-5-293,0 1 1,0-5-1,-1 7 1,1-2-115,0-5 1,-7 0-1,1 1 1,-1 1-186,-1-1 1,-1-1 0,-6 0-89,3 3 0,-3 2 0,-10-3 163,-7 7 0,-6 4 0,-4 4 0,-4 4 492,-2 7 0,4 9 0,-4 6 1,4 1 254,8 4 0,1 3 1,9 1-1,3 3-327,2 3 0,4-5 0,6 2 1,13-9-594,15-4 0,10-4 1,12-11-1,4-5-1105,7-5 1,4-4 1499,2-5 0,0-11 0,0-12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9:33.2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413 478 8151,'10'-8'1991,"-3"-5"0,-5 3-1191,-2-3 0,6 7-453,0-7 0,1 7-319,-7-6 0,-3 8 1,-3-5-1,-6 3-18,-5 0 0,-8-1 1,-2 10-1,-2 1-69,-5 2 1,1 9 0,0-3-1,3 3-29,3-3 1,4 11 0,9-4-1,3 2-19,3 0 0,2-3 0,8 3 0,4 2 78,7 2 1,10 6 0,4-4-1,0 3 1,0 3 0,-2-4 0,-8 2 0,-3 1 50,-1-3 0,-9 4 0,2-6 0,-6 0-4,-6 1 1,-5-3-1,-9-9 1,-3-3-190,-2-7 0,-7-4 1,5-4-1,0-4-204,0-7 1,-4-3-1,6-5 1,4-2-455,6-2 1,5-6-1,6 5 829,-3 4 0,1-8 0,6 1 0</inkml:trace>
  <inkml:trace contextRef="#ctx0" brushRef="#br0" timeOffset="350">788 103 7941,'0'-19'321,"0"6"1,0 1 1807,0-3-1615,0 7 1,0 8-1,-2 13 1,-4 7-55,-7 12 0,-3 1 0,-3 19 1,0 7-196,0 7 0,7 1 0,-1 4 0,-1 4-287,-3 4 1,5 0-1,1-10 1,3-8-279,4-9 0,2-9 1,2-11-1,0-7-1166,0-4 0,0-13 512,0-8 0,-2-8 1,-3-11 235,-1 0 1,-8-2 0,1-2 717,-4-2 0,-1-8 0,-1 4 0</inkml:trace>
  <inkml:trace contextRef="#ctx0" brushRef="#br0" timeOffset="550">413 553 10349,'2'-10'441,"4"3"1,7 5-600,4 2 0,8 0 1,2 0-1,2 0-261,4 0 1,5 0 0,3-2 0,3-2-856,-2-2 1274,6 0 0,0-11 0,8-4 0</inkml:trace>
  <inkml:trace contextRef="#ctx0" brushRef="#br0" timeOffset="933">1070 534 8943,'0'13'1137,"-2"-1"0,-3 3-560,-1 2 1,-6 10 0,3 4-1,1 4-115,0 3 0,-5-1 0,7-1 1,0-3-234,-3-2 0,7-8 0,-4 2 0,4-4-496,2-2 182,0-9 1,0-10-1,0-12 1,2-5-307,4-1 1,-4-7 0,5-3-1,-5 1 5,-2 0 1,6-4 0,0 4 0,0 0 141,3 0 0,-5 0 1,6 4-1,1-2 4,-1 2 1,3 2-1,5 2 1,1 0-130,0 1 0,6 1 0,2 2 0,0 5-104,0 1 0,0 3 0,-4 6 0,2 0-883,-2 0 1356,-2 0 0,-10 9 0,-3 1 0</inkml:trace>
  <inkml:trace contextRef="#ctx0" brushRef="#br0" timeOffset="1300">1426 516 8110,'19'0'2819,"-11"2"-2268,-8 4 1,-8 11 0,-11 10 0,0 2-104,1 4 1,5 9 0,3 2-1,-1-3-209,1-1 0,6-3 0,-3 1 0,7-3-144,7-3 0,3-5 0,11-11 1,2-3-287,2-7 1,8-6 0,-1-6 0,1-7-199,-2-3 0,5-11 0,-7-5 0,0-3 35,-4-3 1,-2 1 0,-2-1 0,0-1-43,-5-5 1,-7 4-1,1-1 1,-2 5-52,-3 5 0,-3 8 0,-4-2 26,-5 4 1,5 13 0,-4 8-45,4 10 0,2 7 0,0 4 0,0 2 118,0 2 0,2 6 347,4-6 0,13 8 0,10-3 0</inkml:trace>
  <inkml:trace contextRef="#ctx0" brushRef="#br0" timeOffset="1633">2270 572 7962,'19'0'986,"-6"0"266,-1 0-817,-8 0 1,5-2-289,-9-5 0,-9-1 0,-3-4 159,-5 5 1,-8 5-1,-2 2 1,-2 0 287,-4 0 1,3 9-1,-1 5 1,0 9-163,2 8 1,-5 5-1,9 1 1,2 3-457,2 4 1,11-5 0,4 5-1,6-4-207,6-3 0,7-8 1,12-6-1,8-8-462,9-9 1,-1-4-1,7-4 1,-2-4-165,-4-7 0,-9-9 0,-4-6 0,1-1 129,-1-4 1,-13-3-1,3-1 1,-4-1 727,-5 1 0,-1-1 0,7-7 0,5-3 0</inkml:trace>
  <inkml:trace contextRef="#ctx0" brushRef="#br0" timeOffset="1883">2740 46 7962,'0'-18'735,"0"-1"0,-7 11 0,1 10-287,2 14 0,-7 14 0,1 15 0,-3 12 39,1 9 0,-1 9 0,-5 5 0,-1 5-313,0 7 1,7-11-1,-1 5 1,1-13-245,1-11 0,3-6 0,8-8 0,0-10-1496,0-11 552,0-6 0,0-13 0,0-8 0,0-10 173,0-7 0,0-2 1,0 1 840,0-1 0,-8-8 0,-3-2 0</inkml:trace>
  <inkml:trace contextRef="#ctx0" brushRef="#br0" timeOffset="2067">2402 609 8212,'0'-12'850,"-2"1"0,-2 1-108,-3 0 1,1 3 0,8-3-504,4 2 1,-1-5-1,9 5 1,5-1-735,4 1 0,12-4 0,1 3 0,5 1-12,1-1 0,4 1 0,-2 4 0,0-2-268,1 2 1,-13-5 774,-1 3 0,0 0 0,-2 6 0</inkml:trace>
  <inkml:trace contextRef="#ctx0" brushRef="#br0" timeOffset="2418">3021 591 7962,'10'-3'2337,"-3"-3"-1495,-5 4 1,-11-4-1,-3 12-563,-5 7 0,5 10 0,1 4 0,1 2-91,-1 4 0,7 3 0,-2 1 0,4-1-77,2-5 1,6 4 0,5-5 0,3-1-246,7-4 0,4-13 0,-2-3 0,4-3-184,2 0 0,0-2 0,5-10 0,-5-9-102,-2-8 0,-2 1 0,-6-12 1,0-3-40,-1-5 0,-7-2 1,-5 7-1,-2-1 105,2 1 1,-3 1 0,3 5 0,-6 6-316,-6 4 1,1 11 393,-7 3 0,1 14 0,-1 5 0,6 5 275,4 2 0,2 8 0,0 2 0,0 8 0</inkml:trace>
  <inkml:trace contextRef="#ctx0" brushRef="#br0" timeOffset="2769">3621 591 7962,'0'12'220,"0"1"254,0 1 0,-6-3 0,0 1 1,0 3 103,-3 1 0,5 3 0,-6 2 1,1 2-220,5 2 1,2 2 0,2-4-1,0 4-189,0 2 1,0-6-1,0 2-333,0-4 1,2-11-205,4-3 0,3-7 0,3-7 0,-5-5-78,-5-5 1,4 5 0,0-1 0,-2-1 198,-2-3 1,-2-2 0,0 0 0,2 1 234,5-1 0,-5 0 1,4 0-1,-4 1 52,-2-1 0,2 0 0,2 0 0,5 1-226,1-1 0,1 0 0,3 2 0,-1 3-192,1 1 1,9 3 0,4-5 0,2 5-192,5 2 1,-5 1 567,2 7 0,1-8 0,5-2 0</inkml:trace>
  <inkml:trace contextRef="#ctx0" brushRef="#br0" timeOffset="3102">4072 778 11185,'18'0'704,"1"0"1,0-2-500,0-4 0,8 4 1,4-4-1,5 1-169,1-1 1,1-2 0,-1-7 0,-1 3-398,-5-3 1,-6-2 0,-13-1 42,-5-1 1,-10 0 0,-9 2 347,-13 5 1,-8 4 0,-5 10-1,1 4 533,-1 6 0,3 11 0,1 4 0,5 3-65,2 3 0,10-4 1,11 2-1,4 3-944,2 1 1,19 3 0,12-3-1,19-1-2883,17-3 3329,27-17 0,-35-1 0,5-1 0,6-6 0,1-1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9:31.1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320 937 7840,'8'18'1920,"2"-1"-1155,9-4 1,-6-5-1,-1-10-334,3-4 1,-5-5 0,1-8 0,-3-1-224,-4-5 1,-2 2 0,-2-7 0,0 3-110,0 4 0,-8-4 0,-5 2 0,-3 2-286,-3 3 1,-8 9-1,-4 5 1,-5 4 35,-1 2 1,-1 4 0,1 6-1,1 11 103,5 6 0,-2 5 0,8 7 0,4 3 146,6 2 0,7 6 0,8-6 0,2-3-116,4-1 0,11-11 1,10-4-1,2-6-145,4-7 0,-3-3 0,1-11 0,2-5-70,3-5 1,1-13-1,-1-7 1,-3-3 8,-2-2 0,-6-3 1,4-2-1,-4-4-3,-8-2 1,2 5-1,-7-5 1,3 0 60,-2 0 1,1-2-1,-8-7 1,1 3 40,1 4 1,-6-4 0,6 6 0,-1 2-45,-1 9 1,0 8 139,-6 10 1,0 10 0,-2 9-1,-4 13 661,-7 10 0,-3 14 1,-3 13-1,0 5-250,0 1 0,1 0 1,-1 3-1,0 3-126,0 7 1,7-4-1,1-3 1,3-4-200,4-1 1,8-3 0,4-4 0,5-8-461,8-9 0,0-8 0,8-12 0,0-7-665,0-4 0,0-4 1,3-7-1,-7-7 1068,-5-7 0,-1-11 0,0 5 0</inkml:trace>
  <inkml:trace contextRef="#ctx0" brushRef="#br0" timeOffset="467">1051 899 8026,'0'-19'1,"0"1"1,7-1 0,1 0 0,0 0 655,1 1 1,-1 5-1,-4 1 1,2-3-94,-1-2 1,3 5 0,-2-1-473,-2-1 1,-4 5 0,-6 1-1,-6 2-157,-5 0 1,-4-1 0,-4 9-1,-4 5 67,0 5 0,-7 5 0,5 2 0,-4 1 54,-3 5 1,7-2-1,2 9 1,1 1 80,6 2 1,1 3 0,4-1-1,5 1 1,5 0 1,5-7-1,4-2 1,7-2-107,9-4 1,9-10 0,11-7-1,0-4-146,-1-2 0,1-8 1,-1-5-1,1-6-27,-1-6 0,-6 2 0,-1-8 0,-3-2 86,-4-3 0,-5 5 1,-3 2-1,-5 0 127,-1-1 1,-3 7 62,-6-2 0,-2 13 0,-4 8-231,-7 8 1,-4 6 0,1 11-1,1 4 123,3 7 1,8-3 0,-3 2 0,5 0-31,2-2 0,2 5 0,5-9 0,5-2-218,5-2 0,4-5 1,1-3-1,6-7-581,1-4 1,2-4 0,9-4-1,1-7-426,3-3 0,-2-5 1228,-11-4 0,5-4 0,-7-9 0</inkml:trace>
  <inkml:trace contextRef="#ctx0" brushRef="#br0" timeOffset="767">1858 92 7948,'0'-18'57,"0"-1"0,0 6 0,0 1 678,0-3 0,-2 7-320,-4 2 1,2 14 0,-9 11 0,-1 12 86,-3 11 0,-8 8 0,0 14 1,0 11-134,-2 11 0,6 6 1,-4 4-1,14-48 0,1 2-221,0 0 0,1 0 0,-1 48 0,4-13 0,4-10-129,2-10 0,2-24 1,4-9-1,6-11-678,5-9 0,-4-4 0,-1-10 1,1-4-380,-3-6 1,5-11 0,-9-4 0,-2-3-961,-2-3 1998,-2-2 0,-8-11 0,-3-2 0</inkml:trace>
  <inkml:trace contextRef="#ctx0" brushRef="#br0" timeOffset="917">1408 674 10689,'19'0'1221,"-1"0"0,1 0-1058,0 0 1,8 0 0,4 0 0,5 0-1081,1 0 1,1-6 916,-1 0 0,1-9 0,-1 5 0</inkml:trace>
  <inkml:trace contextRef="#ctx0" brushRef="#br0" timeOffset="1367">2346 787 8000,'19'0'614,"0"0"0,-7 0 0,-2-2-143,-1-5 1,-1 5-1,-4-6-31,3 0 1,-1 3 0,-8-7-269,-4-3 1,-5 5 0,-10-1 0,-2 3-71,-2 4 0,-8 2 1,2 2-1,-5 0-40,-1 0 1,5 2 0,1 4 0,0 7 42,2 3 1,-5 5-1,9 4 1,4 6 74,7 5 0,-1-1 0,9-1 0,2-3-155,2 2 1,4 1-1,4-3 1,7-6-271,3-4 1,9-11 0,2-4 0,1-3-155,-1-3 1,4-9-1,-6-3 1,-2-7 129,-2-6 0,2-4 1,0-9-1,-5 3 149,-1 4 1,2-3-1,-11 9 1,0 2 221,1 2 0,-3 9 116,-6-1 0,-2 11 0,-4 4 0,-7 13 69,-3 8 0,-1 10 1,4-4-1,5 3-224,0-1 0,6-2 0,-5 5 0,7-5-399,7-2 1,-3-2-1,10-9 1,5-1-1436,4-2 0,8-9 1771,-6 2 0,17-12 0,-2-5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9:28.39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620 897 9261,'0'-11'3285,"2"1"-3013,4 4 1,-3 2 0,3-9 0,-2-2-192,2-1 0,-4-3 0,5 0 0,-7 0-95,-7 1 1,-5-7-1,-11 0 1,-4 4-49,-2 6 1,-3 5 0,-5 6 0,-1-1-236,1 8 0,-1 5 1,3 13-1,4 4 198,6 6 0,6 4 0,4 3 0,5 0 91,1-1 1,5 1-1,13-3 1,7-4 61,7-6 1,11-12 0,-3-7-1,4-4 104,3-2 1,-1-2 0,1-4 0,-1-9-135,1-8 0,-9 2 0,-4-4 1,-4 2-137,-2-2 0,-3 5 0,-3-5-271,-7 4 182,-4 2 0,-4 9 0,-2 7 0,-4 14 233,-3 14 1,1 8-1,-5 7 1,5 4 292,1 6 1,-3 12 0,6 9-1,1 8 0,3 9 0,-4 6 0,2-45 0,0 2 0,-1 1 0,-1 0-148,0 0 1,-2 0-1,-3 1 1,-1-2-1,-13 37 1,2-17-151,2-15 0,0-12 1,-2-15-100,-2-10 0,-2-17 0,2-14 0,-6-5-192,-5-2 1,-1-6 0,-1-2-1,1-2-258,-1-5 0,9 5 0,2-4 1,4-5-370,4-3 0,-1-5 0,13 4 0,3-4-1469,2-2 2360,2-10 0,17 0 0,4-7 0</inkml:trace>
  <inkml:trace contextRef="#ctx0" brushRef="#br0" timeOffset="283">1014 259 8051,'13'-17'214,"-1"5"0,-8-5 1520,3 5-1129,3 3 1,-8 3 0,4 12-274,-4 7 1,-10 5 0,-2 7 0,-3 7 14,1 3 1,1 11-1,-3 4 1,1 6-238,-1 7 0,-1 4 0,0 6 0,5-3-528,2-1 0,1-8 0,7 1 0,0-5 90,0-7 1,0-13 327,0-12 0,9-12 0,1-5 0</inkml:trace>
  <inkml:trace contextRef="#ctx0" brushRef="#br0" timeOffset="699">1577 803 7787,'2'-21'0,"2"-2"-82,3-2 0,-1 0 0,-4 9 0,2 1 1118,2 2 0,1 1 0,-7-7-864,0 0 0,-7 7 0,-1 1 0,-5 3-195,-7 4 0,-1 2 1,-11 4-1,1 4 85,2 7 0,-6 3 1,3 5-1,-3 2-91,-3 2 0,7 9 0,2-3 0,4 4 169,8 3 1,1-1 0,9-1 0,3-3-1,2-2 1,12-8 0,9 0-1,10-6-94,7-5 1,1-7-1,3 1 1,2-6-275,1-6 0,1-5 0,-8-8 0,-3-1 19,-2-5 0,-10 2 0,0-9 1,-9-1 117,-3-2 0,-3-1 1,-8 3-1,-4 1 27,-7-1 0,-6 6 1,-6 2-1,-6 6-108,-4 7 1,-3 3 0,1 9 0,-1 5-354,1 7 1,5 3 0,5 18 0,4 5 524,7 3 0,1 11 0,-4-4 0</inkml:trace>
  <inkml:trace contextRef="#ctx0" brushRef="#br0" timeOffset="1183">2102 90 8297,'0'-10'1115,"-2"3"0,-2 16 1,-2 7-720,2 7 0,2 11 0,0-1 1,-3 9 21,-1 8 0,-2 10 0,4 5 0,-5 4 19,-1 8 1,4-2-1,-5 4 1,3-8-310,4-9 1,2-7 0,2-9-1,0-11-427,0-6 0,8-12 0,2-13 126,1-8 0,5-13 0,-3-10 0,2-2-354,-3-5 1,3-1 0,-7-2-1,2-1-34,5 0 1,2 7 0,4 0 0,1 0 75,3 1 0,3-5 1,-5 6-1,4 0 277,2 4 1,-4 12 0,4 7 0,-2 4 263,-4 2 1,-4 14 0,-5 7-1,-3 6 394,-3 7 0,-2 3 0,-8 5 0,-6 2-14,-11-3 1,-2-7 0,-10-3 0,-2 0-185,-3-2 1,-1-4-1,-1-10 1,1-4-370,-1-3 0,1-2 0,1-6 1,5-2-833,6-4 1,12-5 0,7-7 948,4-1 0,2 0 0,0 0 0</inkml:trace>
  <inkml:trace contextRef="#ctx0" brushRef="#br0" timeOffset="1650">2890 672 8079,'11'-2'867,"-5"-5"0,2-3-60,-1-9 1,-1 7-268,-6-1 1,0 1-427,0-7 0,-8 8 1,-5 3-1,-6 2 15,-6 0 1,2-1 0,-6 7 0,2 2-79,4 5 0,-4 3 0,2 9 0,0 2 14,-2 4 1,12-2-1,-1 8 1,3 4 57,3 7 0,6-7 0,-1 5 0,7-4-38,5-9 0,14-4 0,-3-7 1,5-1 35,4-3 1,-4-10 0,9-2 0,-1-10-332,-2-7 0,4-10 0,-6-4 1,1-4-220,-1-3 0,-2 0 0,-7 3 0,-1 2 364,-4 1 1,1 9 0,-8-2 0,-1 5 235,-3 1 1,-4 8 0,-5 5-81,-5 4 1,-3 13 0,1 5-1,1 9 37,-1 4 1,5 1 0,3 3 0,4-2-29,2 3 1,0-5 0,0 0 0,2 0-307,4 0 0,5-8 1,7 0-1,1-8-680,0-5 0,6-2 0,2-6 1,2-2-782,5-4 1,-5-7 1666,2-12 0,0-4 0,7-8 0</inkml:trace>
  <inkml:trace contextRef="#ctx0" brushRef="#br0" timeOffset="1868">3528 34 8123,'13'-7'0,"-3"-1"679,-1-2-4,-3 6 0,-8-1 1,-4 16-1,-7 12-175,-4 10 1,-1 5 0,-1 16 0,0 8 136,0 9 0,1 2 0,1 15 0,4 1-679,7 3 1,4-6-1,2-7 1,0-10-745,0-13 1,8-16-1,5-18 786,4-7 0,1 2 0,1-7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9:26.51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357 634 8500,'13'-10'1595,"-3"2"-935,-2-1 0,5 5 0,-7-8-324,-2-3 1,5-2 0,-3-1-161,-2-1 0,-2 0 1,-4 0-1,-4 0-65,-7 1 0,-3 1 1,-5 5-1,-4 5-169,-6 5 0,1 4 1,-1 5-1,-2 7 64,-3 9 1,-1 6 0,1 9 0,5-1-1,6 1 0,4 6 0,5-1 1,3-1 122,7-2 1,4-3-1,6-1 1,6-5-14,9-6 1,10-13-1,-2-5 1,3-5-64,3-2 1,2-9-1,1-3 1,-3-7-73,-2-6 0,-6-4 0,5-9 1,-3 3-163,-4 4 0,-9-5 0,-3 5 0,-1-2 12,1 1 0,-7 5 0,2 9-24,-4-1 1,-10 2-106,-5 5 0,-1 14 0,-1 14 1,5 9 218,1 5 1,3 1 0,6 6 0,0 1 37,0-1 1,2 1-1,4-3 1,7-3-153,3-7 0,5 0 0,4-4 1,7-7-371,3-3 1,3-5 0,-3-8 0,-2-5-731,-1-5 1,-1-13 1292,6-6 0,1-5 0,-1-1 0</inkml:trace>
  <inkml:trace contextRef="#ctx0" brushRef="#br0" timeOffset="418">883 503 8125,'0'-13'-702,"2"3"2506,4 2-1179,-4-7 0,6 15 0,-8 0-244,0 11 0,0 14 0,0 4 0,-2 2-146,-4 0 1,4 1-1,-4 5 1,4 1-236,2-1 0,0-6 1,2-1-1,2-3-91,2-4 1,9-9-1,-3-3 1,5-3-123,2-4 0,6-4 0,0-6 1,-2-9-92,-3-8 1,-1 0-1,0-6 1,0 0 51,-1 0 0,1 0 0,-2-5 0,-3 5 77,-1 2 1,-7 2 0,5 6 492,-3 1-227,-2 7 1,-6 11 0,-2 15 0,-2 6 35,-2 4 0,0 8 0,6-4 0,2 0-136,4-4 1,-2 2 0,9-2 0,1-2-322,3-2 1,8-8 0,2-3 0,0-2-280,0-3 0,6-3 0,-1-4 0,1-5 609,-2-5 0,13-13 0,-4-4 0</inkml:trace>
  <inkml:trace contextRef="#ctx0" brushRef="#br0" timeOffset="885">1952 672 7981,'13'-6'-41,"-1"-1"1,-6-1 0,7 2 604,1-7 1,-3 3 0,1-1 0,1 1-137,-3 0 0,5 3 0,-7-5-11,3-3 1,-7-1 0,2-3-223,-4 0 1,-10 9 0,-7 3-1,-8 5-117,-8 2 0,2 0 0,-2 0 1,-3 4-25,-1 9 0,-3-1 1,3 16-1,3-3-84,7 0 0,5 8 0,3-2 0,4 5 58,7 1 1,4-6 0,4-1 0,4-3-103,7-4 1,6-5-1,6-5 1,4-7-71,0-4 1,7-6 0,-5-6-1,4-11-137,3-6 0,-1-5 1,-1-5-1,-3-3 2,-2-3 1,-6 1 0,5-8 0,-3-2 7,-4-3 0,-3 5 1,-1-2-1,0-2 39,0 0 0,-3 0 0,-3 12 1,-7 0 220,-4 7 1,5-1 292,-1 11 0,-8 9 0,-11 12 211,-4 8 1,-1 8 0,-3 15-1,-2 9-27,-2 6 0,0 10 0,6-2 0,0 6-282,1 6 1,7-1 0,3 8-1,2 0-401,-1-3 1,7-1 0,11-11 0,5-4 216,12-6 0,13-5 0,7-1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9:24.06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57 178 8056,'0'-13'319,"0"1"1301,0-3-570,0 7-758,0-1 1,0 12-1,0 5 1,0 9 110,0 5 1,0 14-1,0-1 1,-2 11-127,-4 8 1,2-1 0,-7 9 0,3-1-376,4 1 1,0-4 0,0 5 0,-3-5-452,3-1 1,2-9 0,2-5 0,0-5-226,0-7 1,0 3 773,0-9 0,8 0 0,3-7 0</inkml:trace>
  <inkml:trace contextRef="#ctx0" brushRef="#br0" timeOffset="467">545 741 8056,'0'-13'-66,"0"1"603,0-3 1,0 5 0,0-3-1579,0-2 1,0 5 0,-2-2 1040,-4-3 0,-5 0 0,-7 3 0,-1 6 0,0 3 0,0 3 0,1 3-77,-1 3 1,-6 10 0,0 12 0,2 1 67,2 4 1,8 3-1,3 1 1,2 1 251,4-1 0,1-1 0,3-5 0,5-4-154,7 0 1,3-14 0,14-1 0,0-8-154,0-4 0,3 0 0,5-2 0,-2-6-34,-3-11 0,-5-2 1,-8-10-1,-3 0 0,-3 1 0,-5-5 1,-8 4-1,0-3 98,0 3 0,-10-2 0,-9 8 0,-10 4 0,-7 6 0,-1 7 0,1 8 0,3 2 0,2 4 0,8 5 0,-2 8 0,4 8 0,2 2 0</inkml:trace>
  <inkml:trace contextRef="#ctx0" brushRef="#br0" timeOffset="850">1202 703 6822,'0'-10'600,"0"-7"1,0 7-125,0-9 1,0 6 0,-2 3 0,-5 1-331,-5 5 1,-1 2 0,-3 2 0,-7 0-73,-4 0 1,2 2 0,-7 7-1,1 7-123,2 7 1,-4 11-1,8-3 1,4 4-192,6 3 1,7-7 0,8 0 0,0 1 163,0-3 1,17-2 0,8-8 0,8-3-49,4-3 1,1-5 0,-1-8 0,1 0-332,0 0 0,-3-8 1,-2-5-1,-4-3-48,-1-3 0,-3 4 503,-7-3 0,9 3 0,3-12 0</inkml:trace>
  <inkml:trace contextRef="#ctx0" brushRef="#br0" timeOffset="1317">1896 797 7980,'8'-19'0,"-6"0"0,7 3 0,-3 1-485,0 3 0,1 5 0,-7-5 1305,0-3 1,6 5-364,0-3 0,-2 9 0,-10-2-309,-7 4 1,-5 2 0,-7 0 0,-5 0-29,1 0 0,-6 8 0,4 3 1,-5 1-237,-1 1 1,5-1-1,3 7 1,2 0-31,4-1 0,2 7 0,5 0 0,1-2 89,3-2 1,7-2-1,1 2 1,6 2 110,4 2 0,9-7 0,0-5 1,6-1-52,4-1 1,8-3 0,-4-8 0,2-2-114,1-4 1,-1-5 0,6-7 0,1-3-69,-1-4 1,-7 4 0,-3-6-1,-2 2 126,0 0 1,-6 0 0,-9 6 0,0 2 463,1 5-349,-7-5 0,-2 17 1,-10 0-1,-1 13 30,1 10 0,-4-2 1,5 6-1,3-2-33,2 0 0,2 0 1,2-7-1,4 3-251,7 4 0,4-6 0,1 2 1,1-9-383,0-3 0,6-3 0,2-6 1,0 0 572,0 0 0,7-8 0,-14-3 0,7-8 0</inkml:trace>
  <inkml:trace contextRef="#ctx0" brushRef="#br0" timeOffset="1564">2646 46 7980,'0'-18'-702,"0"5"536,0 1 1,0 10 0,-2 2 767,-4 10 0,2 17 0,-9 11 0,1 12-162,2 10 0,-7 9 0,6 12 0,-1 9-279,-1 8 0,9-2 0,-2 2 0,4-9-313,2-7 0,8-20 1,5-10-1452,3-10 0,3-11 1603,0-18 0,8-22 0,2-11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9:38.84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355 628 8235,'12'0'770,"1"0"1,-7 0 0,5-2 113,-3-4 1,0 2 0,-3-9-579,1-1 1,0-3 0,-6-2 0,-2 3-158,-4 3 0,-1-3 0,-9 5 0,-7 1-67,-4 3 0,-5 7 0,-5 7 1,-1 7-240,1 9 1,-1 6 0,1 11 0,1 4-68,5 6 1,4 10-1,10 3 1,5-3 85,6-1 1,14-5-1,11-4 1,12-8-250,11-9 1,6-14-1,8-13 1,0-4-778,0-2 1,-1-15 1163,-5-3 0,4-14 0,-6 3 0</inkml:trace>
  <inkml:trace contextRef="#ctx0" brushRef="#br0" timeOffset="533">1105 703 8113,'0'-18'658,"0"-1"1,0 6 371,0 1 1,0-1 1038,0-5-1727,0 7 0,-2-3 0,-4 7 0,-6 3-185,-5 2 1,-2 4-1,-2 2 1,-4 5-172,-6 1 0,-4 9 0,-1 8 0,3 0 7,2 0 1,8 11 0,-2-5 0,4 0-97,2 3 0,9-1 1,3 3-1,7-3 42,7-3 1,3-12 0,11-7 0,4-1 14,6-1 0,-2-3 0,3-10 0,1-4-94,2-7 1,-3-5-1,-3-5 1,-2-4 24,-4-3 0,-2 1 0,-5-4 0,-1 4 22,-3 2 1,-7 2 0,1 6 265,-4 0-177,-2 0 0,-8 17 0,-3 11 0,1 11 8,4 12 0,-3-3 1,3 2-1,4 2-32,6 3 1,2-5 0,11-2 0,6 1-222,4-1 0,-2-13 0,8 1 0,5-4-423,4-3 1,1-6 0,-5 0 0,-1-8-304,1-8 0,-9-1 975,-4-6 0,4 5 0,1-13 0</inkml:trace>
  <inkml:trace contextRef="#ctx0" brushRef="#br0" timeOffset="800">1781 103 8012,'0'-25'193,"0"0"1,0 6-1,0 7 205,0-3 0,0 9 0,-2 6 0,-2 10-89,-3 7 1,-1 16-1,4 7 1,-2 8 36,1 10 1,-3 3 0,2 12 0,2 4 96,2 0 1,-5 2 0,1 0 0,2 3-278,2-3 1,2-6 0,0-8-1,2-13-677,4-11 0,-2-7 1,9-18-1149,1-3 0,1-7 1659,-2-12 0,3-13 0,-5-10 0</inkml:trace>
  <inkml:trace contextRef="#ctx0" brushRef="#br0" timeOffset="1150">2569 666 8136,'0'-19'1340,"0"7"1,-2 1-1,-4 3-948,-7 4 1,-4 2 0,-1 2 0,-1 0-247,0 0 0,-8 0 1,-2 0-1,-2 2 133,-1 4 1,3-2 0,-2 9 0,4 3-169,0 7 1,12-2 0,-4 6-1,5 0-219,3 5 1,3-3 0,8 2 0,2 2-182,4 3 0,7-5 0,10-2 0,4-4-337,2-8 1,9 0 0,5-11 0,1-2-344,2-2 1,-6-10-1,3-5 969,-3-3 0,-3-11 0,1-3 0</inkml:trace>
  <inkml:trace contextRef="#ctx0" brushRef="#br0" timeOffset="1514">2907 703 8013,'10'-18'534,"-2"5"723,-8 1 0,2 1-60,5-1 1,-7 3-799,0 9 0,-9 3 1,-9 3-1,1 6-120,4 5 0,-3 4 0,5 4 0,-1 6-37,-1 5 0,9 1 0,-2 1 0,4-1-291,2 1 0,8-7 1,5-2-1,5-2-196,7-4 1,5-8-1,7-5 1,1-2-102,-1-3 1,1-18-1,-1-8 1,1-6-96,-1-6 0,-1-3 0,-7-1 0,-10-1 94,-11 1 0,0-1 0,-1 3 0,-5 4-392,-6 6 0,-7 4 0,-8 4 184,1 5 0,5 3 1,3 11 137,1 5 0,3 3 0,6 9 417,0-1 0,8 10 0,3 1 0</inkml:trace>
  <inkml:trace contextRef="#ctx0" brushRef="#br0" timeOffset="1814">3770 28 8310,'0'-12'2138,"0"-1"0,-9 11-1641,-3 2 1,4 8-1,-1 13 1,3 6-123,0 11 0,-9 8 0,5 12 1,-3 7-170,1 10 0,7 8 1,-3 11-1,2-2-330,0-5 1,-1-6 0,7-12-1,2-8-683,5-9 0,-3-15 1,8-14-641,3-8 1,2-9-1,1-12 1447,1-7 0,0-12 0,0-4 0</inkml:trace>
  <inkml:trace contextRef="#ctx0" brushRef="#br0" timeOffset="2247">4351 741 7942,'11'-19'0,"-5"0"414,-4 1 0,0-1 0,2 0 1,3 0 158,-3 1 0,-2 5 0,-4 1-350,-4-3 1,-5 0 0,-10 3 0,-2 6-34,-2 4 1,-2 2 0,2 0 0,-4 2 240,0 4 0,-5 4 0,7 11 0,0 2-28,0 2 1,2 9 0,6-5 0,3 2-164,3 0 1,-1 1 0,7 5 0,3-1-239,2-5 1,8 2 0,5-8-1,3-2-324,7-2 0,10-11 0,1-3 0,3-5-242,3-2 1,-7-9 0,0-3 0,1-5 139,-3-2 1,-2-1 0,-8-3 0,-1-4 235,1-3 0,-2 7 0,-5-2 373,-5 5-200,-5 1 0,-4 8 1,-3 7-36,-1 8 1,-6 7 0,5 10 0,3 2 239,2 2 0,2 6 0,2-4 0,4 0-367,7 0 0,6-2 1,4-6-1,4 0-983,2-1 1,2-7 1159,7-5 0,8-4 0,2-2 0</inkml:trace>
  <inkml:trace contextRef="#ctx0" brushRef="#br0" timeOffset="2515">5008 103 7942,'0'-19'668,"0"7"1,-2 1 0,-2 1-236,-2 0 1,-3 5-89,3-1 0,2 19 0,-7 7 0,1 10 59,-1 9 1,5 9 0,-6 15 0,-1 6-10,3 4 0,-5 10 0,7 4 0,0 5-200,-1 2 0,3-2 0,6-7 0,0-12-437,0-14 0,8-14 0,5-13-578,3-7 0,-3-15 0,-3-10 0,1-10-3497,-1-7 4317,-6-10 0,13-2 0,-6-9 0</inkml:trace>
  <inkml:trace contextRef="#ctx0" brushRef="#br0" timeOffset="2681">4670 591 8563,'2'10'1199,"5"-3"0,-3-5 0,8-2 0,5 0-1567,6 0 1,0 0 0,8 0 0,5-2-710,5-5 0,-1-1 1077,4-5 0,-5-12 0,-1 5 0</inkml:trace>
  <inkml:trace contextRef="#ctx0" brushRef="#br0" timeOffset="3033">5214 760 7927,'13'0'1003,"-1"0"1,-5 0 0,5 0-1,3-2-826,1-5 0,3 3 0,0-6 0,0-1-98,0 1 0,-1-3 0,1-5 0,0-1-155,0 0 0,-7 0 0,-1 1-251,-3-1 1,-4 2-1,-12 3 272,-11 1 0,-2 9 1,-8 2-1,0 10 326,0 11 0,6 6 0,-2-2 1,4 4 237,2 2 1,6 9 0,3 6-1,2-3-110,4-1 1,10-3-1,8-1 1,7-3-710,4-2 0,11-10 0,-1-2 0,7-11-715,-1-6 0,1-4 0,2-4 0,4-8 1025,0-9 0,6-15 0,-6-10 0</inkml:trace>
  <inkml:trace contextRef="#ctx0" brushRef="#br0" timeOffset="3350">6059 572 7913,'-2'-19'1040,"-5"1"1,5-1 0,-6 2-1,2 3-788,-1 1 1,-5 7-1,4-7 1,-3 1-391,-3 1 0,-3 1 0,-4 6 0,-2-2 276,-2 1 0,0 5 0,8 7 0,3 5 260,1 5 0,7 8 0,-4 2 0,1 2 151,5 4 0,10 3 0,7-1 0,4-1-331,1-3 1,3-2-1,4 2 1,4-3-478,1-1 0,-1-7 0,-6 3 0,0-6-638,-7-4 1,1-7 553,-11 6 1,-10-5 0,-15 3 0,-10 0 265,-6 1 1,-3 1 0,1 7 0,-1 0-210,1 0 1,1-1 0,5 1 285,6 0 0,4 0 0,2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9:37.2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 0 9274,'-11'2'1466,"5"5"1,4 3-1,2 11 1,0 6-978,0 11 0,0 3 0,2 13 1,2 7-333,3 4 1,5 3 0,-6 7-1,1-2-460,1-4 1,-6-6-1,4-13 1,-2-6-1163,3-5 1,-5-10-621,4-4 1,2-14 2084,-1-11 0,7-9 0,-3-9 0</inkml:trace>
  <inkml:trace contextRef="#ctx0" brushRef="#br0" timeOffset="319">150 901 8084,'-12'0'1215,"-1"0"1,3 2-353,-3 4 1,7-4-394,12 5 0,5 1 1,10-2-1,4-2-207,6-2 0,10-2 0,5 0 0,2 0-91,4 0 0,3-2 0,1-2 1,-2-4-578,-4-3 1,2 7 0,-8-4 0,-2 2-1068,-3-1 0,-1-5 1472,-1 6 0,1-9 0,-1 5 0</inkml:trace>
  <inkml:trace contextRef="#ctx0" brushRef="#br0" timeOffset="786">1107 713 12219,'8'19'722,"3"-9"1,10-1-1,4-1-434,6 5 0,6-5 0,5 0 0,4-1-17,2-1 1,8 0 0,5-6-1,-5 0-74,-4 0 0,-12 0 0,-3 0 0,-10 0-620,-6 0 1,-10 2 0,-7 2 123,-8 3 0,-15 7 0,-14-1 0,-7 3-23,-4 3 1,-8 0 0,2 0 0,-2-1 194,2 1 1,-2 0 0,8 0 0,4 0 262,7-1 0,0 1 1,8-2-1,2-3 69,2-1 1,10-7 0,3 4-302,0-1 0,6-5 1,-3-10-398,10-7 0,-1-6 0,8-3 0,1-6 493,-3-1 0,7-10 0,-7-9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9:56.15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57 180 8180,'17'-19'0,"-3"0"130,-1 1 0,-3-1 1663,3 0-1330,-5 9 0,-8 3 0,0 14 0,-2 7 85,-4 9 1,-2 13-1,-7 9 1,5 5-38,1 9 1,-5-1 0,3 11 0,-1 2-302,-1 2 1,7 4 0,-4 0 0,1 0-124,5-4 0,2-19 0,2-4 0,0-10-382,0-9 42,0-12 1,6-25-1,3-15 1,-1-6-363,0-6 1,1-5 0,-5-4-1,2-1 59,-2 1 0,0-4 0,0 2 1,5 3 166,1 1 1,3 2-1,5 1 1,1 1 174,0 5 1,2 4 0,2 10 0,4 3 190,2 1 0,0 13 0,5 7 1,-5 15 273,-2 12 0,0 12 0,-6 2 0,-2 2 24,-9 0 1,-6-2-1,-4 4 1,-2-4-83,-4-2 0,-11-3 0,-10-7 0,-2-5-245,-4-6 1,3-6 0,-1-7 0,0-5-241,2-5 0,-5-4 0,9-5 0,2-5-105,2-5 1,5-8-1,3 0 1,7 2 396,4 2 0,10-6 0,3-2 0</inkml:trace>
  <inkml:trace contextRef="#ctx0" brushRef="#br0" timeOffset="368">489 780 11428,'18'0'636,"1"0"0,0 0-588,0 0 0,0 0 0,-1-2 1,3-4-98,4-7 0,-4-3 0,4-3 0,-4 0-84,-2 0 1,-7-6 0,-1 0 0,-1 2 40,0 3 1,-5 1 0,1 0 0,-6 2 60,-6 5 1,-5 4 0,-8 8 0,1 4 61,-1 8 0,-6 3 1,-2 16-1,0 2 106,0 3 0,2 8 0,8-1 0,4-1 158,7-2 1,4 4 0,2-1 0,4-1-109,9-2 1,1-9-1,18-2 1,1-2-252,2-4 0,3-10 0,-1-7 1,1-4-897,-1-2 1,1-8 0,-3-7 0,-3-6-1319,-7-4 2278,-4-8 0,-3-5 0,1-10 0</inkml:trace>
  <inkml:trace contextRef="#ctx0" brushRef="#br0" timeOffset="948">1333 30 9083,'2'-17'780,"4"5"0,-4 12 0,5 12 1,-5 5-286,-2 2 1,0 10-1,0 8 1,-2 11-40,-5 6 1,-3 11-1,-9 4 1,3 6-131,3 6 1,-4-4 0,7 5-1,-3-7-355,1-7 1,8-5 0,-2-13 0,3-8-552,3-9 1,3-8 0,3-12-779,6-7 1,-1-4 0,-1-4-409,-1-4 0,-3-5 1766,-6-8 0,8-8 0,3-2 0</inkml:trace>
  <inkml:trace contextRef="#ctx0" brushRef="#br0" timeOffset="1115">1033 593 11035,'19'0'701,"-1"0"0,3 0 1,4 0-757,7 0 0,3 0 0,2 0 0,1 0-766,0 0 1,-1 0-1,-2 0 821,-3 0 0,3-9 0,-6-1 0</inkml:trace>
  <inkml:trace contextRef="#ctx0" brushRef="#br0" timeOffset="1681">1633 555 7966,'11'-8'1173,"-3"-3"1,-8 3-822,0 8 0,-6 10 0,-3 13 0,-1 4-158,-5 3 1,7 1-1,0 9 1,1 1-4,1 3 0,0 0 1,6-7-1,0-1-5,0-5 1,8 2-1,5-8 1,3-2-191,3-2 1,6-10-1,2-5 1,3-4-84,3-2 0,-4-2 0,0-4 0,-2-7-192,-4-4 1,-2-8 0,-2-2 0,-2-2 95,-5-4 1,3-1 0,-9 1-1,-2 2 163,-2-3 0,-2 5 0,0 0 285,0 2 1,0 2 0,-2 8-229,-4 5 1,4 5-1,-7 14 1,3 5 8,0 5 1,0 10-1,6 4 1,0 5-169,0 1 0,0 1 0,2-3 1,4-1 174,7-3 1,5-8 0,5 2 0,4-4 189,3-3 1,-5-7 0,6-5 0,0-4-68,-2-2 0,7-8 0,-7-5 0,2-5-232,0-7 1,-8-3-1,0-5 1,-6 2-107,-5-3 0,-7-1 0,1-3 0,-4 3-65,-2 4 1,-2-5 0,-2 7 0,-5 0-87,-1 4 1,-3 6 0,-3 5 0,1 3-195,3 3 1,5 2-1,-3 8 1,2 4-34,3 6 0,3 7 0,2 6 0,0 4 254,0 1 1,2 5 0,5-6 0,5 2 285,5 1 0,2-9 0,-1 4 0</inkml:trace>
  <inkml:trace contextRef="#ctx0" brushRef="#br0" timeOffset="2066">2571 761 7966,'11'0'1087,"-3"9"0,-6-5 0,4 6-900,7-1 0,-3-3 1,3-6-1,4 0-113,6 0 1,-1 0-1,10-2 1,-1-4-101,-2-7 1,5-4-1,-9-1 1,-3-1-475,-1 0 1,-4-2 0,-4-4 251,-7-6 1,-6 10 0,-6 5 0,-7 5 138,-4 7 0,-8 2 0,-2 4 0,-2 6 250,-4 11 1,-1 2-1,3 8 1,4 0 96,0 0 0,12 5 0,-4 7 0,5 3 71,3-2 1,3-2-1,10-3 1,4 1-233,7-1 1,12-8-1,6-6 1,5-6-511,1-5 1,7-7-1,2-1 1,0-8-234,0-9 1,4-10-1,-7-4 1,-1 0 665,-2 0 0,-3-6 0,1 3 0</inkml:trace>
  <inkml:trace contextRef="#ctx0" brushRef="#br0" timeOffset="2433">3115 837 9558,'11'2'567,"-3"2"-235,1 2 0,-5 0 0,8-6 0,5 0-105,6 0 0,0-2 0,8-2 0,2-4-270,3-3 1,1-1 0,-1-7 0,-3 0-46,-2 0 0,-10 7 0,0-1 1,-8-1-105,-5-3 0,-2-2 0,-8 1 55,-4-1 0,-7 8 0,-10 5 0,-4 4 252,-2 2 1,-2 2 0,-5 4 0,3 7 102,2 4 0,8 8 0,-2 2 0,6 0 236,7 0 1,3 6 0,9-3 0,0 1-148,0 0 1,11-6 0,7 4 0,12-2-409,5-4 1,9-4 0,2-6 0,0-7-544,-1-4 1,5-4 0,-4-4 0,2-9-56,4-8 1,-6 2 0,-2-4 0,-6 2 698,-7-2 0,4-4 0,-6-8 0</inkml:trace>
  <inkml:trace contextRef="#ctx0" brushRef="#br0" timeOffset="2797">3997 668 7966,'0'-19'142,"0"6"1036,0 1-502,0 8 0,0-3 0,-2 14 0,-2 5-327,-2 5 0,0 10 0,6 2 1,0 2-22,0 1 1,0-1 0,0 7-1,0-1-55,0 1 1,0-9 0,0-2-225,0 0 1,8-8 0,4-1 0,5-9-264,2-7 0,6-2 1,2-2-1,0-4-3,0-7 1,4-10-1,-3-2 1,-1 0-181,0-2 1,0 4 0,-4-6-1,2 2 137,-2 4 0,-5 2 0,-3 2 0,-5 0 228,-1 1 107,5 7 1,-11 11-1,3 13 1,-4 6 229,-2 6 1,0-2-1,2 6 1,4 0-349,7 0 1,5-6 0,7 4 0,7-4-1267,3-4 0,5 2 1309,4-15 0,12 8 0,11-3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9:53.47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405 151 8093,'0'-19'0,"0"7"1278,0-1 0,0 1-540,0-7 1,0 0-835,0 0 0,-6 7 1,-2 1-1,-3 3-158,-3 4 1,-3 2 0,-2 2 148,0 0 0,1 0 0,-1 0 0,0 2 51,0 4 1,7-2 0,1 9-1,3 1 89,4 3 1,2 2 0,2 0 0,0-1 1,0 1 0,2 2 0,2 2 0,4 4-20,3 2 1,-5 0 0,5 5 0,-3-3 155,-4 2 1,-2 9 0,-2 2 0,-2-2 10,-4-3 1,-5-1-1,-7-1 1,-1-1-74,0-5 1,-2-10-1,-2-11 1,-4-1-31,-2-5 1,6-17-1,0-8 1,9-6-557,7-6 1,-1-9 0,4-2 0,4 1-417,4-3 0,11 12 0,-3-3 891,5 1 0,10 1 0,2-2 0</inkml:trace>
  <inkml:trace contextRef="#ctx0" brushRef="#br0" timeOffset="351">762 301 8093,'8'-17'0,"2"3"127,1 1 1,-3 1-1,-6-5 1,2 2 444,3 3 0,-1 6 1,-8-7-219,-4-1 0,-5 5 0,-8 3 0,1 4-305,-1 2 1,-2 0 0,-2 2 0,-4 4 2,-2 7 1,6 6-1,-4 3 1,2 6-5,0 1 1,2 2 0,8 4-1,5 1-248,2 1 1,1-5-1,9 7 1,5-5 185,5-1 0,11-6 0,4-2 0,2-4-141,5-2 1,1-3 0,3-3 0,-3-7-201,-4-4 0,3-2 1,-9-2-1,-4-6 355,-7-11 0,3-8 0,-7-11 0</inkml:trace>
  <inkml:trace contextRef="#ctx0" brushRef="#br0" timeOffset="715">1174 357 8333,'11'-8'383,"-1"4"0,-6-9-64,3-1 0,1 3 0,-4-1 508,2-3 1,1 5-239,-7-3 0,-2 3-363,-5-3 0,-9 5 0,-9 8 0,0 2-236,-2 4 1,4 5 0,-7 10 0,1 4-36,0 6 1,6-2-1,0 2 1,7 3 10,3 1 0,9 1 0,-2-3 1,8-4-54,10-2 0,3-4 0,16-10 0,2-7-63,3-4 0,8-4 0,-1-4 0,-1-7-15,-2-4 0,-9-3 1,-2-5-1,-2-7-144,-4-3 1,-10 4 0,-7-1 0,-4 1-101,-2 2 0,-4-7 1,-7 7-1,-9 0 58,-7 4 0,2 13 0,-7 3 0,-1 3-96,-3 0 1,1 8-1,4 12 447,6 9 0,-4 7 0,-1 7 0</inkml:trace>
  <inkml:trace contextRef="#ctx0" brushRef="#br0" timeOffset="1132">1719 170 8788,'0'-19'2100,"0"11"-1793,0 8 1,-3 10 0,-1 15 0,-4 6-64,-2 5 0,3 3 1,-5 5-1,-1 4-154,3 0 0,-1 4 0,7-10 1,-2-5 169,2-3 1,2-11-43,2 2 0,2-17 1,2-12-371,2-13 1,9-14 0,-5 0-1,3-5-162,-1-1 1,-5-1-1,3 3 1,0 1-75,1 3 1,-5 0 0,7-5 0,1 3 19,3 2 0,2 8 1,-1-2-1,1 4-44,0 2 0,6 0 0,2 3 0,2 3 141,5 7 1,1 4-1,3 2 1,-1 0 27,1 0 0,-1 2 0,-1 2 1,-5 2 242,-6-1 0,-4 5 0,-3 0 0</inkml:trace>
  <inkml:trace contextRef="#ctx0" brushRef="#br0" timeOffset="1465">2188 339 11598,'12'-7'0,"1"1"138,1 2 0,3-4 1,2-1-1,-1 1-94,1 0 0,0-7 1,0 2-1,-1-3-153,1-3 1,0 0 0,-2 0 0,-5 1-92,-6-1 1,-3 0 0,-3 0 0,-3 3 26,-3 3 0,-4 3 1,-9 6-1,-2-1 176,-4 8 0,2 5 0,-6 11 0,0 2 305,0 4 1,6 4 0,-2 10 0,4 3-82,2 2 0,9 0 1,3-5-1,5 3-258,2 2 0,11-3 0,5-9 0,9-9-367,5-9 0,7 1 0,7-9 1,0-4 238,2-6 1,-5-9 0,7-10 158,-2-2 0,-2-8 0,-7 4 0</inkml:trace>
  <inkml:trace contextRef="#ctx0" brushRef="#br0" timeOffset="1800">3069 76 8013,'-8'-19'2131,"4"0"-1039,-9 1 0,7 7-648,-6 5 0,5 4 0,-5 2-213,-3 0 1,-1 0 0,-3 0-241,0 0 1,0 0-1,1 0 1,1 2-313,4 4 0,-1-2 1,5 7-1,1-1 458,0 1 1,2 3 0,6 9 0,0 2 111,0-2 1,2 6 0,2 0-1,4 3-77,3-1 1,1 0 0,7 7 0,-2-1-49,-5 1 1,5-1-1,-7 1 1,1-3-2,-5-3 0,-4 1 0,-2-8 0,-2-2-149,-4-2 0,-5-9 1,-8-1-1,-1-3-656,-6-4 0,-3-4 0,-8-6 0,1-7 682,5-3 0,-4-3 0,5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9:48.1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375 640 8204,'2'-10'106,"3"1"469,1 1 1,2 6 1042,-2-4-934,-4-5 0,7 1-541,-9-9 0,-2 2 0,-5 3 0,-3 1-4,0-1 0,-7 3 1,4-1-1,-3-1-183,-3 3 1,-6-5 0,0 9-1,2 2-131,2 2 1,-4 2 0,0 0 0,2 2-87,2 4 0,5 7 0,1 9 1,5 6 107,1 1 1,3 0 0,6 4-1,2-1 85,4 1 0,5 2 1,8 3-1,-1-1 66,1 1 0,0 6 1,-2 2-1,-3-1 40,-1 1 0,-9-2 1,2-6-1,-4-3 4,-2-4 1,-2-6-1,-2-10 1,-6-5 61,-7-1 0,2-11 1,-12-11-1,2-6-251,0-6 0,0-4 0,6-8 1,1-1-966,-1 1 1,8 1 1111,5 5 0,4-5 0,2 7 0</inkml:trace>
  <inkml:trace contextRef="#ctx0" brushRef="#br0" timeOffset="301">657 715 8740,'8'-10'1758,"-6"-1"-1412,4 5 1,-4 6-1,-4 2 1,-2 13 9,-2 8 0,-7 10 1,5-2-1,0 5-504,-1 1 0,-3 7 1,4 0-1,-1-5-673,1-5 1,2-1 0,6-8 91,0-2 1,2-10 0,4-9 728,7-8 0,3-15 0,3-10 0</inkml:trace>
  <inkml:trace contextRef="#ctx0" brushRef="#br0" timeOffset="467">788 340 8166,'0'-19'2006,"0"0"-1120,0 1 1,2 7-900,4 5 0,-1 4 0,7 4-2688,3 4 2701,-7-4 0,9 23 0,-7-4 0</inkml:trace>
  <inkml:trace contextRef="#ctx0" brushRef="#br0" timeOffset="1084">1126 678 8376,'10'-19'769,"-4"0"1,-3 0 618,-3 1 0,0 9-896,0 9 0,0 9 1,0 11-1,0 5-119,0 7 0,0 3 0,-3 3 0,-1-1-252,-2 1 1,-2-1-1,4-1 1,-3-3-168,3-2 0,2-8 0,2 2-125,0-4 0,2-11 0,2-5-206,3-10 1,13-11 0,-1-11 0,2-2 28,0-5 1,0-1-1,2-3 1,2 1 273,-2-1 1,-3 7 0,-1 0 0,2-1 87,4 3 1,-4-4-1,2 8 1,-6 4 83,-5 6 1,1 7 0,5 8 0,-1 2 77,-5 4 1,3 7 0,-7 12 0,1 6 185,-1 5 0,-2 3 1,-6 3-1,0 4 126,0 2 1,-2 0 0,-2 2 0,-2-7-335,2-3 1,-1-11-1,1-4-273,-2-4 1,2-13 0,10-8-115,7-10 0,3-15 0,5-8 0,2-7-257,2-4 0,0 0 0,-4 7 0,2-1 255,2 1 0,2 1 1,-4 3-1,2 4 182,-2 2 1,-2 2-1,-2 8-175,-1 5 1,-5 3 0,-3 11 0,-1 5 435,-5 5 0,-2 7 0,-2 4 0,0 4 445,0 2 1,0 0-1,0 5 1,0-3-218,0 2 1,0 3 0,0 1 0,0-1-394,0-5 0,0 2 1,0-8-1,0-2-1680,0-2 1,0-2-2655,0 0 4291,0-9 0,0-2 0,0-8 0</inkml:trace>
  <inkml:trace contextRef="#ctx0" brushRef="#br0" timeOffset="1367">2364 678 8764,'6'-13'1752,"1"1"-891,-1-1 1,-6-2-76,0 9 1,-6 21 0,-1 18-239,3 1 1,-4-1-1,2 4 1,1 1-264,3-1 0,-4 7 0,0 0 0,0-4-500,-3-7 1,7-4 0,-4-6-1551,4 2 0,2-10 206,0-15 1,6-11 0,2-14 1558,3-6 0,-7-4 0,4-3 0</inkml:trace>
  <inkml:trace contextRef="#ctx0" brushRef="#br0" timeOffset="1534">2552 171 8226,'-11'-19'0,"5"0"0,4 1 2455,2-1-2614,0 9 0,2 3-1219,4 14 1,-2 3 1377,9 9 0,-1-1 0,7 1 0</inkml:trace>
  <inkml:trace contextRef="#ctx0" brushRef="#br0" timeOffset="1819">2927 58 8155,'10'-18'2094,"-3"-1"-1699,-5 0 0,-2 17 0,0 10 0,-2 15 219,-5 15 1,3 8-1,-8 10 1,-3 2-58,-2 5 1,-8 4 0,0 10 0,2 4-272,3 7 1,1 1 0,0-1-1,2-7-462,5-4 0,-3-12 0,9-11 1,2-14-743,2-13 0,4-15 0,4-5-263,7-5 0,-3-11 0,3-3 0,-1-5 1181,-1-2 0,5-8 0,-5-2 0</inkml:trace>
  <inkml:trace contextRef="#ctx0" brushRef="#br0" timeOffset="2303">3396 828 10164,'13'-7'447,"-1"1"1,-6-8 0,5 1-112,-3-4 1,-2-1 0,-6-1 0,0 0-29,0 0 1,0 1 0,-2-1 0,-4 0-111,-7 0 1,-5 3-1,-5 3 1,-4 7-116,-2 4 1,-3 4 0,-5 4 0,-1 7-183,1 3 1,5 11-1,3 5 1,2 3 161,4 3 0,4-1 0,7 1 0,6-1 85,4 1 0,4-1 0,6-1 0,9-5-87,6-6 1,8-13 0,-4-5 0,2-5-196,5-2 1,1-4 0,0-7 0,-1-10-108,-3-6 1,-6-4 0,4-7 0,-2 1-158,-4-1 0,-2 1 0,-4-1 0,-3 1 125,-1-1 0,-9 9 0,2 4 435,-4 4 1,-4 11 0,-2 6-33,-2 8 0,-9 17 0,3 14 0,-5 9 130,-2 4 1,7 2-1,1 4 1,3-2-241,4-2 1,2-6 0,4 4 0,2-4-411,2-9 0,11-1 1,0-16-1,6-7-313,0-7 1,4-6-1,0-6 703,2-11 0,-6-17 0,4-12 0</inkml:trace>
  <inkml:trace contextRef="#ctx0" brushRef="#br0" timeOffset="2720">3978 659 7879,'0'-13'1266,"0"1"0,0 10 0,0 2-447,0 10 1,0 13 0,-2 4 0,-3 2-265,-1 5 0,0 1 1,4 3-1,-2-1-369,-3 1 1,1-3 0,6-1 0,-2-7 49,-4-7 0,4 3-428,-5-10 0,5-7-348,2-6 0,2-8 0,3-11 46,1 0 0,2-6 0,-4 0 0,5 0 86,1-2 1,-4 4-1,7-6 1,-1 2 203,-1 4 0,6-6 1,-5 0-1,5-1 61,1 5 1,8-2 0,-1 2 0,-3 2-355,-1 3 0,-2 9 0,0 5 0,0 4-996,-1 2 1493,1 0 0,0 8 0,0 3 0</inkml:trace>
  <inkml:trace contextRef="#ctx0" brushRef="#br0" timeOffset="3003">4597 715 8400,'0'-10'3161,"-2"16"0,-2 13-2815,-3 2 1,-5 8 0,6 2 0,-1 4-415,-1 3 1,4-3-1,-7-1 1,3-5-507,4-2 1,0-2 0,0-6-1436,-3 0 0,3-11-189,10-8 2198,5-8 0,-1-20 0,-1-1 0</inkml:trace>
  <inkml:trace contextRef="#ctx0" brushRef="#br0" timeOffset="3287">4747 302 8804,'-2'-16'5603,"-4"3"-5515,4 5 1,-5 8-1505,14 0-1971,-5 0 3387,14 8 0,-14 3 0,7 7 0</inkml:trace>
  <inkml:trace contextRef="#ctx0" brushRef="#br0" timeOffset="3587">5216 321 8025,'17'-25'0,"-3"0"1610,-1 2-289,-1 2 0,-1 13-657,-5 8 0,-10 8 0,-5 13 0,-1 4-144,-5 6 1,5 13-1,-2 6 1,-3 4-101,-2 3 1,1-1-1,1 2 1,5 3-197,1 1 1,-5 3 0,3-5-1,1 1-901,4-7 0,3-8 0,3-13 1,0-3-3681,0-3 3450,0-2 0,0-17 1,0-8-1,0-10 104,0-7 1,0-4 0,0-4 802,0-6 0,0-5 0,0-1 0</inkml:trace>
  <inkml:trace contextRef="#ctx0" brushRef="#br0" timeOffset="3751">4991 696 13014,'21'0'0,"2"0"-485,2 0 0,6 0 0,-4 0 0,2 0-433,5 0 1,1 0 917,3 0 0,7-8 0,3-2 0</inkml:trace>
  <inkml:trace contextRef="#ctx0" brushRef="#br0" timeOffset="4317">5704 771 8025,'0'-12'706,"2"-1"-674,4-1 1,-4 3 0,4-1 2228,-3-3-1848,-3 7 0,0 2 0,-3 12 44,-3 6 0,-2 5 1,-5 2-1,5 0-127,0-1 1,6 7-1,-7 0 1,3-2-148,0-2 0,0-2 1,6 0-1,0-1-431,0 1 0,6 0 0,2-2 0,3-3-107,3-1 0,5-9 0,4 2 1,2-4-125,-2-2 0,0 0 0,0-2 0,2-4 376,-2-7 0,4-3 1,-2-3-1,-2 0 255,-3 0 0,-1-6 0,0-2 1,-2 0 16,-5 0 1,5-4 0,-7 4 0,3 0-45,-1 0 1,-5 2-123,5 6-36,-8 0 1,5 11 0,-9 8 308,0 10 1,-2 7-1,-3 2 317,-1-1 1,0 1-1,6 0 1,0 0-15,0-1 0,0 7 1,0 3-1,0 3-213,0 8 0,0 7 0,0 13 1,0 3-133,0 7 0,0 14 0,-2 9 0,-5 6-218,-5 0 1,-15-2-1,10-49 1,-2 0 0,-2 0-1,-1 0-69,-2 0 0,0-1 1,-26 29-1,-7-12 0,1-17-246,0-13 0,8-14 1,4-15-1,7-10-366,5-13 0,5-8 0,11-11 0,3-1-418,7-5 1,6-4 0,8-10 0,11-5 1082,10-6 0,23-4 0,7-2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0:00.02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244 693 8128,'19'6'377,"0"1"1,-7-1 786,1-6 0,-1-2-578,7-4 1,-8-5 0,-5-8 0,-4 1-131,-2-1 0,6 0 0,0-2 0,-1-2-344,-3-2 0,-4 0 0,-5 6 0,-5 1-101,-5-1 1,-4 2-1,-4 5 1,-4 6-208,0 3 0,-7 6 0,5 3 1,-2 8 61,2 9 0,1 13 1,7 12-1,0 4 191,7 6 0,5 9 0,11-5 0,2-3-56,5-7 1,5-2-1,11-10 1,4-9-193,2-8 1,3-9-1,5-16 1,-1-4-608,-5-6 1,2-14-1,-6-5 1,1-6 24,-1-7 0,-9-2 0,-7-6 0,-1 2-49,1-2 0,-7 0 822,2 2 0,-4-13 0,-2 5 0</inkml:trace>
  <inkml:trace contextRef="#ctx0" brushRef="#br0" timeOffset="217">432 36 7719,'0'-18'1293,"0"7"1,-2 5 0,-2 14-934,-3 11 0,-5 17 0,4 16 1,-1 8-67,1 9 1,-5 12-1,7 7 1,2 1-173,2-1 1,2 8-1,0-11 1,2-10-336,4-14 1,3-13-1,5-13 1,-1-6-425,1-10 0,-3-10 0,1-16-527,3-5 1,-5-7 1163,3-6 0,-9 4 0,4-6 0</inkml:trace>
  <inkml:trace contextRef="#ctx0" brushRef="#br0" timeOffset="684">1014 768 8124,'12'-19'230,"1"1"0,-9-1 0,2 0 938,-4 0 0,4 7-735,1-1 1,-3 3 0,-8-5-230,-3 3 1,-9 8-1,-1-3 1,-6 5 110,0 2 1,-4 0-1,0 2 1,-2 3-100,-5 1 1,5 8 0,0 1 0,2 6-63,4 4 1,2 6 0,2-4 0,3 2-3,3 5 0,5-5 0,8 2 1,0 0-136,0-1 0,2-3 0,6-8 1,9-3-210,6-3 0,10-5 1,-2-8-1,3-2-235,-3-4 1,5-5 0,-5-7 0,2-3 71,-2-4 1,-3 2 0,-8-9 0,1-1 248,-2-2 0,4-1 0,-13 5 0,1 6 366,-5 4 1,-4 2-111,-2 1 1,0 9-1,-2 9 75,-4 11 0,2 14 0,-7 6 0,3 4-136,4 3 1,2-3 0,4-1-1,4-3-225,6 2 1,5-3-1,2-1 1,2-4-510,4-9 1,4-5-1,8-11 1,1-2-838,0-5 1,-1-5 1481,1-13 0,-1-13 0,1-10 0</inkml:trace>
  <inkml:trace contextRef="#ctx0" brushRef="#br0" timeOffset="950">1727 74 8088,'-7'-13'666,"1"1"0,-9 2-63,3-3 0,4 13 1,1 15-1,3 10-57,-2 12 0,4 5 0,-4 12 0,3 6-131,3 5 1,0 6-1,0 10 1,0 7-144,0 4 0,0-7 0,0-6 0,0-8-393,0-8 0,7-13-1080,-1-6 1,2-22-1,-4-11-144,3-13 1,-1-15-1,-6-10 1345,0-2 0,-8-2 0,-3-7 0</inkml:trace>
  <inkml:trace contextRef="#ctx0" brushRef="#br0" timeOffset="1117">1389 618 8287,'12'0'1865,"1"0"-1216,1 0 1,5 0 0,4 0 0,4-2-588,2-4 1,5 4 0,7-7-1,3 3-191,-2 0 1,0-7 128,1 7 0,-3-9 0,6 5 0</inkml:trace>
  <inkml:trace contextRef="#ctx0" brushRef="#br0" timeOffset="1567">2421 749 8029,'2'-16'-130,"2"1"271,2 3 0,3 1 1,-5-3 824,2 1 0,0 1-694,-6-7 0,0 6 1,-2 3-1,-4 2-104,-7 3 0,-3 3 0,-3 0 0,0-2 172,0-2 1,-1 0 0,-3 8 0,-4 2-145,-3 2 1,7 9 0,-4-3 0,2 5-31,0 2 0,0 8 0,9 4 0,1 4 15,3 3 0,7-3 0,-1-1 1,4-3-199,2 2 0,0-6 0,2-2 0,4-6-209,7-6 0,6 1 0,4-7 0,4-5-262,2-7 1,-4-5-1,4-11 1,0-2 62,0-2 1,-6-6-1,2 4 1,-6-2 277,-6-5 0,3 7 0,-5 2 0,-1 4 476,-4 3 0,-4 5-113,-2 1 0,0 10 0,0 2 238,0 10 0,0 15 1,0 4-1,0 2-297,0 1 0,9-7 0,3 4 1,5 0-519,2 0 1,0-8 0,1 0 0,5-9 360,7-3 0,3-3 0,3-6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0:03.30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113 523 10317,'-13'9'1508,"3"5"1,1 11-1094,5 13 1,2 16-1,2 17 1,0 8-238,0 9 0,2 5 0,2 3 0,5-2-271,1-8 0,-4-9 0,5-11 1,-1-11-661,1-16 1,-5-12 108,6-14 1,-7-7-1,1-12 1,-4-7-167,-2-3 1,0-11 0,0-5 0,0-3-135,0-3 1,-6 1 943,-1-1 0,-15-8 0,1-1 0</inkml:trace>
  <inkml:trace contextRef="#ctx0" brushRef="#br0" timeOffset="284">0 636 8308,'0'-19'395,"0"0"0,0 1 1,2-1 74,4 0 1,5 9-1,8 1 1,1 3-211,6 0 1,5 0-1,15 3 1,8-1-328,6-2 0,5 0 0,-5 6 1,3 0-22,-3 0 1,-3 0 0,-9 2-1,-11 4 121,-10 7 1,-8 12 0,-6 4 0,-9 2 42,-8 0 1,-15 7 0,-13 6-1,-3-3-42,-2-1 0,-7-3 0,-2-1 1,0-3-276,0-1 1,-4-16 0,6 3 0,5-4-410,5-5 0,1-2-7,8-8 1,10-8 0,15-4-1,11-5-21,6-2 0,8 0 678,0 1 0,16-1 0,-1 0 0</inkml:trace>
  <inkml:trace contextRef="#ctx0" brushRef="#br0" timeOffset="917">1051 673 8160,'12'-6'-1279,"-1"-2"1928,-3-3 1,0 5 0,-3-6-47,1-3 1,0 5-1,-6-3-117,0-2 0,0-1-275,0-3 0,-2 2 0,-6 5 1,-9 6-117,-6 4 1,-4 2-1,2 0 1,-6 2-136,-5 4 0,5 6 1,2 13-1,0 5 172,-1-1 0,10 12 0,-1-3 0,8 2 44,5-1 1,2-1-1,8-1 1,6-1-106,11-5 1,8-4 0,10-10 0,3-5-212,4-5 1,-2-7 0,5-7-1,-1-5 46,-4-5 1,-9-10 0,-3-4-1,-5-3-57,-9 3 1,1-11 0,-11 7 0,-2-1 73,-2 3 0,-10 2 0,-6-5 0,-7 5 182,-4 6 0,-9 6 0,3 7 0,-4 6-68,-3 4 1,3 2-1,3 2 1,7 6-34,4 11 1,5 2 0,1 10 0,5 2-68,1 3 0,5-1 0,8-2 0,5-3 16,1-3 0,9-4 0,6-11 0,0-6 22,2-4 1,-4-2 0,8-2 0,1-4-140,-3-6 1,6-7 0,-6-4-1,3-4-173,-1-2 0,-6-3 0,4-3 1,-2 4 76,-4 6 0,-2 4 0,0 2 0,2 2 110,2 5 1,0 4 0,-6 8 214,-1 0 1,-1 10 0,-2 7-1,-5 8 352,-2 4 0,-1-4 0,-7 6 0,0 2-2,0 3 0,-2-5 0,-3-2 1,-3-2-236,-2-4 1,5 5-1,-3-3-778,0-3 1,6-1-1305,-5-2 1,5-11 1901,2-8 0,9-8 0,1-11 0</inkml:trace>
  <inkml:trace contextRef="#ctx0" brushRef="#br0" timeOffset="1101">1539 204 8069,'0'-18'2253,"0"5"-88,0 1-1936,0-1 1,8-4-1268,4 5 1,-1 6 1037,1 12 0,1 4 0,6 9 0</inkml:trace>
  <inkml:trace contextRef="#ctx0" brushRef="#br0" timeOffset="1536">2008 561 7685,'0'-19'29,"0"0"1,0 1 1227,0-1 1,0 6-766,0 1 1,0 10 0,-2 2 0,-3 12 20,-1 11 1,0 6 0,4 9-1,-2-1-304,-3 1 0,1-1 0,6 1 0,0-3-92,0-3 0,2-1 0,2-10 1,5-5-140,1 1 0,3-9 1,8-1-1,1-7-505,3-7 1,3-9 0,-5-11 0,4-3 73,2-3 0,-6 4 0,2-2 0,-4-1 199,-3 3 1,-5 0-1,-3 6 46,-1-2 0,-3 6 235,-6 7 0,0 10 0,0 4 1,0 12 119,0 9 1,0 11-1,0-3 1,2 4 79,4 3 1,-2-1-1,9-1 1,2-3-297,1-1 0,5-10 1,4 1-1,6-8-327,5-9 0,3-4 0,3-4 0,2-4-1636,-2-7 2032,-3-12 0,-1-4 0,-1-8 0</inkml:trace>
  <inkml:trace contextRef="#ctx0" brushRef="#br0" timeOffset="1801">3040 17 7960,'-13'-7'788,"1"1"0,5 2 0,-3 12-137,2 11 0,-5 10 0,7 15 0,0 8-357,-3 9 1,5 14 0,-6 12 0,1 7-202,7-44 1,0 0-1,0 44 1,2 0-1,0-13-342,0-10 1,2-17 0,4-16-488,7-11 1,-3-15 0,1-8-65,-3-8 1,-2 0 0,-6-8 0,0-3 799,0-2 0,-8-10 0,-2-2 0</inkml:trace>
  <inkml:trace contextRef="#ctx0" brushRef="#br0" timeOffset="1967">2608 523 12931,'8'11'120,"5"-5"0,6-4 0,6-2 0,8 0-794,9 0 0,6-6 0,8-3 0,0-1 674,1-5 0,7-10 0,3-4 0</inkml:trace>
  <inkml:trace contextRef="#ctx0" brushRef="#br0" timeOffset="2336">3696 523 8024,'0'-18'805,"0"-1"0,0 6 0,0 1-311,0-3 1,-6 5-1,-2-1 1,-5 3-102,-8 4 0,1-5 0,-12 3 1,-1 2 36,-3 2 1,-1 10-1,1 5 1,3 3-125,2 3 0,10 2 1,0 2-1,9 2-77,3-2 0,3 4 0,6 0 0,4 0-200,9 0 0,1-2 0,18-4 0,1 2-247,2 2 1,5 0 0,2-6 0,1 0-80,-1-1 1,-4 1 0,-7 0 0,-6 0 220,-4 0 1,-11-1 0,-3 1 0,-7 0 352,-7 0 1,-11-1-1,-16 1 1,-8 0-332,-8 0 0,-4-3 0,0-3 1,2-7-787,2-4 0,10-2 0,3 0 840,10 0 0,6-17 0,2-3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0:54.66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357 451 6010,'0'-11'485,"0"3"1,0 6-685,0-4 243,0 4 0,0-9 91,0 5 1,2 4 577,5-4-139,-5 3-124,6 3-267,-8 0 0,0 9-165,0 3 1,0 5 0,0 2-1,0 0 9,0-1 0,0 1 1,-2 0-1,-2 0-16,-2-1 1,-1 7-1,7 2 1,0 1-1,0-1 0,0 6 0,0-4 0,0 2-2,0 1 0,0-3 1,0 4-1,0-4 23,0-1 1,0 3 0,0-4-1,0 0 34,0 0 0,-2 6 1,-2-3-1,-2 1-15,2 0 1,2-6-1,2 4 1,0 1-64,0-1 1,0 2-1,0 5 1,0-3-39,0-2 1,0-6-1,0 6 1,0 1-27,0-3 0,0 4 0,0-6 0,0 0 46,0 1 1,0 5-1,0-4 1,0 2 13,0 1 1,0-7 0,-3 6 0,-1 2 15,-2 3 0,0-5 1,6 0-1,0 5 13,0 5 0,0-7 0,0 3 0,0-1 46,0-1 1,0-4-1,0 1 1,0-1 57,0-2 1,0 7 0,0-7 0,0 2 21,0 0 1,-2-6-1,-2 7 1,-3-1-108,3-2 0,2 6 1,2-3-1,0 3-100,0 3 1,0-1 0,0 1 0,0 1 34,0 5 1,0-6-1,0 1 1,0-5 54,0-1 0,0 5 1,0 1-1,0 1 86,0-5 0,0-4 1,0 3-1,0-3-48,0 2 1,0-5 0,0-1 0,0-2-52,0 0 1,0 8 0,0-2 0,0 5-71,0 1 1,0 1 0,0 1 0,0 5-50,0 6 1,0 2 0,0-2 0,0-4 163,0 0 0,0-4 1,0 6-1,0-4 35,0-9 1,0 2 0,0-5 0,0 1 29,0-2 1,0 3-1,0-7 1,0 0-101,0 0 0,0 4 0,0-4 1,0 1-41,0-1 0,6 6 1,1-4-1,-3 5 44,-2 3 1,0-4 0,2 9 0,2-6 79,-2-5 0,-1 0 0,-3 7 0,0-3 152,0-4 1,0 3 0,-3-7 0,-1 0-142,-2 0 1,-6 0 0,5-4 0,3 2-78,2-2 1,-4-2 0,0-2 0,1-1-148,3 1 0,2 2 0,0 2 1,0 4-6,0 2 1,0-4 0,0 6 0,0 3 113,0 1 0,0-4 1,0 1-1,0-1 96,0-2 0,0 5 0,0-9 1,0 0 63,0 2 1,0-6-426,0 4-2027,0-5 199,0-9 2094,0-3 0,-8-8 0,-2 0 0</inkml:trace>
  <inkml:trace contextRef="#ctx0" brushRef="#br0" timeOffset="916">20 563 8949,'-2'-10'1366,"-5"4"-469,5 4-435,-6 2 0,8-3 1,2-1-215,4-2 0,-4-2 1,7 4-1,-3-5-106,0-1 0,7 4 0,-5-7 0,2-2-33,5-1 0,-5-3 1,3 0-1,2 0-55,1 1 0,-3-3 0,-1-2 0,3-2-12,1 2 1,-3-4 0,-1 2 0,3 0-13,2-2 1,-5 6 0,-1-4 0,-1 4-5,1 2 1,-5 1 0,4-1 0,1 2-287,-1 5-151,-6-5 20,5 15 378,-9-7 0,2 16 1,2 1 124,2 2 1,0-3-1,-6 5 1,2 1 3,5-3 1,-5 7 0,6-5-1,-2 5-7,1 2 0,1 2 0,-2 2 0,5 4-77,-1 2 1,5-4 0,-7 4 0,2 0-92,5 0 1,-5-4-1,1 5 1,-1-3-507,1-4 1,-5-5-1,4-3-475,-1-2 0,3-1 1040,-6 7 0,9-9 0,-5-1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0:57.06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0 375 8103,'0'-10'1763,"0"2"-1549,0-1 0,3 7-242,3-4 0,4 4 1,9 2-1,0-2 36,-1-4 0,1 3 1,2-3-1,4 4-38,6 2 1,7 0-1,6 0 1,6 0 169,4 0 0,8 0 1,3 0-1,0 0-35,-1 0 1,7 0 0,-4 0-1,2-2-54,0-4 0,-7 4 0,7-5 0,0 5-185,-3 2 0,-1 0 0,-9-2 0,3-2 30,3-2 0,-1-7 1,5 5-1,1 0 33,0-1 1,-5 1 0,7 4 0,2-2 44,2 1 1,-4-3 0,0 2 0,1 2-41,3 2 1,0 2 0,-4 0 0,-8 2-34,-9 4 0,0-2 1,-6 9-1,0-1-6,-1-1 1,-1 3 0,-6-8 0,-1-1 13,1-3 1,-1 4 0,1 0 0,-1-2 40,1-2 0,2-2 0,1 0 1,5 0 123,2 0 0,-4 0 1,4 0-1,0-2 20,0-4 1,8 4 0,9-4 0,1 4-44,5 2 0,2 0 1,4 0-1,2 0-160,3 0 0,-1 0 1,-4 0-1,2 0 6,3 0 1,5 0-1,-5 0 1,-3 0 149,-2 0 1,-2-7 0,2-1 0,2 0 99,3-1 0,5-3 0,-3 6 1,-1-1 13,0-1 0,5 6 0,-5-4 1,1 4-74,-1 2 0,0 0 0,-1 0 0,3 0-130,1 0 1,-3 0 0,-10 0 0,-2 0-107,-2 0 1,-5 0 0,1 0 0,-11-3 66,-6-3 1,-6 4 0,-9-4-808,-2 4 343,-16 2 0,0 6 1,-22 0 544,-5-2 0,-5 7 0,-2-1 0</inkml:trace>
  <inkml:trace contextRef="#ctx0" brushRef="#br0" timeOffset="716">6605 0 8161,'0'19'385,"0"-7"-39,0 1 0,2-9 0,2 4-112,2 1 0,9-7 1,-1 4-199,9-4 0,-2-2 1,4 0-1,-2 0-230,2 0 0,-4 0 1,6 0-1,-2 0-1,0 0 1,0 0-1,-6 0 295,0 0 1,0 0-1,-3 2-2,-3 5 0,-3-3 1,-6 8 76,3 3 1,-1-5-1,-6 3-118,0 1 0,-9 3 1,-3 0 37,-5-5 1,5 3-1,-1-7 1,-3 3 109,-7 3 0,2-3 0,-4-1 0,2 0 153,-2 1 1,4-5 0,-4 5-1,4-1-36,2 0 1,1-3 0,-1 3 0,0-2-155,0-3 1,1 3-139,-1-2 0,6 3-1680,1-3 643,8-4 1,-5 4 231,9-12 0,0-5 0,2-7 0,3-1 775,1 0 0,8-8 0,-3-2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1:22.558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169 113 7897,'19'0'203,"0"0"1,-7 0 599,1 0 0,-7-2 50,6-4 0,-7 2-521,1-9 0,-4 7 1,-4-5-1,-2 1-128,-3 0 0,-7 3 0,1-3-125,-3 2 1,-3-5-1,0 7 1,0 2-100,1 2 1,-1 4-1,0 4 1,0 6-117,1 5 0,1 10 0,2 4 1,5 5 38,2 1 1,1 3 0,7 2-1,2 4 74,5 2 1,-3-7-1,10 1 1,5-9-5,4-8 1,8-6 0,-4-6-1,1-7 21,-1-4 1,4-4-1,-4-7 1,0-9 42,0-11 0,-2-13 0,-8-2 0,-2 0 83,-3-2 1,-8 7 0,2-5 0,-3 6-16,-3 7 0,0-2 0,-3 8 0,-5 2 101,-11 2 1,-1 4 0,-10 5 0,1 6-110,0 4 0,-2 4 1,-7 4-1,3 4-75,3 1 0,5 12 1,9-5-1,-1 5-144,0 4 1,9-4 0,3 9 0,5-1-34,2-2 0,0 4 0,2-8 1,7-2-44,9-2 1,3-2 0,9-2-1,-1-5 132,0-6 1,0-3 0,4-3 0,-3 0 67,-3 0 1,0-9-1,-4-3 1,0-5 138,-7-2 0,1-6 0,-11 0 0,-2 0 83,-1-2 1,-3 6 0,0-4 0,-3 4-42,-3 3 0,-10-3 1,-12 0-1,1 0-95,0 4 1,-6 9-1,2-2 1,-3 1-71,3 5 1,-2 2 0,8 4-1,4 4-85,6 7 1,1 12 0,5 6 0,1 5 0,0 1 1,3 1 0,10-1 0,3 1 63,2-1 1,3-5 0,6-3 0,1-4 51,5-9 1,-4 3 0,6-8-1,-2-1-36,0-4 1,0-6 0,-6-6 0,0-6 19,0-5 1,-3-10 0,-3-5 0,-7-1 44,-4 2 1,-2-5 0,0 5-1,0-2 57,0 2 1,-8-3-1,-5 9 1,-3 2 114,-3 2 0,-6 5 1,-2 3-1,0 7-219,0 4 1,0 4-1,4 4 1,-2 7-202,2 3 0,4 11 0,6 5 0,5 3 82,0 3 1,6-1 0,-3 1-1,10-1-67,7 1 0,5-9 0,4-4 0,2-6 111,2-7 1,8 3 0,-4-9 0,2-4 83,1-6 1,-7 0 0,4-11 0,-2-3 23,-4-5 0,-8-9 1,-5 5-1,-2 0 19,-4 0 0,-1-4 0,-3 6 0,-3 0-44,-3-2 1,-4 8-1,-9-2 1,-2 6-20,-4 1 1,2 5 0,-6 3-1,0 4-45,0 2 0,6 0 0,-2 2 0,4 4-86,2 7 0,2 6 0,3 6 0,3 6 58,3 4 1,2 3 0,8-3 0,4-1 56,7-3 0,3-8 0,5 2 0,2-4 17,2-2 0,6-9 0,-6-4 1,0-4-20,3-2 0,-8-2 0,8-4 1,-6-6-10,-3-5 1,4-8 0,-12 0 0,-1 2-41,-4 2 0,-4-4 0,-2 0 0,0 2 20,0 2 0,-2 2 0,-4 3 0,-7 1 26,-3 3 1,-9 8 0,-2-5 0,0 3 4,-1 0 1,3-1 0,5 7 0,-3 0-51,-2 0 0,6 2 0,6 5 1,1 5 15,1 5 0,3 8 0,8 2 1,0 0 113,0 0 0,2 5 0,4-7 1,7-3-11,4-1 0,8-2 1,2-2-1,0-5-45,0-5 1,4-5-1,-6-2 1,-2 0-22,-2 0 1,-2-7 0,0-1 0,-3-4-49,-3-9 1,-5 2-1,-8-8 1,0 2-49,0 0 0,-6-2 1,-5 4-1,-3-2 99,-7 2 1,-4 2 0,2 4 0,-4 3 42,-2 1 1,0 9-1,-5-2 1,5 4-29,2 2 1,2 2-1,8 4 1,3 9 37,1 8 0,9 4 0,-2 6 0,4-2-14,2 3 1,2-1 0,4 0 0,9-4-40,7-1 1,1-10-1,7-7 1,-3-3-15,-4-4 1,4-2 0,0-2 0,0-2 3,0-4 1,-2-4 0,-6-11 0,-3-2-53,-3-2 0,2-2 0,-9 4 0,-2-2-1,-2 2 0,-2-4 1,-2 2-1,-4 2 48,-7 2 1,-3 8 0,-3 1-1,-2-1 25,-4 3 0,2 2 0,-6 8 0,2 2-12,4 4 1,2 0 0,2 11 0,2 4 53,5 0 0,-3 8 1,9 2-1,2 5 61,2 1 0,4-2 0,4-1 0,7-5-88,3-2 1,9-4 0,0-8 0,0-5-31,3-2 1,-6-3-1,8-10 1,-3-3-69,-4-2 0,-2-9 1,-3-8-1,-1 0 16,-4 0 1,-5-7 0,-8 5-1,0 0 40,0 4 1,-2-2-1,-4 2 1,-9 2 45,-8 2 0,2 11 0,-6 3 1,2 5 8,0 2 1,-6 2 0,6 5 0,2 5 7,2 5 1,4 10 0,3 4-1,3 5-29,3 1 1,2-6 0,6-2 0,2-1-37,4-5 0,4 2 1,9-5-1,2-5-5,4-5 0,-4-3 0,6-9 0,-2-5-4,0-5 1,0-5-1,-6-4 1,-3-2 10,-3-2 1,2-6-1,-9 6 1,-2 0-65,-2-2 1,-2 6-1,-2-4 27,-4 4 0,-5 5 0,-10 3 0,-1 7 9,-3 4 0,0 4 1,6 4-1,2 7 77,5 3 1,-5 3-1,6 2 1,-1 2 116,-1 2 0,9 0 0,-2-6 0,4-1-133,2 1 0,8-2 1,5-5-107,3-5 1,3-5-1,0-2 1,0-2 8,0-5 0,-1-3 1,1-9-1,-2 0 26,-5 1 1,3-1 0,-9 0 0,-2 0 47,-2 1 1,-2-1-1,-2 2-18,-4 5 0,-4 3 0,-9 9 18,0 0 0,0 0 1,1 2-1,-1 5-38,0 5 1,6 3-1,3-1 1,2-1-247,4 1 0,1-3-1016,3 1 1,3-8-414,3 3 0,4-11 1708,9-3 0,0-7 0,0 3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1:35.308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244 263 7894,'0'-18'-999,"2"5"2158,5 1 1,-5 5-98,4-5 1,-4 6 495,-2-7-1221,0 9 0,-8-11-261,-5 9 1,-3-7 0,-3 5-103,0-2 1,0 6-1,0-3-125,1 5 1,-1 4 0,2 5-1,3 5-22,1 5 0,3 4 0,-3 2 0,7 2 176,4-3 1,2 8 0,0-1-1,0 2 27,0 0 1,8-8 0,5 2 0,3-4 15,3-2 0,6-9 0,2-3 0,0-5 18,0-2 1,7-2-1,-5-5 1,2-5 25,1-5 1,-9-4-1,2-2 1,-5-2 11,-1 2 0,-6-4 0,-3 2 0,-2 2-53,-3 3 0,-5-5 0,-7 0 0,-5 2 54,-5 2 0,-8 2 0,-2 2 0,-2 3-37,-5 1 1,-1 3-1,-2-3 1,-1 7 11,0 4 0,7 2 0,2 2 1,2 4-63,4 7 1,8 12 0,5 8 0,2 7-92,3 4 1,3 6-1,7-7 1,5-1-108,9-2 0,6-3 0,-2-1 0,4-5 24,2-6 0,-4-11 0,6-3 0,3-3 109,1-4 0,-6-4 0,-2-8 0,-2-9 283,0-6 1,0-8 0,-8 4 0,-4-2-4,-7-4 1,-4 3 0,-2 1-1,0 0-141,0 0 0,-2 6 0,-4-2 0,-9 4 41,-8 2 1,0 3-1,-8 3 1,-3 5-150,-1-1 1,4 7 0,2-4-1,-1 6-26,1 6 0,6 5 0,-2 10 0,7 2 13,5 2 1,-2 8-1,9-2 1,2 5-25,2 1 0,10-6 1,5-1-1,3-3-4,3-4 1,8-11 0,2-6 0,3-4 63,-1-2 0,0 0 1,7-2-1,-3-6 37,-3-11 1,1 0-1,-8-8 1,-2 2-1,-2 0 1,-11-2 0,-4 4-1,-4-2-49,-2 2 1,0-4 0,-2 2 0,-6 2-31,-11 2 1,-2 3 0,-10-1 0,-2 2 53,-3 5 1,-1 3 0,1 9 0,3 0 117,2 0 1,6 3-1,-4 3 1,4 6-49,8 5 1,0 10 0,11 4 0,2 5-66,2 1 1,4-1-1,2-5 1,6-6-174,7-4 0,-2-2 1,12-3-1,0-3 92,4-7 0,-2-4 0,0-4 0,1-4 181,-1-7 1,-6-5-1,2-5 1,-6-4 38,-7-3 1,3 5 0,-9-4 0,-2 0-63,-2 0 1,-2 0 0,0-3 0,-2 5 34,-4 0 0,-5 6 0,-9-2 0,-3 9-74,-2 7 1,0-1 0,6 2 0,-2 2-54,-4 2 0,4 10 0,-4 7 0,4 5-34,2 5 0,1 9 0,1-5 0,5 2-42,5 1 1,5-3 0,2 2 0,0-6-4,0-4 1,2-2 0,5-3-1,5-3 8,5-7 0,8-4 0,0-2 0,0-2 68,2-4 1,-6-5-1,4-7 1,-4-1-1,-3 0 1,-1 7-1,-2-1 1,-5-2-18,-2-1 0,-1-3 1,-7 0 51,0 0 0,-7 1 0,-1 1 0,-2 5 50,-5 5 1,-8 5 0,-2 2-1,2 0-3,2 0 0,3 9 1,-1 3-1,0 5 13,0 1 0,9 1 0,4 0 0,3 0-141,3 0 0,0-1 0,0 1 0,3-2-61,3-5 1,6 3 0,11-9 0,2-4 121,-2-6 0,0 0 0,-2-9 0,0-1 36,-5-3 0,-3-2 0,0 1 0,-5-1-3,0 0 1,-6 0 0,2 3-140,-8 3 0,-6-2 0,-9 9 0,0 2-119,1 2 1,-1 10 0,0 5 0,2 3-173,5 3 0,-3 0 0,9 0 0,2 0-1259,2-1 0,4 1 1637,4 0 0,5 0 0,7-1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1:48.288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75 108 7704,'-8'11'-1468,"6"6"1300,-4-5 1,4-1 257,2 1 0,2-8 192,4 2 0,-2 3 119,9-3 1,-1 0-180,7-6 0,0 0-214,0 0 1,-1 0-5,1 0 0,-6 0 403,-1 0 0,-8-2 0,2-4 342,-3-7 0,3 3 1,0-2-231,-2-3 0,-2-2 0,-4-2-336,-4 1 0,-2 5 0,-7 1 0,3-1-122,-3 3 1,5-5 0,-3 9 0,-2 2-80,-1 2 1,3-5 0,1 1 0,-3 4-21,-2 6 1,5 9-1,2 10 1,-1 4 142,1 2 0,6 2 0,-3 7 0,5-1-36,2 1 1,0-1-1,2-1 1,5-3-40,5-2 0,5-6 1,1 5-1,1-5-5,0-9 0,2-5 0,2-11 0,2 0-87,-2 0 1,4-9 0,-4-5-1,-4-7 78,-5-4 1,-3-8 0,3 1 0,-3-3 74,-3-3 0,-2 7 0,-6 0 0,-2 0 127,-4 1 0,-5 3 1,-7 8-1,-3 1-72,-4-1 0,2 6 0,-6 3 0,2 2-159,4 4 0,0 1 1,0 6-1,-2 3-161,2 6 1,8 11-1,5 2 1,1 0 35,5 2 1,2-4-1,2 6 1,0-1 79,0-5 1,2 2 0,5-5 0,5-3 148,5 0 0,1-7 0,3 1 1,2-3-20,2-4 1,0-2 0,-4-4 0,2-2-42,2-2 0,0-9 0,-6 3 0,-2-5 9,-5-2 1,3 0 0,-9 1-1,-2-1 71,-2 0 0,-2-2 0,-2-2-1,-4-2 1,-7 0 0,-10 6 0,-4 3-108,-2 3 0,4-1 0,-6 7 0,0 1-39,1-2 1,3 6-1,8-2 1,1 8-112,-1 8 0,2 7 0,5 4 0,5 4 296,5 2 0,2 3 0,2 5 0,3 1 38,1-1 0,15-1 0,-2-3 0,3-4-55,6-2 1,-6-8 0,8-9 0,-1-1-88,0-5 1,-6-2-1,2-2 1,-4-4-107,-2-9 1,-1 1-1,-1-15 1,-2 2 133,-3 0 1,-8-7 0,3 5 0,-5-2-4,-2-4 1,-9 6 0,-3 2 0,-5 4 21,-2 2 1,-1 0 0,-3 3 0,-2 1-66,2 2 0,-4 9 1,-1-2-1,1 4-65,0 2 0,2 8 0,9 5 0,1 3-173,2 3 1,9 8 0,-2 5 0,4 3 231,2 3 0,2-3 1,4-2-1,7-1 185,3 1 0,9-6 0,3-4 0,-1-6-146,0-5 0,6-8 0,-4 3 0,1-5-82,-5-2 0,2-9 0,-2-3 0,-2-7-120,-3-6 0,-3 2 0,-4-8 1,-5 0 33,0 1 0,-6-5 0,5 6 0,-5 0 161,-2 4 1,-9 2 0,-3 2-1,-5 0 75,-2 4 1,-6 5 0,-2-3-1,0 5-111,0 1 0,-6 3 0,1 6 1,-1 0-90,2 0 0,-3 9 0,9 3 0,3 5-32,1 1 1,8 3 0,3 4-1,1 5 111,5-1 1,2 6-1,2-6 1,0 1 106,0-5 1,9 2 0,3-4 0,7-5-89,6-3 0,-2-5 0,6 3 1,0-7-224,0-4 1,0-2-1,5-4 1,-5-6 13,-2-9 0,0-4 0,-4 2 0,2-2 138,-2-2 0,-10-2 0,-7 4 1,-2-2 244,2 2 1,-4 2 0,3 3 0,-8-1 13,-3 0 0,-10 7 0,-1-1 1,-8-2-185,-4-1 0,-1 5 0,-3 3 1,2 2-86,-3-1 0,5 1 1,0 6-1,2 0-130,4 0 0,2 9 1,2 5-1,3 9 234,3 8 1,5-1 0,8 1 0,0 0 94,0-2 1,8 7 0,5-7-1,3 0-46,3-4 0,8-6 0,3-7 1,1-5-178,0-5 1,-2-2-1,5 0 1,-5-2-77,-2-5 0,-2-5 1,-6-11-1,-1-4 63,1-2 0,-8 4 0,-3-5 0,-2 1 119,0 0 1,-1 6-1,-12-2 1,-5 4 103,-5 2 1,-4 1 0,-2-1-1,-4 2 47,-2 5 0,-2 3 0,-5 9 0,3 0-292,2 0 0,8 3 1,-2 3-1,4 8-18,2 9 0,9 0 0,4 11 1,3 3 114,3 5 0,0-5 0,5-5 0,5-1 48,9-2 1,6 4-1,0-10 1,4-6 192,0-9 1,7-6-1,-7-2 1,2-2-257,0-4 1,-8-4 0,2-11 0,-6-2-138,-6-2 1,1-8 0,-8 1 0,-1-1-1,-3 2 0,-9-3 1,-3 7-1,-5 0 213,-5 0-1,-5 8 1,2 9 0,-2-1 3,2 1 1,-4 6-1,-1 0 1,1 8 10,0 8 0,9 5 1,5 4-1,1 4-20,1 6 1,3 2 0,8 1-1,0-3 155,0 2 0,2-5 0,4-3 0,7-5-85,3-1 1,9-8 0,2-5 0,0-4-85,1-2 1,-3-4 0,-7-7 0,1-7-159,0-3 0,-2-8 0,-3-1 0,-3 1-11,-3 4 0,-2-2 0,-6 2 0,0 2 30,0 2 1,-8 2 0,-5 3-1,-3 3 22,-3 7 0,0 4 0,0 2 0,1 2 25,-1 4 0,0 5 0,0 10 0,3 2 77,3 2 1,3 6 0,6-4-1,-3 0 115,3 0 0,2-2 0,2-6 1,2-2-2,4-5 1,5-4 0,8-8-1,-1 0 22,1 0 1,0-2-1,-2-4 1,-3-6-186,-1-5 1,-7-8-1,4 0 1,-1 2-64,-5 2 1,-2 2 0,-2 1 0,-2-1-78,-4 0 0,1 7 0,-7 1 0,-3 3-54,-1 4 1,-3-5-1,0 3 1,0 4 156,1 6 0,-1 0 0,2 9 1,3 1 127,1 3 0,9 2 0,-2 0 0,4-1 134,2 1 1,0 0-1,2-2 1,4-5-34,6-6 0,5-4 1,2-2-92,0 0 0,-1-6 0,-1-2 0,-4-3-219,-7-3 1,2 3-1,-2-1-87,-1-3 0,-5 7 0,-5 0 1,-3 1-274,-2 1 1,3 0 0,-5 6-1,-1 2-369,3 4 0,-5-2 0,9 9-2440,2 1 3327,2 3 0,10-7 0,3-1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1:58.49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1 743 11841,'12'0'586,"1"0"1,-7 2-429,7 4 0,-7-4 0,4 6 0,1-1-71,-1-1 0,3 8 0,5-3-32,1-1 0,0 5 1,0-7-1,-1 1-126,1-1 0,0 4 0,0-3 0,-1-1-26,1 0 0,-6 5 0,-1-7 0,3 0 80,1 3 1,1-5-1,-2 6 1,-3 1 16,3-1 1,-5-6 0,1 5 0,-1-3-29,1 0 0,-7 3 0,4-5-30,0 2 0,-3 0-207,7-6-239,-8 0-1111,13 0-1031,-15 0 2646,6 0 0,-8 0 0,0 0 0</inkml:trace>
  <inkml:trace contextRef="#ctx0" brushRef="#br0" timeOffset="2297">545 442 7890,'10'0'1911,"1"0"-1198,-5 0 1,-4-2-253,4-4 0,-2 4 0,1-6-60,1-1 0,0 5 0,-6-8-128,0-3 0,0-2 0,0-1-152,0-1 1,-8 6 0,-5 3 0,-3-1-291,-3 1 1,4 6 0,-1-2 0,-5 4-106,0 2 1,0 2-1,2 4 1,1 6 7,-1 5 1,6 4-1,3 4 1,2 4 208,3 0 1,3 5 0,2-7 0,0 0-53,0 0 1,2-2-1,5-6 1,5-3 389,5-3 0,2-5 0,1-8 0,3 0-190,2 0 0,0-8 0,-6-5 0,0-3-123,0-3 0,-1-6 0,1-2 0,-2 0-155,-5 0 1,3-5-1,-9 7 1,-2 0-193,-2-2 0,5 6 1,-1-6-1,-2 2-22,-2 0 0,-2 0 0,0 6 1,0 1 121,0-1 0,0 0 0,0 0 0,0 1 73,0-1 1,0 0 635,0 0 673,-8 1-184,6-1-97,-7 8-270,9 11 1,-6 5-84,0 7 0,0-6-168,6 7 1,0-7-139,0 7 0,0-7-69,0 6 1,-7-5 0,1 5 19,2 3 0,2 8 0,2 2 1,0 0-43,0 2 0,0-4 0,0 10 0,2 5-108,4 3 0,-4 9 1,7-6-1,-3-2-667,0-3 1,9-3 0,-5-5 0,3-6-2158,-1-4 2860,-8-11 0,13-1 0,-7-9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2:02.37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390 767 8110,'8'-10'1000,"-6"0"-396,5 3 0,-5 3 1,0-6-254,4 1 1,-4 1 0,4 2-68,-3-7 1,-3-3 0,0-3 0,0 0-5,0 0 1,0 1-1,-3 1 1,-1 2-139,-2 3 0,-9 1 0,3-3 0,-7 3-87,-6 3 0,2 2 0,-8 8 1,-2 4-85,-3 7 0,-1 10 0,1 6 0,3 4-148,2 7 0,8 10 0,0-2 0,6 4-45,5 4 1,7-10-1,1 8 1,8-6 8,9-6 1,12-5 0,4-5 0,2-9-104,1-9 1,-1-6-1,6-8 1,-1-2-363,-5-4 1,2-4 0,-8-9 0,-4 0-415,-6 0 1,2-1 1091,-5-5 0,-4 4 0,1-6 0</inkml:trace>
  <inkml:trace contextRef="#ctx0" brushRef="#br0" timeOffset="567">728 880 8432,'0'-19'1854,"0"0"-1402,0 1 1,0-1-1,0 0-156,0 0 1,0 7 0,0-1-131,0-1 1,-2-1 0,-2 1 0,-5 3-62,-1 3 0,3 2 1,-5 6-1,-3 0-80,-1 0 0,-9 2 0,0 4 0,0 6-83,-2 5 0,6 10 1,-2 2-1,6 3 1,5-1 1,1 0-1,-1 7 1,5-1 55,5 1 0,2-3 0,2-3 1,5-7-9,5-5 0,11-3 0,4-4 0,0-7 49,0-4 0,5-4 1,-5-7-1,0-7 75,0-7 0,4-10 0,-6-1 0,-2-5 105,-2-5 0,-8 2 0,-3 9 0,0 4-79,1 1 1,-7 3 0,2 7-24,-4-1 1,-4 8-400,-4 5 1,-2 15-1,-7 7 1,5 9 96,1 4 0,3 1 0,6 3 0,0-2 62,0 3 0,0-5 1,2 0-1,2-2-154,3-4 0,7-2 0,-1-4 0,5-3-365,7-1 1,-2-9 0,7 2 0,-1-6-422,0-6 0,-6-5 1062,2-7 0,4-9 0,0-3 0</inkml:trace>
  <inkml:trace contextRef="#ctx0" brushRef="#br0" timeOffset="883">1309 186 8148,'0'-19'0,"0"0"790,0 1 0,0-1 1332,0 0-2004,0 9 0,0 3 1,0 14-1,0 7 113,0 9 1,-6 6-1,0 11 1,0 4 107,-3 6 0,7 8 0,-6 9 1,2 8-29,-1 2 0,-1 0 0,4-4 0,-2-2-376,1-2 1,3-11 0,2-2 0,2-12-1016,5-10 0,3-9 195,9-13 0,-2-6 0,-3-14 1,-3-9 884,-3-6 0,-2-10 0,-6 4 0</inkml:trace>
  <inkml:trace contextRef="#ctx0" brushRef="#br0" timeOffset="1233">1760 805 8066,'6'-13'0,"0"1"170,-2-3 1,-2 5-1,-2-3 873,0-1 1,0-3-7,0-2 0,0 1-718,0-1 0,-8 8 0,-4 3 0,-5 2-179,-2 0 1,-6 1 0,-2 10 0,0 3-63,0 2 1,-4 9 0,6 6 0,2 0-133,2 2 1,4 2 0,5 9 0,5-3-10,5-3 1,2 1 0,4-6 0,7 0 13,8 0 0,12-2 0,0-8 1,5-4-355,1-7 0,1-4 0,-1-2 1,-1 0-180,-5 0 1,2-8 0,-8-5 0,-2-4-2477,-2-1 3058,-2-10 0,0 8 0,-1-7 0</inkml:trace>
  <inkml:trace contextRef="#ctx0" brushRef="#br0" timeOffset="1600">2154 730 8032,'0'-19'103,"0"0"0,0 1 943,0-1 0,0 0 739,0 0-1540,0 9 0,0 4 0,0 12 1,0 9 46,0 7 0,-7 1 0,1 7 0,2-1-100,2 0 0,2-4 0,0 4 0,0 0-85,0 1 0,0-8 0,2 3 0,4-6-108,7-6 0,-1 1 0,5-7 1,4-3-203,0-2 0,8-4 1,0-7-1,2-7-24,1-7 1,-9-8-1,-1 3 1,-5 1 4,-4 0 0,-7-6 0,4 4 1,-1-1-124,-5 5 1,-2 5 0,-4 1-524,-4 0 0,-5 9-177,-8 3 0,9 14 1,4 5 1044,4 5 0,2 2 0,0-1 0</inkml:trace>
  <inkml:trace contextRef="#ctx0" brushRef="#br0" timeOffset="2033">2717 599 8032,'0'18'502,"0"1"1,0 0 223,0 0 0,2-3 0,4-3-18,6-7 1,5-4 0,2-4-329,0-4 0,-1-5 0,1-9 0,0-3-136,0-2 0,-3-9 0,-1 5 0,-3-2-123,3 0 0,0-7 1,-1-6-1,-3 3-272,-3 1 0,5-4 0,-7 0 0,-2 3-369,-2 1 0,-2-2 1,0 3 128,0 3 1,-8 13 0,-5 5 14,-4 9 0,-8 18 0,0 11 1,0 14 296,-2 7 0,0 12 0,-6-3 0,4 6 312,2 6 0,2-1 0,6 8 0,2 0 4,5-3 1,3-1 0,9-11 0,2-4-221,5-6 0,9-7 0,11-7 0,3-12-527,3-9 0,2-7 1,1-2-1,-3-2-376,-2-5 0,-8-3 0,0-9 0,-6-2 886,-4-4 0,-1 5 0,7-8 0</inkml:trace>
  <inkml:trace contextRef="#ctx0" brushRef="#br0" timeOffset="2470">3223 805 8584,'11'-19'0,"-3"3"503,0 3 0,-6-4 0,7 5 1,-3-5-44,0-2 0,3 3 1,-5 1-1,2 3 321,-2-3 0,-2-2-357,-2-1 0,0 5-439,0 1 1,-8 7-1,-7-1 1,-6 4-88,-4 2 1,-2 8-1,4 5 1,-2 4-18,2 1 1,3 1 0,1 0 0,0 0 70,0-1 1,7 7 0,1 0 0,3-2 276,4-2 0,2 4 1,4 0-189,4-2 1,5-4 0,9-7 0,3-5-48,2-5 1,2-2-1,-4-2 1,4-5-163,3-5 0,-5-5 0,4-4 0,-2-2 164,-4-2 1,-4 0-1,-5 7 1,-3-1 438,-3 0 1,5 7-344,-7-1 0,-2 9 0,-8 2-104,-2 12 1,-7 5-1,7 14 1,2 0-233,1 0 0,3 1 0,0 1 1,0-4-193,0 0 0,9-6 0,3 2 0,5-6-110,2-5 1,2-8 0,2 3 0,4-7-281,2-7 1,-4-9 0,4-12 825,-2-1 0,7-2 0,-5-7 0</inkml:trace>
  <inkml:trace contextRef="#ctx0" brushRef="#br0" timeOffset="2735">3880 223 8032,'0'-18'193,"0"-1"1,0 0 1394,0 0 0,0 1-725,0-1 0,0 10-848,0 9 1,0 9 0,-2 12-1,-2 4 87,-3 6 0,-5 13 0,3 6 1,-1 6 165,-5 7 1,5-3-1,0 7 1,1-3-94,5-3 0,-4 1 0,2-5 1,1-9-306,3-7 1,4-5-1,3-5 1,3-8-996,2-9 1,-3-5 0,3-11 88,-2-5 1,5-3-1,-7-9 1036,-2 1 0,-10-10 0,-4-1 0</inkml:trace>
  <inkml:trace contextRef="#ctx0" brushRef="#br0" timeOffset="2900">3580 655 10317,'8'-11'1161,"-4"1"1,9 6-1,3-4-688,7-3 1,0 7 0,8-4 0,5 1-649,6 1 0,-3-6 0,7 5 0,-2 3-3918,0 2 4093,-1-6 0,-5 6 0,-1-7 0</inkml:trace>
  <inkml:trace contextRef="#ctx0" brushRef="#br0" timeOffset="3585">4124 805 10448,'0'12'2615,"2"-1"-1972,4-3 0,7 1 1,10-5-415,2 2 0,2 0 0,-4-6 0,4-2-181,2-4 0,2-2 1,7-7-1,-1 0-430,1-5 0,-3 1 1,-4-6-1,-6 4-361,-4 2 1,-4 0-1,-5-1 1,-5-3 135,-5-2 0,-4 2 0,-7 8 1,-9 3 269,-12-3 1,1 7 0,-2 1 0,-2 7 547,-3 7 1,1 5 0,3 13 0,7 9 317,5 7 1,9 5 0,5 6 0,6-2-205,6 2 1,13 0 0,12-4 0,9-8-1530,10-7 1,2-12 1203,17-2 0,-9-9 0,5-10 0</inkml:trace>
  <inkml:trace contextRef="#ctx0" brushRef="#br0" timeOffset="4653">315 2175 10341,'19'0'1681,"0"6"-709,-1 0 1,1 0-734,0-6 0,-3-8 1,-3-4-1,-5-5-169,1-2 0,-7 0 0,4 1 0,-4-1-124,-2 0 1,-2-2 0,-4 0 0,-7 1-203,-3 3 1,-3 11 0,0-1 0,-2 5 111,-4 2 1,4 9 0,-6 5 0,2 9 164,0 8 1,2 5 0,9 1 0,3 1 18,3-1 1,2 1 0,6-3 0,0-1 25,0-3 0,8-10 0,4-2 0,5-9 8,2-2 1,6-6 0,0 3-1,-2-10-43,-2-7 0,4-7 0,0-6 0,-2-6-108,-2-5 0,-3-3 0,1-3 0,0-4-64,0-2 1,-7 5 0,-1-7 0,-1-1-4,0 4 1,-3-6 0,3 10 0,-2-1-10,-3-2 0,-1 8 1,0-1-1,2 8-3,-2 3 1,-2 3 197,-2 7 1,0 11-178,0 14 1,-6 5 0,-2 19 0,-1 3 117,1 1 1,-4 5 0,3 4 0,1 4 223,0 0 1,-1 6 0,5-4 0,-2 4 64,2 2 1,2 1 0,2-3-1,2-4-124,4-6 1,4 1 0,11-3 0,2-6-374,2-9 0,9-15 1,-3-8-1,4-8-303,3-8 1,-3-13 0,-4-7-1,-6-3-240,-4-3 1,-8 1-1,-3-1 1,-1 3 225,-5 4 0,-2-3 1,-2 7 541,0-2 0,-8-2 0,-3-7 0</inkml:trace>
  <inkml:trace contextRef="#ctx0" brushRef="#br0" timeOffset="4901">897 1968 8197,'0'-19'192,"0"1"1,2 1 0,2 2 0,2 3 1071,-2-3 1,-2 5-508,-2-3 1,0 11-504,0 2 0,0 11 1,0 12-1,0 6 33,0 6 0,0 1 0,0 12 0,0-2-296,0-5 0,0-1 1,0-3-1,2 1-408,5-1 1,-5-7 0,6-7-275,0-9 0,3-6 1,8-10-1,-1-6-1187,1-11 1,-6-14 1877,-1-11 0,-8-16 0,5 1 0</inkml:trace>
  <inkml:trace contextRef="#ctx0" brushRef="#br0" timeOffset="5066">897 1537 8197,'0'-13'1066,"0"1"768,0-3 0,-2 5 1307,-5-3-4554,5 9 0,-4-4 0,10 10 1413,2 4 0,9 4 0,-5 9 0</inkml:trace>
  <inkml:trace contextRef="#ctx0" brushRef="#br0" timeOffset="5436">1422 1968 8270,'0'-19'1170,"0"1"-168,0-1 1,0 0 0,2 3 0,2 1-197,2 2 1,1 1-1,-7-7-600,0 0 0,0 7 0,-2 1 0,-5 3-289,-5 4 0,1-4 1,-1 1-1,-3 3-249,-1 2 1,-7 10-1,0 5 1,4 4-49,2 1 1,-1 1 0,9 0 0,1 0 251,0-1 0,1 1 1,7 0-1,2 0 262,5-1 1,3 1 0,9 0-1,0 0 112,-1 0 0,3-1 1,0 1-1,0 0-79,-4 0 1,-3-1 0,5 3 0,-2 2-46,-5 2 1,-4 0-1,-8-6 1,0 0-288,0-1 0,-2-5 0,-6-3 0,-9-1-277,-6-5 0,-10-2 1,4-2-1,-2-2-321,-1-4 1,9 1-1,-2-7 1,5-1-444,1 3 1,8-7 1205,5 5 0,-4-5 0,-1-2 0</inkml:trace>
  <inkml:trace contextRef="#ctx0" brushRef="#br0" timeOffset="5733">1835 1443 8505,'-11'-19'1044,"5"0"0,4 7-384,2-1 0,0 5-543,0 2 1,0 4 0,0 18-1,0 7 264,0 4 0,0 7 1,0 7-1,-2 7 34,-4 7 0,4-1 0,-7 12 0,3-1-393,0-4 0,-1 3 0,7-1 1,0-5-273,0-6 1,0-8 0,0-13 0,0-6-1750,0-4 1,3-10 681,3-5 1,-4-15 0,4-7 1316,-4-7 0,-2-10 0,0 3 0</inkml:trace>
  <inkml:trace contextRef="#ctx0" brushRef="#br0" timeOffset="5916">1572 1874 8270,'10'0'1725,"-1"0"1,-1 0 0,5 0 0,3 0-1904,3 0 0,2-6 0,2 0 0,4 2-684,2 2 1,0 0 0,5-3 0,-3-3 861,2-2 0,3-3 0,1-6 0</inkml:trace>
  <inkml:trace contextRef="#ctx0" brushRef="#br0" timeOffset="6383">2360 1968 9035,'0'-19'2732,"2"1"-2057,4-1 0,-3 6 0,3 1-331,-4-3 1,-2 5-279,0-3 0,-2 3 0,-4-3 1,-7 7-244,-4 4 1,-1 2 0,-3 2 0,-2 4 1,-2 7 0,-2 4 0,4 1 0,-2 3 130,2 4 0,4-2 0,7 6 0,3 1 121,1-1 0,6-6 0,-4 2 0,6-4 58,6-3 0,-2-1 0,8-4 1,3-7-106,2-4 1,1-2 0,3-2 0,2-4-98,2-7 1,0-6 0,-6-4 0,0-4-34,0-2 0,-1 4 0,-1-4 0,-4 2 252,-7 4 1,2 2 0,-2 2-422,-1 0 243,-3 9 0,-4 10 0,-3 15 0,-1 8 55,2 8 0,2 2 1,2 1-1,0-3-46,0 2 0,2-4 0,2 1 0,4-3-236,3-4 1,1-3 0,7-3 0,0-4-386,0-7 0,-1-4 0,1-4 0,0-4-752,0-7 1,-1-6 1390,1-6 0,0-4 0,0-8 0</inkml:trace>
  <inkml:trace contextRef="#ctx0" brushRef="#br0" timeOffset="6800">2773 1912 8180,'0'-19'1074,"-2"3"2078,-4 3-2263,3-4 0,-5 11-693,8 0 1,0 8-1,0 19 1,0 4-23,0 6 1,0 4 0,0 3 0,0 0-184,0-1 1,0-2 0,0-1 0,2-5 55,4-2 1,-1-4-1,7-8 1,3-5-59,1-2 0,3-1 0,0-12 0,0-5-236,-1-9 0,1-12 0,0 0 0,0-5 1,-1-1 1,1-1-1,0 1 1,0-1 131,0 1 0,-9 8 0,-2 4-234,1 4 1,-7 12 352,4 9 1,-10 17 0,-5 14 0,1 5 357,0 1 1,2 7 0,6 0 0,0-3-171,0-1 1,0-4 0,0-3-1,2-4-365,4-2 0,4-4 0,9-10 0,2-7-569,4-4 1,4-4 0,7-4 0,-3-9-264,-2-8 1,-6 0 0,6-8 0,1 0-461,-3 1 1464,-10 3 0,6 0 0,-4-2 0</inkml:trace>
  <inkml:trace contextRef="#ctx0" brushRef="#br0" timeOffset="7085">3580 1987 8180,'0'-19'979,"0"0"1,0 1 169,0-1 1,0 0-475,0 0 0,0 1-505,0-1 0,-9 2 0,-3 5-201,-5 5 1,-2 7 0,1 7 0,1 7-54,4 9 1,-3 0 0,3 6 0,-1 1 282,1-1 0,-1-4 1,7 4-1,3 0 56,2 0 1,2-4 0,2 5 0,2-3-339,3-4 0,7-9 0,1-1 1,6-1-500,4-1 1,6-3 0,-4-8 0,2-2-576,4-4 0,1-5 0,-1-8 1,-4 1 1156,-2-1 0,7-8 0,-5-2 0</inkml:trace>
  <inkml:trace contextRef="#ctx0" brushRef="#br0" timeOffset="7402">3842 2025 9671,'2'10'1394,"5"-4"0,3-4 0,9-2 1,2 0-1206,4 0 1,4-8 0,6-2 0,-1-5-92,-3-4 0,0 5 0,7-11 1,-3 4-292,-4 2 0,-6 0 0,-12 0 0,-5 1-123,1-1 0,-7 0 1,2 2-1,-10 5 184,-13 6 0,-2 4 0,-10 4 0,-3 4 195,-1 6 1,-3 11 0,3 4 0,4 3 91,6 3 1,0 0-1,6 1 1,9-5 99,5-2 1,5 4 0,0-4 0,5 1-369,7-1 1,9-4 0,16-9 0,1-3-276,-1-3 1,1-2-1,0-6 1,-1-2-608,1-4 0,-3-5 1,-2-7-1,-3-3-2151,-3-4 3146,6 4 0,-12-23 0,6 5 0</inkml:trace>
  <inkml:trace contextRef="#ctx0" brushRef="#br0" timeOffset="7718">4593 1874 8180,'10'-8'1931,"-4"-4"0,-3-5-659,-3-2 0,0 0-1001,0 1 0,-3 1 0,-1 2 0,-4 5-462,-2 2 0,-3 1 0,-6 7 20,1 0 0,-1 0 1,2 2 65,5 5 0,1-3 0,7 8 1,-2 3 281,2 2 0,1 1 0,6 1 1,1 0 77,2 0 1,9 2-1,-5 1 1,3 3-45,-1-2 0,-6-2 1,7 0-1,-1 2-84,-1 2 0,-3 2 0,-8-4 1,0 2-118,0-2 1,0 4-1,0-2 1,-2-2-445,-4-2 1,-5-9 0,-7-1 0,-1-3-657,0-4 1,-2-2-1,-2-2 1,-2 0 1089,2 0 0,-6-8 0,0-2 0</inkml:trace>
  <inkml:trace contextRef="#ctx0" brushRef="#br0" timeOffset="8536">277 2756 7997,'0'-19'803,"0"1"1,0-1-193,0 0 1,0 11-201,0 8 0,0 8 1,0 13-1,0 4-133,0 6 0,0 7 0,0 8 0,0 8-52,0 6 1,0 9 0,0-4 0,0-1-35,0 1 1,0 2 0,0-9 0,3-6-141,3-4 1,-2-6-1,8-13-103,3-10 1,2-11-1,2-16-16,-1-11 1,-1-8-1,-2-11 1,-5 1-184,-2-1 1,5 7 0,-7 2 0,0 0 19,3 0 1,-5 6 0,6-2-1,1 4-31,-1 2 0,-4 2 0,7 3 0,1 3 62,3 3 1,2 2 0,0 8 0,-1 4 98,1 7 1,0 3 0,0 3 0,-3 0 157,-3 0 0,-3 6 1,-6 0-1,3-2 229,-3-3 0,-4 5 0,-6 0 0,-7 0-11,-4 3 0,-8-8 1,-2 3-1,0-6-108,0-5 1,-4-1 0,4 1-1,0-5-969,0-5 0,2-2-1051,6 0 0,8-2 1852,5-5 0,12-3 0,5-9 0</inkml:trace>
  <inkml:trace contextRef="#ctx0" brushRef="#br0" timeOffset="8918">953 3319 8846,'2'-10'1133,"4"3"0,5 5 0,7 2 1,-1-2-1062,-4-4 1,3 2-1,-3-7 1,3 1 31,3 0 1,0-3 0,-2-6 0,-5 1-221,-6-1 1,3 0-1,-3 0 1,-2 0-48,-2 1 1,-2-1-1,-2 0 1,-4 3 128,-7 3 0,-3-2 1,-3 9-1,0 2 28,0 2 1,1 12 0,-1 7 0,0 8 93,0 4 0,1 2 1,1 7-1,2 2 95,3 3 1,8-3 0,-3 2 0,5-7-182,2-4 0,9-8 0,3 2 0,5-6-202,2-6 0,2 1 1,1-8-1,6-1-604,1-3 0,-6-11 0,2-1 1,-4-3 803,-3 1 0,9-9 0,3-8 0</inkml:trace>
  <inkml:trace contextRef="#ctx0" brushRef="#br0" timeOffset="9201">1572 2756 8658,'0'-19'0,"0"1"1513,0-1 0,-6 0 477,0 0-1957,-1 9 1,7 4 0,0 12 0,0 9 173,0 8 0,-2-1 0,-2 12 1,-2 3 21,2 5 1,-5 10 0,3-2 0,2 4-145,2 3 1,-4-1 0,-1-2-1,3-2-181,2-2 0,2-8 0,0 0 0,0-9-700,0-8 1,2-4-269,4-2 0,3-11 0,3-8 0,-3-10-16,-1-7 1,-6-2 0,2 0 1079,-8 1 0,-6-9 0,-9-3 0</inkml:trace>
  <inkml:trace contextRef="#ctx0" brushRef="#br0" timeOffset="9400">1309 3131 14845,'19'0'415,"0"0"0,2 0 0,4 0 0,6 0-606,4 0 1,-3-2 0,-1-2 0,2-4-351,3-3 1,-5-1 0,-2-7-1,0 0-753,1 1 1,-7-1 0,4 0-1,-2 0 1294,0 1 0,8-9 0,-4-3 0</inkml:trace>
  <inkml:trace contextRef="#ctx0" brushRef="#br0" timeOffset="9921">1872 3038 12515,'-10'-2'2954,"4"-5"-2600,4 5 1,2 2 0,-3 13 0,-1 3-146,-2 3 0,0 0 0,6 2 0,0 2-205,0 2 1,0 8 0,0-4 0,2 3-78,4-1 0,5-8 1,7 0-1,1-7-127,0-3 1,8-9-1,2 2 1,2-4 29,1-2 0,-7-8 0,4-7 1,0-7 134,0-10 1,-6-3 0,0-3 0,-6 1-55,-5-1 0,-8 1 0,3 1 1,-5 5 210,-2 6 0,-2 6 11,-5 7 1,3 3 0,-8 14-157,-3 7 1,7 3 0,2 16-1,3 0 44,3-2 1,0 7 0,0-7-1,3 2 51,3 1 0,4-7 0,9 2 1,0-4 165,0-7 0,6-3 1,2-1-1,2-5-110,4-5 1,-4-4 0,3-5-1,1-5-190,2-5 0,-5-8 0,-5 0 0,-5 0-77,-1-2 1,-6 6-1,-3-4 1,-1 4-156,-5 2 0,-2-6 0,-2 0 0,-2 3 20,-5 1 1,3 2 0,-8 0 0,-3 0-62,-2 1 1,-1 5 0,-1 1-2404,0-3 1871,9 7 1,1 8 0,9 14 0,0 7 105,0 4 0,3 2 761,3-2 0,4 4 0,9 9 0</inkml:trace>
  <inkml:trace contextRef="#ctx0" brushRef="#br0" timeOffset="10319">2754 3188 8303,'-12'0'3929,"-1"0"-3269,9 0 1,4 0-1,12 0-433,5 0 0,2 0 0,0 0 0,-1 0-2,1 0 0,2-2 1,2-2-1,2-5-89,-2-1 0,-2-3 0,-3-6 0,1 1-333,0-1 1,-2-2 0,-3-2 0,-3-2-467,-3 2 1,-2 0 0,-6 0 250,0-2 1,-10 2 0,-7 11 0,-6 6 272,0 4 1,-4 4 0,2 4 0,0 6 219,-2 5 1,6 10-1,-4 4 1,6 5 147,7 1 0,4 1 0,8-3 0,0-1 10,0-3 1,2-2-1,4 2 1,6-5-280,5-6 1,8-3 0,2-4 0,0-7-475,0-4 1,5-2 0,-5-2 0,2-4-501,4-7 1,-6-6-1,1-4 1,-3-4 1013,0-2 0,0 6 0,-7-12 0,1 5 0</inkml:trace>
  <inkml:trace contextRef="#ctx0" brushRef="#br0" timeOffset="10719">3242 3113 8145,'10'-2'-56,"-1"-3"420,-1-1 1,-6-2 0,6 4 683,1-3 1,-5 1-308,8 6 1,-5 0 0,5 0-315,3 0 1,1 0 0,3 0 0,0 0-213,0 0 1,6-8-1,0-3 1,0-1-242,2-1 1,-6 1-1,4-9 1,-4-2-171,-3-2 1,-1 0 0,-2 6-1,-5 1-209,-2-1 0,-1 0 0,-9 2 0,-5 3 174,-5 1 1,-5 9 0,-4-2 0,-4 6 213,-6 6 1,2 5-1,0 7 1,-1 3 247,1 4 0,6 4 0,0 9 0,7-1 202,3 1 1,9-3 0,-2-1 0,4-3-182,2 2 1,14 1 0,7-3 0,6-6-323,7-4 1,1-4 0,3-5-1,-1-6-279,1-4 0,-1-2 0,1-2 0,-1-6-712,1-11 1,-9 0 0,-4-8 0,-4 2-716,-2 0 1,-3-8 1775,-3 2 0,3-5 0,-5-1 0</inkml:trace>
  <inkml:trace contextRef="#ctx0" brushRef="#br0" timeOffset="11085">3955 2925 8141,'10'-2'1799,"-3"-4"0,-5-5-1090,-2-7 0,2 7-401,4 5 1,-4 6 39,4 6 0,-4 7 1,-2 10-1,0 4-110,0 2 0,0 2 0,0 5 0,0-3-93,0-2 1,0-6 0,3 4 0,1-1-193,2-6 0,9-9 0,-1-7-136,9-4 0,-2-6 1,4-6-1,-4-11-314,-2-6 1,6-5 0,0-3 0,0 2 179,2 1 1,-13 10 0,3-4 0,-5 8 559,-1 5 0,-7 1 46,2 12 0,-4 6 0,-2 19 1,-2 6-69,-4 5 0,4 1 0,-4 1 1,4-1-316,2 1 0,2-3 1,6-1-1,9-7-895,6-6 1,16 1 0,1-11 0,4-1 988,2-3 0,6-5 0,-4-2 0</inkml:trace>
  <inkml:trace contextRef="#ctx0" brushRef="#br0" timeOffset="11899">615 4013 8154,'0'-18'0,"0"-1"0,0 0 106,0 0 1,0 1 0,0-1 398,0 0 0,0 0 1,0 0 98,0 1 1,0 5-250,0 1 1,0 10 0,0 2-56,0 10 0,0 15 1,0 6-1,0 5 1,0 1 1,0 9-1,0 2 1,0 2-65,0 0 1,0-6 0,0 4-1,0-2-252,0-5 1,2-9 0,2-7 0,5-4-119,1-3 0,-4-7 0,7-7 1,4-10-57,6-13 0,-3-8 0,5-13 0,-6-1 3,-6-3 1,3-2 0,-3 4-1,1-2 65,-1 3 1,2 3-1,-7 5 1,0 4-216,1 2 0,-1 4 0,-4 8-196,2 3 0,9 7 342,-3-1 0,-3 6 0,-3 6 0,-2 9 217,2 8 0,-3 0 1,3 8-1,-4 0 241,-2-1 0,0 5 1,0-4-1,0 3-210,0-3 1,0 4 0,0-6-1,0 1-520,0-5 1,0-4 0,2-3-463,4 1 1,5-9-1,7-5 924,1-10 0,0-5 0,0-9 0</inkml:trace>
  <inkml:trace contextRef="#ctx0" brushRef="#br0" timeOffset="12449">1103 4126 10622,'13'0'1047,"-1"0"1,3 0-837,1 0 1,3 0 0,0-2 0,0-2-121,-1-3 0,3-7 0,0 1 0,0-3-220,-4-3 1,-3-2-1,3-2 1,-5-2-91,-5 2 0,-5 0 0,-2 0 171,0-2 1,-9 2 0,-3 11 0,-7 6 58,-6 3 1,2 12 0,-6 5-1,2 9 153,4 9 0,2 3 1,2 5-1,1 3 64,-1 7 1,8-2 0,5 0 0,4 0-99,2 0 1,10-6 0,9 0 0,10-9-74,7-8 0,1-6 0,3-7 1,2-5-206,1-5 0,1-7 0,-6-5 1,-1-11-70,1-6 1,-3-4 0,-4-7 0,-8 3-16,-8 4 1,0-5-1,-7 5 1,0-5-164,1-1 1,-3 1 0,-6 5 0,0 6-168,0 4 290,0-6 1,-2 15 582,-4-1 1,3 11-1,-3 8 1,4 7 24,2 4 0,0 8 0,0 0 0,0-2 6,0-3 1,0 5-1,0 2 1,0 1-152,0-1 1,0-2 0,0-4 0,0 1-146,0 4 1,2-1-1,2-7 1,3 3-672,-3 4 1,4-10 0,0 4-598,3-3 0,1-7 0,5-5 1222,-4-8 0,3-15 0,-5-10 0</inkml:trace>
  <inkml:trace contextRef="#ctx0" brushRef="#br0" timeOffset="12649">1553 3751 8195,'0'-19'1547,"0"0"0,0 7-394,0-1-1984,0 9 0,0-2 0,0 12 831,0 6 0,9 13 0,1 5 0</inkml:trace>
  <inkml:trace contextRef="#ctx0" brushRef="#br0" timeOffset="13316">2191 4163 8418,'0'-12'1921,"2"1"-1023,5 3 0,-5 0-311,4 2 0,-4 1 0,-2-7-390,0-3 1,0-1 0,0-3 0,0 0-82,0 0 0,-8 7 0,-5-1 1,-4-1-104,-1-3 0,-1 7 1,0 3-1,-2 5-322,-4 2 0,4 9 1,-4 3-1,5 7 87,1 6 1,2 4 0,3 9 0,3-1 94,3 1 0,2-7 0,8-2 0,4-2-9,6-4 1,5-4 0,2-7 0,0-5 92,-1-5 0,1-2 1,0-2-1,0-5 43,-1-5 0,1-5 0,0-2 46,0 1 1,-1-1 0,1 0 36,0 0 1,-6 9 0,-1 6 167,3 8 1,-5 9-1,0 12 1,-1 8 72,-5 9 0,-2-1 0,-2 9 0,0 5-74,0 5 1,0 0-1,-2 7 1,-4-2-30,-7-5 1,-3-10-1,-3-6 1,0-6-169,0-7 0,-6 0 1,-2-12-1,0-7-372,0-1 1,2-9 0,6 4 0,0-4-1126,1-2 1,-1 0 260,0 0 0,9-2 0,3-4-166,5-7 1349,2-3 0,0-11 0,0-3 0</inkml:trace>
  <inkml:trace contextRef="#ctx0" brushRef="#br0" timeOffset="13766">2473 3732 8076,'0'-19'435,"0"0"1,0 1 1014,0-1 0,0 6-606,0 1-751,0 8 0,0-3 12,0 14 1,2 9 0,2 11 0,2 3 248,-2 3 0,-2 9 1,-2 4-1,0 4-205,0 8 0,-6-2 1,0 7-1,2-5-27,2-2 0,2-6 1,0-4-1,0-6-225,0-11 1,2-8-1,4-9 1,7-5-259,3-5 0,3-13 0,2-5 0,0-9 20,-3-4 1,5-3-1,-10-5 1,4 1 220,1 5 1,-5-2 0,-1 8 0,1 2 126,-3 2 0,5 2 0,-7 2-49,3 5 0,-5 4-4,6 8 1,-7 8 0,1 4 0,-4 5 3,-2 2 0,0 0 1,2 1-1,2 3-88,2 2 1,1 3 0,-7-6 0,0 3-415,0-2 1,0-2-1,0-2-616,0 0 1,2-3 1159,4-3 0,4-5 0,9-8 0</inkml:trace>
  <inkml:trace contextRef="#ctx0" brushRef="#br0" timeOffset="14216">2979 3544 8437,'-6'-18'745,"0"-1"1,-3 2 325,3 5 1,4 5-825,-4 14 1,4 3 0,2 11-1,0 4-28,0 6 1,2 11 0,2 4 0,4 2 106,3 4 0,-7 2 1,4 2-1,-1 1-131,-1-1 1,6 0 0,-3-2 0,-1-4-134,0-6 0,5-13 0,-5-6-301,3-4 0,-5-10 0,4-7 0,1-8-371,-1-9 1,-4-10 0,7-4 0,-1-2 99,-1-4 1,3 3 0,-5 1 0,1 0 237,5 0 1,-1 6-1,1-2 1,-3 6 243,3 7 0,2-3 1,1 9-1,1 2 233,0 2 0,6 4 0,0 4 1,0 8-2,2 9 1,-8 0-1,2 9 1,-9 1 61,-3 2 0,-3 3 1,-6-1-1,-2 1-235,-5-1 1,-5-1 0,-13-5 0,-6-6-256,-5-4 0,-8-4 1,1-3-1,1-3-170,2-3 0,3-2 1,-1-6-1,3 0-664,4 0 1,4-2 1057,8-4 0,0-4 0,0-9 0</inkml:trace>
  <inkml:trace contextRef="#ctx0" brushRef="#br0" timeOffset="14666">3730 4107 8121,'0'-19'201,"0"1"1,0 5 0,0 1 533,0-3 0,-7-2 1,1-1-244,2-1 0,2 6-396,2 1 0,-2 8 0,-4-3 73,-7 5 1,1 2 0,-5 2 0,-4 7 43,0 9 0,0 1 0,3 8 0,-3 0-21,-4 5 1,10 3 0,-1 1 0,5-3 45,7-2 0,2 0 0,2 5 1,2-5-233,4-6 0,11-4 0,10-2 1,2 0-304,4-1 1,1-7 0,-1-5 0,-2-6 128,3-6 0,-7 2 0,-2-11 0,-4-4-9,-2-4 0,-3-10 0,-3 2 1,-7-5 55,-4-1 0,-2-1 0,0 1 0,-2 1 84,-4 5 0,-11-2 0,-10 8 0,0 2-140,0 2 1,-7 10-1,5 5 1,-2 6-214,0 6 1,8 7-1,-2 12 1,6 8-261,6 9 1,-1 0 0,8 8 0,4 0-113,6-2 1,2-2 761,13-9 0,4 1 0,14-1 0</inkml:trace>
  <inkml:trace contextRef="#ctx0" brushRef="#br0" timeOffset="15033">3955 3995 8772,'0'-19'848,"0"8"1,0 5 0,0 12 0,0 7-320,0 4 0,0 10 0,0 4 0,0 4-198,0 3 1,0-1 0,2-1 0,2-3-135,2-2 0,1-1 1,-7 1-1,2-6 64,4-4 1,-4-9 0,6-1-201,1-3 1,-7-10 0,6-11 0,-2-3-287,1-3 0,-1-6 0,-6-2 0,0 0-93,0 0 0,0-5 0,0 5 0,0 0-132,0 0 1,0 0 0,0 4 0,0-4-61,0-2 1,0 6-1,0-2 1,2 4-65,4 2 1,3 1 0,7-1 0,1 0 324,4 0 0,4 9 1,-2 4-1,4 3-201,2 3 0,0 0 1,3 3 449,-7 3 0,4 13 0,0 10 0</inkml:trace>
  <inkml:trace contextRef="#ctx0" brushRef="#br0" timeOffset="15416">4555 3976 8316,'0'-19'0,"0"0"529,0 1 1,0-1-1,0 0 1065,0 0 1,0 0-978,0 1 0,-2 1 0,-4 5-419,-7 5 0,-3 5 0,-3 2 1,0 2 19,0 5 0,1 3 0,-1 9 0,2 2-241,5 4 0,-3-5 0,9 8 0,0-3-86,-3 0 1,7 2-1,-2-4 1,6 2 73,4-2 0,9-3 0,-2-3 0,3-2 34,3-3 1,0 1 0,2 5 0,1 1 91,4 0 0,-1 0 0,-9-1 1,-1 1 145,-3 0 0,-8 2 0,3 2 0,-5 2-202,-2-2 0,0-2 0,-2-5 0,-7-1-278,-9-3 1,-3-7 0,-8-1 0,-1-8-975,1-9 1,4-6 0,-4-4-1,4-2 1217,8 2 0,-10-6 0,6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2:30.41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301 601 9127,'-12'-10'2504,"-1"3"-1964,9 5 0,-2 0-53,12-4 1,-2 4 0,6-6-227,-1-1 1,3 5-1,-3-8-164,1-3 1,3-2-1,3-1 1,-1-1-211,-3 0 1,1 0 0,6 1 0,-3-1-248,-3 0 1,3 0 0,-5 0 0,1 1-21,1-1 0,-7 2 0,5 3 260,-3 1 1,-2 7 0,-4-4 269,5 1 27,-5 3 0,6 8-55,-8 4 1,-2-4 0,-2 7-22,-3-1 0,1-4 1,4 7 80,-4-3 1,4 7 0,-4-3-123,3 5 1,1-5-1,-2 1-78,-2 1 0,0 3 24,6 2 1,0 0-1,0-1 1,0 1 42,0 0 0,0 6 1,0 2-1,0 2-40,0 4 0,0 3 1,0 1-1,0 1-81,0-1 1,0 1 0,0 0-1,0-3-486,0-4 1,2-4 6,4-8 1,-4-11-1,4-8-914,-4-10 1,-2-15 1464,0-6 0,9-5 0,1-1 0</inkml:trace>
  <inkml:trace contextRef="#ctx0" brushRef="#br0" timeOffset="550">601 132 7766,'0'-12'0,"0"-1"396,0-2 1,-6 5-1,0-2 462,2-3 0,-1 5-627,-1-3 1,-4 7 0,-9-5-312,0 3 0,0 2 0,-1 6 0,-5 2-48,-7 4 1,-1 5 0,-3 7 0,1 3 238,-5 4 1,-1 4 0,1 11 0,-2 2-10,-1 1 0,5 10 0,9-1 0,4 6 23,8 5 0,7 14 1,10-2-1,4 2-157,9 0 1,16-4-1,21-4 1,4-9-178,2-8 0,1-14 0,1-15 0,2-9 35,3-7 1,-1-16 0,-7-9-1,-3-14 238,-2-9 1,-9-1-1,3-8 1,-6 0 47,-7 2 1,-4-4 0,-8 6-1,-2-2-167,-5-4 1,-4 0-1,-8 0 1,0 4-100,0 2 0,-10-6 1,-7 4-1,-10-2-28,-8 0 0,-1 10 1,-14 0-1,-2 7-220,-2 0 0,-2 6 0,-1 4 402,1 8 0,0 15 0,0 11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2:48.186"/>
    </inkml:context>
    <inkml:brush xml:id="br0">
      <inkml:brushProperty name="width" value="0.17143" units="cm"/>
      <inkml:brushProperty name="height" value="0.17143" units="cm"/>
      <inkml:brushProperty name="color" value="#F6630D"/>
    </inkml:brush>
  </inkml:definitions>
  <inkml:trace contextRef="#ctx0" brushRef="#br0">95 128 7856,'2'-13'-322,"4"1"0,-4 6 37,4-7 504,5 9 0,-3 4 205,5 13 0,-3 3 615,-4 3-315,-4-9 1,7-3-393,-9-14 1,0 3-1,0-8 1,-2-1-92,-5 3 1,3-7 0,-8 5-51,-3-5 1,0 4 0,1 3-149,1 2 1,1 1 0,-7 9-234,0 5 0,7 5 0,1 11 0,3 4 53,4 2 0,2 5 0,2 8 1,0 3 64,0 3 1,8-6 0,5 2-1,5-5 10,7-1 0,-4-3 0,6-5 0,-2-10 160,0-5 0,0-11 1,-6 2-1,0-6 43,0-6 1,-1-6 0,-1-13 0,-2-7-67,-3-3 1,-8-3-1,3 1 1,-5-1-23,-2 1 1,0-1-1,-2 1 1,-5 1-2,-5 5 1,-5-2 0,-2 8 0,1 2-13,-1 2 1,-2 4 0,-2 5 0,-2 5-56,2 5 0,2 2 0,3 5 0,-1 5-84,0 9 1,9 6 0,1 0 0,3 4-107,0 0 1,0 5 0,6-9 0,0-3 116,0-1 0,6-2 0,2-2 1,3-3 111,3-1 0,-3-9 0,1 2 0,3-4 29,1-2 1,3 0 0,0 0 102,0 0 0,-1-8 1,-1-4-1,-2-5-88,-3-2 0,-6 0 0,5-2 0,-3-1-15,-4-3 1,-2-1 0,-2 8 0,0-1 5,0 0 0,-6 0 0,-2 1 0,-3-1-33,-3 0 1,-3 9-1,-2 3 1,1 3-26,-1-2 0,0 4 0,0-2 0,1 8-85,-1 8 0,6 5 0,3 4 0,-1 2 28,1 2 1,6 8-1,-2-1 1,4 3 16,2 3 0,6-7 1,2-2-1,3-2 7,3-4 0,5-2 0,4-2 0,2-3 44,-2-3 0,-2-5 0,-3-8 0,1 0 22,0 0 0,0-10 0,-3-7 1,-1-8-1,-3-4 1,-7 4-1,1-6 1,-4-3-7,-2-1 0,0 4 0,-2 1 0,-4 1 105,-7 0 0,-4 8 0,-3 0 0,-3 9-42,-2 3 0,-7 1 0,5 4 0,0-2-48,0 1 1,2 12 0,8 7 0,3 7-112,1 4 1,9 9 0,-2-3 0,4 2-39,2-2 0,6 5 0,2-7 0,3 0 53,3-4 1,5-12-1,4-7 1,2-4 63,-2-2 1,4-2 0,-2-4 0,-2-7 53,-2-3 1,-2-5 0,-3-2 0,-3-2-32,-7 2 1,2 0 0,-1 0 0,-3-2-32,-2 2 0,-4 4 0,-2 5 0,-5 3-5,-1 3 1,-9-5 0,-6 7 0,2 2-12,2 2 1,-4 10 0,2 5 0,5 3 20,3 3 0,5 2 0,-3 2 0,7 4 10,4 2 1,2-4 0,0 4 0,2-4-18,4-8 0,11 0 0,8-11 0,0-2-58,2-2 1,-6-4 0,4-4 0,-4-6-45,-3-5 0,-5-10 0,-3-2 0,-1-3-193,-5 1 1,-2 6-1,-4-4 1,-4 2-17,-7 4 0,-4 8 1,-3 5-1,-3 1-131,-2 5 0,-7 4 0,7 6 0,2 9-743,3 8 1184,9-2 0,-6 14 0,7-6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2:55.00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75 7791,'0'-12'-959,"0"-1"969,0 1 0,0-1-3,0 1 267,0 8 184,0-5 490,0 9-450,0 0 0,0 9 0,0 3-430,0 5 1,0-5 0,0 1-12,0 1 0,0 3 1,0 2 16,0 0 0,0-7 0,0 1 0,0 1 1,0-3 0,0 1-34,0 3 0,0 2 0,0 1 1,0 1-24,0 0 0,0-7 0,0 1 0,0 1-23,0 3 1,0 2 0,0 0-1,0-1 22,0 1 0,2 0 0,2 0 45,3-1 0,-1 1 55,-6 0 0,0 0-79,0-1 0,0 1-7,0 0 1,0 0 0,0 0 8,0-1 1,0 1-1,0 0-47,0 0 0,2-1 0,2 1 1,2 0 0,1 0 0,-7-1-2,0 1 0,0-6 0,0-1 13,0 3 0,0 1 0,0 3 32,0 0 1,0 0-1,0-1 1,0 1 11,0 0 1,0 0 0,0 0-129,0-1 1,0 1-190,0 0 1,2-7-957,4 1 1224,-4-9 0,6-4 0,-8-10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02.7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0 507 7979,'2'11'-218,"4"-5"0,-3-2 437,3 2 804,-4-4 551,-2 7-708,0-9 0,8 6-703,5 0 1,3 1 0,3-7 0,0 0-81,0 0 0,-1 0 0,1 0 1,0 0-44,0 0 1,6-7 0,0 1 0,-2 2-82,-2 2 1,-1 2 0,3 0 0,2 0-63,-2 0 1,-2 0 0,-2 0 0,0 0 74,-1 0 0,5 2 0,-2 2 0,-4 2 72,0-2 0,-1-1 0,3-3 0,0 0 59,0 0 1,-7 0 0,1 2 0,1 2-82,3 2 0,8 0 0,0-6 0,-2 0-20,-2 0 0,-3 0 0,3 0 1,2 0-11,2 0 1,2 0 0,-4 0 0,2 0-43,-2 0 1,4 0 0,0 0 0,0 0 13,1 0 0,3 0 1,-4 0-1,0 0 29,0 0 0,0 0 0,-4-2 0,2-2-21,-2-2 0,-2 0 0,-2 6-26,0 0 0,-1 0 0,1 0-2,0 0 0,0 0 0,-1 0 41,1 0 1,0 0-1,0 0 1,-1 0 21,1 0 1,0 0 0,0 0 0,-1 0 48,1 0 0,2 0 0,2 0 0,4 0-67,2 0 1,0 0 0,5 0 0,-3 0-57,2 0 0,3 0 0,3 0 0,3 0 26,2 0 0,0 0 1,-7 0-1,3 0-10,4 0 0,-3 0 0,7 0 1,-2 0 45,-4 0 1,4 0 0,0 0 0,-1 0 33,1 0 1,0 0 0,-4 0 0,4 0-13,2 0 0,0-3 0,4-1 0,-2-2-59,2 2 0,-4 2 1,2 2-1,2 0-3,2 0 0,-4 0 0,-2 0 0,0 0 47,0 0 0,0 0 0,2 0 0,-4 0-9,0 0 1,-7 0 0,7 0 0,-2 0-52,0 0 0,6 0 0,-6 0 0,-1 0-16,3 0 0,0 0 1,4 0-1,-4 0 94,0 0 0,-4-2 0,8-2 0,0-3 39,-2 3 1,4 2 0,-6 0 0,-1-2-43,1-2 0,4-1 0,-4 7 0,0 0-22,0 0 1,6-6-1,0 0 1,7 2-69,3 1 0,3-3 0,-3 0 1,5 0 0,0-3 0,12 7 1,-6-6-1,0 2 93,-2-1 0,-9-5 0,7 4 1,2-1 157,2 1 1,-4-5-1,-1 7 1,3 2-110,2 2 0,0-4 0,-2-1 1,-2 3-153,2 2 0,4 2 0,6-2 1,5-2 13,-1-2 1,5-1-1,-7 7 1,3-2 24,3-4 1,1 4-1,0-4 1,-5 2 119,-2-3 0,-1 5 0,-5-4 0,2 4 78,2 2 0,1 0 0,-9 0 1,-2 0-99,-3 0 1,-1 0 0,2 0-1,-5 0-131,1 0 0,-4 0 0,7 0 0,1 0-86,-2 0 0,-3 0 1,-7 0-1,-1 0 176,0 0 1,-1 0 0,-5 0 0,-7 0 22,-3 0 1,-5 0-1,-3 0 1,-7 0-88,-4 0 1,-3 0 0,1-2-757,0-4 1,-7 3-682,1-3 1485,-9-4 0,13-1 0,-7-7 0</inkml:trace>
  <inkml:trace contextRef="#ctx0" brushRef="#br0" timeOffset="731">8969 57 8204,'0'-13'27,"0"1"325,0-3-571,0 7 987,0 0 84,0 8 1,8 2-634,4 4 0,5-2 1,2 7-1,0-3-64,-1-4 1,1 4 0,2 1 0,2-1 10,2 0 0,2 5 1,-4-5-1,2 3-288,-2 3 1,0-3 0,0-1 0,0 1-271,-7-1 1,3-4 317,-6 7 1,-7-3-1,-6 5 103,-10-3 1,-9-5 0,-4 3-1,-4 0 16,-2 1 0,-3-1 1,-5 5-1,-1-3 55,1 3 0,-1-5 1,3 3-1,1-1-37,3-1 1,8 5 0,-2-5-261,4-1 359,3 7 1,9-17 0,9 0-276,11-10 0,5-7 0,3-4 0,0-2 36,0-2 0,-9 6 0,-2 7 0,-1-3-207,-1-1 1,0-3-1,-8 2 1,-4 3-2457,-7 1 2740,-12 9 0,-4-4 0,-8 8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15.84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188 592 8350,'0'-19'2509,"0"7"-1905,0-1 1,2 9-476,4-2 0,5-2 0,8-1 1,-1 1 39,1 0 0,6-1 0,0 5 0,-2-4-173,-2-3 0,-2 7 0,0-2 0,-1 4-115,1 2 0,-2 2 1,-3 2-1,-3 5 113,-3 1 1,-2 5 0,-6 7 0,-2 6 143,-4 1 1,-4-4 0,-9 6 0,0 2 51,0 3 1,-6 1 0,0 1 0,0-1 135,-2 1 1,6-1 0,-4-1-1,4-5-62,3-6 1,7-4-120,5-2 0,12-11 0,9-8 1,8-12-215,8-11 1,4 0 0,3-6 0,0 1-318,-1 6 1,1 7 0,-3 5 0,-4 1-709,-6 5 1,-4 2 0,-2 4 0,-2 4-434,-5 7 1,3-3 1526,-9 3 0,0-1 0,-6 7 0</inkml:trace>
  <inkml:trace contextRef="#ctx0" brushRef="#br0" timeOffset="533">507 348 10584,'-8'11'1348,"6"-5"-1182,-5-12 1,-3 2 0,-3-9 21,-3-2 0,1 5 0,-1 0 0,-5-1-31,0 1 0,-2 6 0,-2-3 0,-6 5-167,-5 2 1,5 2 0,0 7 0,-3 7 33,-1 7 1,4 13 0,1-1 0,3 9-12,4 4 1,11 8 0,6 9 0,4 2-93,2 3 1,8 10-1,6-1 1,9-6-60,9-9 1,3-9 0,3-9 0,-1-13 65,1-10 1,5-9 0,1-16-1,0-6-30,2-11 0,0-10 1,6-15-1,-4-6-10,-2-4 1,4-9-1,-7-1 1,-3-1-21,-7 1 1,-8 3-1,-10 9 1,-5 2 48,-1-2 1,-5 0 0,-12 2 0,-11 8 82,-10 9 1,-15-1-1,-8 9 1,-7 2-81,-3 3 1,-7 9-1,4 5 1,-1 4-387,-5 2 0,8 14 1,7 9-1,10 9 466,7 7 0,9 11 0,3-2 0</inkml:trace>
  <inkml:trace contextRef="#ctx0" brushRef="#br0" timeOffset="1300">1258 480 7859,'12'-2'257,"1"-5"0,-9-3 1,4-7 1642,0 5-1438,-5 3 0,5 11 0,-8 5 3,0 5 1,0 13 0,0 7 0,0 5-207,0 7 0,-6 2 0,-1 6 0,3-2-335,2 2 1,2-4 0,0 0 0,0-4-169,0-9 1,0 1-730,0-11 1,2-9 0,2-12 68,3-8 1,5-12 0,-6-12 0,-1-1 143,-3-4 1,-4 4 759,-5-3 0,-3 1 0,-9-6 0</inkml:trace>
  <inkml:trace contextRef="#ctx0" brushRef="#br0" timeOffset="1600">1164 348 7859,'0'-18'0,"0"-1"845,0 0 0,0 7 0,2-1-342,4-2 0,0 7 1,11 0-1,4 2-370,0-1 1,8-1-1,4 4 1,7-3-94,4 3 1,2-4 0,-5 2 0,3 2-101,-2 1 1,-3 12-1,-3 1 1,-5 3-235,-6-1 0,-6 1 0,-7 8 1,-5 2 171,-5 2 0,-7 6 0,-5-4 0,-11 2 119,-6 4 0,2 1 0,-6-3 1,-3-4 33,-1 0 0,-2-6 0,-1 4 1,0-4 55,1-2 1,1-7 0,3-1 0,4-3-1013,2-4 327,2-2 0,14-4 0,7-2 0,8-4-45,9-3 1,4 7 0,3-2 642,5 4 0,-4 2 0,6 0 0</inkml:trace>
  <inkml:trace contextRef="#ctx0" brushRef="#br0" timeOffset="2000">1820 649 7859,'-8'-11'311,"6"-6"877,-4 5 0,4 2-810,2-3 0,0 11 0,0 2 1,0 10 31,0 7 0,0 10 0,-2 4 0,-3 7-89,-1 6 0,0-5 0,6 5 1,0-4-110,0-3 0,0-1 1,0-3-1,0-4 55,0-2 0,0-8-39,0-6 0,0-11 0,2-2 0,2-13-395,2-10 0,7-6 1,-7-9-1,0 1 29,3-1 0,-7 1 0,4-1 0,-2 3-131,3 4 1,-5-3 0,6 9 0,-2 2-96,0 3 0,7 1 1,-5 0-1,3 2-195,3 5 0,-3-3 0,1 9 0,3 2-309,2 2 0,1 4 1,1 2 166,0 2 0,0 7 0,-1-7 701,1-2 0,0 7 0,0-1 0</inkml:trace>
  <inkml:trace contextRef="#ctx0" brushRef="#br0" timeOffset="2403">2346 761 7859,'0'-12'677,"0"-1"1,6 7-108,0-7 1,1 1 119,-7-7 1,0 7-189,0-1 1,-3 3-265,-3-3 1,-4-1-1,-9 7-151,0 3 0,-6 10 0,0 7 0,2 4-146,2 1 0,3 7 1,-1 2-1,2 3-71,5 3 1,-3 0-1,9 1 1,2-5 75,2-2 0,10-2 0,5-6 0,5-3-6,7-3 1,-2-5 0,8-8 0,3 0-117,1 0 1,-6-8 0,-4-5-1,-4-5 84,-2-7 0,0 2 0,-2-9 1,-5-1 33,-6-2 0,-4 3 0,-4 1 0,-4-2 75,-6-3 0,-7 7 0,-4 4 0,-4 6-237,-2 7 1,-1-3 0,-1 9-1,4 4-415,0 6 1,6 9-1,-4 12 1,6 8-1317,7 9 1951,-5-3 0,15 15 0,-6-6 0</inkml:trace>
  <inkml:trace contextRef="#ctx0" brushRef="#br0" timeOffset="2786">2684 686 7859,'0'-19'0,"2"1"328,4-1 1,-4 0 1486,4 0-1419,-4 9 0,-2 4 0,0 12 0,0 6 41,0 5 0,0 8 1,-2 2-1,-2 2-35,-2 5 0,-7 7 0,5 7 0,0 4 2,-1 7 1,1 8 0,4-3 0,-2 5-211,1 8 1,3 4 0,0 7 0,-2-9-197,-2-8 0,-1-6 1,7-11-1,0-6-168,0-11 0,-2-10 1,-4-14-124,-6-7 0,1-12 0,-3-9 0,-5-6-290,-4-4 0,-4-8 1,2 0-1,-4-7-108,-1-4 0,1 1 0,6 5 0,0-2 84,7-3 0,-3 1 0,9-6 0,-1 2-421,5 4 1,8 3 1027,10 1 0,1-8 0,14-1 0</inkml:trace>
  <inkml:trace contextRef="#ctx0" brushRef="#br0" timeOffset="3000">2759 348 7859,'0'-18'807,"0"-1"1791,0 0-1279,0 9-1407,0 1-525,0 9 1,6 2 0,2 3-1830,3 1 2442,-7 8 0,4-3 0,-8 8 0</inkml:trace>
  <inkml:trace contextRef="#ctx0" brushRef="#br0" timeOffset="3336">2815 724 8116,'10'-9'2070,"1"5"-1562,-5-8 0,-2 7 0,9-3-115,1 0 1,3 6 0,2-5 0,-1 5-244,1 2 1,6-6 0,0-2 0,-2-3-147,-2-3 1,-2 3-1,0-1 1,-1-3-85,1-2 0,-9 5 0,-1-1-237,-1-1 1,-8-1-1,0 3 1,-10 6 142,-7 3 1,-4 3 0,-2 0-1,-4 3 132,-2 3 1,6 10 0,-2 12 0,4-1 109,2 0 0,1 6 1,1-4-1,4 3-53,7-1 1,4-2 0,2 2 0,2-6-153,4-4 1,7-4-1,12-5 1,4-5-322,0-5 0,7-2 0,-5 0 0,5-2-274,1-5 1,1-3-1,-1-9 732,1 0 0,8 1 0,1-1 0</inkml:trace>
  <inkml:trace contextRef="#ctx0" brushRef="#br0" timeOffset="3653">3622 573 7859,'0'-18'637,"0"-1"0,0 0 298,0 0 1,0 1-177,0-1-771,0 0 0,-2 9 0,-5 3 47,-5 5 1,-5 4-1,-2 5 1,1 5 29,-1 5 0,0 2 0,0 2 1,1 1-3,-1 3 0,0 7 0,2-5 0,5 2-21,6 4 1,4-6 0,2-2 0,0-2-60,0 2 1,10-10-1,7 2 1,8-7-295,4-6 0,2-2 0,7-4 0,-1-2-406,1-2 0,-7-9 0,-2 3 0,0-5-403,0-2 1,-8-2 1119,-2-4 0,8-4 0,-6-8 0</inkml:trace>
  <inkml:trace contextRef="#ctx0" brushRef="#br0" timeOffset="3935">4109 123 7859,'0'-19'0,"0"1"194,0-1 0,0 0 0,0 0 1573,0 1-1586,0 7 1,0 11 0,0 13 0,-2 5 42,-4 7 0,2 11 0,-9 10 0,1 2-2,2 4 0,-7 2 0,4 2 0,-1 3-189,1 3 0,-1-10 1,7 3-1,1-7-213,-2-7 0,6-7 0,-5-5-379,5-2 1,11-4-1,3-11-145,5-5 1,-5-14 0,-1-5 0,-1-5 255,1-2 0,-7 1 0,2-1 1,-4-2 447,-2-4 0,-8-4 0,-3-9 0</inkml:trace>
  <inkml:trace contextRef="#ctx0" brushRef="#br0" timeOffset="4067">3884 423 8137,'-6'-12'2119,"0"-1"-1736,0 9 0,8-4 0,4 6 0,8-2-190,9-3 1,0 1-1,9 6 1,1-2-523,2-4 1,3 4 0,-1-5 0,1 3-843,0-2 0,1 2 1171,5-9 0,4 1 0,8-7 0</inkml:trace>
  <inkml:trace contextRef="#ctx0" brushRef="#br0" timeOffset="4734">1295 1812 8161,'0'-19'-1204,"0"0"1,0 1 1203,0-1 0,0 0 0,0 0 0,0 0 0,0 1 0,2 1 0,2 2 0,3 3 0,-1 6 0,-6-7 0,6 7 0,0-7 0,3 9 0,-5-4 0,2 0 0,7 3 0,-5-5 0,2 2 0,-3-5 0,3 5 968,-2-3 0,5-1 496,-7-7 0,3 9-863,-3 3 0,-4 14 0,4 5 0,-4 7-104,-2 6 0,0 6 0,-2 13 1,-2 6-207,-2 4 0,-7 9 0,5 1 0,0 1-248,-1 0 0,-3 3 1,5-5-1,3-5-517,2-6 1,2-12 0,0-11-604,0-2 0,0-12 261,0-15 0,0-15 0,0-10 0,0 0-92,0-2 0,0 4 0,0-6 908,0 2 0,-8-6 0,-3 3 0</inkml:trace>
  <inkml:trace contextRef="#ctx0" brushRef="#br0" timeOffset="4967">1126 1924 8161,'-8'-10'1522,"6"-7"-1064,-7 7 0,12-1 0,3 5 0,8 4-121,9 2 1,0 0-1,9-2 1,1-2-257,2-2 1,3-1-1,-1 7 1,1-2-525,-1-4 0,1 4 1,0-4-1,-1 1-2204,1-1 2647,-1 4 0,9-15 0,2 7 0</inkml:trace>
  <inkml:trace contextRef="#ctx0" brushRef="#br0" timeOffset="5436">1820 1530 8161,'0'-18'0,"0"-1"343,0 0 0,0 7 1,0-1 832,0-2 0,-6 9-743,0 6 1,-2 9-1,3 11 1,-3 8-176,-2 9 1,3 3-1,-5 10 1,-1 2-142,3 2 1,-5 2 0,7 1-1,0-1-38,-1 0 1,3-6-1,6-2 1,0-4-277,0-9 0,0-5 0,2-14 9,4-3 1,-1-5-1,7-10 1,3-6-40,1-11 0,3-2 0,0-10 0,0-1-202,-1 3 0,1-6 1,-2 6-1,-3-3 70,-1 1 1,0 8-1,5-4 1,-1 2 80,-5 0 0,5 0 29,-4 6 0,-3 9 325,3 4 0,-9 14 1,2 9-1,-4 6 141,-2-1 1,0 8-1,0-1 1,-2 2-285,-4 0 1,4-6 0,-5 5 0,5-3-309,2-4 0,0-3 1,0-1-1485,0 0 1859,0-9 0,7-3 0,-1-14 0,8-11 0,-3-12 0</inkml:trace>
  <inkml:trace contextRef="#ctx0" brushRef="#br0" timeOffset="5769">2139 1943 8161,'13'0'1632,"-1"0"0,1 0-1099,6 0 0,-1 0-357,1 0 1,0 0 0,0-2-141,0-4 0,-7 2 1,1-9-1,-1-1-204,-2-3 1,5 4 0,-7 1 0,1-3-145,-1-1 0,5-3 0,-7 0 135,-2 0 0,-2 7 1,-4 1-1,-4 3 109,-7 4 1,-3 2-1,-3 4 1,-2 4 178,-4 7 1,2 3 0,-6 5 0,2 4 200,4 6 1,2-1 0,4 1 0,3 0 19,1-2 1,9 5 0,0-7-1,8 0-298,9 0 1,14-2-1,10-8 1,11-5-1163,6-6 0,11-3 0,4-6 1128,4-3 0,2-13 0,0-10 0</inkml:trace>
  <inkml:trace contextRef="#ctx0" brushRef="#br0" timeOffset="6649">3340 1812 8245,'0'-19'778,"-2"9"1,-2 1 830,-2 1-1240,-1 6 1,7-4-1,0 12 1,0 8 114,0 9 0,0 7 0,0 9 0,0 5-224,0 6 1,0 4 0,0 5 0,0 3-116,0 7 0,0 2 1,0-2-1,0-7-180,0-4 1,0-10-1,0-6-592,0-9 1,0-16 399,0-17 0,0-17 0,0-16 0,0-6-75,0-5 0,0-6 1,0 4-1,0-2 123,0-4 0,0 6 0,0 2 0,0 2 40,0-1 1,0 3 0,3-4-1,1 5 48,2 1 1,9 1 0,-3-1 0,5 3-29,2 3 0,1 5 1,3 9-1,2-1-38,-2 0 1,4 9 0,0 3 0,1 5-32,-1 2 1,-2 4 0,-9 7 0,-1 8 249,-3 1 1,-7 10-1,1-1 1,-4 2 211,-2 0 0,-8 1 0,-5 3 0,-4-2-78,-1-1 1,-3-7-1,-2 4 1,-4-2-107,-2-4 0,4-2 1,-7-5-1,1-1-172,2-2 1,-5-9 0,9 2-1,3-4-413,1-2 1,4-2 0,5-4 0,5-7-100,5-3 1,2-3 0,2 0-1,5 0 594,5 0 0,5-8 0,1-2 0</inkml:trace>
  <inkml:trace contextRef="#ctx0" brushRef="#br0" timeOffset="7300">3941 1906 8081,'6'-13'162,"0"1"0,2 1 1,-3-3-1,1 1 304,-2-2 1,4-1 0,-1-3 66,-3 0 0,0 1 0,0-1 44,2 0 0,1 0-371,-7 0 0,-9 9 0,-5 4-207,-9 4 1,2 10-1,-4 5 1,2 5-113,-2 7 0,4-2 0,-4 9 0,4 1 93,3 2 1,-1 3-1,2-1 1,5-1 49,5-5 0,-1 2 1,2-8-1,4-4-27,6-6 0,6-1 1,11-7-1,2-5-52,2-6 1,8-7-1,-3-10 1,1-2-73,0-2 0,-8-8 0,4 2 1,-4-3 77,-4 3 1,2-2-1,-15 8 1,0 2-11,3 2 1,-9-4 0,0 2 14,-11 6 1,-6 1 0,-1 9 0,-3 3-54,-4 2 1,4 11-1,-4 3 1,4 5 30,2 2 1,-4-1 0,3 3-1,5 2 47,5 2 1,3 0 0,7-6 75,0 0 0,2-3 0,5-1 1,5-5-120,5-1 1,10-3-1,4-8 1,3-4-59,-3-7 1,4-4-1,-3-3 1,3-3 39,2-2 0,-1 0 0,-3 4 0,-1-2 23,1-2 1,-4 0 0,0 6-1,-2 2 93,-4 5 1,-8 3 199,-3 9 1,-7 5 0,1 5-1,-4 9 59,-2 2 1,-8 8 0,-3 2-1,-1 2 54,-1-1 0,3 3 0,-5-4 0,3 3-262,-3-3 0,7 2 1,-1-8-1,3-2-291,0-2-208,0-2 1,8-9-1,4-5 1,4-10-259,1-7 0,3-5 1,-5-4-1,-1-2-1597,0-2 2261,-1 0 0,1-10 0,2-5 0</inkml:trace>
  <inkml:trace contextRef="#ctx0" brushRef="#br0" timeOffset="7466">4335 1418 8081,'0'-19'1642,"0"7"-550,0-1-2029,0 9 0,2-4 937,4 8 0,4 8 0,9 2 0</inkml:trace>
  <inkml:trace contextRef="#ctx0" brushRef="#br0" timeOffset="7885">4729 1662 8064,'0'-19'124,"0"6"0,0 1 2015,0-3-1667,0 7 1,0 8-1,-2 15 1,-5 8-120,-5 8 1,1 4-1,-1 3 1,-1-1-186,3 1 0,-5-7 0,9-2 0,0-2-209,-3-4 1,7-2-130,-4-2 1,6-9-1,6-6-170,7-8 1,4-2-1,1-11 1,1-3 58,0-1 0,4 0 1,-2 2-1,-5 0 107,1 1 1,0-1-1,1 0 1,-1 0 90,-4 1 0,1 5 133,-8 0 0,1 11 1,-9 2 224,-5 11 1,3 8 0,-8 6 0,-3 4-125,-2 0 1,5 0-1,2-6 1,1 2-411,5-2 0,2-2 0,2-2-574,0-1 1,2-7 15,4-5 0,5-4 817,7-2 0,1-8 0,0-3 0</inkml:trace>
  <inkml:trace contextRef="#ctx0" brushRef="#br0" timeOffset="8168">5216 1324 8041,'0'-19'0,"0"0"0,0 1 0,0-1 777,0 0 0,0 7-142,0-1 0,0 11-517,0 2 1,0 15 0,0 12 0,0 2 191,0 4 0,-8 9 0,-2 4 0,-3 2-67,1 4 1,-1 4-1,-6 5 1,1 1-73,-1-1 1,6-5-1,3-4 1,2-4-499,3-2 1,3-4-1,2-11-299,0-6 0,9-11 0,3-3-972,5-3 1,-5-10 1597,1-10 0,-9-13 0,4-5 0</inkml:trace>
  <inkml:trace contextRef="#ctx0" brushRef="#br0" timeOffset="8333">4954 1662 8393,'2'-19'1036,"4"0"0,-2 9 1,9 4-1,1 1-762,3-1 0,8 2 1,2-7-1,0 3-876,0 4 0,5 0 0,-5 0 0,2-3 602,4 3 0,3-6 0,1-1 0</inkml:trace>
  <inkml:trace contextRef="#ctx0" brushRef="#br0" timeOffset="8669">5573 1662 8041,'10'-9'-12,"5"-1"1,-7-9 362,3 0 0,-7 7 1,4 1-1,-2 1 632,1 0 0,1 3-572,-2-5 1,-6 8-1,0-3-403,-10 5 1,-7 2-1,-2 0 1,-1 0-85,-5 0 1,4 7 0,-4 1-1,4 2-63,2 5 0,7-5 1,1 3 118,3 2 0,2 1 1,6 3 117,0 0 0,8-7 0,4 1 1,3 1 2,-2 3 1,3-5 0,-3 1 0,3 2-48,3 1 1,-6 5 0,-3 2-1,-2 2 69,-3-2 0,-3-2 1,-2 0-1,0 2-239,0 2 0,-9 0 0,-3-9 0,-5-1-477,-2-3 0,-6-7 0,0 1 593,2-4 0,-6-2 0,0 0 0</inkml:trace>
  <inkml:trace contextRef="#ctx0" brushRef="#br0" timeOffset="12566">1408 3050 8115,'12'-6'-119,"1"-2"223,1-3 1,-5 5 369,-3-7 1,2 7 31,-2-6 0,3 7-55,-3-1 0,-4-4-155,4-3 0,-3-3 1,-3-3 35,0 0 0,0 0 0,0 0-105,0 1 1,0 5 0,-3 3-288,-3 1 1,-4-3 0,-9 6-1,0 4-107,0 6 1,1 6 0,-3 9 0,-2 2 45,-2 4 1,0 4-1,6 9 1,0-1 41,1 1 1,5 5 0,3 3-1,1 0-57,5 0 0,2-2 1,4-9-1,4-6 52,7-10 0,4-2 0,1-11 0,3-4-120,4-6 0,-4-6 0,4-9 0,-6-2-241,-7-4 1,5 4 0,-7-4 0,3 4-27,-1 2 1,-7-1-1,1-3 1,-4-2 470,-2 2 0,8 2 0,3 2 0</inkml:trace>
  <inkml:trace contextRef="#ctx0" brushRef="#br0" timeOffset="12733">1483 2994 6879,'8'-11'-1,"-6"-5"-22,4 3 1,-1 5-1,-1 0-181,2-1 0,0 5 292,-6-8-57,9 7-462,-7-3 431,6 8 0,-16 0 0,-3 0 0</inkml:trace>
  <inkml:trace contextRef="#ctx0" brushRef="#br0" timeOffset="13599">1408 2975 8115,'18'-19'-207,"-5"7"0,-3-1 1233,-1-1-67,-3 5-741,-6 1 0,0 10 1,0 4-1,0 7 92,0 4 1,0 3-1,0 5 1,0 5-230,0-1 1,0 6-1,0-4 1,0 3-112,0-3 0,0-4 1,2-8-1,4 0-357,7 0 0,-3-3 1,3-3-1,1-7-178,3-4 1,2-10-1,0-7 1,-1-6-77,1-4 1,-2-6 0,-3 4 640,-1-2 0,-1-3 0,7-5 0</inkml:trace>
  <inkml:trace contextRef="#ctx0" brushRef="#br0" timeOffset="14082">1764 2862 8115,'9'-18'-454,"-7"-1"1,4 0 727,-4 0 1,4 7 1434,0-1-1402,1 9 0,-7 4 1,0 13-1,0 6 115,0 6 1,0 0 0,0 10 0,0 5-114,0-1 0,-2 7 0,-3-2 1,-1-2-234,2-3 0,2-1 1,2-3-1,0-4-286,0-6 0,2-6 0,4-4-151,7-3 0,3-10 0,3-2 1,0-12 76,0-11 0,-3-6 0,-1-9 1,-2 3 120,1 4 1,-3-5 0,-1 7 0,0-2 1,1-1 0,-5 7 1,4-4-1,1 2 47,-1 4 1,-5 2 0,3 5 0,-2 1 105,0 2 1,3 9 54,-3-2 0,-4 6 278,4 6 1,-4 5 0,-2 7 0,0 1 44,0 0 1,0 2 0,0 2 0,-2 4-268,-4 2 0,4-6 1,-4 2-1,4-4-130,2-2 0,2-1 1,2 1-1,4-2-350,3-5 1,7-1 0,7-7 0,0 2-296,3-2 0,-6-4 1,8-6-1,-3-4 672,-4-1 0,-2-14 0,-3 4 0</inkml:trace>
  <inkml:trace contextRef="#ctx0" brushRef="#br0" timeOffset="14599">2608 2938 8115,'3'-19'766,"3"0"1,-4 7-28,4-1 1,-4 0-217,-2-5 0,0-1-386,0 0 0,0 7 0,-2 1 1,-4 3-163,-7 4 1,-3 4-1,-5 6 1,-2 7-102,-2 3 1,0 11 0,6 5 0,-2 3 33,-4 3 0,11-1 1,-3 1-1,7-1 60,5 1 1,3-7 0,4-2-16,5-2 0,9-10 1,11-11-1,1-6-98,-1-6 0,4-5 0,-4-9 1,0-3-112,0-2 1,0-9 0,-4 3 0,2-2 60,-2 1 0,-8-3 0,-3 4 1,1-5 95,-3-1 1,5-1 0,-9 1-1,0-1 72,3 1 0,-7-1 1,4 1-1,-4-1 115,-2 1 1,0 7 0,0 5 0,0 4 230,0 3 1,0 5-16,0 1 0,0 10 0,-2 2 0,-2 12-46,-2 11 0,-9 8 0,3 13 0,-5 8 23,-2 9 0,7-1 0,1 7 0,3 0-382,4-1 1,2-3-1,2 1 1,2-5-560,4-11 1,6-9 659,13-7 0,5-5 0,7-8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1.86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94 188 8089,'0'-18'-65,"0"-1"498,0 0 1,0 7 304,0-1 0,0 7-413,0-7 0,0 11 161,0 2 1,0 8 0,0 13 0,-2 4-49,-4 7 0,2 9 0,-9 7 1,1 4-177,1 7 0,1 3 0,6-1 1,-4 3-229,-3 3 0,7-6 0,-2 1 0,4-6-184,2-6 0,0-12 0,0-13-328,0-4 1,0-13 200,0-8 1,6-14-1,2-14 1,1-1-52,-1-4 1,-2-3 0,-4-1-1,2-1-61,3 1 1,-1-1 0,-4 1 0,2-1 182,2 1 0,3-7 1,-5-2-1,4 0 169,3 0 0,-5-6 1,6 4-1,3 0 134,2 5 0,1 3 1,1 5-1,2 3 48,4 7 0,-4 7 1,4 5-1,-4 7-50,-2 4 1,-3 10 0,-1 5 0,-5 5 4,-1 7 1,3 2 0,-6 7 0,-1-3 40,-3 2 1,-4-3 0,-5 1 0,-5 0-107,-5-2 1,-4 0 0,-2-6-1,-2 0-101,2-6 0,-4 0 0,0-9 0,0 0-224,0 1 0,0-3 1,4-6-361,-2 0 0,2-2 0,10-4 61,7-7 0,4 3 0,4-1 0,4 1 589,7-1 0,12 7 0,4-4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2.23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94 150 8089,'0'-19'849,"0"1"1,0 5-440,0 1 1,0 10 0,-2-1-122,-4 8 1,4 16-1,-4-1 1,1 5-82,-1 2 0,2 7 0,-6-5 0,1 2-47,5 1 1,-4-7-1,1 4 1,1-2-69,-2-4 0,6-9 0,-4-1-37,3 1-227,3-5 1,3-9 0,1-13 0,2-3-38,-2-3 1,4-6 0,-1-2 0,-1 0 68,2 0 1,-4-5-1,7 7 1,-3 0 27,-4-2 1,5 4 0,-1-6-1,2 2-41,5 4 1,0 2 0,-1 2 0,-1 3-97,1 3 0,3-1 0,2 7 1,0 3-221,-1 2 0,1 2 0,0 0 0,0 2 468,-1 4 0,1 5 0,0 8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2.56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1 226 11214,'12'0'555,"1"0"1,1 0-369,3 0 1,4-2 0,2-4-1,2-7-59,-2-4 0,0-1 1,0-1-1,2 0-61,-2 0 0,-9 7 1,-1-1-1,-1-1-387,-1-3 0,-3 5-47,-8-1 0,-2 3 0,-6-3 0,-9 7 89,-6 4 1,-8 8-1,4 5 1,0 3 246,-1 7 1,-3 4-1,6 0 1,2 6 81,2 5 1,5-1 0,3-1-1,7-3 29,4 2 0,2-4 0,4 1 1,6-3-312,9-4 1,12-11 0,1-6 0,3-4-393,3-2 1,-1-2-1,1-6 623,-1-11 0,1-8 0,-1-10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2.96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320 113 8089,'0'-19'868,"0"0"1,-3 7 0,-1-1-452,-2-1 1,0 3-539,6-1 0,-9 8 1,-3-3 2,-5 5 1,-2 4 0,1 3 0,-1 3 101,0 2 0,0-3 1,1 5-1,-1 3-15,0 1 0,7 3 0,1 0 102,3 0 0,2-1 1,6 1-1,2 0-34,4 0 1,4-1 0,9 3 0,0 2 0,0 2 1,4 2 0,-3-4 0,-3 4-6,0 3 0,-9-5 0,0 6 0,-1 0 98,-1-2 0,0-2 0,-8-8 1,-4 0-71,-7 0 0,-3-7 0,-3-1 0,0-3-116,0-4 1,-1-8 0,-3-4 0,-2-3-272,2-3 0,8-3 0,3-2 0,-1 0-2655,3 1 2981,-7-1 0,15 0 0,-6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3.40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38 188 8954,'10'-8'707,"0"6"1,-5-7-277,1 1 1,8 6-435,-1-4 0,-3-3 0,3 1-115,1-3 1,-3 7 0,-1-4 0,1 2 24,-1-1 0,-4-5 0,5 4 68,-3-3 1,1 5 407,-3-7-349,-4 1-150,6-7 1,-16 9 20,-5 3 0,-3 5 0,-3 2 0,0 2 87,0 5 0,1-3 1,-1 8-1,0 3 325,0 2 1,3 8 0,1 2 0,5 0-25,1 0 1,3 6 0,6-1 0,0 3-104,0 3 0,2-3 0,6-2 0,9-3-274,6-3 1,8 2-1,-4-8 1,3-7-547,3-3 1,-6-5 0,0-6 0,-2 0-598,0 0 1,0 0 1226,-6 0 0,0-8 0,0-3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3.78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38 150 8283,'0'-18'701,"0"-1"-1532,0 0 1297,0 9 0,0 10 0,0 12 0,-2 7 125,-4 6 0,4 4 1,-7 11-1,3 2-287,0 1 1,0 1 0,6-8 0,0-3-52,0-2 0,0-8 0,0 2 0,0-4 192,0-2-599,0-9 1,6-4 0,2-12 0,1-6-178,-1-5 0,4-4 0,-3-4 0,-1-4 68,0 0 0,1-7 0,-5 5 1,2-2 0,-2 1 0,-2-1 0,-2 6 0,0 0 84,0 0 1,7-5-1,-1 7 1,0 2-39,3 3 1,-5 3 0,8 2 0,3 5-82,1 2 1,3 1-1,0 7-99,0 0 0,0 0 1,-1 0-1,-1 2 396,-5 5 0,5-5 0,-6 14 0,7-5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4.09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38 75 9960,'-8'-10'489,"5"1"1,-7 18 0,6 5 0,-2 9-237,1 9 1,3 3 0,2 2 0,0 1-181,0 0 0,0-1 0,0-1 0,0-5-16,0-6 1,7-4-1,-1-3 1,0-1-16,2-4 0,-3-5 1,7-10-190,3-4 0,1-5 0,3-8 1,0-1-156,0-5 0,2 2 1,1-9-1,3 1-65,-2 2 1,4-4 0,-1 5-1,-4 1-176,-1 0 1,-8 0-1,-1 4 1,1-2-303,-3 2 0,-1 2 845,-9 3 0,0-1 0,0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4.43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19 188 9457,'19'0'316,"0"0"1,-7 0 0,1 0 0,1 0-134,3 0 0,2-8 0,0-3 1,-3-1-295,-3-1 1,1 1 0,-5-7-1,-1 0-108,0 0 1,1 3 0,-5 1 0,2 3 78,-2-3 1,-10 7 0,-6 1-1,-5 5 281,-2 2 0,-6 5 0,-2 5 1,0 11 87,0 6 0,2 4 0,6 7 1,2-1-97,5 1 1,4 6-1,8-1 1,2-1-854,4-2 1,13-11 719,12-4 0,13 4 0,4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5.23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76 141 8092,'0'-19'-2,"0"0"207,0 0 1,0 7-1,0-1 219,0-1 1,0 3 0,2 1 1418,4 2-1108,-4-7 1,6 15-310,-8 0 1,0 17 0,0 16 0,0 9-78,0 8 0,-6 12 0,-2 9 0,-1 6-249,1 5 1,-4 5 0,5-3 0,1-1-319,-2 0 1,6-10 0,-5-12 0,5-11-2005,2-13 1541,0-16 1,7-21 0,1-14 0,0-7-112,1-4 1,-3-7-1,-6 5 1,-2-2 791,-5-4 0,-11-3 0,-11-1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5.41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17 151 8092,'-2'-19'2128,"-5"0"-1321,5 1 1,-4 7-1,14 5-561,11 4 0,2 2 0,10 0 0,5 0-431,6 0 0,-3 0 0,5 0 0,-4 0-237,-3 0 1,1-2 0,-1-2-1,-1-5-2784,-5-1 3206,4-3 0,-6-5 0,9-1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5.84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94 121 8092,'0'-19'-305,"0"-6"0,0 0 1745,0 2-755,0 2 1,0 13 0,0 8-308,0 10 1,0 15-1,-2 7 1,-2 5-76,-2 7 1,-7-2 0,5 10 0,0 4-47,-1 5 1,-5 3-1,3-5 1,1-1-144,3-4 0,5-10 0,2-2 0,0-9-159,0-8 0,2-6 1,5-9-77,5-10 0,7-10 1,4-15-1,2-6-181,-2-5 1,-2-1-1,-2-1 1,1 0 25,5 1 0,-4 6 0,2-1 0,-6 1-185,-5 2 0,1 2 1,6 8-1,-3 0 142,-3 1 0,-3 7 270,-4 5 0,-3 12 0,3 7 0,-4 3 239,-2 3 0,0 6 0,0 2 1,0 0-1,0 0 0,0 5 0,0-7 0,0-2-432,0-3 1,0-1-219,0 0 1,8-2 0,5-5-200,3-6 1,3-6 0,0-6 658,0-6 0,-1-5 0,1-2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6.13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0 263 8092,'11'-12'1486,"-5"-1"0,-2 3-1077,2-3 1,-1-1 0,7 8-237,3 1 0,1 1 0,3-2-25,0-6 1,0 3-1,-3 1 1,-1 0-34,-3-5 0,-1 3 0,1-3 0,-3 1-283,-1 1 1,-6-6-1,4 5-52,-4-5 0,-4 1 0,-4 3 0,-6 7 62,-5 4 1,-2 2 0,-2 2 0,-2 6 411,-2 11 1,0 8-1,7 11 1,1-1-10,4 1 0,-1-1 1,8 1-1,1-1-141,3 1 1,11-1 0,5-1 0,9-5-1209,8-6 0,7-10 1,6-5 1103,6-2 0,12-10 0,5-8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6.98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320 580 8086,'0'13'-118,"-2"-3"0,-5-1 0,5-1 0,-4-2 361,4 7 0,0-5 0,-2 1 1206,-3-1-27,1-6-1118,6 6 0,0-10 1,2-2-157,5-2 1,1-9 0,6 3 0,-1-5-108,2-2 1,-5-6 0,0 0-1,-1 0-177,-5-2 1,-2 6 0,-2-4 0,0 2-34,0-2 1,-10 4-1,-7-1-7,-6 7 0,-4 0 0,2 9 0,-4 4 163,-1 6 0,-5 9 0,6 12 0,-2 6 242,-1 4 1,9 3 0,-2-1 0,7 1-33,5-1 0,5 1 1,8 0-1,0-1-55,0 1 0,14-9 1,7-6-1,4-7-199,2-3 1,7-9 0,-5 0-1,2-10-195,0-13 0,-1-2 0,3-10 1,-4-2 27,-2-3 1,4-7-1,-5-3 1,-1-2-19,2-4 0,-7-3 1,5 1-1,-6 2-24,-6 2 1,3 6 0,-5-4 0,-1 5 93,-3 7 1,-5 5 0,0 10 0,2 0 77,2 4 1,-2 11 246,-10 0 0,2 12 1,-9 7-1,-1 5 196,-3 7 0,0-2 0,3 9 0,1 1 106,-1 2 0,-1 5 0,1 2 0,3 2-114,3-3 1,2 5 0,6 0 0,0 0-375,0 0 0,2-3 1,4-7-1,6-5-477,5-6 1,4-4 0,2-4 0,2-5-318,-2-5 1,-2-5 0,-3-4 0,1-3 826,0-1 0,0-17 0,-1 2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7.21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57 121 8086,'0'-19'70,"0"1"0,0-1 635,0 0 1,0 0 42,0 1 1,0 9 0,0 9-622,0 11 0,-2 14 0,-2 6 0,-5 4-163,-1 3 1,3 6 0,-3 2 0,2-1-514,4 1 0,1-4 0,3-9 0,0-4-405,0-1 1,3-5-712,3-11 1665,4-12 0,17-19 0,3-10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7.36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38 20 8572,'-10'-9'920,"-1"7"-1483,5-4 563,4 4 0,-6 10 0,8 3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7.730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263 167 8086,'12'-8'358,"1"-5"0,-9 3 0,2-3 345,-4-1 1,-2 3 0,0-1-535,0-3 0,0-1 0,-2-1-167,-4 4 0,-4 5 0,-9 6 1,0-2-144,0-3 0,0 3 1,-1 8-1,-3 5 15,-2 1 1,2 3-1,8 6 1,5-1 209,1 1 1,-3 0 0,6 0 0,1-1 79,3 1 1,9 6 0,1 0 0,2-2-49,5-2 0,2 0 1,1 2-1,1 2-141,0-2 1,0-3-1,-3-1 1,-3 0-59,-7 0 1,-4 0 0,-2-1-1,0 1 21,0 0 1,-4-7 0,-6-1-139,-9-3 0,-4-2 0,4-8 1,0-2-463,1-2 0,-7-9 1,0 3 661,2-5 0,2-2 0,2 1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8.03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264 20 8434,'-9'-11'339,"-3"5"0,1 4 0,-1 2 1,-1 2 177,3 4 1,-7 7 0,5 12 0,-5 8-198,-2 9 0,0 12 1,1 10-1,-1 3-166,0 4 1,7 2-1,1 2 1,1-4-204,-1-8 1,7-5 0,-2-21 0,4-7-415,2-7 0,2-13 1,4-4-298,7-4 0,-3-4 0,3-4 122,1-7 1,-5-3-1,-3-3 638,-4 0 0,-2-8 0,0-2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8.19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38 8115,'0'-12'1406,"0"-1"0,2 9 1,4-2-1104,7 4 0,4 2 1,3 0-1,3 0-457,2 0 0,7 0 1,-5 0-1,2 0-2120,4 0 2274,-6 0 0,17 8 0,-4 3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8.682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282 170 8185,'0'-13'1055,"0"1"0,0-1-541,0-6 1,2 3 0,2 1-292,2 3 1,0-1-201,-6-6 1,-2 7 0,-4 1-61,-6 3 1,-11 2 0,-2 8 0,0 4-26,-3 7 0,8 5 0,-7 7 1,2 5 213,0-1 1,-1 12 0,8-3 0,1 2 155,5-1 0,3-3 0,9-3 0,0-4-139,0-2 1,9-8 0,5-9 0,7-1-191,4-5 1,6-4 0,-4-6 0,0-9-84,1-8 1,-1 0-1,-4-8 1,2-2-235,-2-3 0,-3 5 1,-3 0-1,-2-1 111,-3 3 1,-6-4-1,5 8 1,-3 2 118,-4 2 1,-2 9-68,-2-1 0,-8 11 1,-2 2-1,-3 12 280,1 11 0,-1 7 1,-4 7-1,3 1 101,1-1 0,9-6 0,-4 1 0,2-1-147,-1-2 1,3 5 0,8-9 0,5-5-205,1-5 0,5 2 0,8-7 0,4 0-409,2-3 0,-4-7 0,4-7 0,0-5-1661,1-5 2215,-8-1 0,6-10 0,-10-1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9.09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94 67 8115,'0'-18'756,"-2"-1"773,-4 0-1407,4 9 0,-13 12 1,9 14-1,0 9-39,-2 5 1,5 1 0,-5 6 0,2 1 222,0-1 1,-1 5 0,5-2 0,-2-5 85,-2 1 0,0-9 0,8-2-278,4-4 1,4-11 0,11-4 0,4-4-108,6-2 1,-1-8-1,1-7 1,2-5-383,3-5 0,-5-9 1,-2 3-1,-2-2-6,-4 1 0,-2-1 0,-4 6 0,-3 0-217,-1 0 0,-9-5 446,2 7 1,-12 4 0,-7 15 257,-3 12 1,-3 11 0,0 8 0,1 6 236,-1 5 1,6 1 0,3-1-1,1-3-180,5-2 1,2-1 0,2 1 0,2-4-265,5 0 1,-3-12 0,10 3 0,5-3-410,4-5 0,4-1 0,-4-11 0,4-5-1882,2-5 2392,3 4 0,5-17 0,1 4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9.38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226 90 8086,'0'-19'-327,"-2"3"0,-2 1-972,-3 3 1404,1-1 1,-2 3-1,-3 5 249,1 10 1,-7 1-1,5 11 1,-5 3 167,-2 1 1,1 6-1,-1 0 1,0 3 1,0 3 0,7-4 0,1 2 0,3 1-185,4-3 1,2 4 0,4-8-1,4-2-481,7-2 1,12-4 0,6-5-1,4-6-586,3-3 0,-1-3 0,1 0 0,0 0-1918,-1 0 2646,-8-9 0,-2-1 0,-8-9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39.71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19 186 9799,'0'-19'-2905,"0"7"2871,0-1 1,2 9 0,4-4 0,7 1 197,3 1 0,3-2 0,0 4 1,0-3 121,-1 3 0,-5-4 0,-3 0 1,1-1 189,-1 1 1,-6-7-332,3 3 0,-7 1 0,-7 1-139,-5 2 0,-5 3 1,-2 12-1,1 5 28,-1 5 1,0 4-1,0 2 1,3 2 128,3-2 1,-1 6 0,7 0-1,3 2 24,2 0 1,2-1 0,2 1-1,4-6-377,7-4 1,10-5 0,4-1 0,2-5-1252,4-1 1441,-5-3 0,7-14 0,-6-3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40.23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38 19 10577,'0'-10'245,"0"1"1,0 11-266,0 5 1,0-3 0,0 8 80,0 3 0,0 2 0,0 1 6,0 1 1,0 0 0,0 0 71,0-1 0,0 1 0,0 0 1,0 0 5,0-1 1,6 3 0,0 2 0,-1 4-175,-3 3 1,-2-8 0,0 3 0,0-4-354,0-2 0,0 0 1,0 0-557,0-1 0,-2-5-979,-5-1 1917,-3-7 0,-9-5 0,0-11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43.66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19 113 8233,'0'13'1090,"0"-1"1121,-9 1-1393,7-3 0,-6-4 1,8-12-571,0-6 0,6 1 0,1-1 1,-1-1 272,2 3 1,-4-7 144,9 5-21,-9 3-603,13 1 0,-13 8-183,8 0 1,-5 0-1,3-2-95,-2-4 1,1 4 179,-3-5 0,-2-1 114,9 2 1,-9-3-157,2 3 0,-2 4-122,2-4 177,-3 4 536,5 2 56,-8 0-449,0 0 1,0 8 91,0 5 0,0-3 1,0 2-38,0 3 0,0 2 1,0 1-1,0 1-66,0 0 0,0 0 1,0 0-402,0-1 1,0 1 0,0 0-841,0 0 0,0-1 1,0 1-4209,0 0 5360,0 0 0,0 8 0,0 2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44.813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263 449 7894,'12'0'1510,"1"0"0,-9-2-584,2-4 1,-4 2-865,-2-9 1,-8 3-1,-3-5 1,-1 5-61,-1 1 1,1 3 0,-7 4 0,0-2-46,1-2 1,-1-1 0,0 9-1,0 5-122,1 5 0,-1 5 0,0 2 0,0-1 82,1 1 0,5 6 0,3 2 0,1 0 20,5 0 1,2 1 0,4-6 0,4 3-19,7-2 1,4-8 0,1-5 0,1-1 7,0-5 1,0-2-1,1-4 1,1-4-9,-2-7 0,4 3 1,-10-3-1,3-1-6,3-3 1,-7-2-1,1 0 1,-1 1-16,-1-1 1,4 0 0,-7-2 0,0-2-63,1-2 0,-1-6 0,-4 4 0,2-2 81,-2-5 0,1 1 1,-1 0-1,2 1 141,-2-1 0,-2 0 1,-2 1-1,0 5 161,0 0 1,0 13 0,-2-5 348,-4 2-326,4 1 1,-9 5-178,5 5 1,4 12 0,-4 7 54,4 3 1,0-3-1,-2-1 1,-3 3-1,3 2 0,2 8 0,2 2 1,0 0 3,0 0 1,0 6 0,0-4-1,0 3-139,0-1 0,0 0 0,0 7 0,0-3-130,0-3 0,0 1 1,2-8-1,2-2-225,3-2 0,-1-3 0,-4-1-1515,4-4 1885,-4 3 0,15-14 0,-7 7 0</inkml:trace>
  <inkml:trace contextRef="#ctx0" brushRef="#br0" timeOffset="416">525 543 10890,'0'-11'1238,"2"3"-1456,5 8 1,-3 0-60,8 0 1,1 0 365,6 0 0,-7 0 0,-1 2 173,-3 4 1,-2-1 0,-6 7 0,0 3-104,0 1 0,-2 9 0,-2 3 0,-2-1-158,2 0 0,-5 4 0,3-4 0,2 0-117,2 0 0,2-2 1,2-8-236,4-4 0,0-5 1,11-8-1,4-2 351,0-4 0,8-13 0,0-10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59.828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186 282 6442,'11'0'1555,"-1"0"-631,-4 0-415,-4-8 0,9 6-150,-5-4 1,-2-3 0,7 1-165,-3-3 0,-2 5 1,-6-6-145,0-3 1,0 5-1,0-3-78,0-1 0,-2-1 1,-2 0-1,-4 5 118,-3 2 0,-1-5 0,-7 7 33,0 2 0,0 2 0,1 2 0,1 2 95,5 4 1,-5 4 0,6 9 0,-1 2-13,-1 4 0,9-2 0,-2 8 0,4 3-123,2 1 0,6-4 0,5-2 0,3-1-182,7-5 1,4-5 0,0-3 0,6-5-13,5-1 0,-5-5 1,0-10-1,1-7 135,-3-4 0,4-8 0,-8-2 0,-2-2 87,-2-4 1,-4-1-1,-3 1 1,-3 2-11,-3-3 0,-2 7 0,-6 0 0,0 2 29,0 0 0,-8 0 0,-5 8-84,-3 5 0,-9-3 1,0 9-1,2 2-90,2 2 1,-4 10 0,-2 5 0,0 3-38,0 3 0,2 6 0,6 2 0,0 2-53,0 5 0,3-1 1,3 0-1,7-3 118,4-3 1,2 4 0,2-6 0,6-2-34,11-2 1,2-9 0,10-1-1,2-3-20,3-4 1,-1-4 0,-1-6 0,-3-6 42,2-5 0,-4-2 0,1-2 0,-3-4 23,-4-6 1,-5 4-1,-3 0 1,-5 2 11,-1 0 1,-3-7 0,-6 7 0,0 2 79,0 3 0,-10 1 1,-7 0-1,-6 2-57,0 5 0,-6 1 1,0 7-1,-3-2-14,1 2 1,6 4 0,-4 6 0,2 7 133,4 3 0,-4 5 0,2 4 0,2 6-8,2 5 0,11 1 1,1-1-1,3-3-28,0-1 0,2-3 1,10 2-1,6-6-140,5-4 1,10-11-1,4-3 1,3-5-95,-3-2 1,4-2-1,-3-3 1,1-5-1,-2-7 1,3 3 0,-9-11 0,-4 4 2,-7 2 0,1-2 1,-7-2-1,0-2 50,1 2 1,-3 2 0,-8 3 0,-4-1 65,-7 0 1,-3 0 0,-5 1 0,-2 1-19,-2 4 0,-9-3 0,1 5 0,-7 1 52,-3 4 1,-1 4 0,6 2 0,3 0 124,4 0 0,-5 8 0,7 4 0,2 5 0,8 2 1,2 2 0,11 2 0,2 4-87,2 2 1,4-6 0,4 2 0,9-4-43,8-3 0,6 1 0,8-2 0,1-5-220,0-5 0,-1-5 0,1-2 0,-3-2 40,-4-5 1,-4 3 0,-8-8 0,0-3 37,0-2 1,-3-1 0,-3-1-1,-7 0 78,-4 0 0,-4 1 0,-4-1 116,-7 0 1,-3 0 0,-5 3-1,-2 1 48,-2 3 0,-8 5 1,1-3-1,-3 2-10,-3 3 1,7 5 0,0 7 0,-1 5 1,3 5 0,-4 4 0,8 4 1,2 6 35,2 4 0,9 1 0,1-3 1,3-4-102,4-1 1,10 3 0,6-6 0,7-2-101,6-2 1,4-9-1,9-1 1,-1-3-78,1-4 0,4-4 0,-3-4 1,-5-4 31,-5-3 0,2 1 0,-6-5 0,-2 3-11,-2-3 1,-11-2 0,-3-1 0,-5-1 98,-2 0 0,0 0 0,-2 0 0,-5 1 72,-5-1 0,-5 0 0,-4 0 1,-2 1 14,-2-1 1,-6 2 0,4 3 0,0 3 14,0 3 0,-4-5 1,6 7-1,2 2 78,2 2 1,2 4 0,2 4-134,5 7 0,-3 10 0,9 2 0,4 0 30,6 2 0,4-6 1,9 6-1,0-4-258,4-5 1,4 5-1,-2-12 1,2-1-38,-3-4 1,6-3 0,-3-3 0,-2 0 37,-3 0 0,5-9 0,0-3 0,-4-5 97,-6-2 0,-1-6 0,-7-2 0,-1 0 137,2 0 1,-6-4 0,3 6 0,-10 2 130,-7 2 1,-7 4 0,-4 3-1,-4 3-20,-2 3 0,0 2 1,-5 6-1,3 2-79,-2 4 1,-1 4-1,3 9 1,6 0 33,4 0 1,2 8 0,3 2 0,3 2-62,7 0 1,4-8 0,4 4 0,6-1-54,11-1 1,8-7 0,11-7-1,-1-3-12,1-4 0,-1-2 0,1-4 0,-3-4-127,-3-7 0,1-3 0,-8-3 1,-2-2 7,-2-4 1,-11 4-1,-4-4 1,-4 4 62,-2 3 0,-2-1 0,-4 2 0,-6 3 71,-5 1 0,-10 9 0,-4-2 0,-3 4 117,3 2 1,-2 2-1,8 4 1,2 9 145,2 7 1,2-1 0,2 6 0,3-2-238,1 0 1,9 0 0,0-6 0,8 0-76,9 0 0,5-9 1,5-4-1,4-3-253,3-3 1,-5-3 0,4-3-1,-2-6-351,-4-5 1,-9 0 0,-3 3 0,-3 1-420,-4-1 0,-4 5 1,-6 3 180,-6 4 1,-7 2 0,-4 0 878,-2 0 0,-9 17 0,5 3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4:13.344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357 244 7435,'0'-18'834,"0"7"-508,0-5 1,0 11 0,0-7-80,0-3 1,0 5-30,0-3 0,0 1-140,0-7 1,-7 0-29,1 1 0,-8 1 234,1 4 0,-4 5 1,-1 10 4,-1 4 0,0 11 1,2 10-1,5 0-98,6 0 1,-3 7 0,3-3 0,2 2-75,2-1 0,4-5 1,2-8-1,4-1-173,3 1 0,1-2 0,7-5 0,0-5-133,0-5 0,-1-2 0,1 0 1,2-2 22,4-5 1,-4-3 0,2-9 0,-6 0 40,-5 1 1,-6-1 0,5 0-1,-3 0 167,-4 0 1,-2 1 0,-4-1 0,-4 2 85,-7 5 1,-5-5 0,-7 7 0,-7-1-42,-3 5 0,-3-2 0,1 1 1,-1 3 17,1 2 1,6 2 0,1 0-1,1 0 93,0 0 1,12 2 0,-1 2 0,3 5-63,5 1 0,1 5 1,9 8-1,4 2 7,9-2 1,-1 4 0,16-2 0,-1-2-61,4-2 0,4-3 1,3-1-1,-1-2-134,1-3 1,-1-6 0,-1 5 0,-3-3-42,-2-4 0,-8-4 0,2-6 1,-4-4-91,-2-1 0,-2-6 0,-3 5 1,-3-5 54,-3-1 0,-2-1 0,-6 0 0,-2-2-10,-4-4 1,2 4 0,-9-4-1,-3 4 86,-7 3 1,0-1-1,-6 2 1,-1 3 57,1 1 0,4 7 0,-6-5 0,0 3 55,1 4 1,3 2-1,7 4 1,-3 4-54,-2 7 0,2 3 0,10 3 0,5 2 210,-1 4 0,7-2 1,-4 8-1,6 0 226,6-1 1,5 3 0,10-6-1,4 0-324,6 0 0,4-2 1,3-6-1,-1-2-130,1-5 1,-1-1 0,1-7 0,0 2-149,-1-2 0,-2-10 1,-3-6-1,-7-5-110,-4-2 0,-5-6 1,-3-2-1,-7-2 30,-4-5 0,-4-1 0,-4-3 1,-9 3 136,-8 4 1,-6-3 0,-11 7 0,-3 0 67,-7 0 1,-2 2 0,2 8-1,6 5 278,4 6 0,3 4 0,1 2 0,5 2 7,6 4 0,6 11 1,7 10-1,5 2-77,5 4 0,4 3 1,5-1-1,5-2-98,5-1 0,4-9 0,2 2 0,4-4-145,2-3 0,2-5 1,7-3-1,-1-1-48,1-5 1,-7-2 0,-2-2 0,0 0-25,1 0 1,-5-9 0,4-3-1,-4-5-124,-9-1 0,1-3 0,-11-2 0,-1-4 143,-3-3 0,-2 8 0,-2-6 0,-5 3 113,-5 0 0,-13 0 0,-7 9 1,-5 1 5,-7 3 1,5 7 0,-7-1 0,2 4 40,0 2 1,0 2-1,9 4 1,4 7 82,6 4 0,4 8 0,4 2 1,5 2 142,5 4 1,5-4 0,2 3 0,4-1-66,9-2 0,2 5 1,16-9-1,4-5-240,7-5 1,0-7 0,6-8 0,-3 0-66,-3 0 1,-2-2 0,-5-4-1,-1-9-34,-3-8 0,-8 3 1,0-7-1,-9 2-48,-7 0 1,1-9-1,-4 5 1,-6-2 36,-8-1 0,-9 9 1,-6-2-1,-7 5 179,-3 1 1,-2 6 0,-1 3 0,-2 2 171,-3 3 1,9 5 0,-3 7 0,5 5 16,10 5 1,-3 8 0,14 2 0,1 2 10,3 5 0,7-5 0,7 0 1,5-2-80,5-4 0,10-2 0,2-5 0,2-3-306,1-7 0,-1-4 1,6-2-1,-1-2-2,-5-4 0,3-4 1,-9-9-1,-3 0-103,-1 0 0,-8-6 1,-3 0-1,-1 2 117,-5 2 0,-10 1 0,-7-1 0,-4 0 191,-1 4 0,-10 5 0,-5-1 0,-6 7 184,-5 4 1,0 16-1,6 5 1,3 4-22,4 4 1,-1 0 0,12 7 0,5-5-12,5-2 0,3 4 1,9-6-1,7-4-137,10-6 0,10-1 0,12-7 1,3-3-369,-2-2 0,4-13 1,-2-5-1,-3-7 22,-1 0 0,-5 0 1,-6 0-1,-8-2 120,-6 2 0,-11 2 0,2 2 1,-8 1 108,-10-1 1,-5 2 0,-18 5 0,-7 5 304,-4 5 1,2 2 0,-4 5 0,2 5 20,5 9 0,3 4 1,7-5-1,6 3-38,4 4 1,11-4-1,6 2 1,8-6-246,8-5 0,15-8 0,11 3 0,8-7-253,2-7 0,6-3 1,-6-9-1,0 0-127,-5 1 1,-11 1 0,-7 2 0,-4 3 94,-3-3 1,-7 5 0,-7 0 0,-8 1 378,-9 5 0,-12 2 0,-6 4 0,-4 4 204,-3 7 0,1 6 0,-1 3 0,0 3-101,1-2 1,10-2 0,6-4-1,9-2-103,3-3 1,7-8-593,15 2 1,1-6-1,17-6 1,3-6-660,1-5 0,-6-2 1,-6 0 1167,-8 1 0,2-9 0,-7-3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4:19.51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170 204 7395,'0'13'1121,"0"-1"-631,0-7 0,0 1 122,0-12 1,0 1-108,0-7 0,0-1-343,0-5 1,0 5-368,0 1-20,0-1 0,-2 3 153,-4 3 0,-5 5 173,-8 2 0,1 7 0,1 1 0,2 2 97,3 5 0,8 4 0,-5 4 1,3 4-70,0 2 1,0-4 0,6 4-1,0 0-83,0 1 1,8-1 0,4 2-1,5-6-44,2-4 1,0-4 0,-1-3 0,3-3-74,4-3 0,-4-2 0,4-6 1,-2-2 56,2-4 0,-6 0 1,2-11-1,-7-4 7,1 0 0,-5-2 1,1 0-1,-3-2 13,-4 2 0,-2-4 1,-2 2-1,0 2 4,0 2 1,-2 3 0,-4-1 0,-7 0-38,-3 0 0,-3 3 0,0 3 0,0 5-32,1 0 0,-1 5 1,0-3-1,0 4 3,1 2 1,-1 6 0,0 3 0,0 1 1,1 5 1,5-5 0,1 3 80,-3 1 1,7-3-1,1 1 41,5 3 0,2 1 0,2 1 1,3-2-41,1-3 1,8 1 0,-1 3 0,4-1 4,1-2 0,1-7 0,2 4 0,2 1-41,2-1 1,0-6 0,-4 3-1,2-5-3,2-2 0,2-9 0,-4-3 1,2-5 2,-2-2 1,-5 1 0,-3-3-1,-5-2 3,-1-2 1,-3-7 0,-6 7-1,0 0 2,0-2 1,-8 4 0,-7-6 0,-6 2 3,-4 4 1,-6 2 0,4 5-1,-2 1 4,-5 3 0,1 7 0,0-1 0,3 6 117,3 6 0,-4 5 1,6 10-1,2 2-71,2 2 0,3 8 1,1-4-1,4 2-22,7 1 0,4-1 1,2 4-1,4-3-42,9-7 0,-1 2 0,15-2 0,-2-2 8,0-2 0,2-11 0,-4-2 1,4-1 20,3-1 0,-7 0 1,2-6-1,-5 0-7,-1 0 1,0 0 0,0-2 0,-1-4-42,1-7 1,-6-5 0,-3-5 0,1-2-120,-1 2 0,-6-4 0,2-1 1,-3 1 56,-3 0 0,-3 2 0,-3 6 1,-6 1 47,-5-1 0,-4 0 0,-2 0 1,-4 3 66,-2 3 0,-2 5 0,-5 8 0,3 0 92,2 0 1,6 8-1,-5 5 1,3 3 85,4 3 0,3 6 0,3 0 0,4 0-86,7 2 1,4-4-1,4 6 1,4-1-101,7-6 0,4-1 1,3-4-1,5-2-68,7-3 0,-3-8 0,2 3 0,0-7 16,-1-7 1,3 3 0,-6-8 0,-2-3-130,-4-2 1,2-1 0,-11-3 74,5-4 0,-7-2 0,-3-5 94,-5 7 0,-4 7 0,-5 3 0,-7 5 19,-9 1 0,0 3 1,-8 6-1,-1 0-1,3 0 0,0 2 0,6 2 1,-2 5 57,2 1 1,2 2 0,3 7 0,1 0 12,4 0 0,-1-1 0,8 1 4,1 0 1,12 0 0,5-3-1,5-3-128,2-7 1,6-4 0,2-2 0,2 0-23,4 0 1,-6 0 0,0-2 0,-2-4-42,0-7 0,-2 3 1,-8-2-1,-5-3 67,-1-2 1,-3 5 0,-6-1 0,0-1 8,0-3 0,-4 0 0,-7 3 1,-7 1 15,-3-1 1,-2 5 0,0 3 0,-2 4 70,2 2 1,-4 0-1,2 0 1,2 0 137,2 0 0,2 8 0,1 5 0,1 3 93,4 3 1,5 6 0,8 0-1,0-2-266,0-2 1,8-2 0,5-3 0,6-1-134,6-2 0,-4-9 0,6 2 0,-2-4-13,0-2 1,0-6-1,-7-3 1,-1-1-88,-4-5 1,1-1 0,-5-3-1,-1 0 123,0 0 0,-2 1 1,-8-1-1,-4 2 58,-6 5 0,-5-5 0,-2 7 1,0-1 97,1 5 1,-3 4-1,-2 2 1,-2 0 89,2 0 0,4 8 1,5 5-1,3 3-42,3 3 1,2 0-1,6 0-120,0-1 0,2-5 0,4-3-134,6-1 1,5-3 0,0-8 0,-3-2-390,-1-2 0,-1-9 0,5 2-115,-4-3 0,-5-3 1,-8 0 225,0 0 0,0 7 0,-2 2 0,-4 1-2,-7 5 1,-4 4 0,-1 6-180,-1 7 0,2 10 588,5 2 0,-5 0 0,7-7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4:24.64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1 111 8043,'0'-19'744,"0"0"1,0 7 644,0-1-184,0 0-526,0-5-331,0 7 0,0 5-157,0 12 0,0 5 0,0 7 0,0 3-35,0 4 1,0-2-1,0 9 1,0 1-36,0 2 1,0-3 0,0-1 0,0 0-114,0-2 1,0 1 0,0-8-27,0 3 1,0 1 0,0-8-223,0 1 504,0-9 105,0-1-122,0-9-513,0 0 731,8 0 22,-6 0-373,6 0 0,-6 0-129,5 0 0,-3 0 0,8 0-78,3 0 0,-5 0 1,3 0-1,4 0-7,6 0 0,-1 0 1,8 0-1,-1 0-13,0 0 0,2 0 0,7 0 0,-1 0-34,1 0 1,-1 0 0,1 0 0,-1 0-53,1 0 0,0 0 0,1 0 0,3 0-3,2 0 0,-1 0 0,-3 0 0,2 0 81,1 0 0,1 0 0,-6 0 0,-1-2-422,1-5 0,-9 5 0,-4-4-722,-4 4 1,-4 4 824,-5 4 0,-4-1 1,-10 5-1,-2 0-462,-2 1 902,-9-7 0,5 13 0,-9-7 0</inkml:trace>
  <inkml:trace contextRef="#ctx0" brushRef="#br0" timeOffset="432">1183 17 9251,'0'-9'1965,"0"9"-1612,0 11 1,0 5-1,0 5 1,0 4-226,0 7 0,0 1 0,0 0 0,0-1-305,0 1 1,0 2 0,0 1 0,0-3-626,0-2 0,0-8 0,0 2 0,0-4-1755,0-2 2557,0 0 0,-9 0 0,-1-1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4:26.25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170 488 8043,'10'-2'379,"-3"-4"1,1-5 585,-2-7 0,2 5-203,-1 1 1,-5-1-197,4-6 1,-4 7-418,-2-1 1,-2 9-254,-4-2 0,2-2 1,-9 1-1,-1 3-100,-3 2 0,4 4 1,1 2-1,-3 3 155,-1-3 0,-3 4 1,2 0-1,3 3 318,1 4 0,3-5 0,-5 2 0,5 3-68,1 2 0,3 1 0,6 1 0,0 0-169,0 0 1,0 0-1,2-1-562,4 1 1,5 0 0,8-3-462,-1-3 1,1-5 0,0-8 340,0 0 0,-1-6 1,-1-2-1,-2-3 150,-3-3 1,-8-3 499,3-2 0,3-8 0,0-2 0</inkml:trace>
  <inkml:trace contextRef="#ctx0" brushRef="#br0" timeOffset="300">282 19 8437,'0'-10'1291,"0"1"1,0 12-1136,0 3 0,0-2 0,0 8 90,0 3 1,0 2 0,0 1 0,0 1 58,0 0 1,-2 6 0,-2 4 0,-2 5-182,2 5 0,2 9 1,2-2-1,0 0-447,0 0 1,0-3-1,0-7 1,0-5-245,0-6 0,0-4 0,2-4-173,4-5 0,-2-3 0,7-12-369,-3-3 0,-2-4 1109,-6-9 0,9 0 0,1 1 0</inkml:trace>
  <inkml:trace contextRef="#ctx0" brushRef="#br0" timeOffset="817">470 676 10694,'-10'2'1782,"3"4"1,7-4-1541,7 5 1,-3-7-1,8-7-176,3-5 1,-1 1 0,1-1-1,-2-3-94,1-1 1,-3-3 0,1 0-90,3 0 1,-1 1-1,1 1 1,-5 2-50,-1 3 1,-1 5 90,-2-5 0,-4 10 268,5 2 1,-5 8 0,-2 13 0,0 2-17,0 2 1,0 2-1,0-2 1,0 4-116,0 1 0,0 3 0,0-8 1,0-2-928,0-2 0,2-3-3581,4 1 4446,-4 0 0,15-9 0,-7-1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4:28.62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1537 7654,'0'11'833,"0"-3"587,0 0 296,0-5-748,0 5-1057,0-8 0,0-2 1,0-4-1,2-7-111,4-4 0,-4-1 1,7-3-1,-3-4-14,0-7 0,3-1 1,-5 0-1,2 1 21,-2-1 0,-2 0 0,-2 1 0,0 7-191,0 5 0,0 1 1,2 2-1476,5 5 1859,-5-5 0,6 23 0,-8-4 0</inkml:trace>
  <inkml:trace contextRef="#ctx0" brushRef="#br0" timeOffset="966">170 1200 7994,'10'-2'-13,"-4"-5"0,-3 3 595,-3-8 0,2 5-409,4-5 1,4 8 0,9-3-92,0 5 0,0 2 0,1 0 0,3 0 26,2 0 1,9 7 0,-3-1 0,2-2-55,-1-2 1,3-2 0,-4 0 0,5 0-21,1 0 0,1 0 0,-3 0 0,-1 0 35,-3 0 0,-2-2 1,4-2-1,-3-2-63,-3 1 1,-2 3 0,-6 2 0,-1 0-3,1 0 1,-6 2 0,-1 3 0,1 3 24,-3 2 1,7-3-1,-5 3 1,5-2 64,2-3 1,-1 3-1,1-2 1,2-2 80,4-2 0,2-2 0,6 0 0,-1 0-226,1 0 0,3 0 0,1 0 0,1 0 120,-1 0 0,-6 0 1,1 0-1,-1 0 1,-2 0 0,4 0 1,-8 2-1,-2 3-168,-2 1 0,-2 6 0,0-3 1,0-1 79,-1 0 0,1 5 1,0-5-1,0 1-13,-1-1 0,7-2 0,2-6 0,3 0 32,3 0 1,-4 0-1,2 0 1,3 0-3,1 0 0,3 0 1,-3 0-1,-1 0 46,-3 0 1,-2 0 0,2 0 0,-6 2 37,-4 5 1,-2-3 0,0 6 0,-1 1-77,1-1 0,0 0 0,0 5 0,0-5-102,-1-1 0,1-3 0,0-6 0,0 0 12,-1 0 0,1 0 0,2 0 0,2 0-2,2 0 0,0-6 0,-6-3 94,-1-1 1,-5 6-1,-3-5-21,-1 1-23,-3 6-12,-6-6 208,0 8 1046,0 0-1115,-8 0-101,6 0 1,-7 2-1,7 2 216,-4 2 1,2 9-1,-9-3 1,9 5 0,-4 2-137,-1 0 1,7-1 0,-4 1-1,4 0-55,2 0 0,-6-1 1,-1 1-1,3 0-294,2 0 1,2-1-1,0 1-622,0 0 0,0 0-307,0-1 1,-2-7-1600,-4-5 2806,4-4 0,-15-2 0,7 0 0</inkml:trace>
  <inkml:trace contextRef="#ctx0" brushRef="#br0" timeOffset="1935">958 637 7996,'8'12'-245,"5"1"0,-3-9 0,1 4-9,-3 1 0,6-7 324,-1 4 1,4-4 315,1-2 0,1-2 22,0-4 1,-9 2 0,-1-9 107,-1-2 1,-6-1 0,4-3-250,-4 0 0,-2 0 0,0 1 0,0-1-188,0 0 0,-2 0 0,-2 1 0,-4 1-249,-3 4 1,5-3-1,-6 5 11,-3 1 0,-2 2 1,-1 8-1,-1 0 24,0 0 0,0 8 0,-2 7 0,-1 5 118,-3 5 1,2 7-1,8-5 1,3 2 91,-3 4 1,4 1 0,1-1 0,2-4-14,4-2 0,1-2 0,6-6 0,3-2 14,6-5 1,5-3-1,2-9 1,0 0-33,-1 0 1,7-9 0,0-5 0,0-7-40,2-4 0,-6-9 1,6 3-1,-2-4 0,0-3 1,7 1 0,-7-1 0,-2 1 44,-3-1 1,-1-6-1,0 1 1,-2 1-1,-5 2 1,3 3 0,-9-1-1,0 3-48,3 3 0,-7-1 1,4 8-1,-4 2-97,-2 2 1,0 9-239,0-1 180,0 9 0,-2-2 83,-4 12 0,2 11 0,-7 10 0,1 2 142,-1 4 0,5 3 1,-6 4-1,-3 3-15,-2 7 1,7-4 0,1 0 0,3-2-16,0 0 0,0 6 0,6-7 0,0-1-76,0-2 1,0-5 0,0-1-1,2-7-364,4-7 0,-2 1 0,9-14-153,1-3 1,3-2-1,0-4 140,-5-5 1,-1-1 0,-7-6 0,2-1 410,-2-6 0,-2 2 0,-2-8 0</inkml:trace>
  <inkml:trace contextRef="#ctx0" brushRef="#br0" timeOffset="2386">1446 674 7894,'0'19'2166,"0"-9"-571,0-1-973,0-9 0,2-2-288,4-5 1,-2 3 0,9-6-227,1 2 0,3-5 0,2 7-320,-1 2 0,1 1 1,0 3-279,0 0 0,-9 3 425,-4 3 0,-4 4 0,-2 9 96,0 0 0,-2 0 0,-2-1 0,-4 1 167,-3 0 0,-1 0 0,-5-1 0,3 1 45,1 0 1,3 0-1,-5-1 1,5 1-82,1 0 1,3-7-1,6 1-108,0 2 1,2-7 0,4-2-153,7-4 1,6-2 0,4 0 0,2-2-414,-2-4 0,-3 2 0,1-7 1,2 1-698,2-1 0,-6 7 0,-6-2 1208,1 4 0,3 2 0,2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4:46.744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282 150 8103,'0'-12'582,"0"-1"-453,0 9 1,0-6 595,0 3-332,0 5 1,0-14-62,0 3 1,0 3-186,0-3 0,-9 7 0,-3-4-110,-5 1 1,-2 5 0,1 8-28,-1 2 0,0 11 1,0 0-1,1 8-2,-1 4 0,6-4 0,3 6 0,2 1 14,3-3 1,3 4 0,4-8-1,5 0-20,5 2 1,7-8 0,4 2 0,4-9-15,2-3 1,-4-3-1,4-6 1,-1 0 50,-6 0 1,6-2 0,-3-4-45,-2-7 1,-3-4-1,-3-3 1,-4-3-59,-7-2 0,-4-2 0,-2 4 0,0-4 154,0-3 1,-2 5-1,-4-4 1,-7 2 38,-4 4 0,-3-4 0,-3 2 0,-5 4 107,-1 7 0,-2 5 0,-6 9 0,1 0-91,5 0 1,-3 15 0,9 8 0,2 8-167,3 9 0,1 8 1,2-5-1,5-1-46,5-2 0,5-3 0,4-1 0,5-5-24,5-6 1,11-6 0,4-7 0,2-6 3,5-4 1,1-2-1,3-2 1,-3-4-14,-4-6 1,3-7 0,-9-4 0,-2-4 14,-2-2 0,-3 4 0,-1-5 0,-4 3 34,-7 4 0,-4-4 0,-2 2 0,0 2 88,0 3 1,-8 1-1,-5 0 1,-6 0 48,-6 0 0,2 9 1,-6 2-1,0 1-36,0 1 0,4 2 0,-4 8 0,1 7-35,6 5 0,1 1 1,2 14-1,2 1 3,5-3 1,3 6-1,9-4 1,0 3-20,0-3 0,9 2 1,3-8-1,7-4 3,6-6 1,4-7-1,9-8 1,-3 0-67,-4 0 1,5-8 0,-7-5 0,0-3-24,-4-3 0,-4-2 0,-4-2 0,-3-2 85,-1 2 0,-9-4 0,2 2 0,-4 2 64,-2 2 1,-8 3 0,-4-1 0,-7 2-18,-6 5 0,2-3 0,-6 9 0,-1 2 4,1 1 1,4 12 0,-4 3 0,2 5-42,4 2 1,-2 8 0,4 2-1,7 2 54,3 1 1,-1-9 0,5 4 0,5-2-55,7 0 0,5-2 0,11-9 0,2-3-86,2-3 0,6-2 0,-4-8 0,0-4-49,0-7 1,0-1 0,-6-3-1,0 0 68,-4-3 0,-5-3 0,1 4 1,-7 0 52,-4 0 1,-2 1 0,0-1 92,0 0 0,-8 2 0,-5 5 0,-3 6 3,-3 4 0,0 2 0,0 0 1,1 0-68,-1 0 0,0 8 1,0 4-1,0 5-15,1 2 1,1 0-1,5-1 1,5 1-11,5 0 1,2 0 0,0-1-1,2-1-1,5-4 1,5-5-1,11-8 1,2 0-101,-2 0 1,-2 0-1,-2-2 1,-1-4 53,1-7 0,-2-4 0,-3-1 0,-3-1 15,-3 0 1,-2 0-1,-6 1 17,0-1 1,-2 2 0,-2 3-1,-4 3 115,-3 3 1,-1 2 0,-7 6 0,0 0 28,1 0 1,-1 8 0,0 4 0,2 5-87,5 2 0,-3 0 0,9-1 1,2 1-31,2 0 0,2-7 0,0 1-27,0 1 0,8-5 0,5-3 0,3-4-74,3-2 1,0-6 0,-3-2 0,-1-3 29,-2-3 1,-7-1 0,4 0 0,-1 3 12,-5-3 1,-2 5-17,-2-3 0,-9 9 0,-3-2-4,-5 4 0,-1 4 1,-1 4-1,2 7-56,5 3 1,-5 3 0,7 0-639,-1 0 1,3-1-65,8 1 1,2-8 0,4-5 823,7-4 0,3-10 0,3-3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7:36.1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1 507 8362,'9'-7'901,"-1"3"21,-8-8 1,2 8 437,4-2 1,-4 6-772,4 6 0,-5 10 1,-1 9-1,0 2-94,0 4 0,6 2 0,0 2 0,-2 0-302,-2 0 1,-2 0 0,0-2 0,0-4-69,0-6 0,0-3 1,0-3 170,0 1 0,0-11 0,0-7-619,0-9 1,0-15 0,0-5 0,0-4 62,0-2 1,6-5 0,0-1 0,-3 2-98,-1 2 0,6 8 0,2 0 0,2-2-129,-1-2 1,7 6-1,7 3 1,2 5-47,4 2 0,2 1 1,2 2-1,2 5-58,4 1 1,-5 2 0,7 6 0,-2 0-768,0 0 1,3 0 1356,-9 0 0,4 0 0,-12 0 0</inkml:trace>
  <inkml:trace contextRef="#ctx0" brushRef="#br0" timeOffset="1">524 647 12329,'8'10'541,"4"-4"1,3-5 0,5-1-1,3 0-224,6 0 1,4 0 0,2 0 0,0-1-57,0-5 0,-2 2 1,-2-8-1,-4-1-228,-2-3 0,-1 4 1,-7 1-1,-1-3-385,-5-1 1,-3-3 0,-8 1-1,-2 1-232,-4 5 0,-5-3 1,-13 8-1,-5 2-42,-4 2 1,-4 2-1,-1 0 1,-3 4 386,2 8 0,8 0 0,4 13 0,0 0 626,0 4 0,11 4 0,0 2 1,7 0 30,5 0 0,4-6 1,8-2-1,11-2-214,14-3 1,4-5 0,9-5-1,3-6-649,1-4 1,3-2-1,-1 0 1,1-2-1124,-1-4 0,-5-10 1568,-1-7 0,1-8 0,5 4 0</inkml:trace>
  <inkml:trace contextRef="#ctx0" brushRef="#br0" timeOffset="2">1607 612 8140,'0'-12'1526,"0"1"0,0 5 1,0-6-1255,0-1 1,0 3 0,-2 0 0,-4 3-231,-5 3 1,-1-4-1,-3 2 1,-5 2-108,1 2 1,-1 2-1,1 0 1,-2 2-77,-3 4 1,-5 10-1,6 9 1,2 2 121,1 4 0,5 2 0,3 2 0,6 0-2,4 0 1,4-6 0,4-2 0,8-4-81,7-7 0,6-6 0,10-10 0,2-2-48,2-4 0,-1-10 0,-5-9 1,0-2 44,0-4 1,-2-2 0,-2-4 0,-4-2 201,-1-2 0,-3-7 0,-6 1 0,1-5 38,-1-6 1,1 3-1,-3-3 1,-3 6-59,-6 5 1,2 6-1,-3 12 1,-1 6-137,-2 4 0,-4 11 47,-4 8 1,3 10 0,-9 13-1,-2 6 85,-1 4 0,-3 10 0,1 3 0,-1 7 303,1 5 1,1-4-1,3 4 1,3-3-296,2-3 1,3 2 0,5 1-1,0-1-354,0-3 1,13-16 0,5-2 0,3-6-648,4-6 0,-4-9 1,9-7-1,1-5-730,2-5 0,-4-7 1649,0-11 0,-8-4 0,4-8 0</inkml:trace>
  <inkml:trace contextRef="#ctx0" brushRef="#br0" timeOffset="3">2376 507 8176,'0'-17'1473,"0"-1"-830,0 1 0,0 5-297,0 1-435,0 7 1,-8 10-1,-4 11 426,-3 2 1,-3 9 0,3 1-1,1 4 158,3 2 1,5 0-1,-4-1 1,2 1-94,4 0 1,4-2-1,6-2 1,8-5-256,7-7 0,6 0 0,8-13 0,0-2-276,0-2 0,0-10 0,0-5 0,0-9-232,0-7 0,-8-4 0,-4-4 1,-3-1 78,-3-3 1,-7 0 0,-4 6 0,-4 2-137,-2 4 0,0-2 0,-2 10 0,-2 3-6,-2 5 0,-8 9 1,5 0-268,-1 8 0,0 5 1,6 11-1,-1 1 691,1 2 0,4 3 0,5-3 0,5-4 0,8 7 0</inkml:trace>
  <inkml:trace contextRef="#ctx0" brushRef="#br0" timeOffset="4">3249 525 12375,'0'-12'939,"0"0"0,-2 9-1006,-4-3 1,-4 4 0,-7 2 0,-2 0 83,-5 0 0,3 8 0,-6 5 0,0 7 204,-1 3 0,7 10 0,-2 0 0,5 6-84,7-1 0,3 5 0,8-2 0,2-4-243,4-6 0,9-2 0,10-12 0,3-7-211,3-6 1,7-4 0,3-2 0,0-6-225,2-9 0,-6-6 0,5-9 0,-1 1 250,0-5 0,-1 6 0,-7-4 0,-1 1 217,-3 0 1,0-2 0,4 2 0,-4 2-7,-6 1 0,-3 3 0,-3-4 0,0 2 55,1-2 1,-1-2 0,-1-2 0,-3 0 56,-1 0 0,-8-2 0,2 1 1,-4-1 139,-2 4 1,0 9-1,0 1 1,0 4 127,0 1 1,-8 9-1,-4 3-102,-3 4 0,3 10 0,1 5 0,-3 9 2,-2 7 1,-1 4 0,1 2-1,3 1 212,1 5 0,3 4 0,-3 9 0,4 2 24,0 3 1,6 1 0,-3-2 0,3 4-266,2 0 0,2-2 0,1-7 0,5-1-460,2 1 0,4-15 0,7-7 1,2-7-378,-2-9 0,-1-9 1,-3-2-1,1-8-376,-1-8 0,-7-9 0,-2-4 0,-2-2 1042,-1-4 0,-7-10 0,-7-4 0</inkml:trace>
  <inkml:trace contextRef="#ctx0" brushRef="#br0" timeOffset="5">3511 455 8176,'12'-12'3249,"-1"3"-2556,3 1 1,1 0 0,3 4 0,1-4-495,4-1 1,-1 3-1,7-6 1,4 1-1000,6 1 1,-2-4-1,5 7 1,-1-1 799,0 0 0,7-6 0,-3 5 0</inkml:trace>
  <inkml:trace contextRef="#ctx0" brushRef="#br0" timeOffset="6">4349 507 8053,'0'-17'1339,"-2"7"1,-2 6 0,-3 8-1099,-3 8 0,6 9 1,-2 4-1,4 1-274,2-1 1,0 4 0,0-6-1,0-1-509,0-3 1,0-2-1,0 1-2795,0-1 3337,0-7 0,8-2 0,2-8 0</inkml:trace>
  <inkml:trace contextRef="#ctx0" brushRef="#br0" timeOffset="7">4471 210 7980,'0'-17'0,"-2"1"0,-1 3 3754,-3 1-4591,0 8 0,8-2-2549,4 12 3386,-4-4 0,13 14 0,-5-7 0</inkml:trace>
  <inkml:trace contextRef="#ctx0" brushRef="#br0" timeOffset="8">5118 577 7996,'5'-17'6,"1"-1"197,-2 1 1,-2 5-1,-4 2 403,-4 3 0,-3-5 0,-9 6 0,1 2-282,-1 2 1,-5 2-1,-2 2 1,-1 4-183,1 6 0,0 3 1,4 5-1,-3 1 165,3 2 0,2 8 1,1-2-1,3 6-18,3 6 1,-2-2 0,9 6 0,1-5-329,2-7 0,11 0 0,7-7 0,7-3-185,4-4 1,3-5 0,6-14-1,3-4-385,2-8 0,6-7 0,-7-16 1,-1-2 215,-2-4 1,-10 3 0,-4-9 0,-5 0 362,-6 3 1,-5-5 0,-11 9 0,-7 3 139,-13 6 0,-14 5 0,-9 11 0,-3 3 97,-3 6 0,1 14 0,-2 10 0,-1 9-128,3 6 0,5 9 1,18 3-1,6 2-635,3-1 1,11-1-1,5 1 1,8-7 94,7-8 1,15-7-1,7-11 1,5-3 460,1-2 0,6-10 0,-1-8 0</inkml:trace>
  <inkml:trace contextRef="#ctx0" brushRef="#br0" timeOffset="9">5572 490 11174,'-2'-8'1983,"-4"10"-1666,-6 14 0,3 3 0,-3 10 0,0 2-256,3 2 1,1 2 0,8 0 0,0 0 6,0 0 0,0-8 0,0-4 1,2-3-181,4-3 0,3-7 0,9-4 0,1-4-199,4-2 0,-1-2 0,7-6 1,0-8 53,-2-5 1,6-8 0,-6 4-1,2-1 48,1 1 1,-9-4 0,2 6-1,-3 1 200,-3 3 1,-7 7 0,-3 3 82,1 1 1,-8 2-1,2 8 1,-8 6 126,-3 9 1,-1 3 0,-2 7 0,6 0-273,5 0 1,2-3 0,7 3 0,10-2-479,9-4 0,21-3 0,11-7 549,7-5 0,19-4 0,4-2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7:36.15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3756 373 8180,'-6'-18'1007,"0"1"0,-2 7-651,2 4 0,4 12 1,-5 8-1,1 9-16,0 12 1,0 4 0,4 11-1,-2 5-265,-2-1 0,1 6 0,5-4 1,0-5-131,0-8 0,0-7 0,0-3 0,0-3-1288,0-7 503,0-12 0,5-11 1,1-11 839,-2-5 0,-2-9 0,-2-2 0</inkml:trace>
  <inkml:trace contextRef="#ctx0" brushRef="#br0" timeOffset="1">3459 321 8405,'0'-18'635,"0"1"1,0 5 0,0 0-42,0-1 1,7-1 0,5 1 0,5 1-402,7-2 0,5-1 0,14-3 0,7 3-86,6 3 1,10 4-1,-4 8 1,2 2-66,0 4 0,-7 6 0,-1 11 0,-9 8-193,-13 8 0,-8 11 0,-15 12 1,-5 4 56,-4 6 1,-17 2 0,-9-4 0,-9 2 93,-7 3 0,-5-5 1,-7 0-1,-1-10 157,1-5 0,-1-3 1,-1 0-1,0-1-60,1-5 1,-3-11 0,11-11-1,3-5-299,7-2 1,8-7 0,11-6 0,3-8-351,1-8 0,8-5 1,-2-6 551,4-6 0,10-4 0,2-2 0</inkml:trace>
  <inkml:trace contextRef="#ctx0" brushRef="#br0" timeOffset="2">4559 635 8153,'-12'0'970,"1"0"1,1 2-1,-4 4 1,5 7-471,1 9 1,-4 5 0,4 8 0,1 2-361,-1 3 1,2-1-1,4 6 1,-2-5-405,-2-7 0,1 0 1,5-9-1,2-5-811,3-5 0,5-7 0,8-10 1075,-1-9 0,0-7 0,1-16 0</inkml:trace>
  <inkml:trace contextRef="#ctx0" brushRef="#br0" timeOffset="3">4559 268 8913,'-8'-17'2348,"6"-1"-2237,-4 1 0,6 7-111,6 4 0,12-4 0,9 1 0</inkml:trace>
  <inkml:trace contextRef="#ctx0" brushRef="#br0" timeOffset="4">4943 705 8533,'0'-18'2604,"0"7"-1976,0-1 1,0 10 0,0 2-189,0 10 1,0 5 0,0 7 0,0 5-351,0 8 1,0 4-1,0-5 1,0 1-157,0 0 1,0-6 0,0-1 0,2-3-185,4-4 0,-2-9 0,7-8-6,3-8 1,1-8 0,1-9 0,-2-4 11,-3-3 0,1-3 1,5-7-1,1-3-27,-1 2 0,7 2 0,-1 4 1,-2 2 96,-1 2 0,3 2 1,0 0-1,-2 7 234,-1 7 1,-3 9-1,-1 0 151,-4 8 0,-5 13 0,-7 12 1,0 6 220,0 6 0,0 2 0,0 5 0,-2-3-74,-3-2 1,1-3 0,-6-7-1,2-4-108,4-5 0,2-5-235,2-1 0,2-11 0,4-7 0,6-11-263,3-11 1,9-5 0,-1-10 0,0-2 25,2-1 0,-3-1 1,5 6-1,0 0 28,0 0 1,-5-4-1,1 3 1,-4 4-156,-1 5 0,-3 10 0,-1 5 105,-3-1 1,-7 7 0,2 6 241,-4 9 0,-2 9 0,0 3 0,0 5 403,0 1 1,0 2 0,0 8-1,0 1-141,0 3 1,0-6 0,0-6 0,0 0-445,0-1 1,2 1 0,2-10 0,4-5-485,1-5 1,5-3-1,7-8-1488,3-4 2156,-1-3 0,2-17 0,2-1 0</inkml:trace>
  <inkml:trace contextRef="#ctx0" brushRef="#br0" timeOffset="5">6061 792 8054,'0'-12'1067,"0"1"-818,0-3 0,8 6 0,3 1 0,5 1 116,1 0 0,3-2 0,3 4 0,4-1-391,0 1 1,6-4-1,-6 0 1,2-2-191,1-3 1,-11 3 0,0-1-1,-7-3-141,-4-2 0,-2-1 0,-8-1 249,-4 1 1,-10 1 0,-9 5 0,-2 5 273,-4 4 0,0 2 1,0 0-1,2 4 11,-2 8 1,3-1-1,1 14 1,4 1 106,7 3 0,7 4 1,9 4-1,0 1-50,0 3 1,4 0 0,5-8-1,11-2-182,5-2 0,6-9 1,8-1-1,4-7-232,1-5 1,-3-1-1,4-8 1,-3-4-281,-3-5 1,-4-7 0,-6-3 0,-6-4-1532,-3-2 1991,-3-3 0,1-4 0,-1-1 0</inkml:trace>
  <inkml:trace contextRef="#ctx0" brushRef="#br0" timeOffset="6">6794 530 8270,'0'-17'1671,"0"-1"-234,0 1 1,-2 7-1323,-3 4 0,3 6 0,-6 8 0,2 9-105,0 11 1,-5 5 0,5 3 0,0 3-21,-2 2 0,6 6 1,-4-7-1,4-1-74,2-2 0,0-4 0,0-4 1,2-6 31,4-3 0,6-11 0,9-3 0,4-6-14,3-6 1,-5-5 0,4-12-1,0-7-80,0-3 0,-3-3 0,3-1 0,-2 0 16,-4 4 1,-1 2 0,-5-2 0,-1 2-275,-2 2 1,-9 7 0,3-1-387,-4 4 751,-2 9 1,0 10-1,-2 12 1,-2 5 415,-1 6 1,-1 3-1,6 5 1,0-2 23,0 2 0,0 2 1,0 0-1,2-2-194,3-2 1,5-8 0,8 2-1,-1-3-507,1-3 1,1-7 0,2-4 0,5-6-513,1-6 0,2-4 1,6-9 811,0-4 0,0-4 0,0-8 0</inkml:trace>
  <inkml:trace contextRef="#ctx0" brushRef="#br0" timeOffset="7">8017 443 8118,'0'-18'183,"-2"1"0,-2-1 472,-2 1 1,-7 1 0,1 5 0,-4 5-437,-1 4 1,-1-4-1,1 0 1,0 2-228,-1 3 0,-5 6 1,-2 3-1,-1 2-97,1 3 0,2 3 0,5 1 0,1 1 103,-1-1 0,9 1 1,3-1-1,4 1 180,2-1 1,0-5 0,0-1 0,0 3 49,0 2 1,10-5-1,5 1 1,7-1-192,-1-1 0,0 6 0,1-7 1,1 3-308,-2 0 0,-1-1 1,-3 7 105,1-1 0,-9 1 1,-3 1-1,-4 2 93,-2 3 1,-8-1 0,-3-5 0,-7-1-47,-5 0 0,1-1 0,-5-2 0,0-5-204,0-1 1,6-2-1,-3-8 1,5-2-1354,1-2 1674,1-7 0,0-5 0,-1-9 0</inkml:trace>
  <inkml:trace contextRef="#ctx0" brushRef="#br0" timeOffset="8">8384 478 8101,'-10'0'1308,"-6"0"0,9 13 0,-5 7 0,4 3-1193,0 2 1,4 6 0,-5-2 0,1 4-492,4 2 0,2-2 1,2-4-1,0-5-2047,0-5 2423,0-1 0,8-1 0,2 0 0</inkml:trace>
  <inkml:trace contextRef="#ctx0" brushRef="#br0" timeOffset="9">8506 111 8101,'-10'-2'745,"2"-2"1730,1-2 1,5-1-1567,-4 1-909,4 4 0,2-6 0</inkml:trace>
  <inkml:trace contextRef="#ctx0" brushRef="#br0" timeOffset="10">1537 581 8323,'0'-17'-70,"0"0"1,1 1 0,3 2-178,2 3 1,2-1 0,-4-5-1,2-1 606,-2 1 0,-1 5 0,1 0 0,4-1 180,2-3 0,-6-1 1,3 1 270,1 5 0,-4-5 551,8 5-952,-8 3 0,3 8 0,-7 11 0,0 5 102,0 1 0,0 9 0,0 3 0,0 4-388,0 2 1,-5-2 0,-1-2 0,2-2-61,2 2 0,2-6 1,2-2-1,2-3-229,2-3 0,13-5 0,0-2 0,7-3-214,5-3 0,2-2 0,2-4 1,1-4-73,5-5 0,-4 1 1,2 0-1,-6 1-216,-4-1 1,-8 4 0,3-4 0,-5 3 667,-2 3 0,1-14 0,-1-1 0</inkml:trace>
  <inkml:trace contextRef="#ctx0" brushRef="#br0" timeOffset="11">2026 250 8209,'0'-18'1636,"0"7"-557,0-1 0,0 10-707,0 2 1,0 10 0,0 13 0,-2 8-72,-4 8 0,2 7 0,-6 15 0,0 6-240,1 7 1,3 4-1,-4-4 1,1 1-490,-1-1 0,6-4 0,-2-8 0,4-12-2596,2-13 3024,0-10 0,8-9 0,2-1 0</inkml:trace>
  <inkml:trace contextRef="#ctx0" brushRef="#br0" timeOffset="12">35 599 8107,'-12'0'1523,"0"0"269,8 0-779,-3 0 0,9-8-541,3-3 0,5-3 0,6 0 1,-3 3-227,-1-3 1,0 4 0,5-1 0,2-3-275,5-1 1,-5-1 0,6 3 0,-1 1-236,-1-2 0,8 7 0,-2 1 0,2 4-154,-2 2 1,2 4 0,-7 5-1,-5 9 355,-5 1 0,-7 8 0,-7 3 0,-2 4 232,-3 7 1,-7 4 0,-11 5 0,-7-1 85,-2-3 0,-3-1 0,0 4 0,-2-5-15,-4-1 1,10-2 0,-2-6 0,6-2 23,5-4 0,3-4-270,2-8 1,9-7 0,8-4 0,11-4-44,11-2 0,-1 0 0,8 0 0,4-2-36,6-4 0,0-2 1,4-5-1,-3 3-104,-1 2 0,-12 0 1,8 5-1,-2-3-278,0 2 1,0 2 0,-4 2-1,-5 0 466,-5 0 0,-2 8 0,1 1 0</inkml:trace>
  <inkml:trace contextRef="#ctx0" brushRef="#br0" timeOffset="13">960 1088 6864,'0'-10'1695,"0"2"-1695,0 8 0,0-7 0,0-3 0</inkml:trace>
  <inkml:trace contextRef="#ctx0" brushRef="#br0" timeOffset="14">9100 670 8250,'0'-18'315,"5"7"422,1-1 1,2 0-228,-2-5 1,-4-1-1,4 1-247,-5 0 0,-1 5 1,-1 0-106,-5-1 0,-4 5 0,-7 2 1,-3 4-269,-3 2 0,-4 8 0,-8 4 0,0 3-117,0 3 0,2 5 0,2 2 0,4 2 94,1 4 0,3 2 0,8 2 0,3-2 152,6-4 0,4 2 0,6-7 0,6-3 97,7-2 1,10-3 0,-1-4-1,1-7 84,4-3 1,0-2-1,0-2 1,-4-5-144,-2-11 1,5 1 0,-7-9 0,-4 1-101,-5-4 0,-1-2 0,-7 0 0,-2 2-217,-2-2 1,-4 6-1,-4-1 1,-7 5-287,-9 4 1,1-3-1,-8 14 1,0 2-1642,2 3 2187,-6 8 0,5 11 0,-6 9 0</inkml:trace>
  <inkml:trace contextRef="#ctx0" brushRef="#br0" timeOffset="15">9466 513 11374,'0'17'469,"0"1"1,-2 1-1,-2 4-315,-1 6 1,-7 6 0,6 4 0,0 2-339,-1-2 1,5-4 0,-2-6 0,8-6-12,7-4 0,5-9 1,3-4-1,5-8-46,5-10 0,9-3 0,3-18 1,-2-4 169,-2 0 1,-2 0 0,-2 2-1,-4 0 224,-6 0 0,-3 2 0,-5 4 1,-3 6 254,-6 4 1,1 7-320,-1 0 0,-6 10 0,-8 2 0,1 12-204,-1 9 1,-4 7 0,4 6 0,1 3-67,-1 4 0,2-4 0,8 6 1,2-3-120,2 1 1,13-2-1,1-8 1,5-4-100,6-2 1,2-9 0,4-10 0,2-4-207,1-2 0,7-8 605,-6-4 0,7-11 0,-3-4 0</inkml:trace>
  <inkml:trace contextRef="#ctx0" brushRef="#br0" timeOffset="16">10759 635 8170,'0'-18'185,"0"1"292,0-1 0,0 1 0,0 0 628,0-1 0,5 6-1060,1 1 1,-2 5 0,-10-4-154,-5 3 0,-5 1 1,-3 6-1,-3 0 6,-1 0 0,-8 0 0,2 2 0,-2 3 148,2 7 1,-4 9-1,4 5 1,-2-1 109,2 0 0,3 6 0,9-2 1,-1 4-21,1 2 1,7 0 0,4 0 0,5-2-141,1-4 1,7-4 0,7-9 0,7-4-169,8-7 1,4-3 0,2-4 0,0-5-28,0-11 0,0 1 1,-2-9-1,-4 3 142,-6 0 0,-3-6 1,-3 5-1,-1 3 142,-5 2 1,-1 1 0,-6 1 46,2-1 1,-2 9-1,-10 3 1,-4 6-114,1 6 0,-7 5 1,6 13-1,1 3-242,3 0 0,4 6 1,2-6-1,0 2-58,0 0 0,8-7 0,5 1 0,7-4-174,3-1 0,8-9 0,0-3 1,6-4 454,4-2 0,-1-8 0,-5-1 0</inkml:trace>
  <inkml:trace contextRef="#ctx0" brushRef="#br0" timeOffset="17">11230 757 8579,'18'-2'608,"-1"-4"1,3-1 0,3-9 0,6 1-437,4-5 1,10-9 0,3-2 0,5-6-244,1-4 1,-7-7 0,-5 1 0,-3-3-9,-2-3 0,-8 1 0,-5 0 1,-9 1 33,-7 5 1,-4 5-1,-4 10 1,-4 6 186,-5 5 0,-5 7 0,-3 13 0,-5 2-97,-5 3 0,2 13 1,-2 13-1,0 8 56,2 7 0,0 1 0,5 3 0,-1 5 34,2-1 1,7 8-1,4 0 1,3 2-38,3 0 1,4-2-1,6 0 1,7-9-159,8-11 0,7-7 0,7-7 0,-1-11-23,1-9 0,0-6 0,0-4 0,0-6-187,0-9 0,0-9 0,0-9 0,-2 1-53,-4-1 1,4 0-1,-4 0 1,2 0 145,-2 0 0,2 2 0,-7 2 0,-3 6 156,-2 5 1,-1-5 0,-1 13 0,1 5 28,-1 3 1,-5 4 159,0 0 0,-3 7 1,3 5-1,-6 4 287,-4 1 1,-2 6 0,0 3 0,2 1-34,3 4 1,-3-4 0,4 0 0,-2 0-251,2 0 1,-4-5-1,6-1 1,-3-5-815,1-5 0,8-1-472,-3 2 0,5-5-470,1-7 1,-5 0 1583,0 0 0,-8 8 0,3 2 0</inkml:trace>
  <inkml:trace contextRef="#ctx0" brushRef="#br0" timeOffset="18">12383 146 7983,'-10'-18'2,"0"1"0,7-1 952,-3 1 0,0 5 666,6 1-1632,0 7 1,0-2-208,0 12 0,2 2 0,2 5 219,2-1 0,-1-1 0,-5 7 0</inkml:trace>
  <inkml:trace contextRef="#ctx0" brushRef="#br0" timeOffset="19">12732 59 8009,'0'-18'347,"0"1"456,0-1 1,0 12-193,0 12 0,0 6 0,0 17 0,0 4-297,0 6 1,0 7-1,0 12 1,0 7-129,0 2 1,0 5 0,0 2 0,0 2-31,0-3 1,0-3-1,0-8 1,0-9-330,0-11 1,6-7-1,2-7-577,1-11 0,-3-7 1,4-12-303,-2-4 0,-2-6 0,-6-9 1052,0-2 0,-8-8 0,-2 3 0</inkml:trace>
  <inkml:trace contextRef="#ctx0" brushRef="#br0" timeOffset="20">12488 513 11235,'17'0'880,"1"0"0,-1 0-1053,0 0 1,3 0 0,3 0 0,6 0-686,4 0 1,2-6 857,0 0 0,8-8 0,1 5 0</inkml:trace>
  <inkml:trace contextRef="#ctx0" brushRef="#br0" timeOffset="21">13274 600 8780,'0'-18'2148,"0"1"-1702,0 0 0,0 9 1,0 8-264,0 9 0,0 9 0,0 3 1,0 5-139,0 1 1,0 0 0,0 4 0,0-4-51,0-2 0,5-1 1,3-7-1,2 1-34,3-1 0,3-7 1,1-5-1,3-3-145,3-2 0,-2-2 0,7-5 0,-3-9-5,-4-5 0,-1-4 1,-3 3-1,0-1 16,1 2 0,-6-5 0,-3 3 0,-1 2-175,-4 1 1,0 3 166,2-1 1,-4 11 0,3 9 417,-3 13 1,-2 10 0,0 12 0,2 6 223,4 9 1,-2 10 0,8 14 0,1 8 58,3 7 1,-10-41 0,-1 3 0,1 3 0,-2 0-1,0 0 1,0 1-185,-1-1 1,-2 0 0,-3 2 0,-2-1 0,-2-4 0,-2-1 0,-13 45 0,-8-6 1,-6-12 0,-4-5 0,-4-10-454,-1-12 1,5-17 0,-2-17-1,6-12-197,6-10 1,-2-16-1,8-15 1,2-11-587,1-10 0,10-1 0,5-9 0,7-3-184,9-5 1,12-2 0,22 4 0,11-3 467,-24 34 1,2 0 0,6-2 0,2 1 303,6-2 0,3 0 0,3 1 0,2-1 0,2 0 1,-1 1-1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7:47.1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19 376 8750,'-11'0'2437,"3"0"0,8-2-2158,0-5 1,2 5-1,4-6-169,7-1 1,10 1 0,4-7-1,3 3-309,3-3 0,3 5 0,2-1 1,-1 3-104,1 3 0,0 3 1,-2 4-1,-5 5 261,-6 5 1,-6 7-1,-6 6 1,-7 7 130,-4 3 1,-6 3 0,-7 0 0,-10 0 199,-6-1 1,-4 1 0,-7 0-1,0-2 38,0-5 1,9-4-1,2-10 1,2-2-6,-1-3 1,8-7-303,5 1 1,11-6-243,2-6 1,10 1-1,13-5 1,5-1-79,1 1 0,2 6 0,7-3 1,0 5 156,0 2 1,-1 0 0,-1 2 0,-2 5 92,-3 5 1,-2 7 0,3 4 0,-9 4 121,-8 3 1,-1 3 0,-9 9 0,-8 2 194,-7-2 0,-9-2 0,-4-4 0,-4-3-70,-3-1 1,-3-11 0,-9 0 0,-2-9-123,2-3 0,2-3 1,2-6-1,1 0-212,-1 0 0,6-10 1,3-7-1,4-6-666,8 0 0,7 2 1,10 0-1,0-2 802,0-3 0,8 1 0,3 6 0</inkml:trace>
  <inkml:trace contextRef="#ctx0" brushRef="#br0" timeOffset="284">1019 1074 10810,'0'10'798,"0"-1"0,0-1 1,0 3-1</inkml:trace>
  <inkml:trace contextRef="#ctx0" brushRef="#br0" timeOffset="1250">2189 394 8000,'0'-18'274,"0"-1"1,0 6 0,0 1 1487,0-3 1,0 4-1260,0-1 0,0 10 0,0 2-224,0 10 1,-2 9-1,-2 6 1,-2 9-203,2 8 1,-5 0 0,3 8 0,2 5-98,2 5 1,2-1-1,2 4 1,4-4-134,7-3 1,3-1 0,5-5-1,4-6 72,7-4 0,6-19 1,4-8-1,4-11 78,2-9 1,-4-5 0,4-15 0,-4-9 60,-8-6 1,0-10 0,-9 1 0,-2-3-26,-4-3 0,0 0 0,-15 1 0,-2-1-15,-2 1 0,-2-1 0,-2 2 0,-4 5 63,-6 6 0,1 13 0,-2 3 0,-1 5-566,-3 4 1,4 7-833,1 18 1,8 7 0,-3 12 1316,5 6 0,11 5 0,1 2 0</inkml:trace>
  <inkml:trace contextRef="#ctx0" brushRef="#br0" timeOffset="1967">3227 376 8215,'0'-36'259,"0"2"0,0 5 587,0 2 0,0 8-292,0 6 1,-2 9 0,-2 2 18,-2 13 0,-9 9 1,2 18-1,-1 2-233,1 4 0,-1 4 0,5 11 0,1 2-252,-1 2 0,3 2 0,6-6 1,0-1 7,0-3 1,2-5 0,4-2 0,5-10-107,-1-11 0,7-8 0,-4-6 0,4-7 216,1-4 0,1-19 0,-2-8 0,-2-8-243,-3-5 0,-1 0 0,1-2 0,-5-2-78,-5-2 1,4-2-1,0 2 1,-1-4-249,-3 0 1,-2-5 0,-2 7 0,-3-2-44,-1-4 1,-6-3-1,5 0 1,3 5 170,2 6 0,2 6 0,0 7 98,0 6 1,0 14 119,0 11 1,0 17-1,0 14 1,0 7 289,0 6 0,6-2 0,3 11 1,1 3 98,5 5 1,2-4 0,1-7 0,1 0-150,0-1 0,6 3 0,3-10 0,1-6-80,4-9 0,3-15 0,4-5 0,2-5-108,2-2 1,6-17 0,-6-10-1,-2-11 33,-2-6 1,-2-8 0,-2 3 0,-5-1-121,-6 0 0,-6-1 1,-4-5-1,-5-1-154,-1 0 1,-3 3-1,-6 4 1,0 8 133,0 8 0,-2 3-79,-5 12 0,5 6 0,-6 22 1,2 12 204,-1 14 0,-1 11 0,4 11 0,-5 2-18,-1 4 1,6 2 0,-3 6 0,5-4-6,2-2 0,0 4 1,0-4-1,2 0-202,5 0 0,3-10 0,7-13 0,-2-9-470,-3-8 0,1-6 0,6-6-404,0-7 1,-9-6 1044,-4-6 0,5-13 0,-1-10 0</inkml:trace>
  <inkml:trace contextRef="#ctx0" brushRef="#br0" timeOffset="2283">4850 225 8007,'0'-19'0,"-2"2"0,-2 2 789,-2 3 0,-3 8 0,3-3-346,-6 5 1,-3 11 0,-2 5 0,0 9-27,-4 9 1,-4 5-1,2 10 1,-4 7-68,-3 7 1,1 10-1,-4-2 1,3 5-226,3 1 1,2-10 0,8-6 0,2-11-667,3-8 140,8-6 1,1-32 0,12-11 0,1-9-775,5-8 0,-4-7 0,-1 1 1,-2-3 1174,-3-3 0,5 0 0,1 0 0</inkml:trace>
  <inkml:trace contextRef="#ctx0" brushRef="#br0" timeOffset="2500">4775 74 10863,'12'0'1450,"-1"10"1,-1 15-921,1 11 0,-5 2 0,7 16 0,1 7-364,3 4 1,-4 4 0,-1 5 0,5-3-240,6-2 1,-2-8 0,4 0 0,-6-11-1147,-6-12 1,4-9-595,-5-10 0,-3-11-350,-3-8 2163,-21-8 0,3-19 0,-16-3 0</inkml:trace>
  <inkml:trace contextRef="#ctx0" brushRef="#br0" timeOffset="2667">4548 659 9805,'0'10'2089,"11"-1"0,6-9 0,8 0-2402,4 0 0,9 0 0,8 0 0,2-3-994,5-3 0,-5 2 1307,2-9 0,1 1 0,5-7 0</inkml:trace>
  <inkml:trace contextRef="#ctx0" brushRef="#br0" timeOffset="2950">5417 168 7987,'6'-19'1014,"0"0"1,0 11-1,-6 8-507,0 10 1,-6 16 0,0 7 0,2 9-46,2 8 0,-5 7 0,1 6 0,2 4 13,2 0 0,2 4 1,2-8-1,2-2-239,2-2 1,7-5-1,-5-5 1,1-12-550,-1-9 0,7-10-124,-3-5 0,-3-7 0,-3-12 0,-4-9-1553,-2-8 0,-2-4 1990,-4-4 0,-5-13 0,-8 4 0</inkml:trace>
  <inkml:trace contextRef="#ctx0" brushRef="#br0" timeOffset="3233">5303 243 8018,'0'-18'238,"0"-1"1,0 0 0,2 0 1040,5 0 0,1 7 0,7-1 0,-1 0-750,7 3 1,7-7-1,9 7 1,1-1-545,0 5 0,8 4 0,4 2 0,5 0-110,2 0 0,-9 2 0,-4 4 1,-6 7-118,-7 4 1,-6 3 0,-12 4-1,-7 3 97,-4 2 1,-6 1 0,-7 3 0,-9-1 269,-8 1 0,-3 3 0,-9 1 0,-2-1-80,-2-4 1,-6 3 0,6-5 0,2-1-536,2-4 1,10-6 0,5-4 489,4-3 0,2-8 0,1 5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1:57:55"/>
    </inkml:context>
    <inkml:brush xml:id="br0">
      <inkml:brushProperty name="width" value="0.2" units="cm"/>
      <inkml:brushProperty name="height" value="1.2" units="cm"/>
      <inkml:brushProperty name="color" value="#00A0D7"/>
      <inkml:brushProperty name="inkEffects" value="pencil"/>
    </inkml:brush>
  </inkml:definitions>
  <inkml:trace contextRef="#ctx0" brushRef="#br0">46 491 12018 263409 56987,'-21'0'3732'0'0,"5"0"-3304"0"0,7 0 1 0 0,11 0-214 0 0,5 0 1 0 0,7-6 0 0 0,22 0-193 0 0,4 2 1 0 0,10-5-1 0 0,2 3 1 0 0,9 2-2 0 0,8 2 0 0 0,15-5 1 0 0,15-1-1 0 0,-42 4 0 0 0,1 0 62 0 0,6 0 0 0 0,2-1 0 0 0,7-2 0 0 0,1 0 0 0 0,0 1 1 0 0,1 1-1 0 0,3-1 0 0 0,1 0-8 0 0,2-1 1 0 0,0 1 0 0 0,3 0 0 0 0,2-1 0 0 0,1-2 0 0 0,2-1 0 0 0,-2 1 0 0 0,0 0-119 0 0,-1-1 1 0 0,0 1-1 0 0,2-1 1 0 0,2 1-1 0 0,3-1 1 0 0,1-1 0 0 0,3 0-1 0 0,1-1-7 0 0,-32 4 1 0 0,1-1-1 0 0,1 1 1 0 0,2-1 0 0 0,0 1-1 0 0,0-1 1 0 0,-3 2 0 0 0,0 0-1 0 0,0 1 1 0 0,2-2 0 0 0,0 0-1 0 0,1 0 31 0-69,1 0 1 0 1,0 0-1 0-1,0-1 1 0 1,1 1 0 0-1,0-1-1 0 1,0 1 1 0-1,1 1-1 0 1,0 1 1 0-1,0 0 0 0 1,-3 0-1 0-1,0 1 1 0 1,-1-1 30 2807-15,-1 2 0-2807 1,0 0 0 0 0,0 0 0 0 0,29-4 0 0 0,1 1 1 0-1,-31 4-1 0 1,0 0 0 0 0,0 1 0 0 0,33-2 0 0-1,-1-1 47 4160 83,-2 1 0-4160 0,-1 0 0 0 0,-3 0 1 0 0,-1 2-1 0 0,-9 1 0 0 0,-1 2 1 0 0,-1-1-1 0 0,0 0-16 2464 0,-1 0 0-2464 0,-1 0 1 0 0,-1 0-1 0 0,-1 0 1 0 0,-4 1-1 0 0,-1 0 1 0 0,-3 1-1 0 0,-2 0-145 1605 0,-2 1 1-1605 0,-2 0 0 0 0,-5 1 0 0 0,-3-1 0 0 0,-4-2 0 0 0,-1 0-1 0 0,42 3-640 1074 0,-10 2 1-1074 0,-11 1 0 0 0,-20-7-1 0 0,-7 0-2431 578 0,-4 0 3172-432 0,-3 0 0-146 0,-7 0 0 0 0,-3 0 0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02.7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0 507 7979,'2'11'-218,"4"-5"0,-3-2 437,3 2 804,-4-4 551,-2 7-708,0-9 0,8 6-703,5 0 1,3 1 0,3-7 0,0 0-81,0 0 0,-1 0 0,1 0 1,0 0-44,0 0 1,6-7 0,0 1 0,-2 2-82,-2 2 1,-1 2 0,3 0 0,2 0-63,-2 0 1,-2 0 0,-2 0 0,0 0 74,-1 0 0,5 2 0,-2 2 0,-4 2 72,0-2 0,-1-1 0,3-3 0,0 0 59,0 0 1,-7 0 0,1 2 0,1 2-82,3 2 0,8 0 0,0-6 0,-2 0-20,-2 0 0,-3 0 0,3 0 1,2 0-11,2 0 1,2 0 0,-4 0 0,2 0-43,-2 0 1,4 0 0,0 0 0,0 0 13,1 0 0,3 0 1,-4 0-1,0 0 29,0 0 0,0 0 0,-4-2 0,2-2-21,-2-2 0,-2 0 0,-2 6-26,0 0 0,-1 0 0,1 0-2,0 0 0,0 0 0,-1 0 41,1 0 1,0 0-1,0 0 1,-1 0 21,1 0 1,0 0 0,0 0 0,-1 0 48,1 0 0,2 0 0,2 0 0,4 0-67,2 0 1,0 0 0,5 0 0,-3 0-57,2 0 0,3 0 0,3 0 0,3 0 26,2 0 0,0 0 1,-7 0-1,3 0-10,4 0 0,-3 0 0,7 0 1,-2 0 45,-4 0 1,4 0 0,0 0 0,-1 0 33,1 0 1,0 0 0,-4 0 0,4 0-13,2 0 0,0-3 0,4-1 0,-2-2-59,2 2 0,-4 2 1,2 2-1,2 0-3,2 0 0,-4 0 0,-2 0 0,0 0 47,0 0 0,0 0 0,2 0 0,-4 0-9,0 0 1,-7 0 0,7 0 0,-2 0-52,0 0 0,6 0 0,-6 0 0,-1 0-16,3 0 0,0 0 1,4 0-1,-4 0 94,0 0 0,-4-2 0,8-2 0,0-3 39,-2 3 1,4 2 0,-6 0 0,-1-2-43,1-2 0,4-1 0,-4 7 0,0 0-22,0 0 1,6-6-1,0 0 1,7 2-69,3 1 0,3-3 0,-3 0 1,5 0 0,0-3 0,12 7 1,-6-6-1,0 2 93,-2-1 0,-9-5 0,7 4 1,2-1 157,2 1 1,-4-5-1,-1 7 1,3 2-110,2 2 0,0-4 0,-2-1 1,-2 3-153,2 2 0,4 2 0,6-2 1,5-2 13,-1-2 1,5-1-1,-7 7 1,3-2 24,3-4 1,1 4-1,0-4 1,-5 2 119,-2-3 0,-1 5 0,-5-4 0,2 4 78,2 2 0,1 0 0,-9 0 1,-2 0-99,-3 0 1,-1 0 0,2 0-1,-5 0-131,1 0 0,-4 0 0,7 0 0,1 0-86,-2 0 0,-3 0 1,-7 0-1,-1 0 176,0 0 1,-1 0 0,-5 0 0,-7 0 22,-3 0 1,-5 0-1,-3 0 1,-7 0-88,-4 0 1,-3 0 0,1-2-757,0-4 1,-7 3-682,1-3 1485,-9-4 0,13-1 0,-7-7 0</inkml:trace>
  <inkml:trace contextRef="#ctx0" brushRef="#br0" timeOffset="731">8969 57 8204,'0'-13'27,"0"1"325,0-3-571,0 7 987,0 0 84,0 8 1,8 2-634,4 4 0,5-2 1,2 7-1,0-3-64,-1-4 1,1 4 0,2 1 0,2-1 10,2 0 0,2 5 1,-4-5-1,2 3-288,-2 3 1,0-3 0,0-1 0,0 1-271,-7-1 1,3-4 317,-6 7 1,-7-3-1,-6 5 103,-10-3 1,-9-5 0,-4 3-1,-4 0 16,-2 1 0,-3-1 1,-5 5-1,-1-3 55,1 3 0,-1-5 1,3 3-1,1-1-37,3-1 1,8 5 0,-2-5-261,4-1 359,3 7 1,9-17 0,9 0-276,11-10 0,5-7 0,3-4 0,0-2 36,0-2 0,-9 6 0,-2 7 0,-1-3-207,-1-1 1,0-3-1,-8 2 1,-4 3-2457,-7 1 2740,-12 9 0,-4-4 0,-8 8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59.828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186 282 6442,'11'0'1555,"-1"0"-631,-4 0-415,-4-8 0,9 6-150,-5-4 1,-2-3 0,7 1-165,-3-3 0,-2 5 1,-6-6-145,0-3 1,0 5-1,0-3-78,0-1 0,-2-1 1,-2 0-1,-4 5 118,-3 2 0,-1-5 0,-7 7 33,0 2 0,0 2 0,1 2 0,1 2 95,5 4 1,-5 4 0,6 9 0,-1 2-13,-1 4 0,9-2 0,-2 8 0,4 3-123,2 1 0,6-4 0,5-2 0,3-1-182,7-5 1,4-5 0,0-3 0,6-5-13,5-1 0,-5-5 1,0-10-1,1-7 135,-3-4 0,4-8 0,-8-2 0,-2-2 87,-2-4 1,-4-1-1,-3 1 1,-3 2-11,-3-3 0,-2 7 0,-6 0 0,0 2 29,0 0 0,-8 0 0,-5 8-84,-3 5 0,-9-3 1,0 9-1,2 2-90,2 2 1,-4 10 0,-2 5 0,0 3-38,0 3 0,2 6 0,6 2 0,0 2-53,0 5 0,3-1 1,3 0-1,7-3 118,4-3 1,2 4 0,2-6 0,6-2-34,11-2 1,2-9 0,10-1-1,2-3-20,3-4 1,-1-4 0,-1-6 0,-3-6 42,2-5 0,-4-2 0,1-2 0,-3-4 23,-4-6 1,-5 4-1,-3 0 1,-5 2 11,-1 0 1,-3-7 0,-6 7 0,0 2 79,0 3 0,-10 1 1,-7 0-1,-6 2-57,0 5 0,-6 1 1,0 7-1,-3-2-14,1 2 1,6 4 0,-4 6 0,2 7 133,4 3 0,-4 5 0,2 4 0,2 6-8,2 5 0,11 1 1,1-1-1,3-3-28,0-1 0,2-3 1,10 2-1,6-6-140,5-4 1,10-11-1,4-3 1,3-5-95,-3-2 1,4-2-1,-3-3 1,1-5-1,-2-7 1,3 3 0,-9-11 0,-4 4 2,-7 2 0,1-2 1,-7-2-1,0-2 50,1 2 1,-3 2 0,-8 3 0,-4-1 65,-7 0 1,-3 0 0,-5 1 0,-2 1-19,-2 4 0,-9-3 0,1 5 0,-7 1 52,-3 4 1,-1 4 0,6 2 0,3 0 124,4 0 0,-5 8 0,7 4 0,2 5 0,8 2 1,2 2 0,11 2 0,2 4-87,2 2 1,4-6 0,4 2 0,9-4-43,8-3 0,6 1 0,8-2 0,1-5-220,0-5 0,-1-5 0,1-2 0,-3-2 40,-4-5 1,-4 3 0,-8-8 0,0-3 37,0-2 1,-3-1 0,-3-1-1,-7 0 78,-4 0 0,-4 1 0,-4-1 116,-7 0 1,-3 0 0,-5 3-1,-2 1 48,-2 3 0,-8 5 1,1-3-1,-3 2-10,-3 3 1,7 5 0,0 7 0,-1 5 1,3 5 0,-4 4 0,8 4 1,2 6 35,2 4 0,9 1 0,1-3 1,3-4-102,4-1 1,10 3 0,6-6 0,7-2-101,6-2 1,4-9-1,9-1 1,-1-3-78,1-4 0,4-4 0,-3-4 1,-5-4 31,-5-3 0,2 1 0,-6-5 0,-2 3-11,-2-3 1,-11-2 0,-3-1 0,-5-1 98,-2 0 0,0 0 0,-2 0 0,-5 1 72,-5-1 0,-5 0 0,-4 0 1,-2 1 14,-2-1 1,-6 2 0,4 3 0,0 3 14,0 3 0,-4-5 1,6 7-1,2 2 78,2 2 1,2 4 0,2 4-134,5 7 0,-3 10 0,9 2 0,4 0 30,6 2 0,4-6 1,9 6-1,0-4-258,4-5 1,4 5-1,-2-12 1,2-1-38,-3-4 1,6-3 0,-3-3 0,-2 0 37,-3 0 0,5-9 0,0-3 0,-4-5 97,-6-2 0,-1-6 0,-7-2 0,-1 0 137,2 0 1,-6-4 0,3 6 0,-10 2 130,-7 2 1,-7 4 0,-4 3-1,-4 3-20,-2 3 0,0 2 1,-5 6-1,3 2-79,-2 4 1,-1 4-1,3 9 1,6 0 33,4 0 1,2 8 0,3 2 0,3 2-62,7 0 1,4-8 0,4 4 0,6-1-54,11-1 1,8-7 0,11-7-1,-1-3-12,1-4 0,-1-2 0,1-4 0,-3-4-127,-3-7 0,1-3 0,-8-3 1,-2-2 7,-2-4 1,-11 4-1,-4-4 1,-4 4 62,-2 3 0,-2-1 0,-4 2 0,-6 3 71,-5 1 0,-10 9 0,-4-2 0,-3 4 117,3 2 1,-2 2-1,8 4 1,2 9 145,2 7 1,2-1 0,2 6 0,3-2-238,1 0 1,9 0 0,0-6 0,8 0-76,9 0 0,5-9 1,5-4-1,4-3-253,3-3 1,-5-3 0,4-3-1,-2-6-351,-4-5 1,-9 0 0,-3 3 0,-3 1-420,-4-1 0,-4 5 1,-6 3 180,-6 4 1,-7 2 0,-4 0 878,-2 0 0,-9 17 0,5 3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4:13.344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357 244 7435,'0'-18'834,"0"7"-508,0-5 1,0 11 0,0-7-80,0-3 1,0 5-30,0-3 0,0 1-140,0-7 1,-7 0-29,1 1 0,-8 1 234,1 4 0,-4 5 1,-1 10 4,-1 4 0,0 11 1,2 10-1,5 0-98,6 0 1,-3 7 0,3-3 0,2 2-75,2-1 0,4-5 1,2-8-1,4-1-173,3 1 0,1-2 0,7-5 0,0-5-133,0-5 0,-1-2 0,1 0 1,2-2 22,4-5 1,-4-3 0,2-9 0,-6 0 40,-5 1 1,-6-1 0,5 0-1,-3 0 167,-4 0 1,-2 1 0,-4-1 0,-4 2 85,-7 5 1,-5-5 0,-7 7 0,-7-1-42,-3 5 0,-3-2 0,1 1 1,-1 3 17,1 2 1,6 2 0,1 0-1,1 0 93,0 0 1,12 2 0,-1 2 0,3 5-63,5 1 0,1 5 1,9 8-1,4 2 7,9-2 1,-1 4 0,16-2 0,-1-2-61,4-2 0,4-3 1,3-1-1,-1-2-134,1-3 1,-1-6 0,-1 5 0,-3-3-42,-2-4 0,-8-4 0,2-6 1,-4-4-91,-2-1 0,-2-6 0,-3 5 1,-3-5 54,-3-1 0,-2-1 0,-6 0 0,-2-2-10,-4-4 1,2 4 0,-9-4-1,-3 4 86,-7 3 1,0-1-1,-6 2 1,-1 3 57,1 1 0,4 7 0,-6-5 0,0 3 55,1 4 1,3 2-1,7 4 1,-3 4-54,-2 7 0,2 3 0,10 3 0,5 2 210,-1 4 0,7-2 1,-4 8-1,6 0 226,6-1 1,5 3 0,10-6-1,4 0-324,6 0 0,4-2 1,3-6-1,-1-2-130,1-5 1,-1-1 0,1-7 0,0 2-149,-1-2 0,-2-10 1,-3-6-1,-7-5-110,-4-2 0,-5-6 1,-3-2-1,-7-2 30,-4-5 0,-4-1 0,-4-3 1,-9 3 136,-8 4 1,-6-3 0,-11 7 0,-3 0 67,-7 0 1,-2 2 0,2 8-1,6 5 278,4 6 0,3 4 0,1 2 0,5 2 7,6 4 0,6 11 1,7 10-1,5 2-77,5 4 0,4 3 1,5-1-1,5-2-98,5-1 0,4-9 0,2 2 0,4-4-145,2-3 0,2-5 1,7-3-1,-1-1-48,1-5 1,-7-2 0,-2-2 0,0 0-25,1 0 1,-5-9 0,4-3-1,-4-5-124,-9-1 0,1-3 0,-11-2 0,-1-4 143,-3-3 0,-2 8 0,-2-6 0,-5 3 113,-5 0 0,-13 0 0,-7 9 1,-5 1 5,-7 3 1,5 7 0,-7-1 0,2 4 40,0 2 1,0 2-1,9 4 1,4 7 82,6 4 0,4 8 0,4 2 1,5 2 142,5 4 1,5-4 0,2 3 0,4-1-66,9-2 0,2 5 1,16-9-1,4-5-240,7-5 1,0-7 0,6-8 0,-3 0-66,-3 0 1,-2-2 0,-5-4-1,-1-9-34,-3-8 0,-8 3 1,0-7-1,-9 2-48,-7 0 1,1-9-1,-4 5 1,-6-2 36,-8-1 0,-9 9 1,-6-2-1,-7 5 179,-3 1 1,-2 6 0,-1 3 0,-2 2 171,-3 3 1,9 5 0,-3 7 0,5 5 16,10 5 1,-3 8 0,14 2 0,1 2 10,3 5 0,7-5 0,7 0 1,5-2-80,5-4 0,10-2 0,2-5 0,2-3-306,1-7 0,-1-4 1,6-2-1,-1-2-2,-5-4 0,3-4 1,-9-9-1,-3 0-103,-1 0 0,-8-6 1,-3 0-1,-1 2 117,-5 2 0,-10 1 0,-7-1 0,-4 0 191,-1 4 0,-10 5 0,-5-1 0,-6 7 184,-5 4 1,0 16-1,6 5 1,3 4-22,4 4 1,-1 0 0,12 7 0,5-5-12,5-2 0,3 4 1,9-6-1,7-4-137,10-6 0,10-1 0,12-7 1,3-3-369,-2-2 0,4-13 1,-2-5-1,-3-7 22,-1 0 0,-5 0 1,-6 0-1,-8-2 120,-6 2 0,-11 2 0,2 2 1,-8 1 108,-10-1 1,-5 2 0,-18 5 0,-7 5 304,-4 5 1,2 2 0,-4 5 0,2 5 20,5 9 0,3 4 1,7-5-1,6 3-38,4 4 1,11-4-1,6 2 1,8-6-246,8-5 0,15-8 0,11 3 0,8-7-253,2-7 0,6-3 1,-6-9-1,0 0-127,-5 1 1,-11 1 0,-7 2 0,-4 3 94,-3-3 1,-7 5 0,-7 0 0,-8 1 378,-9 5 0,-12 2 0,-6 4 0,-4 4 204,-3 7 0,1 6 0,-1 3 0,0 3-101,1-2 1,10-2 0,6-4-1,9-2-103,3-3 1,7-8-593,15 2 1,1-6-1,17-6 1,3-6-660,1-5 0,-6-2 1,-6 0 1167,-8 1 0,2-9 0,-7-3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4:19.51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170 204 7395,'0'13'1121,"0"-1"-631,0-7 0,0 1 122,0-12 1,0 1-108,0-7 0,0-1-343,0-5 1,0 5-368,0 1-20,0-1 0,-2 3 153,-4 3 0,-5 5 173,-8 2 0,1 7 0,1 1 0,2 2 97,3 5 0,8 4 0,-5 4 1,3 4-70,0 2 1,0-4 0,6 4-1,0 0-83,0 1 1,8-1 0,4 2-1,5-6-44,2-4 1,0-4 0,-1-3 0,3-3-74,4-3 0,-4-2 0,4-6 1,-2-2 56,2-4 0,-6 0 1,2-11-1,-7-4 7,1 0 0,-5-2 1,1 0-1,-3-2 13,-4 2 0,-2-4 1,-2 2-1,0 2 4,0 2 1,-2 3 0,-4-1 0,-7 0-38,-3 0 0,-3 3 0,0 3 0,0 5-32,1 0 0,-1 5 1,0-3-1,0 4 3,1 2 1,-1 6 0,0 3 0,0 1 1,1 5 1,5-5 0,1 3 80,-3 1 1,7-3-1,1 1 41,5 3 0,2 1 0,2 1 1,3-2-41,1-3 1,8 1 0,-1 3 0,4-1 4,1-2 0,1-7 0,2 4 0,2 1-41,2-1 1,0-6 0,-4 3-1,2-5-3,2-2 0,2-9 0,-4-3 1,2-5 2,-2-2 1,-5 1 0,-3-3-1,-5-2 3,-1-2 1,-3-7 0,-6 7-1,0 0 2,0-2 1,-8 4 0,-7-6 0,-6 2 3,-4 4 1,-6 2 0,4 5-1,-2 1 4,-5 3 0,1 7 0,0-1 0,3 6 117,3 6 0,-4 5 1,6 10-1,2 2-71,2 2 0,3 8 1,1-4-1,4 2-22,7 1 0,4-1 1,2 4-1,4-3-42,9-7 0,-1 2 0,15-2 0,-2-2 8,0-2 0,2-11 0,-4-2 1,4-1 20,3-1 0,-7 0 1,2-6-1,-5 0-7,-1 0 1,0 0 0,0-2 0,-1-4-42,1-7 1,-6-5 0,-3-5 0,1-2-120,-1 2 0,-6-4 0,2-1 1,-3 1 56,-3 0 0,-3 2 0,-3 6 1,-6 1 47,-5-1 0,-4 0 0,-2 0 1,-4 3 66,-2 3 0,-2 5 0,-5 8 0,3 0 92,2 0 1,6 8-1,-5 5 1,3 3 85,4 3 0,3 6 0,3 0 0,4 0-86,7 2 1,4-4-1,4 6 1,4-1-101,7-6 0,4-1 1,3-4-1,5-2-68,7-3 0,-3-8 0,2 3 0,0-7 16,-1-7 1,3 3 0,-6-8 0,-2-3-130,-4-2 1,2-1 0,-11-3 74,5-4 0,-7-2 0,-3-5 94,-5 7 0,-4 7 0,-5 3 0,-7 5 19,-9 1 0,0 3 1,-8 6-1,-1 0-1,3 0 0,0 2 0,6 2 1,-2 5 57,2 1 1,2 2 0,3 7 0,1 0 12,4 0 0,-1-1 0,8 1 4,1 0 1,12 0 0,5-3-1,5-3-128,2-7 1,6-4 0,2-2 0,2 0-23,4 0 1,-6 0 0,0-2 0,-2-4-42,0-7 0,-2 3 1,-8-2-1,-5-3 67,-1-2 1,-3 5 0,-6-1 0,0-1 8,0-3 0,-4 0 0,-7 3 1,-7 1 15,-3-1 1,-2 5 0,0 3 0,-2 4 70,2 2 1,-4 0-1,2 0 1,2 0 137,2 0 0,2 8 0,1 5 0,1 3 93,4 3 1,5 6 0,8 0-1,0-2-266,0-2 1,8-2 0,5-3 0,6-1-134,6-2 0,-4-9 0,6 2 0,-2-4-13,0-2 1,0-6-1,-7-3 1,-1-1-88,-4-5 1,1-1 0,-5-3-1,-1 0 123,0 0 0,-2 1 1,-8-1-1,-4 2 58,-6 5 0,-5-5 0,-2 7 1,0-1 97,1 5 1,-3 4-1,-2 2 1,-2 0 89,2 0 0,4 8 1,5 5-1,3 3-42,3 3 1,2 0-1,6 0-120,0-1 0,2-5 0,4-3-134,6-1 1,5-3 0,0-8 0,-3-2-390,-1-2 0,-1-9 0,5 2-115,-4-3 0,-5-3 1,-8 0 225,0 0 0,0 7 0,-2 2 0,-4 1-2,-7 5 1,-4 4 0,-1 6-180,-1 7 0,2 10 588,5 2 0,-5 0 0,7-7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4:24.64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1 111 8043,'0'-19'744,"0"0"1,0 7 644,0-1-184,0 0-526,0-5-331,0 7 0,0 5-157,0 12 0,0 5 0,0 7 0,0 3-35,0 4 1,0-2-1,0 9 1,0 1-36,0 2 1,0-3 0,0-1 0,0 0-114,0-2 1,0 1 0,0-8-27,0 3 1,0 1 0,0-8-223,0 1 504,0-9 105,0-1-122,0-9-513,0 0 731,8 0 22,-6 0-373,6 0 0,-6 0-129,5 0 0,-3 0 0,8 0-78,3 0 0,-5 0 1,3 0-1,4 0-7,6 0 0,-1 0 1,8 0-1,-1 0-13,0 0 0,2 0 0,7 0 0,-1 0-34,1 0 1,-1 0 0,1 0 0,-1 0-53,1 0 0,0 0 0,1 0 0,3 0-3,2 0 0,-1 0 0,-3 0 0,2 0 81,1 0 0,1 0 0,-6 0 0,-1-2-422,1-5 0,-9 5 0,-4-4-722,-4 4 1,-4 4 824,-5 4 0,-4-1 1,-10 5-1,-2 0-462,-2 1 902,-9-7 0,5 13 0,-9-7 0</inkml:trace>
  <inkml:trace contextRef="#ctx0" brushRef="#br0" timeOffset="432">1183 17 9251,'0'-9'1965,"0"9"-1612,0 11 1,0 5-1,0 5 1,0 4-226,0 7 0,0 1 0,0 0 0,0-1-305,0 1 1,0 2 0,0 1 0,0-3-626,0-2 0,0-8 0,0 2 0,0-4-1755,0-2 2557,0 0 0,-9 0 0,-1-1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4:26.259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170 488 8043,'10'-2'379,"-3"-4"1,1-5 585,-2-7 0,2 5-203,-1 1 1,-5-1-197,4-6 1,-4 7-418,-2-1 1,-2 9-254,-4-2 0,2-2 1,-9 1-1,-1 3-100,-3 2 0,4 4 1,1 2-1,-3 3 155,-1-3 0,-3 4 1,2 0-1,3 3 318,1 4 0,3-5 0,-5 2 0,5 3-68,1 2 0,3 1 0,6 1 0,0 0-169,0 0 1,0 0-1,2-1-562,4 1 1,5 0 0,8-3-462,-1-3 1,1-5 0,0-8 340,0 0 0,-1-6 1,-1-2-1,-2-3 150,-3-3 1,-8-3 499,3-2 0,3-8 0,0-2 0</inkml:trace>
  <inkml:trace contextRef="#ctx0" brushRef="#br0" timeOffset="300">282 19 8437,'0'-10'1291,"0"1"1,0 12-1136,0 3 0,0-2 0,0 8 90,0 3 1,0 2 0,0 1 0,0 1 58,0 0 1,-2 6 0,-2 4 0,-2 5-182,2 5 0,2 9 1,2-2-1,0 0-447,0 0 1,0-3-1,0-7 1,0-5-245,0-6 0,0-4 0,2-4-173,4-5 0,-2-3 0,7-12-369,-3-3 0,-2-4 1109,-6-9 0,9 0 0,1 1 0</inkml:trace>
  <inkml:trace contextRef="#ctx0" brushRef="#br0" timeOffset="817">470 676 10694,'-10'2'1782,"3"4"1,7-4-1541,7 5 1,-3-7-1,8-7-176,3-5 1,-1 1 0,1-1-1,-2-3-94,1-1 1,-3-3 0,1 0-90,3 0 1,-1 1-1,1 1 1,-5 2-50,-1 3 1,-1 5 90,-2-5 0,-4 10 268,5 2 1,-5 8 0,-2 13 0,0 2-17,0 2 1,0 2-1,0-2 1,0 4-116,0 1 0,0 3 0,0-8 1,0-2-928,0-2 0,2-3-3581,4 1 4446,-4 0 0,15-9 0,-7-1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4:28.62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1537 7654,'0'11'833,"0"-3"587,0 0 296,0-5-748,0 5-1057,0-8 0,0-2 1,0-4-1,2-7-111,4-4 0,-4-1 1,7-3-1,-3-4-14,0-7 0,3-1 1,-5 0-1,2 1 21,-2-1 0,-2 0 0,-2 1 0,0 7-191,0 5 0,0 1 1,2 2-1476,5 5 1859,-5-5 0,6 23 0,-8-4 0</inkml:trace>
  <inkml:trace contextRef="#ctx0" brushRef="#br0" timeOffset="966">170 1200 7994,'10'-2'-13,"-4"-5"0,-3 3 595,-3-8 0,2 5-409,4-5 1,4 8 0,9-3-92,0 5 0,0 2 0,1 0 0,3 0 26,2 0 1,9 7 0,-3-1 0,2-2-55,-1-2 1,3-2 0,-4 0 0,5 0-21,1 0 0,1 0 0,-3 0 0,-1 0 35,-3 0 0,-2-2 1,4-2-1,-3-2-63,-3 1 1,-2 3 0,-6 2 0,-1 0-3,1 0 1,-6 2 0,-1 3 0,1 3 24,-3 2 1,7-3-1,-5 3 1,5-2 64,2-3 1,-1 3-1,1-2 1,2-2 80,4-2 0,2-2 0,6 0 0,-1 0-226,1 0 0,3 0 0,1 0 0,1 0 120,-1 0 0,-6 0 1,1 0-1,-1 0 1,-2 0 0,4 0 1,-8 2-1,-2 3-168,-2 1 0,-2 6 0,0-3 1,0-1 79,-1 0 0,1 5 1,0-5-1,0 1-13,-1-1 0,7-2 0,2-6 0,3 0 32,3 0 1,-4 0-1,2 0 1,3 0-3,1 0 0,3 0 1,-3 0-1,-1 0 46,-3 0 1,-2 0 0,2 0 0,-6 2 37,-4 5 1,-2-3 0,0 6 0,-1 1-77,1-1 0,0 0 0,0 5 0,0-5-102,-1-1 0,1-3 0,0-6 0,0 0 12,-1 0 0,1 0 0,2 0 0,2 0-2,2 0 0,0-6 0,-6-3 94,-1-1 1,-5 6-1,-3-5-21,-1 1-23,-3 6-12,-6-6 208,0 8 1046,0 0-1115,-8 0-101,6 0 1,-7 2-1,7 2 216,-4 2 1,2 9-1,-9-3 1,9 5 0,-4 2-137,-1 0 1,7-1 0,-4 1-1,4 0-55,2 0 0,-6-1 1,-1 1-1,3 0-294,2 0 1,2-1-1,0 1-622,0 0 0,0 0-307,0-1 1,-2-7-1600,-4-5 2806,4-4 0,-15-2 0,7 0 0</inkml:trace>
  <inkml:trace contextRef="#ctx0" brushRef="#br0" timeOffset="1935">958 637 7996,'8'12'-245,"5"1"0,-3-9 0,1 4-9,-3 1 0,6-7 324,-1 4 1,4-4 315,1-2 0,1-2 22,0-4 1,-9 2 0,-1-9 107,-1-2 1,-6-1 0,4-3-250,-4 0 0,-2 0 0,0 1 0,0-1-188,0 0 0,-2 0 0,-2 1 0,-4 1-249,-3 4 1,5-3-1,-6 5 11,-3 1 0,-2 2 1,-1 8-1,-1 0 24,0 0 0,0 8 0,-2 7 0,-1 5 118,-3 5 1,2 7-1,8-5 1,3 2 91,-3 4 1,4 1 0,1-1 0,2-4-14,4-2 0,1-2 0,6-6 0,3-2 14,6-5 1,5-3-1,2-9 1,0 0-33,-1 0 1,7-9 0,0-5 0,0-7-40,2-4 0,-6-9 1,6 3-1,-2-4 0,0-3 1,7 1 0,-7-1 0,-2 1 44,-3-1 1,-1-6-1,0 1 1,-2 1-1,-5 2 1,3 3 0,-9-1-1,0 3-48,3 3 0,-7-1 1,4 8-1,-4 2-97,-2 2 1,0 9-239,0-1 180,0 9 0,-2-2 83,-4 12 0,2 11 0,-7 10 0,1 2 142,-1 4 0,5 3 1,-6 4-1,-3 3-15,-2 7 1,7-4 0,1 0 0,3-2-16,0 0 0,0 6 0,6-7 0,0-1-76,0-2 1,0-5 0,0-1-1,2-7-364,4-7 0,-2 1 0,9-14-153,1-3 1,3-2-1,0-4 140,-5-5 1,-1-1 0,-7-6 0,2-1 410,-2-6 0,-2 2 0,-2-8 0</inkml:trace>
  <inkml:trace contextRef="#ctx0" brushRef="#br0" timeOffset="2386">1446 674 7894,'0'19'2166,"0"-9"-571,0-1-973,0-9 0,2-2-288,4-5 1,-2 3 0,9-6-227,1 2 0,3-5 0,2 7-320,-1 2 0,1 1 1,0 3-279,0 0 0,-9 3 425,-4 3 0,-4 4 0,-2 9 96,0 0 0,-2 0 0,-2-1 0,-4 1 167,-3 0 0,-1 0 0,-5-1 0,3 1 45,1 0 1,3 0-1,-5-1 1,5 1-82,1 0 1,3-7-1,6 1-108,0 2 1,2-7 0,4-2-153,7-4 1,6-2 0,4 0 0,2-2-414,-2-4 0,-3 2 0,1-7 1,2 1-698,2-1 0,-6 7 0,-6-2 1208,1 4 0,3 2 0,2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4:46.744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282 150 8103,'0'-12'582,"0"-1"-453,0 9 1,0-6 595,0 3-332,0 5 1,0-14-62,0 3 1,0 3-186,0-3 0,-9 7 0,-3-4-110,-5 1 1,-2 5 0,1 8-28,-1 2 0,0 11 1,0 0-1,1 8-2,-1 4 0,6-4 0,3 6 0,2 1 14,3-3 1,3 4 0,4-8-1,5 0-20,5 2 1,7-8 0,4 2 0,4-9-15,2-3 1,-4-3-1,4-6 1,-1 0 50,-6 0 1,6-2 0,-3-4-45,-2-7 1,-3-4-1,-3-3 1,-4-3-59,-7-2 0,-4-2 0,-2 4 0,0-4 154,0-3 1,-2 5-1,-4-4 1,-7 2 38,-4 4 0,-3-4 0,-3 2 0,-5 4 107,-1 7 0,-2 5 0,-6 9 0,1 0-91,5 0 1,-3 15 0,9 8 0,2 8-167,3 9 0,1 8 1,2-5-1,5-1-46,5-2 0,5-3 0,4-1 0,5-5-24,5-6 1,11-6 0,4-7 0,2-6 3,5-4 1,1-2-1,3-2 1,-3-4-14,-4-6 1,3-7 0,-9-4 0,-2-4 14,-2-2 0,-3 4 0,-1-5 0,-4 3 34,-7 4 0,-4-4 0,-2 2 0,0 2 88,0 3 1,-8 1-1,-5 0 1,-6 0 48,-6 0 0,2 9 1,-6 2-1,0 1-36,0 1 0,4 2 0,-4 8 0,1 7-35,6 5 0,1 1 1,2 14-1,2 1 3,5-3 1,3 6-1,9-4 1,0 3-20,0-3 0,9 2 1,3-8-1,7-4 3,6-6 1,4-7-1,9-8 1,-3 0-67,-4 0 1,5-8 0,-7-5 0,0-3-24,-4-3 0,-4-2 0,-4-2 0,-3-2 85,-1 2 0,-9-4 0,2 2 0,-4 2 64,-2 2 1,-8 3 0,-4-1 0,-7 2-18,-6 5 0,2-3 0,-6 9 0,-1 2 4,1 1 1,4 12 0,-4 3 0,2 5-42,4 2 1,-2 8 0,4 2-1,7 2 54,3 1 1,-1-9 0,5 4 0,5-2-55,7 0 0,5-2 0,11-9 0,2-3-86,2-3 0,6-2 0,-4-8 0,0-4-49,0-7 1,0-1 0,-6-3-1,0 0 68,-4-3 0,-5-3 0,1 4 1,-7 0 52,-4 0 1,-2 1 0,0-1 92,0 0 0,-8 2 0,-5 5 0,-3 6 3,-3 4 0,0 2 0,0 0 1,1 0-68,-1 0 0,0 8 1,0 4-1,0 5-15,1 2 1,1 0-1,5-1 1,5 1-11,5 0 1,2 0 0,0-1-1,2-1-1,5-4 1,5-5-1,11-8 1,2 0-101,-2 0 1,-2 0-1,-2-2 1,-1-4 53,1-7 0,-2-4 0,-3-1 0,-3-1 15,-3 0 1,-2 0-1,-6 1 17,0-1 1,-2 2 0,-2 3-1,-4 3 115,-3 3 1,-1 2 0,-7 6 0,0 0 28,1 0 1,-1 8 0,0 4 0,2 5-87,5 2 0,-3 0 0,9-1 1,2 1-31,2 0 0,2-7 0,0 1-27,0 1 0,8-5 0,5-3 0,3-4-74,3-2 1,0-6 0,-3-2 0,-1-3 29,-2-3 1,-7-1 0,4 0 0,-1 3 12,-5-3 1,-2 5-17,-2-3 0,-9 9 0,-3-2-4,-5 4 0,-1 4 1,-1 4-1,2 7-56,5 3 1,-5 3 0,7 0-639,-1 0 1,3-1-65,8 1 1,2-8 0,4-5 823,7-4 0,3-10 0,3-3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5:40.8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0 734 7958,'0'-17'1068,"0"-1"0,0 1-281,0-1 1,0 10-438,0 8 0,0 10 1,0 11-1,0 5-50,0 1 1,0 4-1,0 8 1,0 0-223,0-6 0,0 1 0,0-4 0,0 1-62,0-2 0,0-2 0,0-6-299,0 2 0,2-7 0,4-10 11,6-4 0,3-18 1,3-7-1,1-8 132,5-4 1,-5-6 0,4-1 0,-1-1 164,1 0 0,-4 0 1,5 7-1,-5-1-43,-2 4 0,1 9-62,-1 1 1,-1 13-1,-4 10 1,-7 10 157,-3 6 1,-2 11 0,0 6 0,0 6-14,0-1 0,-5-1 0,-3-2 0,0 0-120,0 0 0,2-2 0,4-2 0,-1-4-774,-3-1 0,0-9 208,6-5 0,8-8 0,1-1 0,5-8-57,3-13 1,-9-1 0,10-8 677,-3 1 0,1-12 0,1 1 0</inkml:trace>
  <inkml:trace contextRef="#ctx0" brushRef="#br0" timeOffset="350">577 664 7958,'0'-11'2710,"0"-1"-2302,0 8 0,0-2 0,0 14-194,0 9 0,0 3 0,0 9 0,0 2-130,0 2 1,0 2 0,0 0-1,2-2 5,4-4 0,-3 2 0,9-8 0,2-1-165,1-3 0,3-3 0,-1-5 0,1-5-60,-1-4 0,2-12 0,3-7 1,1-10 79,-2-6 1,-1-2 0,-3-2 0,1-2-175,-1-2 0,-7 0 0,-2 5 0,-2-3 130,-1-2 0,1 6 0,-6 8 0,-2 4-36,-4 7 1,3 1 0,-9 9 0,0 4-385,3 6 0,-7 13 0,6 12 0,1 6 520,3 6 0,-4 4 0,0 7 0</inkml:trace>
  <inkml:trace contextRef="#ctx0" brushRef="#br0" timeOffset="950">1153 594 7958,'0'12'532,"0"0"1,-2-7 86,-4 7 1,2 0 0,-5 5 0,1 1-317,4-1 1,2 3-1,2 1 1,0 4-170,0 2 1,0-3 0,0 3 0,0-2 41,0-4 0,0-1 0,0-3-141,0 1 1,2-9 0,4-3-162,6-4 1,-3-10 0,3-3 0,2-5-78,1-1 1,3-7 0,-1-1 0,0 0-60,1 0 1,-1-4 0,-1 3-1,-1 1 127,3 0 0,-10-2 0,9 7 0,-1 5 270,-1-1 0,1 7 0,-3-1 267,-1 2 1,-2 10 0,1 12 0,-5 7 19,-4 8 0,-2 4 0,0 4 0,0 2-60,0 2 1,0-1 0,0-5 0,0-2-473,0-4 0,-6-3 0,0-9-78,3 0 0,3-7 0,5-6 61,7-8 1,3-2 0,3-9 0,-1-7 5,1-3 0,-1 2 0,1-6 0,1-2-17,5-2 0,-5-2 0,4 2 0,-3 2-63,-3 2 1,1 2-1,-1-3 22,0 7 252,-7 4 0,-2 13 0,-8 10 1,-2 13 370,-4 9 1,2 3-1,-5 6 1,1-1-271,4 1 1,2 0 0,2-2 0,0-2-299,0-2 1,2-7 0,2 1-1,4-3-734,1-3 1,-3-7 0,6-4-117,1-5 1,3-2 0,1-5 0,1-8 129,-1-7 0,-5-1 0,-2-5 844,-3 2 0,-1-14 0,-6 2 0</inkml:trace>
  <inkml:trace contextRef="#ctx0" brushRef="#br0" timeOffset="1400">2061 158 7958,'0'-24'0,"2"1"583,4 2 0,-4 1 384,4 3 1,-4 9-538,-2 8 0,-6 16 0,0 13 0,0 6-15,-1 5 1,5 7 0,-6 11-1,2 6-134,0 4 0,0 2 0,6-2 0,0-2-67,0-2 1,0-8 0,0 2 0,0-5-255,0-7 0,0-5-123,0-12 1,8-13-1,2-16-180,0-10 0,5-13 0,-5-6 0,1-4-206,1-2 1,-2 0 0,3 0 0,-3 2 90,-2 4 1,5-4-1,-1 6 1,4-2 149,1-1 1,-5 9-1,-1-2 1,5 3 251,5 3 0,-1 7 0,5 4 0,-2 5 329,0 1 1,6 7 0,-5 7-1,-3 7 122,-2 8 1,-9 4-1,-4 4 1,-4 2-114,-2 2 0,-8-1 0,-5-5 1,-9 0-86,-7 0 1,-4-2 0,-2-4 0,2-7-294,4-9 0,-4 1 0,4-8 0,-2-2-503,2-2 0,4-4 0,9-4-86,5-6 1,3 2 0,8-1 684,0-3 0,15-1 0,5-3 0</inkml:trace>
  <inkml:trace contextRef="#ctx0" brushRef="#br0" timeOffset="1800">2568 699 7958,'8'-10'489,"-7"1"1,7 5 270,0-2 1,-4 0 0,7 6-391,3 0 1,2-6 0,1 1 0,1-1-120,-1-2 1,6 4 0,3-8 0,-1 1-275,0 1 0,4-5 1,-6 3-1,-1-4-369,-3-1 1,-3 5 0,-5 1 98,-5-3 0,-4-1 0,-4-1 1,-4 4 217,-5 7 0,-5 3 0,-3 2 1,-3 0 333,-1 0 1,-6 9 0,4 7 0,0 7 254,-1 4 1,3 2-1,7 6 1,3 2-23,1 4 0,8-4 1,-1 5-1,3-1-450,2 0 1,13-2 0,7-10 0,3-6-149,2-3 1,6-5 0,-2-3 0,4-6-587,2-4 0,0-10 1,-2-6-1,-4-5-514,-6-5 1,-3-5 0,-5 4 0,-1 0 1205,-2 0 0,-8-6 0,3 3 0</inkml:trace>
  <inkml:trace contextRef="#ctx0" brushRef="#br0" timeOffset="2117">3179 542 7958,'0'-18'2906,"0"1"-2443,0 0 0,0 9 0,0 8 0,0 9-155,0 7 1,-2 9 0,-2 6 0,-2 6-114,2 4 1,3 2-1,1-5 1,0 3-64,0-2 0,0-10 0,0-6 0,0-3 598,0-3-631,0 1 1,0-11-1,0-7 1,1-9 50,5-7 0,-4-7 1,6-2-1,-2-1-609,0 1 0,-1-4 0,-3 6 1,2 0-77,2-3 0,6 7 1,-4-6-1,1 1 146,5 1 1,1-2 0,3 4 0,1-3 172,4 3 0,12-4 1,12 1-1,5 3-131,7 2 1,1 7-1,6 2 347,-2 3 0,0-7 0,6 4 0</inkml:trace>
  <inkml:trace contextRef="#ctx0" brushRef="#br0" timeOffset="2883">4629 629 7901,'9'-17'384,"1"7"1,-6 2 229,2 1 0,1-1 0,-3-6 110,2 3 1,0 5-159,-6-6 1,-2 2-496,-4-1 1,-4 3 0,-7 8-1,-2 2-209,-5 4 1,5 3 0,-6 11 0,1 3-43,1 6 0,-6-2 0,8 3 1,3 3 158,5 5 1,9-1 0,-2 4 0,4-4 99,2-2 1,4-2 0,7-6 0,11-8 25,3-5 0,14-10 0,-4 0 1,4-10-227,3-12 0,-5-7 0,4-10 0,-4-2-22,-2-3 0,-10 1 0,-6-6 1,-7 2-148,-4 5 0,-4 1 0,-10 4 1,-8 4-9,-7 5 1,-8 7-1,-12 5 1,-4 8 31,1 8 1,-1 6 0,6 9-1,1 5-56,5 5 0,0 10 0,11 3 1,7 1 83,7 0 1,6-3 0,2-5 0,4-4 237,7-7 0,9-1 0,15-13 0</inkml:trace>
  <inkml:trace contextRef="#ctx0" brushRef="#br0" timeOffset="3550">5048 420 7723,'-2'-18'1052,"-4"1"0,4 5-486,-4 0 1,4 11 0,2 1-235,0 9 0,0 7 0,2 1 0,2 1-145,2-1 1,7-5-1,-1-1 1,6 1-3,5-2 0,-2-2 1,8-8-1,0-2-78,-1-4 1,5-4-1,-4-9 1,4-5-143,2-5 0,-6-4 1,-2-4-1,-4-1-191,-7-3 1,-1-6-1,-9 7 1,-2 3-93,-2 6 0,-4 0 0,-4 7 0,-6 5-6,-3 5 0,-5 7 0,-1 8 0,-4 7 22,-2 10 1,-2 15 0,-6 13 0,0 5 326,0 1 0,0 10 0,0 8 0,2 10 238,4 5 0,13-37 1,1 1-1,3 3 1,3 3-1,0 5 1,2 2-76,3 6 0,0 2 1,0 5-1,0 1 1,1 2-1,1-1 0,-1-5 1,2-2-267,-1-5 0,2-4 1,10 28-1,5-26 0,6-25 87,1-18 0,-5-14 0,-3-16 0,-5-10-155,-1-5 0,4-6 0,-6-8 0,-2-3-164,-2-3 1,-2-2 0,0-5 0,0 2 29,0 3 1,-2-1 0,-2 7 0,-4 0 143,-2-2 0,-1 6 0,-7-3 0,1 5 120,-1 6 0,-5 0 0,0 9 0,1 5 283,3-1 0,7 8 0,3 4-98,1 8 1,2 0 0,8 8 0,4 0 54,5-3 0,7-1 0,5-8 0,6 0-282,4 0 1,2-2-1,0-4 1,0-5-848,0-5 1,6-3-1,-1-3 905,-1-1 0,6-8 0,-1 4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5:39.1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315 113 7890,'7'-17'40,"-5"-1"0,4 1 0,-4-1 452,-2 1 0,2 7 0,2 2 82,2 0 0,-1 8 0,-5 2-128,0 14 0,-2 3 0,-1 12 0,-5 6-46,-2 8 0,4 7 1,-5 6-1,-1 5-273,2-1 1,-3 4 0,7-8 0,2 0-388,2 2 1,-4-7-1,0-1 1,3-11-333,1-10 1,4-8 0,1-9 0,5-5-145,2-1 1,-4-4-1,3-10 1,1-7-345,0-9 1,-6 1 1079,2-8 0,3 0 0,1-6 0</inkml:trace>
  <inkml:trace contextRef="#ctx0" brushRef="#br0" timeOffset="182">0 480 7890,'10'-10'1579,"7"4"1,10 2-1237,6-1 1,10-5 0,4-8 0,3-1-618,3-4 0,-1 1 0,0-5 0,1 0 274,-1 0 0,-7 5 0,-3-3 0</inkml:trace>
  <inkml:trace contextRef="#ctx0" brushRef="#br0" timeOffset="599">664 78 7930,'8'-10'1349,"-7"6"0,5 14-947,-4 8 0,-2 11 1,0 2-1,0 8-160,0 7 1,0 5 0,-2 3 0,-2 2-107,-1 2 1,-7 5-1,6-9 1,2-6-171,2-3 0,2-6 1,0-10-1,2-8-144,4-7 1,-2-6 0,8-10-1,1-4-25,3-6 0,7-13 1,0-8-1,1-8-105,1-3 1,-4 3 0,6-4 0,-1 3 29,-5 3 0,-2 8 0,-1 2 0,-1-1-118,1 3 0,-7 4 325,1 11 0,-8 7 0,2 10 1,-4 9 326,-2 7 0,0 8 0,-2 12 0,-2 4 263,-2-1 0,-6 5 0,5-8 1,-1-1-311,0 3 1,2-12 0,6 2-1,0-6-229,0-5 1,2-5 0,4-5-643,6-6 1,3-6 0,3-6 0,-3-8 661,-3-7 0,11-6 0,-4-8 0</inkml:trace>
  <inkml:trace contextRef="#ctx0" brushRef="#br0" timeOffset="932">1205 602 7890,'0'-17'879,"0"-1"0,2 3-379,4 3 1,-2 2 0,7 6-1,3-2-221,2 3 1,1 1-1,1 2 1,-1 0-141,0 0 1,1-6-1,-1-2-259,1-2 1,-3-1-1,-1-7 1,-4-1-58,-3-4 0,-1 3 0,-6-3 1,0 3 65,0 3 1,-8 5-1,-3 3 1,-7 1 57,-5 4 1,2 2-1,-8 4 1,0 6 199,1 9 0,-3 7 0,8 9 0,2 0 126,1 3 1,11 5 0,3-2 0,4 2-182,2-2 0,9-3 0,9-3 0,9-5-551,6-11 1,18-7 0,9-10 0,12-4 458,9-8 0,4-15 0,3-18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5:34.3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193 252 7812,'-12'0'570,"0"0"0,7 0 1087,-7 0-458,8 0-927,-4 0 1,10 0-1,2 2 1,2 4-127,-2 6 0,4 3 1,-3 3-1,1 1-204,2 4 0,-6 5 1,6 8-1,-2 5-174,-1 6 1,3-3-1,-4 3 1,2 2-398,-2 1 0,3-5 0,-1-7 0,-2-5-631,-2-4 0,4-13 41,0 1 1219,7-18 0,-11-17 0,6-19 0</inkml:trace>
  <inkml:trace contextRef="#ctx0" brushRef="#br0" timeOffset="386">1 148 11019,'7'-10'404,"5"4"1,5-4-1,7 1 1,5-1-179,4 4 1,8-2-1,1 3 1,3 3-251,3 5 1,-3 9 0,0 13 0,-5 10-61,-7 10 1,0 15 0,-11 10 0,-7 9-93,-7 7 1,-6 7 0,-4 2 0,-6 0-121,-9 0 0,-3-9 0,-9-13 0,-2-7 196,-2-7 0,-2-13 0,0-9 0,0-10 4,1-9 1,-1-13 0,2 1 0,2-6-129,1-6 0,9-11 0,0-12 0,7-4-666,8-2 890,4-8 0,2-9 0,0-10 0</inkml:trace>
  <inkml:trace contextRef="#ctx0" brushRef="#br0" timeOffset="800">734 933 7875,'10'-17'0,"-2"1"910,-1 5 0,-3 1 1,8 6 23,1-2 0,3-5 0,1 3-735,1-2 1,-3 4-1,-1-5 1,-2-3-210,1-1 1,3-5 0,-1-1 0,-1-4-47,-3-2 1,-7 5-1,2-3 1,-4 2-290,-2-1 1,0 1 0,-2 8 0,-6 1 28,-9 2 0,-1 9 0,-7-3 0,2 6 457,0 6 0,-6 11 0,5 12 0,3 4 97,2 2 0,3 8 1,4 1-1,7 1-207,3-4 1,4-4 0,3-2 0,9-2-249,7-4 1,6-6 0,8-11 0,2-7-203,4-3 0,-2-6 0,5-5 0,-1-11-1369,-4-5 1788,-10-4 0,4-14 0,-6-1 0</inkml:trace>
  <inkml:trace contextRef="#ctx0" brushRef="#br0" timeOffset="1097">1363 113 10802,'0'19'0,"0"6"369,0 10 1,0 10 0,0 13-1,0 8-220,0 8 0,0 5 0,2 7 1,2-5-144,1-5 1,7-14-1,-4-10 1,0-11-472,-1-10-111,7-13 0,-6-18 1,3-14-1,-5-5-1500,-4-5 2076,-10-7 0,-1 4 0,-9-8 0</inkml:trace>
  <inkml:trace contextRef="#ctx0" brushRef="#br0" timeOffset="1264">1171 637 8294,'0'-18'1669,"7"8"0,5 3-1196,4-1 0,3 4 1,4-6-1,6 1-794,4-1 0,8-2 0,2-5 0,1 1-908,5 5 0,-6-3 1229,-3 8 0,-3-7 0,-2 3 0</inkml:trace>
  <inkml:trace contextRef="#ctx0" brushRef="#br0" timeOffset="1631">1712 706 7826,'0'-11'1253,"0"-1"0,2 8 1,4-2-489,5 4 0,5 2 1,1 0-757,1 0 0,-1 0 1,1 0-1,-1-1-40,1-5 0,-1 2 1,1-8-1,-1-1-526,1-3 1,-7-1-1,-1-1 1,-2 1-219,-4-1 0,-2 1 1,-4-1 731,-4 1 0,-4 7 1,-7 4-1,-3 6 232,-3 6 0,2 6 0,-7 11 1,3 8 89,4 8 1,3-2-1,5 5 1,3-1 55,2 0 0,3 2 0,6-6 1,5-1-368,6-3 0,11-11 0,6-3 0,4-7-138,2-4 0,0-3 0,0-8 0,0-7-495,0-8 1,-2-5-1,-4 2 665,-6-3 0,-3-7 0,-3 4 0</inkml:trace>
  <inkml:trace contextRef="#ctx0" brushRef="#br0" timeOffset="1981">2184 584 7826,'0'-11'2435,"0"-1"-2012,0 8 0,0-2 0,0 14 0,2 9-222,3 11 1,-3 5-1,6 1 1,-2 3-55,0 4 0,1-2 0,-3 6 0,2-1-24,-2 1 1,0-12-1,0 0 1,2-6-29,-2-6 1,3-11-94,-1-10 0,6-16 1,-6-15-1,-1-7-82,3-9 0,-6-1 1,4-1-1,-4 2-11,-2-1 0,0 5 0,0 3 0,0 3-320,0 2 0,0 6 0,0 1-183,0 3 1,2 10 0,4 9 123,5 4 1,5 10 0,3 3 0,3 5-732,1 1 1201,8-7 0,4 6 0,9-7 0</inkml:trace>
  <inkml:trace contextRef="#ctx0" brushRef="#br0" timeOffset="2917">2882 532 7866,'0'-18'160,"0"7"0,0-1 1597,0-2-1148,0 7 1,0 1 0,0 12 0,0 5-300,0 5 0,0 9 1,0 4-1,0 6-243,0 6 0,0-4 0,0 3 0,0-3-63,0-2 1,0-2 0,2-4 0,2-5-214,2-5 0,2-1 107,-3-1 0,3-11 0,6-10 1,-3-14 15,3-7 0,2-4 1,-1-6-1,-1 0-170,-3 0 1,1 0 0,5 0 0,1 1-30,-1-1 0,-5 6 0,0 1 88,1 3 0,3 4 171,1 9 1,-1 12-1,-5 14 1,-3 5 273,0 4 0,-6 8 0,4-1 0,-4 3 23,-2 1 0,0-1 1,0-1-1,0-5-17,0-2 1,0-2-1,0-5-142,0-1 1,1-7 0,3-6-177,2-8 1,8-8 0,-3-11 0,7-6-162,5-4 1,-3-4 0,5-2 0,-2-2 36,0 3 0,1 1 1,-7 4-1,1 4-134,-1 5 1,1 1 214,-1 6 1,-1 5-1,-5 20 334,-5 9 1,-4 8-1,-2 10 1,-2 0 44,-4 0 0,4 6 0,-6-2 1,3-4-211,-1-4 0,0-4 1,6 4-1,0-4-583,0-2 0,0-1-604,0-7 1,2-9 1124,4-8 0,3-8 0,9-9 0</inkml:trace>
  <inkml:trace contextRef="#ctx0" brushRef="#br0" timeOffset="3216">3738 462 7879,'0'-18'1006,"0"9"1,0 11 0,0 15-1,0 10-514,0 6 0,0 8 1,0 2-1,0 1-327,0 5 1,0-4 0,0-1-1,0-3-296,0-8 1,6 0-1,0-10 1,-1-3-682,3-7 0,-4-5 1,6-10-1,-1-6-107,1-9 1,-6-8 0,2-10 0,-4-2 918,-2-4 0,-8-4 0,-2-7 0</inkml:trace>
  <inkml:trace contextRef="#ctx0" brushRef="#br0" timeOffset="3365">3773 25 8252,'-8'-9'619,"6"-7"1,-6 16-620,8 0 0,0 8 0,0 9 0</inkml:trace>
  <inkml:trace contextRef="#ctx0" brushRef="#br0" timeOffset="3800">4087 567 7841,'10'-27'0,"-4"3"108,-4 5 0,4 1 0,-1 1 1616,-1-1-1314,-2 9 1,-2 9 0,0 11 0,0 7-104,0 5 1,0 6 0,-2 10 0,-2 4-105,-1 1 1,-1-5 0,6 4 0,0-4-153,0-4 1,0 1 0,0-12 0,0-3-190,0-1 0,7-11 0,5-5-77,4-8 0,3-13 0,2-12 0,3-4 38,-3-2 1,-2-2 0,-3-2 0,-2-2 88,-3 3 0,-1 3 0,3 4 0,-3 3-112,-2 3 1,0 4 0,-4 7-69,1 3 0,3 9 0,-4 4 230,2 13 0,0 4 0,-6 9 1,2-1 150,3 0 1,-3 0 0,4 4-1,-4-4-141,-2-1 0,0-3 0,0-6 0,0 1-589,0-1 0,0 1-232,0-1 0,2-7-533,4-4 1382,-4-4 0,13-2 0,-5 0 0</inkml:trace>
  <inkml:trace contextRef="#ctx0" brushRef="#br0" timeOffset="4167">4629 619 12001,'17'0'387,"1"-2"1,-1-2 0,2-3-200,5-3 0,-5 0 0,6-3 0,-1 1-212,-1-2 1,0-1 0,-5-3 0,-1 1-464,1-1 1,-9 1 0,-3-1 204,-4 1 0,-2 5 0,-2 3 1,-4 1 224,-5 4 1,-11 2 0,-3 4-1,0 6 283,0 9 1,1 3-1,7 7 1,-1 0 179,1 0 0,7 8 1,4 6-1,4-2-178,2-3 0,2-6 1,6-1-1,10 0-416,9-2 0,8-4 1,7-11-1,11-8-2840,9-8 3028,14-14 0,3-9 0,8-8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5:55.4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87 123 8008,'0'-18'461,"0"7"1,-2 1 0,-1 0 260,-3 1 1,0 3 483,6-6-824,0 8 1,0 1-160,0 14 0,-6 3 0,-2 17 0,1 4-172,-1 4 0,-4 3 1,4-3-1,1 2-133,-1-2 0,2-8 0,6-4 0,0-2-19,0-4 1,8-3 0,3-7-1,5-5 41,1-4 1,7-15 0,1-7-1,2-5 66,4-6 0,-6-2 0,1-2 0,-3 0 64,0 0 1,-5 6 0,-7 2-1,1 2-66,-2 3 0,-3 3-99,-7 1 1,0 11 0,-2 7-50,-3 9 0,-3 15 1,-6 5-1,5 4 173,1 2 1,2 0 0,6 0 0,0 0 34,0-1 1,0-4-1,2-3 1,4-2 11,5-4 0,7-3 1,5-7-1,6-5-34,4-4 1,2-12 0,0-7 0,0-10-23,0-6 0,-2-4 1,-2-2-1,-4-4 2,-2-1 1,-3 7 0,-9 0-1,-3 6-21,-2 0 1,-2 6-1,-6 2 1,0 3-58,0 3 1,-8 5 0,-4 2-312,-3 3 1,-3 1-1,1 8-233,-1 3 0,3 5 1,3 8-1,4-1-15,1 1 1,5-1-1,-4 0 1,4 1 614,2-1 0,8 9 0,1 1 0</inkml:trace>
  <inkml:trace contextRef="#ctx0" brushRef="#br0" timeOffset="367">821 228 7879,'10'0'1267,"-1"0"0,-3-2-660,6-4 0,-3 4 1,3-6-408,2 1 1,1 5 0,1-6-1,-3 2-109,-1 0 0,-6-5 0,5 3 0,1-2-132,-2-4 0,-1-1 0,-5-3-104,2 1 0,0 0 0,-8 1 0,-4 4-74,-5 7 1,-7 3 0,-5 2 0,-6 4 68,-4 7 0,4 9 1,1 14-1,1 1 168,0 0 1,12 6 0,-1 0 0,6-2 51,6-2 1,10-3-1,8-1 1,9-3-274,12-7 1,8-6-1,11-5 1,4-6-1206,6-4 1408,4-18 0,2-3 0,0-16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5:50.6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18 557 7303,'0'-11'394,"0"-1"0,0 6 991,0-5 64,0 7-1130,0-4 0,0 10 1,0 4-1,0 7-122,0 9 0,0 5 0,-2 10 0,-2 2-198,-2 1 1,0 7 0,6-4 0,0-1-96,0 1 1,0-2-1,0-8 1,0-2-619,0-2 1,0-8-921,0 3 0,6-15 1634,0-9 0,0-8 0,-6-9 0</inkml:trace>
  <inkml:trace contextRef="#ctx0" brushRef="#br0" timeOffset="403">88 767 7847,'0'-17'705,"0"5"0,0 0-228,0-1 1,5 3 0,3 0 0,0 1-234,0-1 0,5-2 0,-1-5 0,3 1-110,3 5 1,-1-5 0,1 6 0,-1 1-128,1 3 1,5-2 0,0 2-1,-1 2-181,-3 2 0,-1 2 292,-1 0 1,-1 10-1,-5 6 1,-5 7 23,-4 4 0,-8 2 0,-2 8 0,-1 2-123,-5 2 1,4 5 0,1-3 0,1 0-209,4-1 1,0-3 0,0-10 0,-2-4-556,3 1 0,3-15 326,5 1 0,5-16 0,6-9 1,-5-7-298,-5-3 0,-4-6 0,-2 3 715,0-1 0,0-2 0,0-6 0</inkml:trace>
  <inkml:trace contextRef="#ctx0" brushRef="#br0" timeOffset="968">472 889 8076,'0'-17'0,"0"-1"286,0 1 1,6 5-1,-1 1 1,1-1 218,2 2 1,-4 2 0,8 8 0,1 0-102,3 0 0,1 0 1,1 0-1,-1 0-26,1 0 0,-1 0 1,0 0-1,1 0-155,-1 0 1,1 0 0,-3-1-1,1-5-276,1-6 0,-9-3 0,10-5 1,-3-3-195,1-6 0,-5 2 0,-1-1 0,-2 3-79,-4 4 0,-2 1 0,-2 3 1,0 0 122,0-1 1,-8 8 0,-4 5 0,-3 3 166,-3 2 1,-5 7 0,-2 7 0,-1 7 137,1 8 0,2 6 0,5 4 0,1 4 54,0 1 1,7-3-1,4 4 1,4-2 6,2-5 1,4-1 0,6-4-1,9-4-75,6-5 1,6-13 0,8-5-1,2-4-140,-2-2 1,3-4 0,-1-6 0,-2-9-147,-2-6 0,-8-4 0,-2-6 0,-4 0-47,-7 0 0,1 6 1,-7 0-1,2-2-128,-1-2 0,-7 4 0,2 1 0,-4 3-82,-2 4 1,6 1 0,0 3 63,-2-1 449,-3 1 1,-1 9-1,0 8 169,0 10 0,0 5 0,0 3 0,0 1 256,0 5 1,0-5 0,0 4 0,0-1-187,0 1 0,0-2 0,0 6 1,0-1-217,0-5 1,0 4-1,0 0 1,0 1-703,0-1 0,0-2 0,2-5-913,4-1 1,-2-7 1533,8-4 0,-1-12 0,7-4 0</inkml:trace>
  <inkml:trace contextRef="#ctx0" brushRef="#br0" timeOffset="1203">1223 226 7941,'0'-12'-30,"-2"2"262,-4 3 1,4-1 481,-4 2 1,6 4-513,6-4 0,4 4-1400,7 2 1198,-7 0 0,5 8 0,-5 2 0</inkml:trace>
  <inkml:trace contextRef="#ctx0" brushRef="#br0" timeOffset="1752">1659 750 7902,'12'-8'7,"0"-4"1,-7 2-1,7-1 742,2-3 1,-5 5 0,1-3-185,-2-2 1,-2 5 0,-4-3-342,3-2 0,-3-1 0,2-3 0,-8 1-96,-7-1 1,-5 1 0,-3 0 0,-3 1-86,-1 4 1,-8 3-1,2 5 1,-4 0-192,-2 6 0,6 6 0,2 11 1,2 4-49,3 6 0,3 12 0,3 4 0,5 1 149,5 1 1,4-2-1,4 1 1,4-7 100,5-8 1,13-6-1,5-9 1,2-5-6,-2-5 1,4-4 0,-6-4 0,2-4-156,0-5 0,-5-13 0,1-3 1,-4-2-96,-5 0 1,-5 6 0,1-4 0,-6 1-474,-4 5 639,5 2 0,-5 11 0,2 10 1,-6 13 277,-3 13 0,-1 12 0,6 7 1,0 5 104,0 6 1,0 10 0,0 10 0,0 2-9,0 3 1,0 4 0,0 3-1,-2-3-170,-4-8 0,-2-5 0,-5-6 0,1-4-264,-2-6 0,1-11 1,-1-6-1,3-6-471,-3-6 0,0-10 1,1-9 135,1-2 0,2-5 0,-3-8 1,3-9-201,2-7 0,-3-1 1,3-9-1,0-4 154,0-3 1,-3-11 0,5 2-1,0-3 475,-2-2 0,6-9 0,-5-1 0,7-7 0</inkml:trace>
  <inkml:trace contextRef="#ctx0" brushRef="#br0" timeOffset="2235">2061 243 7834,'0'-17'153,"0"-1"0,0 7 0,0-1 1574,0-2-1254,0 7 0,0 1 0,0 12-187,0 5 0,0 12 0,0 9 0,0 6 32,0 9 1,-2 5 0,-2 5 0,-2 3-77,3 2 0,1 0 1,2 2-1,0-6-335,0-4 0,0-11 0,2-6 0,3-8-101,7-4 1,4-9 0,1-12 0,0-8-64,1-8 1,-1-11 0,1-6 0,-1-4-124,1-2 0,-1 0 1,-1 0-1,-3 2 162,-1 4 1,-6-2 0,4 8-1,-3 1-31,-3 3 0,4 1 221,-2 1 1,0 9 0,-6 8 0,0 10 221,0 5 1,-2 11 0,-2 3 0,-2 4 122,2 2 0,2 5 0,2 1 0,0-2-115,0-2 1,2-4 0,4-2-1,4-4-319,-1-2 0,7-3 1,-5-11-1,5-5-674,1-4 1,1-4 0,-1-4 790,1-5 0,-1-13 0,1-3 0</inkml:trace>
  <inkml:trace contextRef="#ctx0" brushRef="#br0" timeOffset="2686">2725 16 7888,'-8'-10'943,"4"5"0,-6 12 0,3 13-348,3 13 1,-4 9-1,2 13 1,2 3-183,2 6 1,2 12 0,0 5 0,0 5-260,0 1 1,0-10 0,0-7 0,2-10-4,4-5 1,-2-12 0,8-11-75,1-12 1,-3-10 0,0-12-1,-3-4-307,-3-6 1,4-5-1,0-8 1,-1-8-219,1-6 1,4-2 0,-4 4 0,-1-2-35,1-1 1,4 1 0,-4 8 0,1 2 23,5-2 1,-1 5 0,1 3 0,-2 6 299,1 5 0,5 4 0,3 10 0,4 6 446,2 9 0,-5 10 0,3 12 0,-2 4 97,1 2 1,-7-1 0,-7 3-1,-2-5-67,-5 1 1,-3-6 0,-5 2 0,-9-8-196,-7-8 1,-5 0-1,-5-3 1,2-7-378,-2-3 1,-2-4 0,0-6 0,4-2-394,6-4 0,0 2 0,3-7 1,7-3-530,3-1 1,4-3 1175,6 1 0,0-1 0,0 1 0</inkml:trace>
  <inkml:trace contextRef="#ctx0" brushRef="#br0" timeOffset="3103">3476 697 7158,'5'-23'73,"1"0"0,0-1 1,-4 7 899,4-1 1,-4 7-1,4-1-294,-4-1 0,3-3-384,1-1 0,0 5 1,-8 2-1,-4 2-95,-5 5 0,-5 1 0,-1 2 0,-3 0-8,-3 0 1,4 9-1,-5 7 1,5 7-147,1 4 1,1 2-1,-1 8 1,3 2 62,3 2 0,5 7 0,7-3 1,1 2-148,5-1 0,6-13 0,11 0 0,4-6-25,1-5 1,5-11 0,-4-5-1,4-6-184,2-6 0,0-11 0,-1-14 0,-1-8-71,-3-8 0,-5-5 0,-10-4 1,-3-3 4,-6 3 1,-4 4-1,-6 5 1,-6 6 67,-7 5 0,-12 8 0,-1 5 0,-3 6 233,-1 5 1,-1 12-1,2 12 1,2 7-259,1 10 0,3 2 0,0 16 0,10-1-214,9-1 0,6 5 0,2-3 0,2 2-94,4-3 1,3-11 577,9-12 0,7 5 0,2-1 0</inkml:trace>
  <inkml:trace contextRef="#ctx0" brushRef="#br0" timeOffset="3470">3825 540 7874,'0'-10'2475,"0"4"-1865,0 12 0,2 4 0,2 7 1,2 3-260,-3 3 0,-1 4 1,-2 8-1,2 0-156,4 0 0,-4 0 0,4 0 0,-2-2 79,2-4 1,-4-4-432,3-7 0,-1-10-114,2-8 1,-4-16 0,4-11 0,-4-2-5,-2 0 0,0-1 1,0-4-1,0 1 27,0 3 0,0-1 0,2 6 1,2 0-8,1 0 0,3-4 1,-4 5-1,4 5-193,2 5 0,3-1 0,8 5 34,3 0 1,1 3 0,-4 7-1,5 2-11,1 3 1,-4-3 0,6 6-1,2-2 425,2 0 0,2 0 0,0-6 0,0 0 0</inkml:trace>
  <inkml:trace contextRef="#ctx0" brushRef="#br0" timeOffset="3836">4524 488 7589,'7'-10'219,"-3"-4"774,8 8 0,-8-7-310,1 1 0,-3 3 1,-4-1-339,-3 2 1,-5 2 0,-7 4-1,-1-2-177,1-1 1,-1-1 0,1 6-1,-1 2-252,1 4 1,-1-3 0,1 9 0,1 2 61,5 1 0,-3 3 1,8-1-1,2 1 110,2-1 1,2 6 0,0 1 0,2-1 26,4 2 0,0-4 0,10 7 1,3-3 17,0-4 1,1 4 0,-3-1-1,1-3-141,-1-2 1,-5 5 0,-3-1-1,-1-2 15,-4-1 0,-2-3 0,-4 1-83,-4-1 1,-5-7-1,-11-4 1,-3-4-360,-2-2 0,0 0 0,-4 0 0,4-2-993,1-4 1,-3 2 1427,6-8 0,0 1 0,5-7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5:57.0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1 732 7591,'9'-8'-462,"5"4"917,-8-8 1,2 8 0,-5-3 170,3-1 1,2 6-1,-4-6 847,2 0-108,0 7-1031,-6-7 1,-6 23 0,-2 9-256,-2 7 1,4 4 0,-3 1-1,1 3-143,4 2 1,2-6 0,2-6 0,2 0-2,4-2 1,4-3 0,7-13 0,3-5 23,3-4 1,2-12 0,6-7 0,-4-10 114,-2-6 1,5-8-1,-7 0 1,-2 0 51,-1-1 0,-5 7 1,-3-2-1,-6 8-7,-4 4 1,-2 1-159,0 7 0,-2 7 0,-4 4 0,-4 6-202,0 6 0,-5 12 0,5 11 0,-1 4 187,-1 2 1,8 2 0,-2 1 0,4 3 126,2-2 1,8-2 0,4-4 0,5-2 17,6-2 1,-1-10 0,7-1-1,2-10 37,2-7 0,8-2 0,-1-7 0,-1-10-107,-2-9 1,-8-6 0,-2-2 0,-1-2-9,-5-3 0,-4 3 1,-3-4-1,-4 4-86,-3 2 0,-1 0 0,-6 0 1,-2 2-158,-4 4 0,3-2 0,-9 8 0,-2 2 63,-1 1 1,-1 8-1,3 3 1,1 1-337,-2 4 1,5 4 0,-1 6 0,2 6-112,4 3 0,1 10 1,-1 4-1,-2 3 614,2-3 0,2 4 0,2-6 0</inkml:trace>
  <inkml:trace contextRef="#ctx0" brushRef="#br0" timeOffset="516">1328 662 7956,'0'-18'204,"0"1"1,0 5 0,0 1 676,0-3 1,-2-2-493,-4-1 0,2 1 0,-7 5-222,-3 5 1,-3 4-1,-5 2 1,-3 2-346,-2 4 0,-2 4 0,-4 9 0,2 2 47,2 3 1,2 7-1,-3 0 1,7 6 293,4 3 0,3 1 1,5-8-1,5-2-45,4-2 1,4-7 0,5 1 0,11-6-64,9-5 0,6-4 0,2-10 1,0-4-172,0-6 0,0-5 1,0-6-1,-2-5 92,-4 1 1,2-6 0,-8 4 0,-1-4 75,-3-2 1,-9 6 0,-5 2 0,-1 2 40,2 3 1,-6 5-121,0 5 1,-8 8-1,-9 14-95,-1 8 1,7 13-1,-1 2 1,1 7 101,1 5 0,2-6 0,8 1 1,2-3-16,4-2 1,4-6 0,7-1 0,2-5-86,5-8 0,1-5 0,6-12 0,-2-2-438,2-2 0,0-13 0,-2 0 1,-5-5 557,-5-1 0,-2-6 0,1 4 0</inkml:trace>
  <inkml:trace contextRef="#ctx0" brushRef="#br0" timeOffset="933">1800 609 7956,'0'-17'556,"0"5"1,0 1 1379,0-3-1682,0 6 1,0 2-1,0 12 1,0 8-55,0 7 0,0 8 1,0 10-1,0 4-242,0 1 0,0 1 1,0 2-1,0-7 3,0-3 0,5-4 1,3-4-1,2-7-5,3-9 1,9 1 0,1-10-1,0-6-39,3-8 1,-5-13-1,8-6 1,0-4 1,-2-2 0,-2 0 0,-7 0 0,-1 2-66,1 4 0,-3-2 0,-3 8-269,-6 1 316,-4 3 1,-4 11 0,-2 8 0,-4 10 222,-1 5 1,5 10 0,-4 5 0,2 3 52,0 1 0,0-4 1,8-1-1,2 2-152,2 2 1,8-6-1,-1-4 1,7-3-325,3-3 1,8-7-1,-4-4 1,2-4-306,0-2 1,-1-2 0,3-4 0,-4-6 604,-2-3 0,6-11 0,-4-1 0</inkml:trace>
  <inkml:trace contextRef="#ctx0" brushRef="#br0" timeOffset="1200">2708 120 7956,'0'-27'88,"0"-4"1,0 8 394,0 2 1,-2 9-24,-4 6 1,2 14 0,-6 11-1,3 14-140,3 12 0,-4 7 0,0 5 0,0 3-21,1 2 1,-5 8 0,6 5 0,0-1-92,-1-2 0,5-4 1,-4-4-1,4-8-182,2-7 1,0-3 0,2-13 0,2-10-455,2-7 1,7-12-1,-3 0-583,0-8 1,-3-6 0,-5-7 0,2-3-432,2-3 0,-2 2 1442,-10-8 0,-4-1 0,-7-5 0</inkml:trace>
  <inkml:trace contextRef="#ctx0" brushRef="#br0" timeOffset="1333">2393 627 10129,'18'0'979,"-1"0"0,1 0-863,-1 0 1,8 0-1,5 0 1,4 0-902,7 0 0,-2 0 785,8 0 0,-1-8 0,7-2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01.4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106 173 8020,'0'-18'167,"0"1"0,0-1 0,2 3 0,1 1 387,3 3 0,0-1 0,-6-5 126,0-1 0,0 6 0,2 3-255,4 1 1,-4 4 0,4 10 0,-4 6 113,-2 3 0,-6 16 0,-2 6 1,-2 8-49,-3 9 1,-3 8 0,-1 12 0,1 1-255,5-1 1,-5 4-1,6-1 1,1 1-200,3 0 0,4-10 0,4-14 0,4-9-170,5-11 0,5-18 1,3-4-1,3-10-288,1-8 0,6-6 0,-4-13 0,0-8-113,1-6 0,3-7 0,-6 3 0,-4 0 236,-5 0 0,2 3 1,-7 5-1,3 0-168,0 0 1,-9 8 0,3 3 0,-4 5-59,-2 2 1,0 3 419,0 8 0,0 16 0,0 19 316,0 4 0,0 4 0,0 2 0,0 3-19,0 3 1,0-8 0,0 0 0,2-8-177,4-4 0,4 4 0,7-6 0,2-3-500,5-7 1,3-5 0,8-8 0,2-2-258,3-4 1,-3-5-1,2-11 1,-6-1 738,-4 2 0,-7-6 0,3-1 0</inkml:trace>
  <inkml:trace contextRef="#ctx0" brushRef="#br0" timeOffset="452">892 714 8020,'15'-2'1500,"-1"-2"-1198,-3-1 0,-5-7 0,4 4 0,-2-2 208,-5-3 0,5 3 0,0-2-221,2-1 0,-6-3 0,1-1-184,-3-1 0,-4 9 0,-3 1 1,-7 2 37,-4 0 1,-1 1 0,-1 5 0,-1 1-78,-4 5 1,3 4 0,-3 7 0,2 3 144,-3 3 1,5 4-1,-2 8 1,5 0 5,5 0 1,7 0 0,-2 0-1,4 0-170,2 0 0,2-8 1,6-6-1,7-5-299,6-5 1,9-7-1,-5 0 1,2-10-169,4-11 0,-4-2 1,0-11-1,1-1 202,-1-2 1,-6 4 0,0 0 0,-5 0 15,-4 2 1,-9-4 0,3 8 130,-4 1 1,-4 11 43,-4 5 1,-3 14 0,-9 7 0,3 8 24,3 5 0,4 1 0,8 6 1,0-1-68,0 1 0,0 0 0,2-2 0,4-4-158,6-5 1,9-5-1,4-1 1,2-3-549,5-3 0,1-4 1,1-10-1,1-4-668,0-6 1443,-8-11 0,6-4 0,-5-8 0</inkml:trace>
  <inkml:trace contextRef="#ctx0" brushRef="#br0" timeOffset="785">1450 540 8020,'0'-10'1778,"0"4"0,0 14 1,0 9-1294,0 10 1,0 3-1,0 2 1,2 7-151,4 4 1,-2-2 0,6 3 0,-1-1-297,1-4 0,2-8 1,5-4-1,1-4-78,-1-7 1,1-6 0,-1-10 0,1 0-115,-1 0 1,1-10-1,-3-6 1,-1-7-158,-3-4 0,1-2 0,3-6 0,-1 2-157,-2 4 1,-7-4 0,7 4 0,0-4-90,-3-2 1,7 8-1,-4 3 1,1 5-78,-1 1 1,3 1 0,-3 1 171,4 5 1,-7 5-1,-3 12 1,-4 5 460,-2 5 0,0 9 0,0 2 0</inkml:trace>
  <inkml:trace contextRef="#ctx0" brushRef="#br0" timeOffset="1101">2009 836 10746,'12'0'690,"0"0"0,-7 0 0,7 0 0,4-2-371,5-3 1,0 1-1,8-8 1,0-1-110,-1-3 0,5-1 0,-6-1 0,0 1-83,-4-1 0,-5-5 0,-7 0 0,-5 1-349,-4 3 0,-2 7 0,-2 1 0,-6-1-8,-9 2 0,-8 2 0,-10 8 1,2 2 189,4 4 1,-4 4 0,6 9 0,-1 5 272,5 5 1,9 6 0,5 3-1,1 5 94,4 2 0,4-4 0,8 3 0,11-1-757,14-4 0,18-10 1,13-6-1,6-5 430,5-7 0,13-3 0,9-8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00.3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245 138 8020,'7'-20'0,"3"-1"-75,0-2 0,-2-1 1,-6 7 3495,3 0-2843,-3 7 1,6 4-1,-8 14 1,0 9-194,0 10 1,-6 14 0,0 6 0,1 5-145,-3 6 1,4 2 0,-6 6 0,3-3-127,3-3 1,2 6 0,0-4-1,-2 0-429,-2-4 1,0-6 0,6-5-1,2-6-663,4-4 0,-4-10 1,6-6 113,-1-7 0,-3-8 0,6-12 0,-2-6-498,-4-3 1,-4-11 1360,-6-3 0,-12-11 0,-9-5 0</inkml:trace>
  <inkml:trace contextRef="#ctx0" brushRef="#br0" timeOffset="200">0 679 8020,'10'-11'372,"-2"1"0,-3 0 163,1 0 1,8 5 0,-2-5 0,3 2 61,3 4 1,5-4-1,4 3 1,4-1-725,6-2 0,4 6 0,-3-4 0,3 4-490,-2 2 1,-2-5 0,-2-1-1,0 2 617,0 2 0,0-6 0,0-2 0</inkml:trace>
  <inkml:trace contextRef="#ctx0" brushRef="#br0" timeOffset="585">786 609 8394,'10'-7'737,"0"5"0,-7-6 33,3 0 0,0 4-345,-6-7 0,0 5-340,0-6 0,-2 8 0,-4-2 0,-5 4 13,-5 2 0,-7 8 0,-2 6 0,-1 5-62,1 4 1,0 10-1,4 0 1,-3 6 135,3 0 1,9 0-1,6 0 1,5 1-102,1-1 1,7-10 0,7-5 0,7-7-76,8-5 1,4-6 0,4-12-1,2-8-197,2-7 1,-6-8 0,-8-10 0,-2-4-48,-4-1 1,-7 5 0,-4-2 0,-3 4-2,-3 2 1,-9 2-1,-9 4 1,-7 6 98,-9 3 1,-3 11 0,-1 3 0,-1 6-224,0 6 0,2 11 0,4 12 1,5 6-857,5 6 0,9-2 1229,4 7 0,4-7 0,2 4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03.90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18 977 7929,'0'11'-84,"0"1"440,0 1 1,0-3 0,-2 2 668,-4 1 1,4 3-274,-3 1 0,3-5 394,2 0 1,0-10-465,0-2 0,0-8 0,0-12-385,0-3 1,0 2 0,0-8 0,0-2-132,0-2 0,0-4 1,0-2-1,0-4-129,0-1 0,0-9 0,2-5 1,1 0-296,3-2 1,8-2 0,-2-8 0,3 0-284,3 0 0,1 8 0,2 6 0,3 7-230,-3 8 0,-2 8 0,-1 10-233,-1 11 0,-5 10 1,-2 10-1215,-3 10 2218,7-1 0,-12 24 0,6-4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04.1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11 123 8881,'-10'0'2318,"16"-2"0,13-2-2129,6-2 1,-1-1-1,5 3 1,4-4-335,6-2 1,-3 4 0,5-3 0,-4 1-1326,-2 4 1,0-4-1,0 1 1470,0-3 0,0-2 0,0-5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04.56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210 192 7882,'6'-17'655,"-1"-1"1,-1 1-444,-2-1 1,-2 7 0,2-1 268,4-2 1,-4-1-370,4-3 0,-6 3 0,-6 3 6,-6 6 0,-5 6 1,-4 6-1,-5 6-167,-1 3 1,6 5-1,-2 3 1,3 6 234,3 4 1,-1 2 0,3 2-1,3 2 143,6 2 1,4-1 0,2-3 0,4 0-276,8-2 1,1 0 0,16-16-1,4-5-178,6-4 1,-2-5 0,4-8 0,-4-9-115,-2-11 1,-2-10 0,-4-8 0,-6-4 48,-4 1 1,-9-7 0,-4 7 0,-4-1 58,-2 4 0,-14 0 0,-5 7 1,-4 6-116,-3 7 1,-5 5 0,2 5-1,-4 5-73,-2 4 1,6 12 0,2 7 0,2 10-629,4 6 1,9 4 945,6 4 0,4-4 0,2 6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04.95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0 140 6810,'0'-9'2931,"0"16"1,0 17-2543,0 7 0,0 9 0,0 1 0,0 0-238,0 2 1,6-6 0,0 3 0,-2-5 110,-2-6 0,4-3-190,-1-9 1,7-9-1,-6-10-203,-2-14 1,3-3 0,-1-10-1,-2-2-83,-2-2 1,-2-2 0,0 2 0,0 2-2,0 2 1,0 5 0,2-3 0,2 0-244,2 0 1,5 6 0,-3-3 0,2 5-36,3 1 1,3 3-1,3 1 1,5 5-292,5 1 0,10-6 784,1 3 0,17-5 0,-3-1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05.66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0 298 8352,'0'9'1358,"2"-1"1,4-8 0,6 0-908,3 0 0,5 0 1,1-2-1,4-2-239,2-2 0,1-7 1,3-1-1,-2-5-93,2-4 0,-4-3 0,0 5 1,-2-4-284,-3-2 0,-5 5 1,-3-1-1,-5 4-640,-1 1 1,-2 1 0,-8 1 212,-4 5 1,-9 3 0,-10 10 0,-3 5 345,-3 11 0,4 1 1,-2 10-1,0 2 234,2 2 0,2 2 0,9 0 0,4 0 283,7 0 0,3 0 0,2 0 0,2-2-58,3-4 1,13-4 0,11-9 0,6-4-267,6-7 0,-3-5 0,7-5 0,0-7-867,-1-4 0,-5-7 919,2 0 0,4-8 0,-1 4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06.1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315 123 7954,'0'-17'379,"0"-1"1,0 1 1692,0-1-1924,0 1 1,0 5 0,-2 2-1,-4 3-183,-5 3 0,-5 2 0,-1 4 0,-1 2 212,1 1 0,-7 9 1,-1-2-1,0 3 66,0 3 1,-1 1 0,5 2-1,-2 5-2,2 1 1,7 0 0,4 4-1,2-2-190,5 2 1,1-4-1,4 0 1,3-1-279,7-5 0,6-7 0,3-5 0,4-1 9,2-4 1,2-10-1,4-6 1,-2-3-65,-1-3 0,-3-7 0,4-2 0,-4-2 184,-2 0 1,-4 2 0,-7-2 0,-4 3 85,-2 1 1,3 12 0,-5-5-6,-2 3 0,-4 9 1,-4 6 13,-2 9 0,-7 13 1,3 3-1,0 2 70,4 4 0,4 2 0,2 0 1,0-4-245,0-5 1,2 1 0,4-2-1,6-3-330,3-7 0,11-5 0,3-8 0,4 0-857,2 0 1364,0-8 0,-1-9 0,1-11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06.47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313 154 7906,'0'-12'0,"0"1"117,0-3 1,0-1 0,0-3 741,0 1 1,0 5 0,0 0-470,0-1 1,-2 5 0,-4 0-287,-6 1 0,-9 5 0,-4-2 0,-1 6 113,1 3 1,-6 9-1,4 0 1,0 5-34,3 4 0,5 3 1,2-3-1,-1 6 14,1 4 1,7 2 0,4-2 0,6-2-116,6-2 0,4-2 0,9 2 1,4-5-436,6-5 1,6-9 0,4-5-1,2-3-542,-2-2 1,-2-2 0,-2-3 0,0-7-2269,-1-4 3162,1-9 0,0-10 0,0-9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06.8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122 0 7814,'-11'0'-133,"-1"0"-1,-1 0 1,3 6-1,0 2 1,0 4 418,1 7 0,5 0 1,-2 10-1,2 3 297,-2 1 1,4 9-1,-3 5 1,1 5 65,-2 6 0,4-1 0,-4 5 0,4 0-250,2 0 0,0-12 1,0 1-1,0-7-374,0-5 0,6-4 0,2-6 0,1-7-303,5-9 0,2-5 1,1-10-1,1-4-265,-1-5 1,0-7 0,1-5 0,-1-6 59,1-4 1,-1-2 0,1 0 0,-3 0 263,-3 0 1,2 2 0,-7 2-1,3 4 58,4 2 0,-7 1 0,-1 7 268,-4-1 1,-2 11 0,0 9 71,0 13 0,0 6 1,0 12-1,0 4 162,0 0 1,0 6 0,2-2 0,4-4-322,5-6 1,7 0 0,5-8-1,8-4-19,8-5 0,6-6 0,7-8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07.67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71 7872,'0'-18'627,"6"1"1039,0-1-1227,0 1 0,-6 17 0,0 12 1,0 15 218,0 12 0,0 5 1,0 11-1,2 1-85,4 2 1,-4 16-1,5 1 1,-1 9-274,0 3 0,2-1 0,-4-5 1,3-5-120,3-4 1,-6-18 0,4-11 0,-2-14 72,-1-12 1,1-15-448,-6-8 1,0-5 0,0-19 0,0-1-242,0-2 1,-2-7 0,-2-3 0,-3 0-83,-3 1 1,4-7 0,-4 3 0,3-3 12,3 2 0,2-3 1,2 3-1,0-5 192,0-6 0,2 4 1,4-5-1,5 7 229,5 5 0,9-1 0,2 9 0,2 6 98,0 8 0,6 13 0,6 6 1,-2 4 55,-2 2 1,-4 8 0,-4 4 0,-8 3 104,-7 3 0,-5 5 1,-5 2-1,2 1 161,-2-1 0,-10 4 0,-7-4 1,-9 2-142,-7 4 0,-4 2 0,-2 0 0,2-2-346,4-2 1,-4-5 0,4 3-1,-2-2-418,2-4 1,4-3-1,7-6-170,1-7 1,7-5-1,4-5 1,4-7-527,2-4 1,14-3 1262,3-4 0,12 3 0,-1-5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08.3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245 333 7872,'9'-18'48,"5"1"0,-6-1 0,-1 1 355,1-1 0,0 3 1,-4 1-1,2 2 204,-2-1 1,-2-3 0,-2-1-302,0-1 1,0 7 0,-2 1 0,-4 2-111,-6 4 1,-3 3 0,-3 1 0,-1 0-27,-5 0 0,3 7 1,-6 7-1,0 5-40,0 5 1,3 7-1,-3-2 1,4 4-86,7 2 0,1 0 1,9-1-1,2 1-97,2 0 0,4-7 1,4-5-1,7-6-13,9-5 0,5-4 0,8-8 0,0-2-88,0-4 1,-6-6-1,0-9 1,0-4-43,-2-2 1,-1-1 0,-9-3 0,0 2 81,1-2 1,-8-2-1,-5 0 1,-3 2 10,-2 2 1,-2 8-1,-3-3 1,-7 7 69,-4 5 0,-3-1 0,-2 7 1,-3 4 42,3 6 0,2 6 1,1 7-1,3 2 40,3 5 1,-2-5 0,9 6-1,1-1 41,2-1 0,4 0 0,2-5 0,3-3 31,3-3 1,8 1 0,7-7 0,0-2-259,0-2 0,6-10 1,-2-3-1,6-7 8,6-5 0,4-6 1,7-10-1,0-2 178,1 2 0,-3 4 1,-1 4-1,-5 4-279,-1 2 0,-4 10 0,-10 9 163,-6 4 1,-11 4 0,-6 4-1,-4 7 655,-2 8 1,-8 7-1,-4 8 1,-3 3-169,-3 2 1,7 2 0,-1-4-1,0 1-56,3-1 0,-1-2 0,6-4 0,-2-4-817,2-6 0,3-3-845,1-3 0,7-7 0,3-6 165,0-8 1,-1-6 0,-5-7 1130,2-1 0,-8 1 0,-8-1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08.50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61 7833,'0'-17'912,"0"-1"-234,0 1 1,0 9-751,0 8 0,0 15 1,0 13-1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08.97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88 106 7827,'0'-18'1539,"0"1"1,-2 1-968,-4 5 1,3 3-1,-7 10 1,0 4-173,0 5 1,5 12 0,-5 7 0,0 4-188,1 7 0,5-4 0,-2 4 0,4-6-244,2-6 1,0 2 0,2-8 0,4-1-12,5-3 1,-1-4 0,2-3-1,1-8-111,3-8 1,7-2 0,0-9 0,-1-7-189,-3-3 1,0-4 0,3-6-1,1 0 93,-2 0 1,5 0 0,-3 0 0,0 1 129,2-1 0,-5 2 0,3 4 0,-3 7-410,-3 9 457,-7 5 1,-3 23 0,-8 7-1,-5 5 266,-6 2 1,4 6-1,3 6 1,3-3-141,2-1 0,0-8 0,0-1 0,0-3-469,0-4 0,13-3 0,7-7 0,5-5-308,6-4 0,2-4 0,4-4 0,1-7 722,3-9 0,8-13 0,-5-9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09.2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43 7863,'0'-18'1130,"0"1"0,0 9 0,0 10-804,0 14 1,-5 11 0,-3 14 0,-2 7 58,-3 8 1,3 6 0,-2 10-1,1 4-225,1 5 1,-4 5 0,9-1 0,1-3-247,2-7 0,2-18 0,0-11 1,2-11-394,3-12 1,-1-1-1,8-16-141,2-3 0,-5-10 1,1-9-1,-2-7-1923,-4-4 2543,-2-2 0,-10-6 0,-2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09.40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0 140 8225,'0'10'1661,"8"-2"1,4-8-1,5 0-1308,6 0 0,10-8 0,10-3 1,2-5-818,3-1 0,-3-1 0,-1 1 0,-1 1 464,-4 4 0,6-11 0,-1 4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09.76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298 87 7807,'2'-15'495,"4"3"0,-4-3 509,3 3 0,-5 4 1,-5 3-521,-7 3 0,-4-4 1,-3 0-1,-2 2-202,-3 2 0,1 4 1,4 2-1,-3 4-141,-1 1 1,6 3-1,5 4 1,0-3-140,3-1 0,-5-1 0,8 7-93,2-1 0,4 1 0,6 1 1,6 3-105,3 1 1,5 0-1,1-5 1,2-1 114,-1 1 1,-3 7-1,-2 2 1,-1 2 201,-4 0 1,1-6 0,-7 7 0,-2-1-10,-2-2 1,-10 4 0,-4-8 0,-5-2-457,-6-1 0,-2-5 1,-7-3-1,3-6-1335,-2-4 1678,6-2 0,-8-16 0,6-3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0.70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 8544,'12'0'1299,"0"0"1,-9 2-1,3 4-628,-4 5 0,-2 12 1,0 7-1,0 5-248,0 5 1,-6 7 0,1 9 0,1 2-563,2-1 1,-4 3 0,0-4 0,2-4-563,2-3 1,2-18-1,0-2-3128,0-8 3829,0-11 0,0-10 0,0-10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1.21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84 7829,'6'-17'0,"2"-1"467,2 1 1,-4 5-55,5 1 1,-5 7-1,4 0 1,-3 8 240,-3 7 1,-2 13-1,-2 5 1,0 6-7,0 5 1,-8 7 0,-3 9 0,-3 2-317,3-1 0,-3-3 0,6-2 1,1 1-610,-1-1 1,2-3 0,6-7-1,0-9-872,0-5 0,2-11 0,4-7 1149,5-2 0,5-10 0,1-8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1.65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1 106 7786,'0'-18'1059,"2"6"-414,4 1 1,-2 7 0,7 0 20,3 8 1,-5 8 0,3 11 0,0 6 33,-3 4 0,7 2 1,-4 0-1,3 2-255,3 3 1,1-3-1,2 4 1,5-4-396,1-2 1,-4-2 0,6-4 0,2-6-269,2-3 1,2-11 0,0-3-1,-2-4-442,-4-2 1,4-15 0,-4-9-1,2-9-150,-2-7 0,2-1 0,-7-8 0,-1-3 101,2-2 0,-5 9 0,3-5 0,-4 3 709,-1 2 0,-1 6 0,1-3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2.28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96 8031,'6'-18'83,"0"1"0,-2-1 849,-2 1 1,-2 5-16,0 1 1,0 9-725,0 2 1,0 15 0,0 14 0,0 6 153,0 6 0,0 2 0,0 5 0,0-1-373,0 1 1,0-3-1,0 0 1,0-3-356,0-3 0,6-8 0,1-4-989,3-1 1,-4-11 0,4-11 1369,-3-8 0,7-13 0,-4-11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2.48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53 7987,'9'-8'0,"-1"-2"0,-6-5 2834,4 3-2484,-4 4 0,5 10 1,-5 4-683,4 6 1,-2 3 0,6 3 331,-2-1 0,-3 1 0,-5-1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3.06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1 154 8154,'0'-28'0,"0"5"299,0 4 1,2 1 0,1 1 0,3-1 2255,-2 1-1703,-2 7 0,-2 6-538,0 16 1,0 1 0,0 18 0,0 4-170,0 4 1,0 2 0,0-6-1,0 0-154,0 0 0,0-2 0,0-4 1,0-6-119,0-3 1,2-9 0,4-1 27,5-2 0,5-12 0,1-14 0,1-9-106,-1-6 1,1-2 0,-1-2 0,1 0 81,-1 3 0,-5-5 0,-2 12 0,-1-1-117,1 5 1,-6 4-53,2 1 0,-4 11 1,0 7 469,3 9 1,-3 14-1,4 7 1,-4 5 444,-2 5 0,0-3 0,0 4 0,0-4-311,0-2 1,0-2 0,2-4-1,2-6-200,2-4 0,7-9 0,-1-4 0,3-6-258,3-6 1,5-5 0,2-13 0,3-7-69,3-8 1,-4 3 0,0-5 0,-2 4-91,-3 2 1,-3 6 0,-4 2 0,-3 1-353,-6 5 1,-4 8 321,-2 1 0,0 10 1,-2 2 268,-4 10 0,4 11 1,-4 4-1,4 2 312,2 4 1,0-3-1,0 1 1,2 2-136,4 2 1,-2-4 0,8-2 0,-1-2-294,-1-3 0,6-9 1,-5-3-1,5 0-585,1-1 1,1-5 0,-1 2 765,1-4 0,7-10 0,2-2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3.55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 0 11178,'0'21'526,"0"8"1,-2 10-1,-2 21 1,-2 12-320,2 14 0,3-36 0,0 2 0,1 7 0,0 1 0,0 1 0,0 0-134,0 0 0,0 0 0,0-1 1,0-1-1,1-8 0,0-1 1,3 41 338,2-16 1,7-20-338,-1-20 0,-4-18 0,-2-17-451,-4-9 0,-2-7 1,0-3-1,0-5-322,0-5 1,0-6 0,0-4-1,0-3 260,0-3 1,-6-1-1,-2-7 1,0 1 11,0-1 1,1-5 0,3-4 0,-2-2 329,2-2 0,8-6 0,6 8 0,5-2 155,10 2 1,6 0-1,6 12 1,2 9 192,2 10 0,2 16 1,-5 11-1,1 6 22,-6 6 0,0 11 0,-12 12 0,-3 4 41,-4 2 0,-11 0 0,3 0 0,-6 0-17,-6 0 0,-5-6 1,-11 0-1,-3 2-280,-2 2 0,0-6 0,-4-3 0,2-7-281,-2-5 0,-6 1 0,0-7 0,4-2-483,0-2 1,8-4 0,3-4 745,9-6 0,-3-11 0,7-4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3.96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262 123 8657,'0'-17'782,"0"-1"1,0 7-408,0-1 0,0 0 141,0-5 1,0 5-615,0 1 0,-7 7 0,-5-2 1,-4 4 216,-1 2 0,-1 2 0,-1 4 0,-2 5 78,-3 5 1,-5 9-1,6 4 1,2 4 26,1 2 1,5-6 0,3 0 0,6 2-86,4 2 1,2 0-1,2-4 1,4-5-256,6-5 0,11-9 0,6-4 0,4-4-90,2-2 1,-6-10 0,0-6-1,0-7 56,-1-4 0,-3 0 0,-10-4 0,-1 2 107,-2-2 1,-9 3 0,3-1 0,-6 0-36,-6 2 0,-5 2 1,-13 9-1,-3 3-181,0 1 1,-6 8 0,4 0-1,-2 8-146,2 8 1,4 5-1,7 5 1,1 3-408,-1 2 0,9 2 0,3 4 812,4-4 0,17 4 0,5-6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4.31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1 120 7894,'0'-17'1340,"0"0"1,0 9-737,0 8 0,0 9 0,0 13 1,0 3-253,0 2 1,0 4-1,0 8 1,0 2-245,0-2 1,0-8 0,0-4 0,0-2-121,0-4 1,0-1 5,0-3 1,2-9 0,2-8-124,1-10 1,7-7 0,-4-4 0,-1-5-63,1-1 0,4 4 0,-6-4 0,0 0-96,1-1 0,-3 7 0,8-4 0,1 2-90,3-1 1,-4 1 0,1 4 0,5-3 128,3-1 0,8 0 0,-4 7 0,1 3-120,-1 1 0,4 8 1,-6-2-1,0 6 368,3 6 0,-7 4 0,6 7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4.6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42 7894,'0'-18'1638,"0"1"1,0 11-1041,0 12 1,-6 5 0,-1 20-1,-1 6-144,0 8 1,-4 7 0,5 5-1,-1 3-212,0 2 0,-3 4 0,5 6 0,2-1-208,2-3 1,2-4-1,0-2 1,0-9-825,0-10 0,8-9-145,3-4 1,-1-13 0,0-13-142,-3-8 1,-1-6 0,-6-9 0,-2-2-825,-4-3 1900,5-7 0,-23 4 0,5-8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4.76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1 140 8100,'11'0'750,"-1"-2"1,0-2-331,-1-1 0,3-1 0,5 4 1,1-2-593,-1-2 1,9-8 0,3 5 0,4-3-1045,2 0 1,0 3 1215,0-3 0,7-11 0,3 3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5.33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419 158 7788,'-8'-10'666,"5"-3"0,-7 5 165,2-2 0,0 4 244,2-5 1,-1-1-483,-5-5 0,-3-1-592,3 1 0,2 5 0,-1 2 1,-3 3 33,-2 3 1,-1 2-1,0 2 1,-3 0-148,-3 0 0,1 2 0,-5 4 0,2 7 211,4 9 1,-4-1-1,1 8 1,3 4 155,1 6 0,11-2 0,3 1 0,4-5-143,2-3 1,2-3-1,6 2 1,9-8-187,10-7 0,1-6 0,3-8 0,2-2-276,0-4 0,5-6 1,-10-9-1,1-4 22,0-3 0,-8 1 0,2-2 0,-5 4 165,-7 0 1,3 5-1,-8-3 1,-2 4 48,-2 1 147,-2 1 0,-2 7 1,-2 8-139,-2 12 1,0 1-1,6 15 1,0-3 281,0 0 0,0 8 0,0-4 0,2 2 5,4 1 0,4-9 1,7 2-1,1-3-435,-1-3 1,6-5-1,3-3 1,-1-1-460,0-4 0,6-4 0,-4-6 1,2-5-456,0-5 0,-7-3 1167,1-5 0,-3 5 0,-3-6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5.7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33 7788,'0'-11'3673,"0"-1"-3258,0 8 1,0-2 0,-2 12 0,-1 6-77,-3 3 0,0 10 0,6 3 1,0 1-159,0 0 0,0 0 0,0 4 0,2-2-160,4-2 0,1-8 0,7 3 0,-2-7-119,1-5 1,3-4-1,3-8 1,3 0-243,1 0 0,0-10 0,-3-6 0,1-7-43,2-4 0,0 4 0,-5-7 0,-1 1 272,1 2 0,-3 2 1,-3 7-1,-4 1-92,0 0 1,-7 5 239,5 0 0,-4 10 0,-2 2 1,0 12 249,0 9 1,0 1 0,0 7-1,0 0-144,0-2 1,2 4 0,4-6 0,6 1-298,3-1 0,5-4 1,1-7-1,4-5-413,2-1 0,2-2 1,6-8-1,0-4-189,0-5 0,-6-11 0,-2-1 0,-1 0 756,-5-3 0,6-1 0,0-8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5.96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141 67 7788,'0'-18'313,"0"7"0,0-1 276,0-2 1,-2 7 0,-4 3 104,-6 8 1,-3 7 0,-1 14 0,2 10-207,3 10 1,1 7 0,-3 7 0,3 5-277,2 4 0,2 7 1,6 3-1,0 0-275,0-1 1,0-11 0,0-14-1,2-11-1034,4-10 0,-4-11-101,4-9 0,-4-15 1,-2-3-1,-2-13 1198,-4-9 0,-4-4 0,-7-2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6.08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0 227 7788,'18'-11'2233,"1"1"-1780,4 2 1,7-6 0,12 3 0,13-5-1259,12-1 1,21-8 804,-37 11 0,3-1 0,1-5 0,2-1 0,4-2 0,0 1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6.77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36 381 7849,'0'-17'-257,"-6"5"0,0 1 0,2-3 86,2-2 1,2-1-1,0 0 1,0-1 59,0 1 1,0-1-1,0-1 1,0-3 93,0-1 1,0 0-1,0 5 72,0 1 1,0-1 0,0 1 827,0-1 0,6 7 1700,0-1-1981,0 8 1,-6 4 0,0 14 0,0 7-47,0 8 0,-2 6 0,-2 4 0,-4 4-257,-1 1 0,5 3 1,-2 3-1,4-1-316,2-2 1,2-9 0,4 3-1,7-6-35,9-6 0,-1-11 0,8-13 0,2-3-62,2-2 0,2-9 0,-2-9 0,-2-9-52,-2-6 0,-6-8 0,5-1 1,-3-1-9,-4 0 1,-7-3-1,-5 5 1,-1 0-98,-4-2 1,-2 7 0,-2-3 0,0 8-305,0 7 1,0 5 0,-2 3-88,-4 5 0,2 7 0,-5 14 0,-1 9-60,0 6 0,6 4 1,-1 6 721,3 0 0,-6 0 0,-2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7.38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80 7871,'10'-8'1642,"-2"6"0,-8 4 0,0 14 1,-2 9-1294,-4 8 1,2 6-1,-6 13 1,1 1-156,-1-1 0,6 6 0,-2-2 0,4-3-28,2-5 1,0-17 0,0-2 0,2-9-115,4-8 0,4-7 1,7-12-1,1-11-309,-1-9 1,3-8-1,1-4 1,0-3-87,-5-3 1,1 4-1,-7-4 1,0 3-7,-4 3 1,-5-4 0,-1 3 0,0 1 89,0 2 1,0 4 0,-1 4 0,-3 5 405,-2 5-58,-8 9 0,7 18 1,-5 15-1,6 8 175,4 4 1,2 6 0,2 2 0,2 0 101,2-1 1,7-1 0,-1-6 0,3-2-79,3-4 0,1-4 0,3-9 0,3-5-346,2-5 0,2-4 1,6-6-1,0-5-42,0-9 1,-6-11 0,0 2-1,0-2 39,-2 0 0,-1 0 0,-9-6 0,1 2-192,-1 3 1,1-1-1,-3 8 1,-3 2-356,-6 1 1,-5 9 483,-1-1 0,0 10 1,0 2-1,-1 12 362,-5 9 1,2 6 0,-6 10 0,2 2 286,5 2 1,1 5-1,2-3 1,0 0-314,0-1 1,0-1 0,2-6 0,3-2-569,7-4 1,3-9-1,3-11 1,-1-1-846,1-4 0,1-4 0,3-6 1,1-6 1200,-2-3 0,-1-10 0,-3-2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7.6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262 60 7922,'2'-17'1135,"4"-1"1,-4 7-423,4-1 1,-6 10-1,-6 4-246,-6 14 1,-5 11-1,-6 14 1,-5 5-60,1 5 0,-4 11 0,6 4 1,0 4-313,0-2 1,1-10-1,9-2 1,3-7-53,6-9-233,4-11 0,10-19 0,4-16 0,3-9-529,3-9 0,-7-1 1,-1-6-1,0 2-237,0-2 1,-7 0 0,3 0 0,-2 4-326,2 2 0,-4-7 1280,4 3 0,3-11 0,1-5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7.88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28 7922,'0'-12'3968,"0"1"-3231,0 7 0,6 10 0,0 13-185,-2 6 1,4 10-1,-1 8 1,3 2-314,4 3 1,-1 3 0,1 1-1,-3 0-422,3 1 0,0-7 0,-1-3 1,-3-4-280,-2-6 1,-1-10 0,-3 0-1719,2-3 0,0-12 1041,-6-8 0,0-8 1,-2-10 1138,-4 1 0,-11-1 0,-10 1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8.06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43 88 7922,'-18'0'2092,"1"0"0,9 0-1660,8 0 0,16 0 0,13 0 0,4 0-504,2 0 1,6-2 0,-1-2 0,-1-4-274,-2-2 1,-2 5-1,0-5 1,0 2-345,0 4 1,0-4 688,0 3 0,-1-9 0,1 4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8.38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0 11601,'-6'18'820,"0"-1"0,-2 3 0,4 3 0,-1 6-166,1 4 1,2 10-1,2 3 1,0 7-376,0 5 1,0-6 0,0 1 0,0-10-629,0-7 0,6-6 0,1-5-1317,3-6 0,-6-7 526,2-18 0,-4-4 0,-2-9 0,-2-4-1198,-4-7 2338,-4-3 0,-7-1 0,-1-1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8.6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0 186 7866,'0'-17'388,"0"-1"712,0 1 1,6 0 0,2-1-463,2 1 0,-4 5 1,7 0-1,5 1-313,3 1 1,12-4 0,0 7 0,8-1-31,3 0 1,3 10 0,5 10-1,1 5 21,-1 6 1,-9 5-1,-8 7 1,-12-1-233,-9 1 0,-7 0 0,-11-2 0,-7-2-435,-12-2 0,-10-7 1,-6 1-1,-4-5-368,-2-7 1,1 3 0,-5-8 0,5-2-552,1-3 1,-4-1 1269,7 0 0,7 0 0,7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9.5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18 237 7936,'0'-10'0,"2"-5"75,4 3 1,-4 3 0,3-3-125,-3-2 0,4-1 0,0-3 205,-2 1 1,4-1 0,-2 1 0,-3-1 482,-1 1 1,4 5-1,0 1 1774,-2-3-1952,-2 6 1,-2 10 0,0 18-1,-2 13 84,-4 11 1,4 15 0,-4 5-1,2 4-489,-1 1 0,3 1 0,-4-2 0,4-4-697,2-6 1,0-13 0,2-8-122,4-6 1,-2-17-1,5-7-101,-1-14 1,4-7-1,-7-15 1,-1-2 112,-2-2 1,-9-2 0,-5 0-1,-4 0 750,-1 0 0,-8 0 0,-3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19.7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1 157 7936,'9'-17'739,"1"1"1,-4 3-130,6 1 1,9 1 0,4-7 0,2 3-178,4 3 0,10-4 0,6 7 0,3-1-234,3 4 1,-1 4 0,-2 2 0,-3 2-105,-6 4 1,-6 10-1,-6 9 1,-8 2-179,-7 4 1,-9-4 0,-10 2 0,-7 2-239,-4 2 0,-9-4 1,-4-1-1,-6-1-15,-6 0 0,3-6 0,-7 3 0,2-5 56,5-2 0,1-5 0,2 0 0,0 1-480,0 3 0,8-6 0,5-3 75,9 1 0,7-6 0,14 4 685,9-4 0,8-2 0,10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20.2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315 210 7936,'15'-8'56,"-1"-3"485,-3-5 1,-7 4-1,4 1 208,0-3 0,-6 5 0,3-3-283,-3-2 1,-2-1 0,-2-3-381,-3 1 1,-5 5-1,-8 2 1,-1 1-129,-4-1 1,1 6 0,-5-2-1,0 4 6,0 2 1,0 2-1,-2 4 1,3 6 1,1 3 1,6 5 0,-5 3 0,7 6 254,5 4 1,-1-4-1,7 0 1,2 0 16,2-1 0,4 3 1,4-8-1,6-2-189,3-1 0,8-11 0,3-3 1,1-4-167,4-2 0,-4-8 0,0-3 0,0-7-187,0-5 1,-5 4 0,1-7 0,-3 3-44,-3 0 1,-5-2 0,-3 3 300,-1-1 1,-2 0 151,-6 5 0,-2 9 0,-2 5 0,-4 8-63,-1 7 1,3 12 0,-4 5 0,2 1-15,4 0 0,3-6 1,1 4-1,0-1-177,0-5 0,7 4 0,5-4 0,3-3-455,3-5 0,-1-9 0,3 2 0,1-4-199,2-2 1,1-6 0,-7-1 0,1-3 801,-1-4 0,1-9 0,-1-4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20.61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53 123 7936,'0'-18'140,"0"7"0,0-1 1848,0-1-1399,-8 5 0,6 8 0,-4 11 0,2 7-206,-1 5 0,3 4 0,-4 10 1,4 2-200,2 2 0,-6-1 1,0-5-1,2-2-41,2-3 0,2-5 1,0-8 35,0 1 1,8-11-311,4-7 0,-3-9 0,1-13 0,0-3-143,0-2 0,-5 0 0,5-4 1,-2 2-189,-4-2 1,3 3 0,1-1-1,0 0 17,0 2 0,3 2 0,-3 7 1,2 1 59,3-1 1,-3 1 0,2 1 0,3 5 120,7 5 1,-3-2 0,6 2 0,1 3-22,3 1 0,-4 7 0,0 3 0,-2 0 285,1 0 0,7 5 0,-4-3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21.1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280 175 7859,'18'-8'112,"-8"4"0,-5-8 559,-3-1 1,4 3 0,0-2-171,-2-1 0,-2 3 0,-2-1-206,0-3 1,-8-2 0,-4 1-112,-3 3 0,-3-1 0,-1 7 0,-2 2-29,-3 2 1,1 2 0,4 0 0,-3 0-176,-1 0 0,0 8 1,5 5-1,1 7 272,-1 3 0,3 8 0,1 0 0,5 6 75,1 4 1,2 0 0,6-8 0,0-2-263,0-2 1,2-8 0,4 2 0,5-5-79,5-7 0,3-3 0,3-8 1,3-2-378,2-4 0,-6-5 0,5-11 0,-3-1-205,0 2 0,0-4 0,-5-1 0,-3 1 77,-3 0 1,2 0 0,-9 3 424,-1-1 91,-2 0 0,-4 15 149,-3 8 0,1 10 0,-6 11 0,2 4-154,4 2 0,2-5 1,2 3-1,0-2-305,0 1 0,0-1 1,2-6-1,4-1-242,6-4 0,3-3 1,3-5-1,-1 2 109,1-2 1,5-8-1,2-4 1,0-3 444,1-9 0,-3 3 0,-6-9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21.68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14 12600,'0'23'474,"0"0"0,0 2 0,0-1 0,0 3-259,0 0 1,0 4 0,0-6-1,0 1-185,0-1 1,0-8 0,2-7-119,4-2 1,-2-2-1,7-6-247,3 0 0,-4-8 0,-1-4 1,1-3 27,0-3 0,-6-1 0,3-3 0,-1-1 56,0 2 1,2 1 0,-4 3 0,2-1 56,-3 1 1,5 5 0,0 1 0,0-3 99,-1-1 0,5 3 0,-4 2 1,0 1 311,-1-1 1,7 6-1,-4 0 335,-1 8 1,1 8 0,-6 11-1,2 4 121,-2 0 0,-2 6 1,-2-4-1,0 4-303,0 2 1,0-2 0,0-2 0,0-4-222,0-1 0,0-9 0,2-7-370,3-2 0,7-3 0,9-7-172,3-3 0,1-11 1,-4-7-1,4 0 76,3-3 1,-7 5 0,4-6 0,-2 2-33,1 3 1,-3-3 0,-7 2 0,-3 1 182,3 3 1,0 2 0,-1-1 368,-1 1 1,-8 5 31,1 0 1,-3 16-1,-2 2 1,-2 10 97,-3 7 0,3-2 0,-4 6 0,2 0 57,-2 1 1,4-5 0,-4 4 0,4-2-393,2-3 1,0-9-1,0-1 1,2 0-1478,4-3 0,-2-1 237,8-8 1,-6 0-1,5 0 426,3 0 0,-5-6 0,1-2 815,-2-1 0,6-3 0,-5-5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22.0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0 263 7936,'6'-12'0,"2"2"0,2 3 0,-5-5 1183,7 6 34,-8-7 0,6 16 0,-5-1-661,7 6 1,-2-2 0,3 4-1,5-3-314,3-3 1,4-2 0,-3-2-1,3 0-202,2 0 0,0-6 0,4-1 0,-3-3-244,-3-4 1,-2-1 0,-6-3-1,1 1-216,-1 0 1,-7-1 0,-4-1 0,-4-3 92,-2-1 0,-10 2 0,-5 7 0,-9 4 184,-3 3 1,-2 1 0,-6 6 0,2 0 227,4 0 0,-2 8 0,8 3 1,1 7 371,3 5 0,3-2 0,5 8 1,5 2 7,4 2 1,2 2-1,2-2 1,4-2-226,5-1 0,7-9 1,3 2-1,4-5-572,3-7 1,1 3-1,4-8 1,-2-2-501,-2-3 0,-6-2 0,4-3 1,-3-4-819,-9-2 1650,3-1 0,-9-7 0,9 1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22.36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56 7936,'0'-17'1003,"2"5"-717,4 1 0,-4 3 383,4 2 0,-4 4 1,-2 19-1,0 9 73,0 5 1,-2 11 0,-2 5 0,-2 3-298,2 3 1,-4 7 0,3 2 0,1 2-266,2 0 0,-4-8 1,0 3-1,2-7-240,2-5 1,2-12-1,0-12-1537,0-4 1,6-11 539,0-8 0,0-10 0,-4-11 0,2-2-52,1 1 1,1-3 1108,-6 2 0,-8-8 0,-1 4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22.53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0 141 7936,'0'-12'679,"0"0"0,6 6 1,2-3-1,1 1-266,5 4 0,3 2 0,5 0 1,3-2-593,2-1 0,8-3 0,8 4 0,-1-2-218,1 2 1,4-4-1,-5 3 1,1-1-1998,0-2 2394,-2 6 0,-7-13 0,1 5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22.8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1 210 9039,'17'-9'837,"0"-1"0,3 6-498,3-2 0,-2-7 1,7 3-1,-3-2-260,-4 1 0,1-1 0,-1-5-181,2-1 0,-1 1 1,-11-1-207,-5 1 0,-6 1 1,-6 4-1,-5 7 229,-5 3 0,-3 2 0,-3 2 0,-3 3 324,-2 7 0,6 6 0,-3 5 0,5 4 225,1 0 1,7 6-1,1-4 1,0 2-34,1-2 1,5 4 0,0-5 0,8 1-427,7 0 0,5-10 1,3 1-1,5-9-637,5-3 0,4-2 0,2-8 0,0-2-155,-1-2 0,1-9 1,0-1-1,-2-5 781,-4-1 0,-3-5 0,-9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23.20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18 175 10118,'0'12'1379,"0"-1"0,0 3-926,0 2 0,-6 3 0,0 2 0,3 5-254,1 1 1,2-6 0,0 2 0,0-3-34,0-3 0,0 1 0,0-1 110,0 1-479,0-9 1,5-3 0,1-12-1,0-5 35,2-5 1,-6-1 0,6-3 0,-3-1 144,1-2 1,6-6 0,-4 3-1,1 1-103,5 0 1,-4-4-1,3 4 1,5-3-221,3-3 0,10 4 1,-2 0-1,4 2-174,2 3 0,0 11 1,-2 3-1,-2 2-1362,-2 0 1882,0 1 0,6 12 0,0 3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58.36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175 210 6385,'0'10'-267,"0"5"271,0-13 240,0 14-130,0-14-293,0 5 104,8-14 0,-6 3 98,3-8 133,-3 8 0,-2-5 440,0 3-25,0 4-273,0-14-67,0 14 211,0-5-412,0 22 0,0-3-92,0 11 0,0-4 0,0-1 0,0-1 103,0 1 0,0-1 1,0 1 47,0-1 0,0 1 1,0-1-1,0 1-49,0-1 1,0-5 0,0-1-28,0 3 1,0 1 0,0 3-92,0-1 1,0 1 0,0-1 39,0 1 1,0-7-1,0 1 1,0 2 35,0 1 1,0 3 0,-2-3 0,-1-1 38,-3-3 0,0 1 0,6 6 0,0-1 0,0 0 1,0-5 0,0 0 0,0 1-29,0 3 0,0 1 0,0 1-7,0-1 1,0 1-1,0-1 1,0 1-15,0-1 1,0 1-1,0-1 1,0 0 38,0 1 0,0-1 0,0 1 0,0-1 16,0 1 1,0-1-1,0 1 1,0-1-13,0 1 0,0-1 0,0 1 0,0-1 1,0 1 0,-6-7 0,0 1 0,2 1-8,2 3 1,2 1-1,0 1-8,0-1 1,0 1 0,0-1-1,0 1-7,0-1 1,0 1-1,0-1 1,0 1-8,0-1 1,0 0 0,0 1 0,0-1-15,0 1 0,0-6 0,0-1 1,0 3 2,0 1 1,0 3 0,0-1 16,0 1 1,0-1 0,0 1-7,0-1 0,0 1 0,0-1-12,0 0 0,0 1 0,0-1 0,0 1 1,0-1 0,0 1 14,0-1 0,0 1 0,0-1 0,0 1 11,0-1 1,0-5 0,0-1-4,0 3 1,0 1 0,0 3-12,0-1 1,0 1 0,0-1-4,0 1 1,0-1-1,0 1-1,0-1 0,0 1 0,0-1 0,0 1-2,0-1 0,0 1 1,0-1-20,0 0 0,0 1 1,0-1-1,0 1 30,0-1 0,0-3 0,0 1 27,0 5 0,0 1 0,0-3 0,0-1 6,0 1 1,0-1-1,0 0 1,0 1-7,0-1 0,0 1 0,0-1 1,0 1-37,0-1 1,0 1-1,0-1-7,0 1 1,6-1 0,0 1-25,-2-1 1,-2 1-1,-2-1 64,0 0 0,0 1 0,0-1 60,0 1 0,0-1 1,0 1-63,0-1 0,0 1 0,0-1-30,0 1 1,2-7-1,2 1-15,2 2 0,-1 1 0,-5 2-17,0 1 1,0-1 36,0 1 1,0-1 0,0 1 10,0-1 0,0-5 0,0 0 80,0 1 1,0-3-1,0 1-62,0 3 0,0 2 0,0 1-60,0 1 1,0-7 19,0 1 0,6-1-44,0 7 0,0-1 60,-6 1 1,0-7 30,0 1 0,0 0-19,0 5 1,0-5-197,0 0-897,0-1-674,0-1 1746,0-2 0,-8-8 0,-2 0 0</inkml:trace>
  <inkml:trace contextRef="#ctx0" brushRef="#br0" timeOffset="900">0 420 9749,'0'-12'72,"0"0"0,2 3 1,2-5-1,4 2 26,2-1 1,-7 3 0,5-2-1,-2-1-43,0-3 1,6-1-1,-7-1 1,1 3-51,2 3 1,-4-9 0,5 3-1,1 1-91,0 3 0,-6-1 0,4 3 0,-3-3 25,1-3 0,2 3 1,-4 1 5,2 3 0,-1-1 52,-5-6 1,0 7 36,0-1-26,0 8 29,0-4 1,6 16-7,0 4 0,0-2 0,-4 1-25,4 3 1,-2 1-1,5 3-32,-1-1 1,4 1 0,-5-1 0,1 1-77,0-1 0,0-5 0,-4-1-304,1 3 1,7-4 0,-4 1 405,2 3 0,-7-6 0,5-1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7:13.197"/>
    </inkml:context>
    <inkml:brush xml:id="br0">
      <inkml:brushProperty name="width" value="0.17143" units="cm"/>
      <inkml:brushProperty name="height" value="0.17143" units="cm"/>
      <inkml:brushProperty name="color" value="#849398"/>
    </inkml:brush>
  </inkml:definitions>
  <inkml:trace contextRef="#ctx0" brushRef="#br0">0 1 7835,'10'0'1535,"-2"0"-146,-8 0-1084,0 8 0,2-6-341,4 4 209,-4-5 123,5-1 0,-5 8-154,4 4 0,-4-2-93,4 1 0,2-5 0,-1 6-30,3 1 1,-4 1-1,4-1 1,-1-1 9,1 2 0,-4-5 0,5 3 0,3 2 10,2 1 0,-1 3 0,-1-1 1,-3 0 1,3 1 0,-1-6 0,1-1 0,-2 3 62,1 1 1,-3-3 0,2 0-82,1 1 1,-3-3-1,0 2-20,-3 1 1,7-3 62,-2 1 0,1-5 0,1 4-15,-3-2 1,-5 3 0,4-3-1,0 0-23,-1 0 0,-3 3 1,4-3 10,-2 2 1,5-4-66,-1 5 0,-2-1 0,-1 4 19,-1-3 1,4-5-1,-5 4 30,3-3 0,-4 5 0,4-4 23,-3 2 1,7 1-39,-2 7 0,-5-7 0,1-1 0,0-2 0,2 5 13,7-1 0,1 4-3,-1 1 1,1-1-1,-3-3 1,-1-3 32,-3-2 1,-5 5-1,6-3 1,-1 2 60,-1-1 1,6-5-109,-5 6 0,-1-3-79,2 3 1,-3-2 0,5-6 3,-2 1 0,-7 3 1,7-4-33,2 2 1,-1 2 0,1-5-11,-3 3 0,1 6 0,4-4-57,-5 1 0,5-5 1,-7 4-521,1 0 0,0-6-101,-4 4 792,-4-4 0,13-2 0,-5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7:15.813"/>
    </inkml:context>
    <inkml:brush xml:id="br0">
      <inkml:brushProperty name="width" value="0.17143" units="cm"/>
      <inkml:brushProperty name="height" value="0.17143" units="cm"/>
      <inkml:brushProperty name="color" value="#849398"/>
    </inkml:brush>
  </inkml:definitions>
  <inkml:trace contextRef="#ctx0" brushRef="#br0">1 0 6715,'1'10'636,"5"-4"330,-4-4-140,6-2-361,-8 8 1,2-4-334,4 7 1,-2-7 0,5 4 0,1-2-113,0-1 1,1 9 0,7-2 0,-1 1 19,1-1 0,-1 3 0,1-3 0,1 4-4,4 1 1,-3 1 0,3-3 0,-2-1 25,3-3 1,-3-1 0,6 4 0,0-3-8,1 3 0,-5-1 1,4 1-1,0-2-36,0 1 1,1 3-1,3-1 1,-4-1-9,-2-3 1,6 1-1,-4 4 1,0-3 47,-3-1 0,-3-2 1,0 3-1,3-3 18,-3-2 1,-2 3 0,-1-5-1,-1 0 5,1 2 1,-1-4-1,1 5 1,-1-1-76,1-4 1,5 6-1,0-1 1,0 3-42,3 0 1,-7-3 0,4 5 0,-1-4 3,1-3 1,-4 7 0,5-4-1,-3-1 58,2-3 0,-3 2 1,3-2-1,-4 0 24,-1 1 0,-1-5 0,1 4 0,-1-4-20,1-2 0,5 6 1,0 0-1,1-1 13,1 3 1,-4-6-1,6 6 1,1-2-3,-1 0 1,0 7 0,4-3 0,-4 2 4,-2-1 1,6-5 0,-3 6 0,-1-1-43,-4-1 1,2 4 0,-2-7 0,1 1 6,1 0 1,-4-2-1,6-4 6,-1 3 0,-3-3 0,-6 4 1,1-4 32,-1-2 0,3 2 0,1 2 0,4 2 21,3-2 1,-5 3 0,4 1-1,0 0-23,0 0 0,-3 3 0,3-3 0,0 0 11,0 0 0,-4 3 0,5-5 0,-3-2-30,-4-2 1,-1 4 0,-3 0 0,0-3-44,1-1 0,1-2 0,3 0 0,1 2 32,-2 4 0,-1-4 0,-1 4 0,4-2 4,7 2 0,-5-3 0,0 7 0,0 0 9,4 0 1,-2-5-1,1 5 1,-1-2-30,0-4 1,-6 4-1,3-3 1,-5-1-25,-2-2 0,1-2 1,-1 0 18,1 0 0,-1 0 1,1 0 17,-1 0 0,1 0 1,-1 0-1,3 0 47,3 0 0,-4 0 0,6 0 1,-1 2 48,-1 4 0,8-4 0,-2 6 1,2-3-60,-2 1 0,2 0 0,-5-4 0,-1 2 10,0 2 1,-2 0 0,-5-6 0,-1 2 57,1 3 1,1-3 0,3 4-51,1-4 0,0-2 0,-5 0 0,-1 0 19,0 0 0,1 0 1,1 0-1,3 0-49,1 0 0,2 0 0,-1 0 0,3 0-17,0 0 0,4-2 1,-6-2-1,0-2-11,1 3 0,-3 1 0,-6 0 0,1-2-115,-1-2 1,1 0 139,-1 6 0,-1-2 1,-3-2 76,-1-2 1,-6 1-96,5 5 1,1 0 0,5 0 0,3 0 82,3 0 0,-3 0 0,5 0 0,0 0-158,4 0 1,-2 0 0,0 0 0,1 0 21,-1 0 0,-4 0 1,4 0-1,-2 2 59,-3 3 1,-3-3 0,-1 4-1,-1-4 54,1-2 1,-1 2 0,1 2 28,-1 2 1,0 2 0,1-5 0,-1 3-71,1-2 0,-6-2 0,-1-2 0,3 2-94,1 4 0,3-4 0,-1 4 1,1-5 5,-1-1 1,6 0 0,1 0 0,-3 0-85,-2 0 0,-1 0 0,-1-1 1,3-3 77,3-2 1,-4 0 0,3 4-1,-7-2 4,-3-2 1,0 1 0,5 5-1,-1-2 26,-5-4 0,5 4 1,-5-4-1,5 4 8,1 2 1,1 6 0,-1 0-1,3 0-6,3 1 1,2-3-1,6 6 1,-2 0-172,2-1 0,2-5 1,0 2-1,-2-4-44,-1-2 1,-9 0 0,2 0 0,-3 0-127,-3 0 1,1 0-1,-3-2 363,-3-4 0,-5-4 0,-7-7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7:17.249"/>
    </inkml:context>
    <inkml:brush xml:id="br0">
      <inkml:brushProperty name="width" value="0.17143" units="cm"/>
      <inkml:brushProperty name="height" value="0.17143" units="cm"/>
      <inkml:brushProperty name="color" value="#849398"/>
    </inkml:brush>
  </inkml:definitions>
  <inkml:trace contextRef="#ctx0" brushRef="#br0">68 2044 8361,'0'-17'629,"0"-1"0,6 1 0,2-1-132,1 1 1,-3-1 0,6 1 0,1-1-164,3 1 0,1 0 1,1-1-1,-1 1-137,1-1 0,7-1 0,4-5 0,6-3-223,6 0 0,-2-6 0,9 4 0,6-6-245,9-6 1,5-1 0,3-7 0,3 3 58,2-3 1,9-1 0,-42 23 0,1 1 0,3 1 0,0 0 93,-2 1 0,1 1 0,39-18 0,-17 12 1,-4 8-235,-6 7 0,-5 1 0,-9 7 1,-9 2-896,-10 2 1247,-5 2 0,5-8 0,2-1 0</inkml:trace>
  <inkml:trace contextRef="#ctx0" brushRef="#br0" timeOffset="631">155 1712 8236,'6'-11'186,"0"-1"1,0 6 1186,-6-5 536,0-1-593,0-5-1183,0 7 0,0 10 0,-2 13 0,-4 7-117,-6 3 0,-3 6 1,-2-4-1,1 1-138,4-1 0,-3-2 0,3-5 0,-1-1 61,1 1 0,-2-7 0,7 1 194,-3 1-219,6-5 0,-2 0 0,12-8 100,6 0 1,3 0 0,3 0 0,-1 0 18,1 0 0,5 0 0,0 0 0,-2 0 16,-1 0 1,-3 0 0,3 0-1,1-2-157,2-4 1,7 2 0,-7-7-1,0-1-736,2 2 0,-3-3 1,5 7 843,-2 2 0,-2-6 0,-5 1 0</inkml:trace>
  <inkml:trace contextRef="#ctx0" brushRef="#br0" timeOffset="1483">2199 787 8106,'0'-18'303,"0"7"0,0-1 421,0-2 0,0 5 0,0-3 247,0-1 0,0 3-870,0-2 0,-8 2 0,-4-1 1,-3 5-208,-3 4 0,1 2 1,-3 2-1,-1 4-109,-2 5 1,0 5 0,5 3 0,1 5 63,-1 5 1,3-2 0,1 2 0,4 2 202,3 2 0,1 2 0,6 0 0,2-2-68,4-4 0,5 2 0,11-8 0,3-1-155,2-3 1,2-9 0,6-4 0,0-4-274,0-2 0,0 0 0,0-2 444,0-4 0,-8-12 0,-2-9 0</inkml:trace>
  <inkml:trace contextRef="#ctx0" brushRef="#br0" timeOffset="1889">2531 769 8327,'0'-17'338,"0"-1"1,0 7 0,0-1 1409,0-1-1246,0 5 1,-2 2-437,-4 12 0,4 0 0,-4 9 0,4 5-47,2-1 0,0 0 0,0-1 1,0 1-9,0 4 1,0-3-1,2 3 1,4-3-28,6-3 1,3 0 0,3-1 0,-1-4-2,0-7 1,3-3 0,1-2 0,2-2-102,-1-3 0,3-5 0,-2-9 0,-1-5 31,-3-5 1,-3 2-1,-5 0 1,-5 0 35,-4-1 0,-2 7 0,0-2 0,0 3-104,0 3 1,-8 5 0,-3 3-887,-5 1 1,6 4-1124,5 10 2164,3 4 0,9 7 0,3 0 0</inkml:trace>
  <inkml:trace contextRef="#ctx0" brushRef="#br0" timeOffset="2266">3037 647 8290,'0'-12'2140,"0"1"0,0 9-1764,0 2 0,0 8 1,0 11-1,0 2-437,0 3 1,0 7 0,2-4-1,2 2 30,2 0 1,1-8 0,-3 3 0,2-5-240,-2-1 1,-2-7 0,0-1 618,4-2 0,-4-4-231,3-10 1,-3-4-1,-2-7 1,0-1-53,0 1 1,0-3 0,0-1-112,0-2 0,0-1 0,0 7 1,0-1-244,0 1 1,6-1-1,2 1-107,2 0 1,-1 5-1,5 2 1,-2 2-198,1 5 0,9-5 0,1 2 0,0 2 592,2 2 0,3 2 0,6 0 0</inkml:trace>
  <inkml:trace contextRef="#ctx0" brushRef="#br0" timeOffset="2632">3578 699 8250,'0'-17'265,"0"5"1810,0 1-196,0-1-1427,0 2 0,0 5 0,0 10 0,0 7-164,0 4 0,0 3 1,0 2-1,2 3-148,4-3 1,-2-2-1,6-1 1,-2-1-65,-5 1 1,5-1 0,0-1-580,2-5 1,1 3 141,7-8 1,-3-8 0,-1-12 105,-3-7 1,-5 1-1,4-5 1,0 2-46,-1 0 1,-3-3 0,4 5 0,0-2-438,-1 1 0,-5 3 0,4 2 1,-2-1 736,0 1 0,7 7 0,-3 2 0</inkml:trace>
  <inkml:trace contextRef="#ctx0" brushRef="#br0" timeOffset="2983">3963 734 8050,'9'0'1929,"7"0"0,-6 0-1562,7 0 0,0-2 1,1-3-298,-1-7 1,1-4-1,-1-1-232,1 0 1,-3-1 0,-1 1 0,-4-1-28,-3 1 0,5-1 0,-6 1-1,-2-1 1,-4 3 0,-6 3 0,-6 6 111,-3 4 0,-3 2 0,1 0 0,-1 2 243,1 4 0,-1 6 1,1 9-1,1 4-5,5 2 1,3-3 0,8 3 0,0 0-56,0 0 0,10-3 0,7 3 0,10-4-779,6-7 674,18-7 0,3-9 0,16 0 0</inkml:trace>
  <inkml:trace contextRef="#ctx0" brushRef="#br0" timeOffset="3680">5133 141 8589,'-10'-18'1944,"2"6"-1342,8 1 1,-6 9-1,1 2-356,1 10 0,2 13 0,2 6 0,0 6-182,0 6 1,0 1-1,0 7 1,0-3-323,0 3 0,0-4 0,2 1 0,2-1-112,1-6 0,7 1 0,-6-12 1,0-1-1069,2-4 1,-5-11 1437,9-7 0,-8-3 0,4-2 0</inkml:trace>
  <inkml:trace contextRef="#ctx0" brushRef="#br0" timeOffset="3864">4906 472 8129,'-10'0'1905,"2"-2"1,10-1-1642,4-3 1,4 0-1,9 4 1,4-2-286,7-2 1,4-7-1,5 3 1,2-2-319,-2 1 0,3-1 339,-1-5 0,8-1 0,-5 1 0</inkml:trace>
  <inkml:trace contextRef="#ctx0" brushRef="#br0" timeOffset="4264">5657 560 7395,'7'-10'-359,"-5"-5"1841,4 3 1,2 2-774,-2-1 0,2-1-249,-3-6 0,-3 1-373,4-1 1,-12 9 0,-5 3 0,-5 2-145,-1-2 1,-3 4 0,-1-2 0,-2 6-87,1 4 0,3 8 1,-1-3-1,1 5-8,2 1 0,-3 7 0,12-1 0,1 0 188,-1 3 0,2-7 1,8 6-1,4-2 79,6 1 0,9-3 1,4-7-1,0-5-87,1-1 1,5-2 0,-4-6 0,0-2-120,-4-4 0,2-4 0,-3-7 0,-7-2-183,-7-5 1,0-3-1,-2-8 1,-4 2-107,-6 4 1,-12-2-1,-9 8 1,-2 1-296,-4 3 0,-2 9 674,-2 5 0,0 3 0,0 2 0</inkml:trace>
  <inkml:trace contextRef="#ctx0" brushRef="#br0" timeOffset="4831">6739 595 7393,'2'-16'83,"4"5"0,-4-5 0,6 6 754,0 1 0,-6-7 0,3 4-183,-3-3 1,4-3-1,0 1-229,-2-1 0,-2 7 0,-4-1-413,-4-1 0,-6 5 0,-9 2 0,-2 4-114,1 2 0,-3 2 0,0 4 1,0 6-139,0 3 1,-1 4-1,5 5 1,-2 3 111,1 0 1,9 6 0,3-6-1,2 2 124,4 0 0,2-7 0,4 1 0,4-5 5,6-7 1,9-3-1,4-8 1,3-2-336,3-4 1,0-4-1,0-7 1,-4-2-144,-2-5 1,-2 3 0,-7-8 0,-2 0-1284,-3 2 1760,-7-6 0,12-2 0,-7-10 0</inkml:trace>
  <inkml:trace contextRef="#ctx0" brushRef="#br0" timeOffset="5031">6809 141 8026,'0'-18'731,"0"6"5,0 1 0,0 5 0,-2-4-502,-3 3 0,3 3 0,-4 10 0,4 5-163,2 5 0,0 9 1,0 6-1,-2 8-118,-4 7 1,4 5-1,-4 3 1,4 2-287,2 3 0,0-3 0,0-10 0,0-5-236,0-4 0,2-4 1,4-6-260,6-9 0,3-9 828,3-9 0,-1-15 0,1-5 0</inkml:trace>
  <inkml:trace contextRef="#ctx0" brushRef="#br0" timeOffset="5383">6914 542 8725,'10'-7'1972,"0"3"-1525,-5-8 0,-1 8 0,8-2 1,1 2-410,3-1 1,3 3-1,3-6 1,1 2-179,-2 0 0,-1-5 1,-3 3-1,1-2 2,-1-3 1,1 3 0,-3-2-1,-1-1-96,-3-3 1,-7-1-1,2-1 90,-4 1 0,-4 1 0,-2 3 0,-4 3 32,-1 2 0,-5 2 0,-7 6 0,-3 2 121,3 4 1,2 4 0,1 9 0,1 4 108,-1 7 0,7 1 0,1 0 0,2-2 258,4 2 0,2 2 0,2 0 0,2-4-186,4-6 1,6 0-1,9-3 1,4-7-444,3-3 1,1-4-1,6-6 1,0 0-666,-1 0 918,1-8 0,0-1 0,0-9 0</inkml:trace>
  <inkml:trace contextRef="#ctx0" brushRef="#br0" timeOffset="5916">7421 333 7983,'0'-10'356,"0"2"1,0 6 2225,0-4-287,0 5-2048,0-7-471,0 0-372,0 6 1,0-8 358,0 5 0,0 1 0,0-8 200,0-2 0,0 5 0,0-3 92,0-1 1,0-3 0,0-1 161,0-1 0,0 1 0,0-1 161,0 1 0,0 5 0,0 0-61,0-1-242,0 5 0,0 2 35,0 12 1,-2 6-1,-2 11 1,-2 4 45,2 0 1,2 12-1,2-2 1,0 4 149,0 1 0,0 7 0,0-4 0,0 1-143,0 1 0,0-8 0,2-1 1,2-5-841,2-4 1,7-7-1193,-1 1 1,-2-11-1455,1-6 3323,-7-5 0,-4-16 0,-10-4 0</inkml:trace>
  <inkml:trace contextRef="#ctx0" brushRef="#br0" timeOffset="6130">7351 437 8026,'-10'-11'1243,"4"-1"1,2 8-838,-2-1 0,6-3 0,0 0-491,10-2 1,6 6 0,1-3-1,3 1-54,3 0 0,-2 0 0,6 4 1,1-2-192,-1-1 0,-4-1 1,4 4-1,-2-2 330,-3-2 0,5 0 0,0 6 0</inkml:trace>
  <inkml:trace contextRef="#ctx0" brushRef="#br0" timeOffset="6515">7822 420 10600,'12'0'496,"0"0"0,-1-2 0,7-2-401,-1-2 1,-5-1-1,-1 1 1,3-4 32,1 0 1,-3-5 0,0 5 0,-1-1-224,-1-1 1,4 0 0,-7-5-331,3-1 1,-6 7 139,2-1 1,-12 8-1,-6-2 1,-3 6 21,-3 6 0,-5 4 1,0 7-1,2 3 147,1 3 1,3-4 0,1 7 0,3-3 377,1 0 0,8 6 0,-2-3 0,4-1 25,2 0 1,6-2 0,4-5 0,3-1-205,7 1 0,9-9 0,-2-3 0,2-4-543,0-2 0,-2 0 0,3 0 0,-5-2 460,0-4 0,-6-3 0,7-9 0</inkml:trace>
  <inkml:trace contextRef="#ctx0" brushRef="#br0" timeOffset="6866">8276 385 8014,'-2'-12'770,"-3"1"0,3 5 342,-4-6-698,4 8 0,2-1 0,0 10-99,0 7 0,0 9 0,0 3 0,0-3 96,0-2 0,0 1 0,0 1 0,0 3-169,0-3 1,2-8 0,2-1-270,1 2-19,1 1 0,0-7 1,0-8-188,-2-10 0,-2-5 0,-2-3 0,2 1-45,4-1 0,-5 1 1,5-1-1,-4 1-139,-2-1 0,0 1 0,2 0 0,2-1 41,2 1 1,6-1 0,-5 3 0,3 1-87,4 2 0,3 7 0,4-5 1,5 2-623,1 4 1084,-6 2 0,12 2 0,-6 0 0</inkml:trace>
  <inkml:trace contextRef="#ctx0" brushRef="#br0" timeOffset="7497">8888 333 8014,'-12'-16'1089,"0"5"0,8 5-523,-1 12 0,-3 3 0,2 11 0,2 1-185,2 2 1,2 6 0,0-5 0,0-1-215,0 2 0,0-5 0,0 3 1,0-4-205,0-1 1,0-7-1,2-1-178,4-2 1,-2-2 15,7-6 1,-7-8-1,4-2 1,-2-1-34,0-1 0,2 0 0,-5-5 0,5-1-86,2 1 0,-4-6 0,3-1 0,1 3 39,0 2 0,1 1 0,7 3 357,-1 3 0,-5-2 0,0 9 43,1 1 1,3 4 0,-1 7 289,-3 11 0,1-1 0,-7 9 0,-2-3-12,-2 0 0,4 0 0,0-5 1,-2-1-318,-2 1 1,-2-1-142,0 1 0,2-9 1,3-3-85,7-4 0,-2-4 0,1-4 0,1-5-385,-2-5 0,5-3 1,-3-2-1,3-3 50,3 3 1,-1-4 0,-1 1 0,-3 3 259,-1 2 0,-2 1 1,3 1-1,-1-1 280,2 1 0,-5 1 0,1 3 330,-2 1 0,5 10-139,-1 2 0,-4 8 0,-2 9 0,-3 1-45,3-1 0,-4 7 1,4-1-1,-4-2-144,-2-1 0,0 3 0,2 0-314,4-2 1,-4-1-1,5-3-2428,1 1 2678,-6-8 0,14-3 0,-7-7 0</inkml:trace>
  <inkml:trace contextRef="#ctx0" brushRef="#br0" timeOffset="7766">9691 315 7973,'0'-9'2086,"0"3"-1581,0 12 1,0 9 0,0 8-369,0-1 0,0 3 1,0-2-1,0 0-409,0 3 1,0-7 0,0 4-1490,0-3-710,0-3 2471,8-7 0,1-18 0,9-11 0</inkml:trace>
  <inkml:trace contextRef="#ctx0" brushRef="#br0" timeOffset="7913">9708 1 8427,'-11'0'2247,"-1"0"-2931,8 0 1,-4 2 683,8 4 0,0-4 0,0 5 0</inkml:trace>
  <inkml:trace contextRef="#ctx0" brushRef="#br0" timeOffset="8297">9883 280 7973,'12'0'983,"-1"0"1,-5 0-483,6 0 1,-8 2-1,1 4 1,-3 6-12,-2 3 0,0 3 0,0 1 1,0 2-225,0 3 1,2-1-1,2-6 1,2 1-300,-2-1 1,-2 1-1,0-3 1,2-1-51,2-2 1,1-8-1,-1 1-553,6-3 0,3-9 1,3-5-1,-3-4-57,-3-1 1,3-1-1,-3-1 1,4-2 394,1-3 1,-5 1 0,-1 6 0,1-1 206,-2 1 0,-1 1 0,-5 3 478,2 1-2,0 8 1,-6 4-1,0 14 1,0 5-272,0 4 0,0 1 0,0-5 0,0 2-415,0 3 0,2-1 0,2-6 1,3 1-360,3-1 0,-4-1 660,6-4 0,-1 3 0,7-5 0</inkml:trace>
  <inkml:trace contextRef="#ctx0" brushRef="#br0" timeOffset="8630">10529 298 12402,'18'-2'-97,"-1"-2"1,1-4-196,-1-2 1,-5 5-1,-1-5 1,3 0-57,1 1 0,-3 3 0,-2-6 139,-2-1 314,-3 5 0,-12 2 0,-5 10 0,-4 6 467,-1 5 1,1-1-1,3 11 1,1 0-123,-1 4 0,5-2 1,2 2-1,6 1-746,6-3 0,6 0 0,13-8 1,12-1 295,13-9 0,26-5 0,13-4 0</inkml:trace>
  <inkml:trace contextRef="#ctx0" brushRef="#br0" timeOffset="9530">2618 1381 8773,'8'-10'1888,"-6"-6"1,5 7-1825,-7-9 1,-2 8-1,-3 5-116,-7 3 0,-4 2 0,-1 0 0,0 0-92,-1 0 1,1 2-1,-1 2 1,1 3-52,-1 3 0,3 2 0,1 3 0,4-1 178,3-3 0,1 1 0,6 5 133,0 1 0,8-1 0,5 1 0,7-1-32,3 1 0,8-1 0,-4 3 0,2 1-36,0 2 1,-7 6 0,1-3 0,-6-1-147,-5 0 0,2 6 1,-9-4-1,-3 0-23,-6-3 0,-5-7 0,-9-3 0,-1-4 40,-4-3 0,-5-1 0,-5-8 0,2-4-72,2-5 1,2-5 0,-2-1 0,6-1-328,3 1 1,11-1 0,3 1 0,4-1 479,2 1 0,0-1 0,0 1 0</inkml:trace>
  <inkml:trace contextRef="#ctx0" brushRef="#br0" timeOffset="9780">2915 1538 10298,'0'11'1515,"0"1"-1357,0 2 1,0 3 0,0 4-1,0 3-282,0-3 1,0 4 0,0 1 0,0-1-1451,0 0 1,2-4 1573,4-9 0,3 3 0,9-5 0</inkml:trace>
  <inkml:trace contextRef="#ctx0" brushRef="#br0" timeOffset="9947">2897 1328 8169,'0'-10'945,"0"-5"-945,0 13 0,0-6 0,0 8 0</inkml:trace>
  <inkml:trace contextRef="#ctx0" brushRef="#br0" timeOffset="10530">3194 1538 8169,'0'-18'-335,"0"1"1131,0-1 0,0 7 1337,0-1-1974,0 8 0,0 0 1,0 14 29,0 7 1,0 5 0,0-5 0,0 1-86,0-1 0,2 1 1,2-1-1,2 1-215,-2-1 0,-2-5 1,0-3 80,3-1 1,-1-2 0,8-6-55,2 0 0,1-8 0,3-3 0,-1-7-87,0-5 0,-1 3 0,-2-3 0,-3 4 128,3 1 0,1 1 1,1-1-1,-3 3-1,-1 3 1,-6 4-1,6 8 281,1 0 0,1 10 0,-1 6 1,-3 5 42,-2 0 0,3 7 0,-5-1 1,0 0 24,2-4 1,-6 2-1,4-1 520,-5-3-780,-1-2 1,8-11-1,4-8-206,3-10 1,-3-7 0,0-4 0,1-5-247,3-1 1,1 6 0,1-4 0,-3 1-129,-3 1 1,9 0-1,-3 7 274,1 5 0,-5 3 1,-3 8 321,3 0 1,0 2-1,-3 4 1,-3 5 145,0 5 1,-6 1-1,5 1 1,-1-1 137,0 1 0,0-1 0,-6 1 0,0-1-93,0 1 0,0-7 0,0 1-1791,0 1-1102,0-5 2641,8 0 0,1-16 0,9-2 0</inkml:trace>
  <inkml:trace contextRef="#ctx0" brushRef="#br0" timeOffset="10796">4155 1450 8169,'9'-17'1321,"7"7"1,-14 4-887,4 12 1,-4 4-1,-2 7 1,0 1-50,0-1 1,-6 1 0,0 1 0,2 3-418,2 1 0,-4 0 0,1-5-607,1-1 1,2 1-835,2-1 1,2-7 592,4-4 0,-5-12 0,5-6 879,-4-3 0,6-11 0,2-1 0</inkml:trace>
  <inkml:trace contextRef="#ctx0" brushRef="#br0" timeOffset="10963">4172 1241 8169,'0'-12'1813,"0"1"1,0 5-916,0-6 0,0 6-3322,0-5 2424,0 7 0,0-4 0,0 8 0</inkml:trace>
  <inkml:trace contextRef="#ctx0" brushRef="#br0" timeOffset="11230">4487 1101 8162,'5'-17'1718,"1"-1"-1402,0 1 0,-6 9 0,0 8 0,0 10 116,0 5 1,0 10 0,-2 5 0,-2 3-60,-2 1 0,1 9 0,5 4 0,0 1-200,0-1 0,0 3 0,0-5 0,0 0-196,0-5 1,0-3-1,0-4 1,2-6-446,3-9 0,-1-3 1,8-9-781,1-2 1,-3-4 1247,2-6 0,-1-11 0,7-10 0</inkml:trace>
  <inkml:trace contextRef="#ctx0" brushRef="#br0" timeOffset="11730">4941 1520 8121,'17'-2'632,"1"-3"1,-7 1-141,1-8 1,-8 6 0,2-5 86,-5-3 1,-1 4-1,0-1-311,0-3 1,-7 4-1,-5-1-204,-3-3 1,-3 4-1,1 1 1,-1 1-30,1 4 1,-1 2 0,1 2 0,-1 0-218,1 0 0,-1 0 0,1 2 0,-1 2 27,1 2 1,5 7 0,1 1-1,-1 5 152,2 5 1,3 1 0,7-4-1,0 2 37,0-1 0,0-3 1,0-1-1,2-3-27,3-3 1,5-4 0,8-8 0,-1 0-152,0 0 0,1 0 1,1 0-1,3-2-43,1-4 0,0-4 0,-5-7 0,-3-1 173,-3 1 1,1-1-1,-5 1 121,2-1 1,-4 3 27,5 3-96,-7 4 1,4 18 0,-8 6-1,0 5-65,0 0 0,0-1 0,0-3 0,2 1-168,4-1 1,-2 1 0,7-1 0,3-1-460,1-5 0,3 3 0,-1-8 0,1-2 653,-1-3 0,9-8 0,1-3 0</inkml:trace>
  <inkml:trace contextRef="#ctx0" brushRef="#br0" timeOffset="12080">5395 1398 8121,'0'-17'782,"0"5"1368,0 0-1787,0 8 1,0-1 0,0 10 0,0 9-159,0 7 0,0 1 1,0 5-1,0 0-93,0 0 1,0 0-1,0 2 1,0-5-14,0-5 1,0-7-1,0-1 1,2 1 68,3-2 0,-1-2-292,8-8 0,-6-8 0,4-4 0,-3-3-317,-3-3 1,0-1 0,0-3 0,2-1-14,-2 2 1,-2 1 0,0 3 0,1-1-161,3 1 1,2-1 0,-2 1 228,5 0 1,-1 5-1,2 2 1,1 2 217,3 5 1,3 1 0,3 2-1,1 0-498,-2 0 665,-1 0 0,5 0 0,2 0 0</inkml:trace>
  <inkml:trace contextRef="#ctx0" brushRef="#br0" timeOffset="12363">5919 1223 8110,'0'-11'813,"0"-1"0,0 10-307,0 2 0,0 14 0,-2 11-190,-4 2 0,4 2 1,-4 6-1,4 0-159,2 0 0,0 0 1,0-2-1,0-4-72,0-6 0,0-3 0,0-3 0,0 1-833,0-1 0,8-7-388,4-4 0,-3-4 1,1-4-1213,-2-4 2348,-2-4 0,1-15 0,3-2 0</inkml:trace>
  <inkml:trace contextRef="#ctx0" brushRef="#br0" timeOffset="12630">5866 1031 8281,'0'-11'1206,"0"-1"-2055,0 8 0,0-6 849,0 5 0,8 3 0,2-6 0</inkml:trace>
  <inkml:trace contextRef="#ctx0" brushRef="#br0" timeOffset="13030">6373 979 8864,'0'-8'1625,"0"8"-1323,0 10 0,-2 11 1,-2 4-1,-2 3-123,2 3 0,2 9 0,0 7 0,-2 3-252,-1 3 0,-1-1 0,6 1 1,0-3-96,0-3 0,0-5 1,0-9-1,0-4-1117,0-5-1290,8-5 2575,-7-9 0,7-18 0,-8-11 0</inkml:trace>
  <inkml:trace contextRef="#ctx0" brushRef="#br0" timeOffset="13196">6163 1363 8221,'-10'0'4556,"5"0"-4686,10 0 0,5-6 0,10 0 0,3 3-1402,6 1 1,-2-4 1531,2 0 0,8-8 0,8 5 0</inkml:trace>
  <inkml:trace contextRef="#ctx0" brushRef="#br0" timeOffset="13732">6844 1346 7902,'-9'0'3456,"-1"0"-3210,4 0 0,2 0 1,-6 2-1,3 3-90,3 7 1,0 4 0,0 1-106,-2 0 0,0 1 1,6-1-115,0 1 0,2-3 0,4-1 0,6-4-183,3-3 0,3-1 0,-1-6 0,1 0-189,-1 0 1,1-6 0,-1-1 0,1-3-86,-1-4 1,-1-1 0,-3-3 374,-1 1 0,-3-1 0,3 1 205,-6 0 223,-4 7 1,-2 4-1,0 12 95,0 6 0,0 3 0,0 2 0,0 3 8,0 3 1,0-3-1,2 5 1,4 0 13,5 4 0,3 4 1,-1 2-1,-1 2-43,2 4 0,-1-1 1,1 11-1,-4 3-122,-3 1 1,-1 5-1,-8-2 1,-4 0-250,-5 2 0,-11-13 0,-3-1 1,0-11-115,0-11 1,-6-9 0,2-15 0,-4-4-380,-2-7 1,7-11 0,5-18 0,4-7-688,1-3 1,9-3 0,3 1 1193,4-1 0,17 1 0,5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7:33.531"/>
    </inkml:context>
    <inkml:brush xml:id="br0">
      <inkml:brushProperty name="width" value="0.17143" units="cm"/>
      <inkml:brushProperty name="height" value="0.17143" units="cm"/>
      <inkml:brushProperty name="color" value="#849398"/>
    </inkml:brush>
  </inkml:definitions>
  <inkml:trace contextRef="#ctx0" brushRef="#br0">280 242 8066,'0'-18'421,"0"6"1200,0 1-1065,0-1 1,0-5-206,0-1 1,0 7-387,0-1 0,-7 8 0,-5-2-59,-4 4 1,-1 8 0,-1 2 0,1 2-65,0 3 1,-1-3-1,1 2 1,1 1 50,4 3 0,-1 1 1,5 1 110,-2-1 0,7 1 1,-3-1 27,4 0 0,10 1 0,3-1 1,5-1-43,1-4 1,1 3-1,-1-3-99,1 3 1,-1 3 0,-1-1 0,-5 1-9,-5-1 1,2-5 0,-2-1 111,-3 3 0,-3 0 0,-5-1 0,-7-3 61,-4-2 0,-3-3 0,-2-5 1,-3 0-68,3 0 0,-4-2 0,2-3-375,1-7 1,5 2 0,3-1 385,3-3 0,7-1 0,-4-3 0</inkml:trace>
  <inkml:trace contextRef="#ctx0" brushRef="#br0" timeOffset="384">612 311 8111,'0'-17'684,"0"0"0,0 5 132,0 0 1,-2 1-434,-4-7 0,2 8 1,-7 5-319,-3 3 1,-1 2-1,-3 2 1,1 3-215,-1 7 0,-1 4 1,-2 1-147,-3 1 0,3-1 1,9 0-1,7 1 122,3-1 0,2 1 1,0-1-1,0 1 119,0-1 1,7-5 0,5 0 0,3-1-18,3-1 1,5 0 0,1-7 0,-1 3-330,2-2 0,-4-2 0,7-2 400,-3 0 0,-2-8 0,-5-1 0</inkml:trace>
  <inkml:trace contextRef="#ctx0" brushRef="#br0" timeOffset="849">996 311 8130,'0'-11'942,"0"-1"1,-5 6-1,-3-3-800,-2 1 0,4-4 1,-5 6-258,-3 3 1,-2 1 0,-1 2 0,0 0 66,-1 0 0,6 2 0,1 3 1,-3 7-25,-1 4 0,3 1 1,2 0-1,3 1 61,3-1 0,2 1 0,2-1 0,2-1 62,4-5 0,9 3 0,10-8 0,1-2-92,-1-2 1,6-2 0,-4-2 0,2-4-66,0-6 1,-7-3 0,1-3 0,-4 1 4,-1-1 1,-9-1-1,-3-2 1,-4-3-31,-2 3 0,-8 7 0,-3 3 1,-7-1-35,-5 2 0,-6 3 1,-10 7-1,-2 2-254,3 3 1,6 5 0,5 10 0,2 1 418,4 2 0,1 8 0,3-4 0</inkml:trace>
  <inkml:trace contextRef="#ctx0" brushRef="#br0" timeOffset="1231">1258 224 12544,'8'18'410,"-6"-1"1,4 1-363,-4-1 0,4 0 0,-1 1 0,1-3 30,2-3 0,-6-2 1,6-6-106,-1 1 0,-5-1-119,4-9 1,-2 1 0,0-8 0,2-2-14,-2-1 0,-2 3 1,-2 1-1,0-3-117,0-1 0,2-3 0,1 1 1,5 1-43,2 4 0,-4-3 1,5 5-1,3 1-90,1 3 0,3-2 0,-1 2 1,1 2-247,-1 2 1,1 2-1,-1 0 654,1 0 0,-1 0 0,1 0 0</inkml:trace>
  <inkml:trace contextRef="#ctx0" brushRef="#br0" timeOffset="1614">1590 294 7857,'0'10'1642,"2"-3"0,4-7-1311,6 0 0,3 0 0,3-1 0,1-3-231,4-2 1,-3-8 0,3 3 0,-2-5-165,3-1 1,-5-1-1,2 1 1,-5-1-235,-5 1 1,-5-1 0,4 1-1,-2-1 99,-4 1 1,-4 1 0,-6 5-1,-6 5 121,-3 4 1,-3 2 0,-1 2 0,-3 4 97,-1 5 1,-6 11-1,6 3 1,-1 0 48,-1 0 0,12 6 1,-3-3-1,6 1-55,7 0 1,1-6 0,4 4 0,3-2-159,7-3 1,5-3 0,7-3 0,7-5-698,8-5 0,-3-4 841,5-2 0,4-8 0,-1-1 0</inkml:trace>
  <inkml:trace contextRef="#ctx0" brushRef="#br0" timeOffset="1981">2149 154 8062,'0'-17'425,"0"-1"0,0 1 102,0-1 1,0 7 0,0-1-1,2 0 137,4 3 0,-4-1-343,4 4 0,-5 2-373,-1-7 1,-7 7 0,-5 0 0,-3 8-101,-3 8 1,1-3 0,-1 3 0,1 1-42,-1 3 0,3 1 0,1 1 1,4-1 101,3 1 0,1-1 1,6 1-1,0-1 75,0 1 1,10-1 0,5 1-1,8-1 313,4 1 0,3-1 0,5 0 0,-1 1-154,1-1 0,0-5 0,-2 0 1,-4 1-174,-5 3 1,-13 1 0,-5 1 0,-6-1-177,-6 1 0,-11-3 0,-14-1 0,-6-3-445,-4 3 0,0 0 0,7-1 651,-1-1 0,0-8 0,0 3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7:36.445"/>
    </inkml:context>
    <inkml:brush xml:id="br0">
      <inkml:brushProperty name="width" value="0.17143" units="cm"/>
      <inkml:brushProperty name="height" value="0.17143" units="cm"/>
      <inkml:brushProperty name="color" value="#849398"/>
    </inkml:brush>
  </inkml:definitions>
  <inkml:trace contextRef="#ctx0" brushRef="#br0">2183 16 10691,'0'18'464,"0"-1"0,0 3 1,-1 3-1,-3 8-72,-2 8 0,0 7 0,6 13 1,0 5 121,0 4 1,0 11-1,2 8 1,2 10-303,-1-45 1,0-1-1,0 2 1,-1-1 0,-1 0-1,-2 1 1,1 0-1,0 1-18,0 1 1,0 0-1,0 38 1,-1-3-1,-3-13-94,-2-9 0,-6-15 0,4-5 1,1-9-2027,-1-12-102,2-13 0,6-9 615,0-10 1,8 3 0,2-6 0</inkml:trace>
  <inkml:trace contextRef="#ctx0" brushRef="#br0" timeOffset="507">1939 278 11875,'0'-11'301,"2"-1"1,4-2-267,5-1 0,5-4 1,1-3-1,1-1 0,-1 2 0,1-5 0,-3 3 0,-1 2-179,-3 1 1,1 3-68,6-1 0,-1 9 262,1 3 0,-1 12 0,-1 5 0,-3 5-14,-1 1 1,-1 1-1,7-1 1,-1 1-323,1-1 1,-7 1 0,1-1 284,2 1 0,1 7 0,3 2 0</inkml:trace>
  <inkml:trace contextRef="#ctx0" brushRef="#br0" timeOffset="1353">332 2322 8170,'10'-18'-237,"-4"1"0,-4 5 1,-2 0 427,0-1 0,6-3 1715,-1-1 0,-1 5-1469,-10 1 1,-3 5 0,-9-4-323,1 2 1,-6 2-1,-1 6 1,1 0-150,-2 0 1,3 6 0,-5 2 0,2 2-182,4 3 1,1 3 0,3 1 0,1 3-44,5 3 0,-3-2 1,8 7-1,4-3 64,6-4 0,8-2 0,9-1 1,4-1 69,3 1 1,1-6 0,6-1 0,-1 1 43,1-2 1,0 3 0,-2-5 0,-4 2 58,-5 3 1,-7 5 0,-5 3 115,-6 2 1,-14 1 0,-8-5 0,-7 2-89,-4 3 1,-8-1-1,-6-6 1,2-1-56,3-5 0,3 3 0,2-8 1,3-2-445,3-2 1,2-4-1,7-4 492,5-6 0,-5-3 0,6-3 0</inkml:trace>
  <inkml:trace contextRef="#ctx0" brushRef="#br0" timeOffset="1836">594 1937 8199,'-11'0'764,"-1"0"1,6 0-1,-4 2-307,3 4 0,-1 0 0,4 10 0,-2 5-212,2 4 1,2 12 0,2 11-1,0 7-63,0 3 1,0 8 0,0-2 0,0 2-57,0-2 0,0-10 0,0-9 0,0-4-225,0-8 1,2-14 0,4-13-94,6-4 0,3-4 0,3-6 1,-3-7-314,-3-7 0,7-9 0,-5 2 0,-1-2 71,3 2 0,0-4 0,-1 6 1,-1 0 113,-3 3 1,1-1-1,3 2 1,-1 4 180,-2 5 0,-7 0 256,7 9 1,-8 1 0,2 9 0,-2 7 165,2 4 1,-5 9 0,5 2 0,-4 2-14,-2 0 1,0 0 0,0 6 0,0-2-142,0-4 1,0 2 0,0-7-729,0-3 0,2-3-2066,4-7 2665,-4-3 0,13-16 0,-5-2 0</inkml:trace>
  <inkml:trace contextRef="#ctx0" brushRef="#br0" timeOffset="2319">1240 2374 8232,'0'-17'1417,"0"-1"-555,0 1 1,0-1-557,0 1 0,-2 1 0,-1 3-174,-3 1 1,-8 8-1,3-2 1,-5 4-175,-1 2 1,-1 8-1,-1 4 1,-3 3-138,-1 3 1,0 1 0,5 4 0,1 5 122,-1-1 0,7 6 0,1-4 0,2 2 60,4-2 0,2 2 0,2-8 0,2-1 38,4-3 0,6-9 1,9-4-1,4-4-93,3-2 0,-1-8 0,4-4 0,-4-3-18,-2-3 1,-2-1 0,-5-3 0,-1-3 128,1-2 0,-7 6 1,-1-3-1,-2 5 297,-4 1 0,-2 7-22,-2-1 0,-2 10 1,-4 2-328,-6 10 0,5 7 0,1 5 1,4 3-90,2 2 0,0 0 0,0 2 0,2-5-4,4-5 1,3-1-1,9-1 1,-1-1-251,1-5 1,5 3-1,2-8 1,0-2-1788,1-3 2122,5-8 0,-12-3 0,6-7 0</inkml:trace>
  <inkml:trace contextRef="#ctx0" brushRef="#br0" timeOffset="2900">1660 2287 10472,'-10'7'714,"2"-1"1,8 10 0,0 5-292,0 4 0,0 6 0,0 10 0,0 6-116,0 3 0,0 1 0,0-5 1,0-3-206,0 0 1,6-14-1,2-2-10,1-12 1,-3-9 0,4-12-283,-2-5 0,-3-7 0,-5-3 0,0-2-133,0 1 0,0 3 0,0 1 0,0 1-337,0 0 1,0 5-419,0 0 956,-7 8 0,3-1 1,-6 10 295,2 7 0,3-2 0,5 1 233,0 3 0,0-4 0,0 1-189,0 3 1,0 1-299,0 3 0,0-1 0,0 1-568,0-1 1,0-5 0,0 0-105,0 1 0,0 3 0,0 1 505,0 1 1,0-7 0,0 1-1,0 1 193,0 3 0,-6-4 0,0-1 634,2 3 0,-4 1-335,2 3 0,1-1-1036,5 1 0,0-7 791,0 1 0,0-8 0,0 4 0</inkml:trace>
  <inkml:trace contextRef="#ctx0" brushRef="#br0" timeOffset="3250">1607 2374 8149,'0'-17'0,"0"-1"337,0 1 1,-2 1 0,-2 3 959,-2 1 1,1 6-1037,5-6 0,2 9 1,3-3-149,7 4 0,9 2 0,3 0 0,-1 0 46,2 0 0,0 0 1,6 0-1,-1 0-174,1 0 0,-4 6 0,-2 1 0,-2 3-45,-1 4 0,-15 3 1,5 4-1,-8 5-4,-4 1 1,-8-4-1,-3 6 1,-7 0-92,-5-1 1,-4 3-1,-8-6 1,0 2 179,0 4 1,0 0 0,0-2 0,2-6 35,4-3 0,4-5 0,7-3-356,1-6 1,7-14 0,4-7-1,6-9-1136,6-3 1431,4 6 0,7-4 0,1 7 0</inkml:trace>
  <inkml:trace contextRef="#ctx0" brushRef="#br0" timeOffset="3816">1660 2619 8147,'0'-12'920,"0"0"-355,0 8 1,0-1-202,0 10 0,-6 5 0,0 8-98,2-1 0,2 0 0,0 3 1,-2 3-169,-2 6 1,1 4-1,5 0 1,0-2-330,0-2 1,0 0 0,-2 6-1,-2-2-249,-2-3 0,0-5 0,6-8 480,0 1 0,0-1 0,0 1 0</inkml:trace>
  <inkml:trace contextRef="#ctx0" brushRef="#br0" timeOffset="4383">2253 2374 12567,'12'0'487,"0"0"1,1-2-398,3-4 0,1-3 0,1-9 0,-1 3-153,1 3 1,-1-9 0,0 3-163,1-1 1,-8-1-1,-5 3-98,-3-1 1,-4 9 0,-3 5 0,-9 8 189,-7 7 1,-1 7-1,-5 5 1,4 6 375,7 4 0,-1 0 0,7-2 0,1-2 15,3 2 1,6 0 0,7-1 0,11-7-559,9-4 0,8-9 0,6-4 0,5-6 300,5-6 0,9-19 0,2-12 0</inkml:trace>
  <inkml:trace contextRef="#ctx0" brushRef="#br0" timeOffset="5099">3790 2234 8107,'0'-11'869,"0"-1"1,0 0 43,0-5 1,0-1-666,0 1 0,-8 1 0,-3 3-91,-5 1 1,-3 8 0,-3-1-1,-3 3-24,-2 2 0,4 7 0,-4 5 1,-1 5-111,1 7 1,6-3 0,0 8-1,7 2 38,8 2 1,4 2 0,2-2 0,4-4 3,8-5 0,1-7 1,18-3-1,4-5-73,4-1 0,2-4 0,-6-10 0,-2-6-99,-4-3 1,2-8 0,-8-3-1,-3 1-138,-7 0 1,-3-4-1,-6 4 1,2-1-95,-2 1 1,-12 2 0,-8 5 0,-7 3-169,-4 3 1,-2 5 0,-4 7 0,2 1-32,2 5 0,5 4 0,-3 9 0,2 5 538,4 5 0,9 12 0,4 3 0</inkml:trace>
  <inkml:trace contextRef="#ctx0" brushRef="#br0" timeOffset="5466">4105 2426 9609,'9'0'2100,"-1"-2"0,-8-3-1605,0-7 0,0-4 1,2-3-1,2-4-165,2-6 1,-1-4 0,-5-4 0,0-2-150,0-2 0,0-7 1,0 3-1,0-1-285,0-1 1,2 0 0,2-3 0,4 3-481,2 7 0,1-1 0,7 4 0,-1 4-367,1 0 0,1 10 0,3 5 0,1 11 265,-2 5 1,1 2 0,-1 0-1,2 2-65,-2 3 1,-1 7 750,-3 11 0,1-3 0,-1 5 0</inkml:trace>
  <inkml:trace contextRef="#ctx0" brushRef="#br0" timeOffset="5683">3965 2234 12866,'23'-2'278,"0"-3"1,6 1 0,-1-8 0,3-2-344,6-1 1,-1 3-1,-5 3 65,-1 1 0,6-6 0,9 5 0</inkml:trace>
  <inkml:trace contextRef="#ctx0" brushRef="#br0" timeOffset="6082">5275 1710 8174,'0'-17'605,"0"-1"1,0 1 1243,0 0-1343,0 7 0,0 6-197,0 16 0,-6 1 0,-2 16 1,0 2-82,1 2 0,-5 10 1,4 4-1,0 3-86,1 2 1,-5 7 0,6 1 0,0 2-189,-1 4 0,5-6 1,-4-4-1,4-7-652,2-8 0,0-12 1,2-8-570,4-7 0,1-9 0,7-12 1267,-2-11 0,-9-7 0,5-10 0</inkml:trace>
  <inkml:trace contextRef="#ctx0" brushRef="#br0" timeOffset="6266">4978 2147 8943,'11'0'1163,"1"0"1,0 0 0,7-2 0,4-2-988,6-2 1,4-5 0,4 3 0,2 0-709,2 0 1,2-5 0,-5 1 0,3-1-828,-2 1 1,-2-4 1358,-2 5 0,0-12 0,0-5 0</inkml:trace>
  <inkml:trace contextRef="#ctx0" brushRef="#br0" timeOffset="6699">5659 1798 7994,'0'-18'2784,"0"1"-2389,0 7 1,0 4-1,0 12 1,-2 8-78,-4 7 1,2 6 0,-5 8 0,-1 2-108,0 4 0,6 3 1,-4 9-1,3-3-116,-1-3 1,0-5 0,6-7-1,0-2-163,0-4 0,2-3 0,4-11-200,5-3 1,5-6 0,1-12-1,1-6-243,-1-3 1,1-11 0,1-1 0,3-2-53,1 0 0,0 8 0,-5-4 1,-1 1 196,0 1 1,3 0-1,1 5 1,3 3 175,-3 3 0,-2-2 1,-1 9 481,-1 1 0,-7 4 0,-4 6 0,-4 5 307,-2 5 0,0 7 1,0 2-1,0 2 9,0 4 0,-6-3 0,0-1 0,2 0-401,2 0 0,2-6 1,0 3-1,0-5-652,0-1 0,2-9 0,4-3-409,6-4 1,3-2 0,3 0 0,-1-2-2009,1-4 2862,-1-3 0,0-17 0,1-1 0</inkml:trace>
  <inkml:trace contextRef="#ctx0" brushRef="#br0" timeOffset="7016">6288 2164 8080,'11'-5'305,"1"-1"0,-6 0 0,3 4 1,1-2-34,0-2 1,1-5-1,7 5 1,-1 0 37,1-2 1,-1-1-1,3-9 1,1 1-288,2-1 1,-1 1-1,-9-1 1,-3 1 225,-2-1 0,3 1 1,-5-1 37,-2 1 0,-10 5 0,-5 3 1,-7 1-276,-5 4 0,1 4 0,-7 6 0,-2 7 2,-2 9 0,0-1 1,2 8-1,4 2 107,2 2 1,4-4 0,9 0 0,6 2-239,4 2 1,4 0 0,4-3 0,8-7-421,7-4 1,14-1 0,11-3 0,7-3-2131,5-6 2667,4-4 0,8-18 0,0-3 0</inkml:trace>
  <inkml:trace contextRef="#ctx0" brushRef="#br0" timeOffset="7816">332 3422 7981,'12'-2'1143,"0"-4"1,-7 2-1,5-7-569,-2-3 1,-2 4-1,-6-1-258,0-3 1,0 4 0,-2 1-249,-4 1 1,-4 2 0,-9 6 0,-5 0-80,-5 0 0,2 2 1,-2 6-1,-2 9 0,-2 10 1,4 1 0,2 1 0,2 2-45,3 2 0,11 7 0,5 1 0,4-2-188,2-2 1,4-10 0,5-4 0,11-5-361,5-7 1,10-3 0,6-8 0,-2 0-1751,-3 0 2353,-1 0 0,8-15 0,2-5 0</inkml:trace>
  <inkml:trace contextRef="#ctx0" brushRef="#br0" timeOffset="8183">629 3439 8311,'0'-17'0,"0"-1"538,0 1 0,0 5 1520,0 1-1924,0 7 1,-2-2-1,-2 12 1,-3 5 55,-3 5 0,0 3 0,-3 3 0,3 3 1,2 2 1,2 2 0,6 4 0,0-2-163,0-2 1,8-7 0,4 1 0,5-4-9,6-1 0,-1-8 0,7-5 0,2-3-134,2-2 1,2-7-1,0-7 1,-2-5-9,-4-5 0,2-5 1,-10 4-1,-3 0 42,-5-1 0,-9-3 1,2 6-1,-4 2 63,-2 1 0,-2 9 1,-4 1-319,-5 2 0,1 2 0,-2 6-956,-1 0 0,5 8 1290,2 4 0,4 3 0,2 3 0</inkml:trace>
  <inkml:trace contextRef="#ctx0" brushRef="#br0" timeOffset="8569">1275 3387 10877,'-9'2'1075,"3"4"0,4 5-754,2 5 0,0 9 0,0 2 0,0 2-252,0 0 1,0-1-1,0 1 1,0-6 153,0-4 0,0-1-156,0-1 1,0-9 0,0-8-219,0-10 1,6-5-1,-1-3 1,1-1-2,2-4 0,-6 3 0,6-5 0,-2 2-325,-1 0 1,9-1 0,-4 7 0,1-1-27,1 1 1,0 1-1,7 3 1,2 3-90,3 2 1,1 2 0,-2 6 0,6 0-711,4 0 1302,2 0 0,0 0 0,0 0 0</inkml:trace>
  <inkml:trace contextRef="#ctx0" brushRef="#br0" timeOffset="8934">1852 3422 13535,'0'17'286,"0"1"0,0-1 0,0 1 0,2 1-174,3 4 1,-1-3 0,8 3 0,0-3-33,-3-3 0,5 0 1,-6-1-1,1-4-248,5-7 0,-4-3 0,1-2-53,3 0 0,-1-4 0,1-5 1,-2-9-121,1-1 0,-3-6 0,2-1 1,1 1-23,3 0 1,1-6-1,1 4 1,-1-2-320,1 0 0,-7 7 1,1-1-1,1 2 682,3-3 0,1 5 0,1-6 0</inkml:trace>
  <inkml:trace contextRef="#ctx0" brushRef="#br0" timeOffset="9435">2271 3562 14566,'17'-2'1273,"1"-2"-1145,-1-2 0,1 0 1,1 4-1,2-2-135,3-2 1,7-7-1,-4 1 1,2-3-371,0-3 0,-8 3 0,3 1 0,-5 3 28,-1-3 1,-9-2 0,-3-1 0,-4-1 19,-2 1 1,0 5-1,-2 1 1,-4-1 161,-5 2 0,-13 3 1,-3 7-1,-2 0 184,0 0 0,8 2 1,-3 3-1,5 7 336,1 4 0,3 3 0,1 2 0,5 5-55,1 1 0,4-4 1,10 4-1,7 0-234,9 0 1,5-5 0,10 1-1,6-3-596,9-3 1,2-7-1,12-4 532,6-5 0,6-24 0,9-6 0</inkml:trace>
  <inkml:trace contextRef="#ctx0" brushRef="#br0" timeOffset="10133">3877 3439 8098,'12'0'0,"-2"-2"138,-2-3 1,-1 3-1,-3-6 1800,2 0-968,8 6 1,-7-13-530,5 3 0,-4 2 0,-8-1-287,0-3 0,-2-1 0,-4-3-166,-6 1 0,-3 1 0,-3 3 0,1 3-188,-1 2 1,-5 2 0,0 6 0,0 2-35,-3 4 0,5 4 0,-6 9 1,2 4 91,3 6 1,9 4 0,3 0 0,2-1 120,4-3 0,2-2 0,4 2 0,4-4-19,6 0 0,9-13 1,4 0-1,1-8-262,-1-4 1,6-2 0,-4-4 0,0-6-110,-3-3 0,-5-5 0,-2-3 0,1-6-1501,-1-4 1912,1 6 0,-8-14 0,-3 4 0</inkml:trace>
  <inkml:trace contextRef="#ctx0" brushRef="#br0" timeOffset="10350">4035 2846 8099,'0'9'1941,"0"1"-1636,0-4 1,0 3 0,0 9 0,0 1-225,0 5 1,-6 5-1,0 11 1,2 9-172,2 7 1,-4 2 0,-1 8 0,-1 0-95,0-5 1,2-7 0,6-7-1,0-9-299,0-7 1,2-7 0,4-13-472,6-5 1,3-12 953,3-5 0,-1-13 0,1-3 0</inkml:trace>
  <inkml:trace contextRef="#ctx0" brushRef="#br0" timeOffset="10686">4227 3439 8626,'9'0'1752,"7"0"0,-4-2-1583,3-3 1,3-3 0,-1-6 0,1 3-199,-1-3 1,0-3-1,1-5 1,-1-1-172,1 2 0,-6 1 0,-1 3 1,1-1-255,-2 1 0,-3-1 351,-7 1 1,-2 7-1,-5 4 1,-9 6 94,-5 6 0,-8 4 1,5 7-1,1 3 158,-2 3 0,5-2 1,-1 7-1,6-1-3,3 0 0,8-4 1,-2 4-1,4 0-89,2 1 0,8-9 0,6 0 0,7-7-336,8-4 1,4 3 0,4-5 277,4-2 0,-4-10 0,5-3 0</inkml:trace>
  <inkml:trace contextRef="#ctx0" brushRef="#br0" timeOffset="11234">4838 3282 8299,'-12'2'906,"1"2"1,-1 4-271,2 1 0,-3 3 0,5 7 0,0 5-375,1 5 1,1 6 0,6 6 0,0 7-119,0 8 1,0 1-1,0 7 1,0 2-43,0 2 0,0-2 0,2-6 0,2-12-400,1-9 1,1-8 96,-6-13 1,0-11 0,0-7 0,0-11-228,0-11 0,0 1 0,0-8 0,0-2-76,0-2 0,0-4 0,0-2 0,0-2 177,0 3 0,0-5 0,0 2 0,0 0 208,0-1 1,2 3-1,4-6 1,6 3 164,3 3 0,3 0 0,1 0 1,4 0 189,6 6 1,-3 6-1,-1 10 1,-2 1 47,0 5 1,6 3-1,-5 10 1,-3 4-31,-1 5 1,-3 5 0,-1 3 0,-5 2-124,-5 3 1,-4 1-1,-2-4 1,-2 5-222,-4 1 0,-4-6 1,-9 2-1,-2-3-180,-3-3 0,-5 1 1,4-1-1,-2 1-156,-4-1 1,0-5 0,0-3 0,4-1-183,1-4 0,3-2 609,6-2 0,-1 0 0,1 0 0</inkml:trace>
  <inkml:trace contextRef="#ctx0" brushRef="#br0" timeOffset="11651">5362 3369 8181,'10'0'1479,"3"-1"1,-5-3-1327,2-2 1,-1-2-1,5 2 1,-2-3-134,1-1 1,3-6-1,-1 5 1,-1-5-39,-3-1 1,-1-1-1,2 1 1,-6-1-296,-4 1 0,-2-1 0,0 1 152,0-1 1,-8 3 0,-4 3 0,-3 6 170,-3 5 1,-1 8 0,-3 7-1,-1 5 40,2 5 0,3 7 0,5-2 0,3 4 214,2 2 1,2-2-1,6-2 1,2-4 73,4-2 1,4-2 0,9-5 0,5-3-591,5-3 0,4-4 0,2-8 0,0 0-290,0 0 1,-1-8 0,-1-6 0,-2-5-2493,-1-4 3034,-9-8 0,12 3 0,-6-6 0</inkml:trace>
  <inkml:trace contextRef="#ctx0" brushRef="#br0" timeOffset="12016">5956 3108 8015,'-12'0'1907,"0"0"0,9 1-1618,-3 5 0,-2-2 0,2 10 1,2 3-167,2 5 1,2 7 0,0-4 0,0 2 14,0 4 0,0-4 1,0 0-1,0-1-18,0-5 1,2-2-1,4-3-315,6-4 1,3-5 0,3-9-1,-1-3-228,1-7 0,-1-4 0,1-1 1,-1-2 82,1-5 0,5 5 1,0-6-1,-2 1 109,-1 1 1,-9 0-1,1 5 1,0 1 16,-3-1 0,5 7 315,-8-1 0,0 10 1,-6 2 123,0 10 1,0 7-1,0 5 1,0 3-145,0 2 1,0-4-1,0 5 1,0-3-307,0-4 1,0-2 0,2-1 0,3-1-620,7 1 1,2-6 843,-3-1 0,13-7 0,-5 4 0</inkml:trace>
  <inkml:trace contextRef="#ctx0" brushRef="#br0" timeOffset="12533">6724 3212 8015,'0'-17'259,"0"-1"1,0 7 0,0-1 175,0-1 1,2-3-1,2-1-199,2-1 0,0 6 0,-6 1 0,-2-1-125,-4 2 1,0 3 0,-9 5 0,-5-2 208,1-2 1,-8 2 0,-3 10-1,-1 6-111,2 3 0,-4 5 1,6 1-1,0 4-38,4 2 0,3-3 0,5 5 0,3 0-25,6-2 1,4 4-1,4-8 0,4-3-303,6-7 0,5 1 1,5-8-1,3-2-386,2-3 0,2-2 1,6-5-1,0-6 25,0-3 0,-2-5 0,-2-1 0,-4-4 89,-2-3 0,-1-1 1,-7-6-1,0 0 367,1 1 1,-3 4-1,-3 1 1,-4-2 120,0-2 1,-6-2-1,3 2 1,-3 2 36,-2 2 1,0 6 0,0-4 0,0 2 441,0 3 0,6 9-127,0 1 0,0 10 0,-8 2-99,-4 10 0,2 5 0,-6 5 0,1 3 39,-1 6 0,0 6 1,-3 4-1,3 3-100,2 3 1,-3 0 0,5 3-1,2-3-194,2-2 0,10-1 0,3-3 0,5 2-470,1-2 0,9-10 0,1-8 0,2-5-599,0-5 0,0-7 1012,6 2 0,-8-12 0,-2-4 0</inkml:trace>
  <inkml:trace contextRef="#ctx0" brushRef="#br0" timeOffset="12916">7493 3003 7910,'0'-18'77,"0"1"1,0-1 324,0 1 0,0 5 0,-2 1 40,-4-3 0,2 4 0,-8 1 61,-1 1 0,-3 2 1,-3 6-1,-3 0-495,-1 0 0,-2 2 0,4 2 0,-1 4 89,7 1 1,-7 3 0,9 5 0,1 1 64,2-1 1,5 1 0,5-1 0,0 1 54,0-1 1,2-1 0,3-3 0,9 1 69,7 5 0,1-1 0,7 5 1,2-4-104,2-1 0,-4 5 1,0 2-1,0 1-143,-2-1 0,-7 4 0,-11-6 0,-1 1 53,-4 1 0,-4-6 0,-8 4 0,-9-3-216,-10-3 0,-1-7 0,-3-2 1,-2-2-1068,0-1 1,-3 1 0,10-6 1188,-1 0 0,6 0 0,-4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7:53.960"/>
    </inkml:context>
    <inkml:brush xml:id="br0">
      <inkml:brushProperty name="width" value="0.17143" units="cm"/>
      <inkml:brushProperty name="height" value="0.17143" units="cm"/>
      <inkml:brushProperty name="color" value="#849398"/>
    </inkml:brush>
  </inkml:definitions>
  <inkml:trace contextRef="#ctx0" brushRef="#br0">210 691 7928,'17'0'-29,"1"-8"0,-6 4 815,-1-7 0,-7 5 295,2-6 0,-4 6 17,-2-5-878,0 7 1,-8-4-1,-4 8-241,-3 0 1,-8 0-1,-1 2 1,1 4-151,-2 6 1,5 5 0,-3 4 0,4 3 156,1-3 0,1 6 1,1 0-1,5 2 84,5 1 1,4-3-1,2 4 1,2-4-39,4-2 1,11-7 0,10-9 0,2-1-52,1-4 1,-1-2 0,6-6 0,-1-6-13,1-7 1,-7-12-1,-5 0 1,-4-4 2,-1-2 0,-7 0 1,-1 0-1,-2 2-36,-4 4 1,-4-4 0,-8 6 0,-8-1-228,-5 5 1,-10 6 0,2 5 0,-6 6-269,-6 4 1,10 4 0,-4 4 0,4 6-598,4 3 0,-2 10 1156,11 5 0,-3 10 0,11 5 0</inkml:trace>
  <inkml:trace contextRef="#ctx0" brushRef="#br0" timeOffset="450">612 586 8238,'0'-11'2411,"0"-1"-1735,0 8 1,-2-2-245,-4 12 1,2 10-1,-6 9 1,1 4-111,-1 8 1,4-2 0,-4 5 0,3-5-214,3-6 1,2 3-1,2-9 1,0-2 25,0-1 1,2-5 0,4-3-1,7-6-341,9-5 1,-1-14 0,8-7 0,0-5-136,-2-6 1,4 4 0,-7-2-1,-1 0 65,2 2 0,-7-4 1,1 9-1,-7 5 82,-5 3 1,1 8 78,-2-5 0,-4 9 0,4 2 1,-4 11 284,-2 11 0,5-1 0,1 6 1,0 0-213,2 1 0,-6-5 0,6 4 1,-1 0-334,5 0 0,-2-11 1,1 1-1,3-3-2476,1-4 2851,3-3 0,7-14 0,2-3 0</inkml:trace>
  <inkml:trace contextRef="#ctx0" brushRef="#br0" timeOffset="1117">1834 342 8178,'0'-12'2321,"0"0"-536,0 1-1083,0 1 1,0 24-1,0 17-270,0 9 1,0 1 0,0 6 0,0 1-356,0 3 1,0 3 0,0 0 0,0 1-379,0-5 1,0-9 0,0-2 0,0-8-1195,0-8 1,2-5 434,4-7 0,-2-5 0,6-12 0,-3-5 1060,-3-5 0,-10-9 0,-3-2 0</inkml:trace>
  <inkml:trace contextRef="#ctx0" brushRef="#br0" timeOffset="1284">1607 656 8204,'0'-17'1070,"0"-1"-315,0 1 0,2 7 0,4 2 0,6 2-244,3 1 1,4-1 0,5 6 0,5 0-354,4 0 0,2 0 0,2 0 0,1 2-1041,3 3 1,0-3 0,-4 4 882,4-4 0,3-10 0,9-1 0</inkml:trace>
  <inkml:trace contextRef="#ctx0" brushRef="#br0" timeOffset="1800">2306 324 8069,'0'-17'200,"2"-1"0,2 1 611,1-1 0,1 7-435,-6-1 1,0 10 0,0 2 0,-2 12 10,-4 9 1,4 6 0,-5 10 0,1 4-41,0 5 0,-6-1 1,7 2-1,1 1-110,2 3 0,2-5 0,0 1 1,0-1-95,0-1 0,2-4 1,2-10-1,3-4-136,3-2 0,2-9 0,5-10 0,1-6-236,-1-6 1,6-6 0,1-11 0,-3-6-91,-2-4 1,-1-2-1,-1 0 1,1 0-24,-1 0 1,1 6 0,-3 2-1,-1 1-178,-3 5 1,-7 8 0,2 1-78,-4-2 0,-2 9 502,0 5 1,0 7 0,0 11-1,0 1 290,0 4 1,0-1 0,0 5-1,2 0-174,4 0 0,-2-3 0,5 3 0,1-2-572,0-4 0,2-1 0,5-5 192,0-3 359,1-4 0,-1-8 0,1 0 0</inkml:trace>
  <inkml:trace contextRef="#ctx0" brushRef="#br0" timeOffset="2100">2847 708 9885,'2'-9'2435,"4"3"-1937,6 4 1,3 2-1,2 0-399,1 0 0,-1-6 1,1 0-1,-1 1-122,1-3 0,-1 4 0,1-6 0,-3 0-126,-3 1 1,1-3 0,-7-5 0,-2-1-240,-2 1 0,-2 5 1,0 0 222,0-1 0,-8 5 1,-3 2-1,-5 4 139,-1 2 1,-3 10 0,-1 8 0,-2 9 226,1 6 1,3-2 0,3 0-1,3 2 14,1-2 1,8-6-1,-1 2 1,5-2-293,5-3 0,13-3 0,11-3 0,6-5-292,6-5 0,3-4 369,9-2 0,-1 8 0,0 2 0</inkml:trace>
  <inkml:trace contextRef="#ctx0" brushRef="#br0" timeOffset="3133">4157 481 8217,'0'-17'448,"0"-1"0,0 7 1162,0-1-1165,0 8 0,0-2 0,0 14 0,0 10 3,0 9 0,-2 6 0,-2 2 0,-2 2-111,2 3 1,2-1-1,2 6 1,2-4-166,4-8 1,-2 2 0,6-8 0,0-2-97,-1-8 1,3-1-1,7-10 1,3-2-136,1-2 0,2-16 0,-4-5 1,5-7-141,1-5 1,-6-2 0,2-2 0,-3 2-13,-3 4 0,-5-2 1,-2 8-1,-1 2-407,1 1 0,-6 3-246,2-1 0,-4 11 757,-2 7 0,0 13 1,0 12-1,0 2 269,0 5 1,0 1 0,0 0 0,0-2 96,0-2 0,0-6 1,2 4-1,4-2-38,5-3 0,5-5 0,3-5 0,2-6-131,3-4 1,7-4-1,-2-6 1,4-8-90,2-5 1,0-8 0,-2 6 0,-4 1-149,-6 3 0,-5 1 0,-5 3 0,-3 1-828,-2 3 52,-3 7 578,-5-4 58,-7 8 1,5-8 418,-4-3 0,4-5 454,2-1 0,0-1-42,0 1 0,-2 5-375,-4 0 0,2 7-317,-7-7 1,-1 8 148,-5-2 0,-1 12 123,1 6 1,1 3 0,4 3 29,7-1 1,3 1 0,2-1 0,0 2 84,0 5 1,7-7 0,5 3 0,4-7-310,1 1 0,6-1 1,3-1-1,1-6-437,4-4 0,-4-2 0,0 0 0,0 0-237,0 0 0,-5-2 0,1-4 744,-3-6 0,5-3 0,2-3 0</inkml:trace>
  <inkml:trace contextRef="#ctx0" brushRef="#br0" timeOffset="3400">5362 499 8294,'0'-12'3134,"0"1"-2701,0 7 1,-6 4 0,0 13 0,2 7-202,2 3 0,2 8 1,0-2-1,0 4-275,0 2 1,0-2 0,0-2 0,0-4-810,0-2 0,0-1 1,2-9-1,4-3-298,6-6 1,-2-4 1149,1-2 0,1-8 0,5-2 0</inkml:trace>
  <inkml:trace contextRef="#ctx0" brushRef="#br0" timeOffset="3550">5344 237 8911,'-1'-10'1862,"-3"2"-977,-2 1-885,0 5 0,22 2 0,3 9 0</inkml:trace>
  <inkml:trace contextRef="#ctx0" brushRef="#br0" timeOffset="4016">5851 621 9020,'6'-12'496,"0"1"0,1-1 1,-3-5-106,2-1 1,2 7 0,-4-1 0,2-2 64,-3-1 1,-1 3-1,-2 1-370,0-3 1,-7 6-1,-7 2 1,-5 4-85,-5 2 0,-7 2 0,0 6 0,-4 8-160,0 5 1,-3 10-1,10-2 1,1 4-11,4 2 0,5 0 0,7-2 1,5-4 135,4-6 0,4-3 1,4-3-1,7-1 30,9-5 0,5-5 0,8-12 0,0-5-153,0-5 1,4-1 0,-5-3 0,-4-1-16,-3-2 0,-8 0 0,4 5 153,-3 1 1,-9 7 137,1 4 0,-8 12 0,2 7 0,-4 9 88,-2 7 1,0 12 0,0 7-1,0 8 155,0 8 0,0 4 0,-2 4 0,-4 4-7,-6 5 1,-3 5-1,-3-1 1,1-3-101,-1-7 1,-5-11 0,-2-5 0,0-9-457,-1-9 0,1-10 1,4-20-1,-4-5-379,-3-4 1,7-11 0,-2-7 0,5-7-444,7-4 1,3-8 0,8-6 0,0 0-362,0-2 1,8 7 1381,3-5 0,13-4 0,3 1 0</inkml:trace>
  <inkml:trace contextRef="#ctx0" brushRef="#br0" timeOffset="4450">6253 202 8101,'0'-17'129,"0"5"1,0 0 941,0-1 1,0 3-650,0-2 1,0 10 0,0 2-225,0 10 1,0 8 0,0 5 0,0 6 179,0 4 1,-2 10 0,-2 3 0,-2 5-135,2 1 1,2 0-1,2 1 1,0-1-189,0 1 0,0-11 1,0-7-1,0-10-138,0-5 0,8-5 0,4-3 0,3-8-148,3-8 1,1-8-1,2-11 1,3-6-248,-3-4 0,4-8 1,-2 0-1,-1 5 135,-3 5 1,-3 0 0,-3 7-1,-3 3-62,-2 1 427,5 3 1,-11 9-1,4 10 1,-4 12 183,-2 7 0,0 10 0,0-2 0,0 4-11,0 2 1,0-2 0,0-2 0,0-4-223,0-1 0,0-3 0,0-6 0,2-1-164,4-4 1,-2-5 0,7-7 0,3 0-952,1 0 1,-3-4 1140,0-7 0,7-1 0,8-13 0</inkml:trace>
  <inkml:trace contextRef="#ctx0" brushRef="#br0" timeOffset="4883">6846 80 8116,'0'-18'196,"0"1"1,0-1 2622,0 1-2477,-7 7 0,5 16 0,-6 13 0,2 7 55,0 5 1,0 9 0,5 7 0,-3 3-67,-2 3 0,0-1 1,6-1-1,0-3-59,0-1 1,0-3 0,2 3 0,2-8-219,2-8 0,5-6 1,-3-9-65,2-5 1,1-5-1,7-14 1,-1-7-565,1-7 1,-7-9 0,1 4-1,2-2-135,1 0 1,3 2-1,-1-4 1,1 4 275,-1 1 0,1 5 0,-1 7 0,0 5 299,1 1 0,-1 2 0,1 8 182,-1 4 1,-5 6 0,-2 11 0,-3 4 269,-3 0 1,-2 6-1,-2-4 1,-2 4-46,-4 2 1,-3-2-1,-11-4 1,-1-5-292,-2-5 1,-8-3-1,2-3 1,-2-3-405,1-2 0,-1-3 0,8-5-2521,2 0 2943,1-7 0,3-11 0,-1-9 0</inkml:trace>
  <inkml:trace contextRef="#ctx0" brushRef="#br0" timeOffset="5302">7510 464 8116,'0'-18'190,"2"1"1,2 0 25,2-1 1,0 6 0,-6 1 344,0-3 0,0 5-413,0-3 1,-2 6 0,-4-4 0,-6 3 32,-3 3 1,-5 4 0,-1 4-1,-4 3 27,-3 3 0,7 4 0,-2 7 1,3 4-1,3 2 1,-1-3-1,3 5 1,3 2-10,6 2 0,5-4 1,1 0-1,1 0-272,5-2 0,4-3 1,9-11-1,5-3-157,5-2 1,4-3 0,0-6 0,-2-5-16,-2-6 1,-6-5 0,4-5 0,-1-3-125,-5-2 0,-9-2 0,-5-4 0,-1 2 26,0 2 0,-2 1 1,-10-1-1,-8 6 62,-7 4 1,0 3 0,-8 4 0,0 7-26,1 3 1,-3 4 0,6 3 0,0 9 305,0 7 0,3 7 0,11 6 0,5 1 0,4 0 0,2 0 0,0 0 0</inkml:trace>
  <inkml:trace contextRef="#ctx0" brushRef="#br0" timeOffset="5653">7789 342 8092,'0'-12'2964,"0"0"-2540,0 9 1,0-3-1,-1 13 1,-3 9-139,-2 5 1,0 10 0,6-3 0,0 1-78,0 0 0,0-6 1,0 4-1,0-2-6,0-3 0,0-3 1,0-1-71,0-1 0,2-1-205,4-5 0,-2-5 0,5-12 0,1-5-403,0-5 0,-6-1 0,1-1 1,-1-1 17,2-4 0,-2 3 0,6-5 0,-2 2 70,-5-1 0,5 1 0,0 4 167,2-5 0,-1 5 1,5-4-1,-2 5-301,1 7 1,3-3 0,1 8-966,1 2 1486,-1 2 0,8 2 0,2 0 0</inkml:trace>
  <inkml:trace contextRef="#ctx0" brushRef="#br0" timeOffset="5986">8488 289 9594,'0'-17'1641,"0"5"-257,0 1-1228,0-1 1,-2-4 0,-4 5 0,-5 5-87,-5 4 0,-1 2 0,-1 2 0,1 2 11,-1 2 1,1 7 0,-1-1 0,1 3-7,-1 3 0,9-1 1,3 1-1,4-1-82,2 1 1,0-7-1,2 1 1,4 2-22,5 1 1,7 3 0,3-1 0,2 0-155,-1 1 0,-3 5 1,-3 1-1,-5-3-2,-5-2 1,-4-1-1,-2 1 1,-4 2-83,-7 3 0,-3-3 0,-15-7 0,-2-5-1048,-2-1 1,4-2 1313,0-6 0,0-8 0,-6-1 0</inkml:trace>
  <inkml:trace contextRef="#ctx0" brushRef="#br0" timeOffset="6916">315 1844 8494,'0'-12'-654,"0"0"0,6 7 1,-1-7 1577,-1-2 0,-2 5 1928,-2-3-1930,0 0 1,0 5 0,0 7-329,0 9 1,-2 15 0,-2 5-1,-3 6-140,-3 5 1,4 5 0,-4 9 0,3 3-226,3 1 1,-4 8 0,2-4 0,2 0-144,2-4 0,2-5 1,0-7-1,0-5-470,0-4 1,2-12-470,4-8 1,-4-9 0,4-14 66,-4-5 0,-2-13 0,0-5 0,0-6 270,0-5 1,-2 1 0,-2-6-1,-4 1 164,-1-1 1,5-2 0,-4-5 0,2 2 122,0 3 0,0-4 0,6 7 1,2-3 176,4 1 0,4 13 0,7 0 1,3 6 137,3 5 1,-4 9-1,7 3 1,-1 2 79,4 4 0,-2 10 0,0 6 0,1 5 161,-1 7 0,-6-5 0,2 6 0,-3-2 3,-3 1 0,-5 1 1,-2-4-1,-3 3-248,-3-3 0,-2-2 0,-4-1 0,-4-1-33,-5 1 1,-5-7 0,-3 1 0,-3 0-484,-1-3 0,-6 1 0,4-6 0,0 2-699,-1-2 0,3-2 0,6-2 1133,-1 0 0,1 0 0,7-8 0,2-2 0</inkml:trace>
  <inkml:trace contextRef="#ctx0" brushRef="#br0" timeOffset="7402">1118 1844 8532,'0'-12'633,"0"0"1,0 7-1,-2-7-420,-4-2 0,2 5-183,-7-3 0,-1 6 1,-5-4-1,-1 3 151,1 3 1,-3 2-1,-1 4 1,-4 2-157,-2 1 1,5 9 0,-3-2-1,2 3-21,0 3 1,5-1-1,6 1 1,1 1 86,1 4 1,2-3 0,8 3 0,2-4-35,4-1 0,4-6 0,7-3 0,3-1-49,3-4 1,-2-2 0,8-2 0,0 0-83,-1 0 1,-1-8 0,-6-4-1,2-3-129,-1-3 1,-5 1-1,-3-1 285,-3 1 1,-1 0-1,2-1 582,-6 1-705,-4 7 0,-2 4 0,0 12 1,0 6 66,0 3 1,0 3-1,0 1 1,0 2-78,0 3 1,7-1-1,5-6 1,4 1-259,1-1 0,0 1 0,1-3 0,-1-3-342,1-6 0,-1-4 0,1-4 0,1-4-468,4-6 1,-3-9 1118,3-2 0,-3-8 0,-3 3 0</inkml:trace>
  <inkml:trace contextRef="#ctx0" brushRef="#br0" timeOffset="7736">1467 1739 8582,'0'-10'747,"-5"4"0,-1 12 0,2 6-371,2 3 1,2 5 0,0 1-1,0 4-30,0 2 1,-6-3-1,0 3 1,2-2-188,2-4 0,2-1 1,0-3-1,0 1 179,0-1-434,0-7 0,6-4 0,0-12 0,-2-6-368,-2-3 1,4-5-1,0-1 1,-1-4 21,3-2 0,-4 3 1,6-3-1,-1 2 130,1 4 0,-4-5 0,4 3 1,-1 2-18,1 1 1,2 3 0,5-1 0,1 1 102,-1 0 1,3 7 0,1 2 0,2 2-790,-1 0 1015,-3 1 0,6 5 0,2 0 0</inkml:trace>
  <inkml:trace contextRef="#ctx0" brushRef="#br0" timeOffset="8186">2044 1791 6902,'11'-17'1561,"1"-1"0,-8 7-746,2-1 1,-4 6-546,-2-5 1,0 5-1,-2-4 1,-4 2-301,-6 4 1,-3 2-1,-5 4 1,-3 2 7,-6 2 1,2 8-1,0-3 1,1 5-18,5 1 0,-4 1 1,2 1-1,3 3 58,7 1 1,-1 0 0,8-5 0,2-1 96,2 0 1,2 1 0,2-3 0,4-1-76,6-2 1,9-8 0,2 1 0,1-3-214,1-2 0,-6-2 0,6-3 1,-1-5-147,-1 0 0,0-5 0,-5 3 1,-1-4-91,1-1 1,-3 0-1,-1-1 133,-3 1 576,-7-1 0,4 12 60,-8 12 1,-6 4 0,0 15 0,3-2-318,1 1 1,2-1-1,2-4 1,3 3-419,7 1 1,0-6-1,3-7 1,5-2-1507,-1-4 1880,8-2 0,0-10 0,8-2 0</inkml:trace>
  <inkml:trace contextRef="#ctx0" brushRef="#br0" timeOffset="9216">2480 1686 8372,'0'-11'770,"0"-1"1249,0 8-1590,8-3 0,-6 8 0,4 5 0,-4 6 63,-2 3 1,0 5-1,0 3 1,0 4-216,0 0 1,0 6 0,0-3 0,0 1-418,0-2 1,6 2 0,-1-8 2,-1-2 0,0-3 0,2-7-100,6-5 0,3-17 1,3-9-1,-1-5-43,1-6 1,-7 4 0,1-2 0,0-2 142,-3-2 0,7 4 1,-7 1-1,3 3 14,0 4 0,-6 7 1,3 3-1,1-1-149,0 2 1,-5 3-1,7 7 240,2 0 0,-5 7 0,1 5 1,-2 3 399,-4 3 0,-2-1 0,-2 3 0,2 1 118,3 2 0,-3 1 1,4-7-1,-4 1-102,-2-1 0,0 1 0,0-1-396,0 0 1,2-7-1,4-4-83,6-4 0,1-4 0,1-4 0,-3-5 18,3-5 0,0-1 1,-1-1-1,-1 1-56,1-1 1,1 1-1,0-3 1,-3 1-43,3 1 0,-1-3 0,1 11 0,-2-1-95,1-1 1,-3 6 0,1-3 133,3 1 1,-4 4 217,1 10 1,-7 3-1,2 9 1,-2 1 244,2 5 1,-4-5-1,4 6 1,-4-1-368,-2-1 0,0 0 0,0-5 1,1-1-981,5 0 0,-4-5 1,6-2 113,0-2 0,1-3 0,7-7 906,-4-3 0,3-13 0,-5-9 0</inkml:trace>
  <inkml:trace contextRef="#ctx0" brushRef="#br0" timeOffset="9616">3406 1774 8269,'2'-16'3551,"4"5"-3112,-4-5 0,7 14 1,-3-4-209,6 4 1,-2 2-1,1 0 1,3 0-82,1 0 1,3 0 0,-1 0 0,1-2-285,-1-3 0,6 1 1,1-6-1,-5 0-256,-5 1 0,1 3 0,-5-6-110,0-1 0,3-3 337,-7-1 1,-8 7 0,-11 4 0,-7 4 72,-3 2 0,-6 2 0,3 4 0,1 6 288,0 3 1,-4 3-1,6 1 1,1 2 80,3 3 1,9 5 0,4-4 0,4 0-48,2 0 1,2 4 0,6-5 0,10-3-210,9-2 0,6-7 1,2-2-1,0-2-740,0-5 0,-1 5 0,1-2 1,0-2 716,0-2 0,0-10 0,0-2 0</inkml:trace>
  <inkml:trace contextRef="#ctx0" brushRef="#br0" timeOffset="9918">4192 1320 8100,'0'-18'69,"0"1"1,0-1 0,0 1 439,0-1 0,0 1-116,0-1 0,0 11-59,0 7 1,0 9 0,0 15-1,-2 7 136,-4 8 0,2-1 0,-5 9 0,-1 3-46,0 7 1,6-3 0,-4 6 0,3-2-266,-1 1 0,0-7 0,6-7 0,0-3-307,0-3 0,6-10 1,2-7-1,1-9-857,5-7 1,-4-4 0,1-4-21,3-4 0,-6-6 0,-3-9 0,-3-4-683,-2-2 1708,0-2 0,-15-6 0,-5 0 0</inkml:trace>
  <inkml:trace contextRef="#ctx0" brushRef="#br0" timeOffset="10083">3930 1564 11826,'17'10'1046,"1"-2"0,-1-3-962,1 1 1,7 0-1,4-6 1,4 0-537,2 0 1,6 0 0,-1 0-1,-1 0 452,-2 0 0,6-8 0,1-1 0</inkml:trace>
  <inkml:trace contextRef="#ctx0" brushRef="#br0" timeOffset="10468">4524 1721 9969,'0'10'1177,"2"-2"0,3-8-1088,7 0 0,4-2 0,1-4 0,1-4-76,-1 1 0,0-7 1,1 5-1,-1-5-237,1-1 0,-3 5 0,-1 0-200,-2-1 1,-9-3-7,3-1 1,-6 7 0,-6 4 0,-7 6 195,-8 6 1,-1 4-1,-5 7 1,2 1 312,3-1 1,3 1 0,2 1 0,1 2 187,4 3 0,-1 1 1,7-4-1,2 2 267,2-1 0,4-3 0,4-1 0,6-1-466,3 1 0,8-7 0,3-1 1,-1-2-897,0-4 0,6-3 1,-2-1-1,2-1 828,-2-5 0,4-12 0,-5-9 0</inkml:trace>
  <inkml:trace contextRef="#ctx0" brushRef="#br0" timeOffset="10802">4960 1547 10756,'0'17'972,"0"1"0,0-1-731,0 1 0,0 1 1,0 2-1,0 3-165,0-3 0,0 4 1,0-2 32,0-1 1,0-3-1,0-1 153,0-1-251,0-7 1,6-4 0,0-12 0,-2-6-402,-2-3 0,0-3 1,2 1 95,1-1 1,3-1-1,-4-2 1,2-3-20,-2 3 1,5 2 0,1 1 27,0 1 1,5-1 0,-3 1-173,4-1 1,3 8 0,2 5 0,3 3-1598,-3 2 2054,6 0 0,0 7 0,8 3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7:36.1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1 507 8362,'9'-7'901,"-1"3"21,-8-8 1,2 8 437,4-2 1,-4 6-772,4 6 0,-5 10 1,-1 9-1,0 2-94,0 4 0,6 2 0,0 2 0,-2 0-302,-2 0 1,-2 0 0,0-2 0,0-4-69,0-6 0,0-3 1,0-3 170,0 1 0,0-11 0,0-7-619,0-9 1,0-15 0,0-5 0,0-4 62,0-2 1,6-5 0,0-1 0,-3 2-98,-1 2 0,6 8 0,2 0 0,2-2-129,-1-2 1,7 6-1,7 3 1,2 5-47,4 2 0,2 1 1,2 2-1,2 5-58,4 1 1,-5 2 0,7 6 0,-2 0-768,0 0 1,3 0 1356,-9 0 0,4 0 0,-12 0 0</inkml:trace>
  <inkml:trace contextRef="#ctx0" brushRef="#br0" timeOffset="1">524 647 12329,'8'10'541,"4"-4"1,3-5 0,5-1-1,3 0-224,6 0 1,4 0 0,2 0 0,0-1-57,0-5 0,-2 2 1,-2-8-1,-4-1-228,-2-3 0,-1 4 1,-7 1-1,-1-3-385,-5-1 1,-3-3 0,-8 1-1,-2 1-232,-4 5 0,-5-3 1,-13 8-1,-5 2-42,-4 2 1,-4 2-1,-1 0 1,-3 4 386,2 8 0,8 0 0,4 13 0,0 0 626,0 4 0,11 4 0,0 2 1,7 0 30,5 0 0,4-6 1,8-2-1,11-2-214,14-3 1,4-5 0,9-5-1,3-6-649,1-4 1,3-2-1,-1 0 1,1-2-1124,-1-4 0,-5-10 1568,-1-7 0,1-8 0,5 4 0</inkml:trace>
  <inkml:trace contextRef="#ctx0" brushRef="#br0" timeOffset="2">1607 612 8140,'0'-12'1526,"0"1"0,0 5 1,0-6-1255,0-1 1,0 3 0,-2 0 0,-4 3-231,-5 3 1,-1-4-1,-3 2 1,-5 2-108,1 2 1,-1 2-1,1 0 1,-2 2-77,-3 4 1,-5 10-1,6 9 1,2 2 121,1 4 0,5 2 0,3 2 0,6 0-2,4 0 1,4-6 0,4-2 0,8-4-81,7-7 0,6-6 0,10-10 0,2-2-48,2-4 0,-1-10 0,-5-9 1,0-2 44,0-4 1,-2-2 0,-2-4 0,-4-2 201,-1-2 0,-3-7 0,-6 1 0,1-5 38,-1-6 1,1 3-1,-3-3 1,-3 6-59,-6 5 1,2 6-1,-3 12 1,-1 6-137,-2 4 0,-4 11 47,-4 8 1,3 10 0,-9 13-1,-2 6 85,-1 4 0,-3 10 0,1 3 0,-1 7 303,1 5 1,1-4-1,3 4 1,3-3-296,2-3 1,3 2 0,5 1-1,0-1-354,0-3 1,13-16 0,5-2 0,3-6-648,4-6 0,-4-9 1,9-7-1,1-5-730,2-5 0,-4-7 1649,0-11 0,-8-4 0,4-8 0</inkml:trace>
  <inkml:trace contextRef="#ctx0" brushRef="#br0" timeOffset="3">2376 507 8176,'0'-17'1473,"0"-1"-830,0 1 0,0 5-297,0 1-435,0 7 1,-8 10-1,-4 11 426,-3 2 1,-3 9 0,3 1-1,1 4 158,3 2 1,5 0-1,-4-1 1,2 1-94,4 0 1,4-2-1,6-2 1,8-5-256,7-7 0,6 0 0,8-13 0,0-2-276,0-2 0,0-10 0,0-5 0,0-9-232,0-7 0,-8-4 0,-4-4 1,-3-1 78,-3-3 1,-7 0 0,-4 6 0,-4 2-137,-2 4 0,0-2 0,-2 10 0,-2 3-6,-2 5 0,-8 9 1,5 0-268,-1 8 0,0 5 1,6 11-1,-1 1 691,1 2 0,4 3 0,5-3 0,5-4 0,8 7 0</inkml:trace>
  <inkml:trace contextRef="#ctx0" brushRef="#br0" timeOffset="4">3249 525 12375,'0'-12'939,"0"0"0,-2 9-1006,-4-3 1,-4 4 0,-7 2 0,-2 0 83,-5 0 0,3 8 0,-6 5 0,0 7 204,-1 3 0,7 10 0,-2 0 0,5 6-84,7-1 0,3 5 0,8-2 0,2-4-243,4-6 0,9-2 0,10-12 0,3-7-211,3-6 1,7-4 0,3-2 0,0-6-225,2-9 0,-6-6 0,5-9 0,-1 1 250,0-5 0,-1 6 0,-7-4 0,-1 1 217,-3 0 1,0-2 0,4 2 0,-4 2-7,-6 1 0,-3 3 0,-3-4 0,0 2 55,1-2 1,-1-2 0,-1-2 0,-3 0 56,-1 0 0,-8-2 0,2 1 1,-4-1 139,-2 4 1,0 9-1,0 1 1,0 4 127,0 1 1,-8 9-1,-4 3-102,-3 4 0,3 10 0,1 5 0,-3 9 2,-2 7 1,-1 4 0,1 2-1,3 1 212,1 5 0,3 4 0,-3 9 0,4 2 24,0 3 1,6 1 0,-3-2 0,3 4-266,2 0 0,2-2 0,1-7 0,5-1-460,2 1 0,4-15 0,7-7 1,2-7-378,-2-9 0,-1-9 1,-3-2-1,1-8-376,-1-8 0,-7-9 0,-2-4 0,-2-2 1042,-1-4 0,-7-10 0,-7-4 0</inkml:trace>
  <inkml:trace contextRef="#ctx0" brushRef="#br0" timeOffset="5">3511 455 8176,'12'-12'3249,"-1"3"-2556,3 1 1,1 0 0,3 4 0,1-4-495,4-1 1,-1 3-1,7-6 1,4 1-1000,6 1 1,-2-4-1,5 7 1,-1-1 799,0 0 0,7-6 0,-3 5 0</inkml:trace>
  <inkml:trace contextRef="#ctx0" brushRef="#br0" timeOffset="6">4349 507 8053,'0'-17'1339,"-2"7"1,-2 6 0,-3 8-1099,-3 8 0,6 9 1,-2 4-1,4 1-274,2-1 1,0 4 0,0-6-1,0-1-509,0-3 1,0-2-1,0 1-2795,0-1 3337,0-7 0,8-2 0,2-8 0</inkml:trace>
  <inkml:trace contextRef="#ctx0" brushRef="#br0" timeOffset="7">4471 210 7980,'0'-17'0,"-2"1"0,-1 3 3754,-3 1-4591,0 8 0,8-2-2549,4 12 3386,-4-4 0,13 14 0,-5-7 0</inkml:trace>
  <inkml:trace contextRef="#ctx0" brushRef="#br0" timeOffset="8">5118 577 7996,'5'-17'6,"1"-1"197,-2 1 1,-2 5-1,-4 2 403,-4 3 0,-3-5 0,-9 6 0,1 2-282,-1 2 1,-5 2-1,-2 2 1,-1 4-183,1 6 0,0 3 1,4 5-1,-3 1 165,3 2 0,2 8 1,1-2-1,3 6-18,3 6 1,-2-2 0,9 6 0,1-5-329,2-7 0,11 0 0,7-7 0,7-3-185,4-4 1,3-5 0,6-14-1,3-4-385,2-8 0,6-7 0,-7-16 1,-1-2 215,-2-4 1,-10 3 0,-4-9 0,-5 0 362,-6 3 1,-5-5 0,-11 9 0,-7 3 139,-13 6 0,-14 5 0,-9 11 0,-3 3 97,-3 6 0,1 14 0,-2 10 0,-1 9-128,3 6 0,5 9 1,18 3-1,6 2-635,3-1 1,11-1-1,5 1 1,8-7 94,7-8 1,15-7-1,7-11 1,5-3 460,1-2 0,6-10 0,-1-8 0</inkml:trace>
  <inkml:trace contextRef="#ctx0" brushRef="#br0" timeOffset="9">5572 490 11174,'-2'-8'1983,"-4"10"-1666,-6 14 0,3 3 0,-3 10 0,0 2-256,3 2 1,1 2 0,8 0 0,0 0 6,0 0 0,0-8 0,0-4 1,2-3-181,4-3 0,3-7 0,9-4 0,1-4-199,4-2 0,-1-2 0,7-6 1,0-8 53,-2-5 1,6-8 0,-6 4-1,2-1 48,1 1 1,-9-4 0,2 6-1,-3 1 200,-3 3 1,-7 7 0,-3 3 82,1 1 1,-8 2-1,2 8 1,-8 6 126,-3 9 1,-1 3 0,-2 7 0,6 0-273,5 0 1,2-3 0,7 3 0,10-2-479,9-4 0,21-3 0,11-7 549,7-5 0,19-4 0,4-2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7:36.15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3756 373 8180,'-6'-18'1007,"0"1"0,-2 7-651,2 4 0,4 12 1,-5 8-1,1 9-16,0 12 1,0 4 0,4 11-1,-2 5-265,-2-1 0,1 6 0,5-4 1,0-5-131,0-8 0,0-7 0,0-3 0,0-3-1288,0-7 503,0-12 0,5-11 1,1-11 839,-2-5 0,-2-9 0,-2-2 0</inkml:trace>
  <inkml:trace contextRef="#ctx0" brushRef="#br0" timeOffset="1">3459 321 8405,'0'-18'635,"0"1"1,0 5 0,0 0-42,0-1 1,7-1 0,5 1 0,5 1-402,7-2 0,5-1 0,14-3 0,7 3-86,6 3 1,10 4-1,-4 8 1,2 2-66,0 4 0,-7 6 0,-1 11 0,-9 8-193,-13 8 0,-8 11 0,-15 12 1,-5 4 56,-4 6 1,-17 2 0,-9-4 0,-9 2 93,-7 3 0,-5-5 1,-7 0-1,-1-10 157,1-5 0,-1-3 1,-1 0-1,0-1-60,1-5 1,-3-11 0,11-11-1,3-5-299,7-2 1,8-7 0,11-6 0,3-8-351,1-8 0,8-5 1,-2-6 551,4-6 0,10-4 0,2-2 0</inkml:trace>
  <inkml:trace contextRef="#ctx0" brushRef="#br0" timeOffset="2">4559 635 8153,'-12'0'970,"1"0"1,1 2-1,-4 4 1,5 7-471,1 9 1,-4 5 0,4 8 0,1 2-361,-1 3 1,2-1-1,4 6 1,-2-5-405,-2-7 0,1 0 1,5-9-1,2-5-811,3-5 0,5-7 0,8-10 1075,-1-9 0,0-7 0,1-16 0</inkml:trace>
  <inkml:trace contextRef="#ctx0" brushRef="#br0" timeOffset="3">4559 268 8913,'-8'-17'2348,"6"-1"-2237,-4 1 0,6 7-111,6 4 0,12-4 0,9 1 0</inkml:trace>
  <inkml:trace contextRef="#ctx0" brushRef="#br0" timeOffset="4">4943 705 8533,'0'-18'2604,"0"7"-1976,0-1 1,0 10 0,0 2-189,0 10 1,0 5 0,0 7 0,0 5-351,0 8 1,0 4-1,0-5 1,0 1-157,0 0 1,0-6 0,0-1 0,2-3-185,4-4 0,-2-9 0,7-8-6,3-8 1,1-8 0,1-9 0,-2-4 11,-3-3 0,1-3 1,5-7-1,1-3-27,-1 2 0,7 2 0,-1 4 1,-2 2 96,-1 2 0,3 2 1,0 0-1,-2 7 234,-1 7 1,-3 9-1,-1 0 151,-4 8 0,-5 13 0,-7 12 1,0 6 220,0 6 0,0 2 0,0 5 0,-2-3-74,-3-2 1,1-3 0,-6-7-1,2-4-108,4-5 0,2-5-235,2-1 0,2-11 0,4-7 0,6-11-263,3-11 1,9-5 0,-1-10 0,0-2 25,2-1 0,-3-1 1,5 6-1,0 0 28,0 0 1,-5-4-1,1 3 1,-4 4-156,-1 5 0,-3 10 0,-1 5 105,-3-1 1,-7 7 0,2 6 241,-4 9 0,-2 9 0,0 3 0,0 5 403,0 1 1,0 2 0,0 8-1,0 1-141,0 3 1,0-6 0,0-6 0,0 0-445,0-1 1,2 1 0,2-10 0,4-5-485,1-5 1,5-3-1,7-8-1488,3-4 2156,-1-3 0,2-17 0,2-1 0</inkml:trace>
  <inkml:trace contextRef="#ctx0" brushRef="#br0" timeOffset="5">6061 792 8054,'0'-12'1067,"0"1"-818,0-3 0,8 6 0,3 1 0,5 1 116,1 0 0,3-2 0,3 4 0,4-1-391,0 1 1,6-4-1,-6 0 1,2-2-191,1-3 1,-11 3 0,0-1-1,-7-3-141,-4-2 0,-2-1 0,-8-1 249,-4 1 1,-10 1 0,-9 5 0,-2 5 273,-4 4 0,0 2 1,0 0-1,2 4 11,-2 8 1,3-1-1,1 14 1,4 1 106,7 3 0,7 4 1,9 4-1,0 1-50,0 3 1,4 0 0,5-8-1,11-2-182,5-2 0,6-9 1,8-1-1,4-7-232,1-5 1,-3-1-1,4-8 1,-3-4-281,-3-5 1,-4-7 0,-6-3 0,-6-4-1532,-3-2 1991,-3-3 0,1-4 0,-1-1 0</inkml:trace>
  <inkml:trace contextRef="#ctx0" brushRef="#br0" timeOffset="6">6794 530 8270,'0'-17'1671,"0"-1"-234,0 1 1,-2 7-1323,-3 4 0,3 6 0,-6 8 0,2 9-105,0 11 1,-5 5 0,5 3 0,0 3-21,-2 2 0,6 6 1,-4-7-1,4-1-74,2-2 0,0-4 0,0-4 1,2-6 31,4-3 0,6-11 0,9-3 0,4-6-14,3-6 1,-5-5 0,4-12-1,0-7-80,0-3 0,-3-3 0,3-1 0,-2 0 16,-4 4 1,-1 2 0,-5-2 0,-1 2-275,-2 2 1,-9 7 0,3-1-387,-4 4 751,-2 9 1,0 10-1,-2 12 1,-2 5 415,-1 6 1,-1 3-1,6 5 1,0-2 23,0 2 0,0 2 1,0 0-1,2-2-194,3-2 1,5-8 0,8 2-1,-1-3-507,1-3 1,1-7 0,2-4 0,5-6-513,1-6 0,2-4 1,6-9 811,0-4 0,0-4 0,0-8 0</inkml:trace>
  <inkml:trace contextRef="#ctx0" brushRef="#br0" timeOffset="7">8017 443 8118,'0'-18'183,"-2"1"0,-2-1 472,-2 1 1,-7 1 0,1 5 0,-4 5-437,-1 4 1,-1-4-1,1 0 1,0 2-228,-1 3 0,-5 6 1,-2 3-1,-1 2-97,1 3 0,2 3 0,5 1 0,1 1 103,-1-1 0,9 1 1,3-1-1,4 1 180,2-1 1,0-5 0,0-1 0,0 3 49,0 2 1,10-5-1,5 1 1,7-1-192,-1-1 0,0 6 0,1-7 1,1 3-308,-2 0 0,-1-1 1,-3 7 105,1-1 0,-9 1 1,-3 1-1,-4 2 93,-2 3 1,-8-1 0,-3-5 0,-7-1-47,-5 0 0,1-1 0,-5-2 0,0-5-204,0-1 1,6-2-1,-3-8 1,5-2-1354,1-2 1674,1-7 0,0-5 0,-1-9 0</inkml:trace>
  <inkml:trace contextRef="#ctx0" brushRef="#br0" timeOffset="8">8384 478 8101,'-10'0'1308,"-6"0"0,9 13 0,-5 7 0,4 3-1193,0 2 1,4 6 0,-5-2 0,1 4-492,4 2 0,2-2 1,2-4-1,0-5-2047,0-5 2423,0-1 0,8-1 0,2 0 0</inkml:trace>
  <inkml:trace contextRef="#ctx0" brushRef="#br0" timeOffset="9">8506 111 8101,'-10'-2'745,"2"-2"1730,1-2 1,5-1-1567,-4 1-909,4 4 0,2-6 0</inkml:trace>
  <inkml:trace contextRef="#ctx0" brushRef="#br0" timeOffset="10">1537 581 8323,'0'-17'-70,"0"0"1,1 1 0,3 2-178,2 3 1,2-1 0,-4-5-1,2-1 606,-2 1 0,-1 5 0,1 0 0,4-1 180,2-3 0,-6-1 1,3 1 270,1 5 0,-4-5 551,8 5-952,-8 3 0,3 8 0,-7 11 0,0 5 102,0 1 0,0 9 0,0 3 0,0 4-388,0 2 1,-5-2 0,-1-2 0,2-2-61,2 2 0,2-6 1,2-2-1,2-3-229,2-3 0,13-5 0,0-2 0,7-3-214,5-3 0,2-2 0,2-4 1,1-4-73,5-5 0,-4 1 1,2 0-1,-6 1-216,-4-1 1,-8 4 0,3-4 0,-5 3 667,-2 3 0,1-14 0,-1-1 0</inkml:trace>
  <inkml:trace contextRef="#ctx0" brushRef="#br0" timeOffset="11">2026 250 8209,'0'-18'1636,"0"7"-557,0-1 0,0 10-707,0 2 1,0 10 0,0 13 0,-2 8-72,-4 8 0,2 7 0,-6 15 0,0 6-240,1 7 1,3 4-1,-4-4 1,1 1-490,-1-1 0,6-4 0,-2-8 0,4-12-2596,2-13 3024,0-10 0,8-9 0,2-1 0</inkml:trace>
  <inkml:trace contextRef="#ctx0" brushRef="#br0" timeOffset="12">35 599 8107,'-12'0'1523,"0"0"269,8 0-779,-3 0 0,9-8-541,3-3 0,5-3 0,6 0 1,-3 3-227,-1-3 1,0 4 0,5-1 0,2-3-275,5-1 1,-5-1 0,6 3 0,-1 1-236,-1-2 0,8 7 0,-2 1 0,2 4-154,-2 2 1,2 4 0,-7 5-1,-5 9 355,-5 1 0,-7 8 0,-7 3 0,-2 4 232,-3 7 1,-7 4 0,-11 5 0,-7-1 85,-2-3 0,-3-1 0,0 4 0,-2-5-15,-4-1 1,10-2 0,-2-6 0,6-2 23,5-4 0,3-4-270,2-8 1,9-7 0,8-4 0,11-4-44,11-2 0,-1 0 0,8 0 0,4-2-36,6-4 0,0-2 1,4-5-1,-3 3-104,-1 2 0,-12 0 1,8 5-1,-2-3-278,0 2 1,0 2 0,-4 2-1,-5 0 466,-5 0 0,-2 8 0,1 1 0</inkml:trace>
  <inkml:trace contextRef="#ctx0" brushRef="#br0" timeOffset="13">960 1088 6864,'0'-10'1695,"0"2"-1695,0 8 0,0-7 0,0-3 0</inkml:trace>
  <inkml:trace contextRef="#ctx0" brushRef="#br0" timeOffset="14">9100 670 8250,'0'-18'315,"5"7"422,1-1 1,2 0-228,-2-5 1,-4-1-1,4 1-247,-5 0 0,-1 5 1,-1 0-106,-5-1 0,-4 5 0,-7 2 1,-3 4-269,-3 2 0,-4 8 0,-8 4 0,0 3-117,0 3 0,2 5 0,2 2 0,4 2 94,1 4 0,3 2 0,8 2 0,3-2 152,6-4 0,4 2 0,6-7 0,6-3 97,7-2 1,10-3 0,-1-4-1,1-7 84,4-3 1,0-2-1,0-2 1,-4-5-144,-2-11 1,5 1 0,-7-9 0,-4 1-101,-5-4 0,-1-2 0,-7 0 0,-2 2-217,-2-2 1,-4 6-1,-4-1 1,-7 5-287,-9 4 1,1-3-1,-8 14 1,0 2-1642,2 3 2187,-6 8 0,5 11 0,-6 9 0</inkml:trace>
  <inkml:trace contextRef="#ctx0" brushRef="#br0" timeOffset="15">9466 513 11374,'0'17'469,"0"1"1,-2 1-1,-2 4-315,-1 6 1,-7 6 0,6 4 0,0 2-339,-1-2 1,5-4 0,-2-6 0,8-6-12,7-4 0,5-9 1,3-4-1,5-8-46,5-10 0,9-3 0,3-18 1,-2-4 169,-2 0 1,-2 0 0,-2 2-1,-4 0 224,-6 0 0,-3 2 0,-5 4 1,-3 6 254,-6 4 1,1 7-320,-1 0 0,-6 10 0,-8 2 0,1 12-204,-1 9 1,-4 7 0,4 6 0,1 3-67,-1 4 0,2-4 0,8 6 1,2-3-120,2 1 1,13-2-1,1-8 1,5-4-100,6-2 1,2-9 0,4-10 0,2-4-207,1-2 0,7-8 605,-6-4 0,7-11 0,-3-4 0</inkml:trace>
  <inkml:trace contextRef="#ctx0" brushRef="#br0" timeOffset="16">10759 635 8170,'0'-18'185,"0"1"292,0-1 0,0 1 0,0 0 628,0-1 0,5 6-1060,1 1 1,-2 5 0,-10-4-154,-5 3 0,-5 1 1,-3 6-1,-3 0 6,-1 0 0,-8 0 0,2 2 0,-2 3 148,2 7 1,-4 9-1,4 5 1,-2-1 109,2 0 0,3 6 0,9-2 1,-1 4-21,1 2 1,7 0 0,4 0 0,5-2-141,1-4 1,7-4 0,7-9 0,7-4-169,8-7 1,4-3 0,2-4 0,0-5-28,0-11 0,0 1 1,-2-9-1,-4 3 142,-6 0 0,-3-6 1,-3 5-1,-1 3 142,-5 2 1,-1 1 0,-6 1 46,2-1 1,-2 9-1,-10 3 1,-4 6-114,1 6 0,-7 5 1,6 13-1,1 3-242,3 0 0,4 6 1,2-6-1,0 2-58,0 0 0,8-7 0,5 1 0,7-4-174,3-1 0,8-9 0,0-3 1,6-4 454,4-2 0,-1-8 0,-5-1 0</inkml:trace>
  <inkml:trace contextRef="#ctx0" brushRef="#br0" timeOffset="17">11230 757 8579,'18'-2'608,"-1"-4"1,3-1 0,3-9 0,6 1-437,4-5 1,10-9 0,3-2 0,5-6-244,1-4 1,-7-7 0,-5 1 0,-3-3-9,-2-3 0,-8 1 0,-5 0 1,-9 1 33,-7 5 1,-4 5-1,-4 10 1,-4 6 186,-5 5 0,-5 7 0,-3 13 0,-5 2-97,-5 3 0,2 13 1,-2 13-1,0 8 56,2 7 0,0 1 0,5 3 0,-1 5 34,2-1 1,7 8-1,4 0 1,3 2-38,3 0 1,4-2-1,6 0 1,7-9-159,8-11 0,7-7 0,7-7 0,-1-11-23,1-9 0,0-6 0,0-4 0,0-6-187,0-9 0,0-9 0,0-9 0,-2 1-53,-4-1 1,4 0-1,-4 0 1,2 0 145,-2 0 0,2 2 0,-7 2 0,-3 6 156,-2 5 1,-1-5 0,-1 13 0,1 5 28,-1 3 1,-5 4 159,0 0 0,-3 7 1,3 5-1,-6 4 287,-4 1 1,-2 6 0,0 3 0,2 1-34,3 4 1,-3-4 0,4 0 0,-2 0-251,2 0 1,-4-5-1,6-1 1,-3-5-815,1-5 0,8-1-472,-3 2 0,5-5-470,1-7 1,-5 0 1583,0 0 0,-8 8 0,3 2 0</inkml:trace>
  <inkml:trace contextRef="#ctx0" brushRef="#br0" timeOffset="18">12383 146 7983,'-10'-18'2,"0"1"0,7-1 952,-3 1 0,0 5 666,6 1-1632,0 7 1,0-2-208,0 12 0,2 2 0,2 5 219,2-1 0,-1-1 0,-5 7 0</inkml:trace>
  <inkml:trace contextRef="#ctx0" brushRef="#br0" timeOffset="19">12732 59 8009,'0'-18'347,"0"1"456,0-1 1,0 12-193,0 12 0,0 6 0,0 17 0,0 4-297,0 6 1,0 7-1,0 12 1,0 7-129,0 2 1,0 5 0,0 2 0,0 2-31,0-3 1,0-3-1,0-8 1,0-9-330,0-11 1,6-7-1,2-7-577,1-11 0,-3-7 1,4-12-303,-2-4 0,-2-6 0,-6-9 1052,0-2 0,-8-8 0,-2 3 0</inkml:trace>
  <inkml:trace contextRef="#ctx0" brushRef="#br0" timeOffset="20">12488 513 11235,'17'0'880,"1"0"0,-1 0-1053,0 0 1,3 0 0,3 0 0,6 0-686,4 0 1,2-6 857,0 0 0,8-8 0,1 5 0</inkml:trace>
  <inkml:trace contextRef="#ctx0" brushRef="#br0" timeOffset="21">13274 600 8780,'0'-18'2148,"0"1"-1702,0 0 0,0 9 1,0 8-264,0 9 0,0 9 0,0 3 1,0 5-139,0 1 1,0 0 0,0 4 0,0-4-51,0-2 0,5-1 1,3-7-1,2 1-34,3-1 0,3-7 1,1-5-1,3-3-145,3-2 0,-2-2 0,7-5 0,-3-9-5,-4-5 0,-1-4 1,-3 3-1,0-1 16,1 2 0,-6-5 0,-3 3 0,-1 2-175,-4 1 1,0 3 166,2-1 1,-4 11 0,3 9 417,-3 13 1,-2 10 0,0 12 0,2 6 223,4 9 1,-2 10 0,8 14 0,1 8 58,3 7 1,-10-41 0,-1 3 0,1 3 0,-2 0-1,0 0 1,0 1-185,-1-1 1,-2 0 0,-3 2 0,-2-1 0,-2-4 0,-2-1 0,-13 45 0,-8-6 1,-6-12 0,-4-5 0,-4-10-454,-1-12 1,5-17 0,-2-17-1,6-12-197,6-10 1,-2-16-1,8-15 1,2-11-587,1-10 0,10-1 0,5-9 0,7-3-184,9-5 1,12-2 0,22 4 0,11-3 467,-24 34 1,2 0 0,6-2 0,2 1 303,6-2 0,3 0 0,3 1 0,2-1 0,2 0 1,-1 1-1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1:57:47.11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19 376 8750,'-11'0'2437,"3"0"0,8-2-2158,0-5 1,2 5-1,4-6-169,7-1 1,10 1 0,4-7-1,3 3-309,3-3 0,3 5 0,2-1 1,-1 3-104,1 3 0,0 3 1,-2 4-1,-5 5 261,-6 5 1,-6 7-1,-6 6 1,-7 7 130,-4 3 1,-6 3 0,-7 0 0,-10 0 199,-6-1 1,-4 1 0,-7 0-1,0-2 38,0-5 1,9-4-1,2-10 1,2-2-6,-1-3 1,8-7-303,5 1 1,11-6-243,2-6 1,10 1-1,13-5 1,5-1-79,1 1 0,2 6 0,7-3 1,0 5 156,0 2 1,-1 0 0,-1 2 0,-2 5 92,-3 5 1,-2 7 0,3 4 0,-9 4 121,-8 3 1,-1 3 0,-9 9 0,-8 2 194,-7-2 0,-9-2 0,-4-4 0,-4-3-70,-3-1 1,-3-11 0,-9 0 0,-2-9-123,2-3 0,2-3 1,2-6-1,1 0-212,-1 0 0,6-10 1,3-7-1,4-6-666,8 0 0,7 2 1,10 0-1,0-2 802,0-3 0,8 1 0,3 6 0</inkml:trace>
  <inkml:trace contextRef="#ctx0" brushRef="#br0" timeOffset="284">1019 1074 10810,'0'10'798,"0"-1"0,0-1 1,0 3-1</inkml:trace>
  <inkml:trace contextRef="#ctx0" brushRef="#br0" timeOffset="1250">2189 394 8000,'0'-18'274,"0"-1"1,0 6 0,0 1 1487,0-3 1,0 4-1260,0-1 0,0 10 0,0 2-224,0 10 1,-2 9-1,-2 6 1,-2 9-203,2 8 1,-5 0 0,3 8 0,2 5-98,2 5 1,2-1-1,2 4 1,4-4-134,7-3 1,3-1 0,5-5-1,4-6 72,7-4 0,6-19 1,4-8-1,4-11 78,2-9 1,-4-5 0,4-15 0,-4-9 60,-8-6 1,0-10 0,-9 1 0,-2-3-26,-4-3 0,0 0 0,-15 1 0,-2-1-15,-2 1 0,-2-1 0,-2 2 0,-4 5 63,-6 6 0,1 13 0,-2 3 0,-1 5-566,-3 4 1,4 7-833,1 18 1,8 7 0,-3 12 1316,5 6 0,11 5 0,1 2 0</inkml:trace>
  <inkml:trace contextRef="#ctx0" brushRef="#br0" timeOffset="1967">3227 376 8215,'0'-36'259,"0"2"0,0 5 587,0 2 0,0 8-292,0 6 1,-2 9 0,-2 2 18,-2 13 0,-9 9 1,2 18-1,-1 2-233,1 4 0,-1 4 0,5 11 0,1 2-252,-1 2 0,3 2 0,6-6 1,0-1 7,0-3 1,2-5 0,4-2 0,5-10-107,-1-11 0,7-8 0,-4-6 0,4-7 216,1-4 0,1-19 0,-2-8 0,-2-8-243,-3-5 0,-1 0 0,1-2 0,-5-2-78,-5-2 1,4-2-1,0 2 1,-1-4-249,-3 0 1,-2-5 0,-2 7 0,-3-2-44,-1-4 1,-6-3-1,5 0 1,3 5 170,2 6 0,2 6 0,0 7 98,0 6 1,0 14 119,0 11 1,0 17-1,0 14 1,0 7 289,0 6 0,6-2 0,3 11 1,1 3 98,5 5 1,2-4 0,1-7 0,1 0-150,0-1 0,6 3 0,3-10 0,1-6-80,4-9 0,3-15 0,4-5 0,2-5-108,2-2 1,6-17 0,-6-10-1,-2-11 33,-2-6 1,-2-8 0,-2 3 0,-5-1-121,-6 0 0,-6-1 1,-4-5-1,-5-1-154,-1 0 1,-3 3-1,-6 4 1,0 8 133,0 8 0,-2 3-79,-5 12 0,5 6 0,-6 22 1,2 12 204,-1 14 0,-1 11 0,4 11 0,-5 2-18,-1 4 1,6 2 0,-3 6 0,5-4-6,2-2 0,0 4 1,0-4-1,2 0-202,5 0 0,3-10 0,7-13 0,-2-9-470,-3-8 0,1-6 0,6-6-404,0-7 1,-9-6 1044,-4-6 0,5-13 0,-1-10 0</inkml:trace>
  <inkml:trace contextRef="#ctx0" brushRef="#br0" timeOffset="2283">4850 225 8007,'0'-19'0,"-2"2"0,-2 2 789,-2 3 0,-3 8 0,3-3-346,-6 5 1,-3 11 0,-2 5 0,0 9-27,-4 9 1,-4 5-1,2 10 1,-4 7-68,-3 7 1,1 10-1,-4-2 1,3 5-226,3 1 1,2-10 0,8-6 0,2-11-667,3-8 140,8-6 1,1-32 0,12-11 0,1-9-775,5-8 0,-4-7 0,-1 1 1,-2-3 1174,-3-3 0,5 0 0,1 0 0</inkml:trace>
  <inkml:trace contextRef="#ctx0" brushRef="#br0" timeOffset="2500">4775 74 10863,'12'0'1450,"-1"10"1,-1 15-921,1 11 0,-5 2 0,7 16 0,1 7-364,3 4 1,-4 4 0,-1 5 0,5-3-240,6-2 1,-2-8 0,4 0 0,-6-11-1147,-6-12 1,4-9-595,-5-10 0,-3-11-350,-3-8 2163,-21-8 0,3-19 0,-16-3 0</inkml:trace>
  <inkml:trace contextRef="#ctx0" brushRef="#br0" timeOffset="2667">4548 659 9805,'0'10'2089,"11"-1"0,6-9 0,8 0-2402,4 0 0,9 0 0,8 0 0,2-3-994,5-3 0,-5 2 1307,2-9 0,1 1 0,5-7 0</inkml:trace>
  <inkml:trace contextRef="#ctx0" brushRef="#br0" timeOffset="2950">5417 168 7987,'6'-19'1014,"0"0"1,0 11-1,-6 8-507,0 10 1,-6 16 0,0 7 0,2 9-46,2 8 0,-5 7 0,1 6 0,2 4 13,2 0 0,2 4 1,2-8-1,2-2-239,2-2 1,7-5-1,-5-5 1,1-12-550,-1-9 0,7-10-124,-3-5 0,-3-7 0,-3-12 0,-4-9-1553,-2-8 0,-2-4 1990,-4-4 0,-5-13 0,-8 4 0</inkml:trace>
  <inkml:trace contextRef="#ctx0" brushRef="#br0" timeOffset="3233">5303 243 8018,'0'-18'238,"0"-1"1,0 0 0,2 0 1040,5 0 0,1 7 0,7-1 0,-1 0-750,7 3 1,7-7-1,9 7 1,1-1-545,0 5 0,8 4 0,4 2 0,5 0-110,2 0 0,-9 2 0,-4 4 1,-6 7-118,-7 4 1,-6 3 0,-12 4-1,-7 3 97,-4 2 1,-6 1 0,-7 3 0,-9-1 269,-8 1 0,-3 3 0,-9 1 0,-2-1-80,-2-4 1,-6 3 0,6-5 0,2-1-536,2-4 1,10-6 0,5-4 489,4-3 0,2-8 0,1 5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1-22T11:57:55"/>
    </inkml:context>
    <inkml:brush xml:id="br0">
      <inkml:brushProperty name="width" value="0.2" units="cm"/>
      <inkml:brushProperty name="height" value="1.2" units="cm"/>
      <inkml:brushProperty name="color" value="#00A0D7"/>
      <inkml:brushProperty name="inkEffects" value="pencil"/>
    </inkml:brush>
  </inkml:definitions>
  <inkml:trace contextRef="#ctx0" brushRef="#br0">46 491 12018 263409 56987,'-21'0'3732'0'0,"5"0"-3304"0"0,7 0 1 0 0,11 0-214 0 0,5 0 1 0 0,7-6 0 0 0,22 0-193 0 0,4 2 1 0 0,10-5-1 0 0,2 3 1 0 0,9 2-2 0 0,8 2 0 0 0,15-5 1 0 0,15-1-1 0 0,-42 4 0 0 0,1 0 62 0 0,6 0 0 0 0,2-1 0 0 0,7-2 0 0 0,1 0 0 0 0,0 1 1 0 0,1 1-1 0 0,3-1 0 0 0,1 0-8 0 0,2-1 1 0 0,0 1 0 0 0,3 0 0 0 0,2-1 0 0 0,1-2 0 0 0,2-1 0 0 0,-2 1 0 0 0,0 0-119 0 0,-1-1 1 0 0,0 1-1 0 0,2-1 1 0 0,2 1-1 0 0,3-1 1 0 0,1-1 0 0 0,3 0-1 0 0,1-1-7 0 0,-32 4 1 0 0,1-1-1 0 0,1 1 1 0 0,2-1 0 0 0,0 1-1 0 0,0-1 1 0 0,-3 2 0 0 0,0 0-1 0 0,0 1 1 0 0,2-2 0 0 0,0 0-1 0 0,1 0 31 0-69,1 0 1 0 1,0 0-1 0-1,0-1 1 0 1,1 1 0 0-1,0-1-1 0 1,0 1 1 0-1,1 1-1 0 1,0 1 1 0-1,0 0 0 0 1,-3 0-1 0-1,0 1 1 0 1,-1-1 30 2807-15,-1 2 0-2807 1,0 0 0 0 0,0 0 0 0 0,29-4 0 0 0,1 1 1 0-1,-31 4-1 0 1,0 0 0 0 0,0 1 0 0 0,33-2 0 0-1,-1-1 47 4160 83,-2 1 0-4160 0,-1 0 0 0 0,-3 0 1 0 0,-1 2-1 0 0,-9 1 0 0 0,-1 2 1 0 0,-1-1-1 0 0,0 0-16 2464 0,-1 0 0-2464 0,-1 0 1 0 0,-1 0-1 0 0,-1 0 1 0 0,-4 1-1 0 0,-1 0 1 0 0,-3 1-1 0 0,-2 0-145 1605 0,-2 1 1-1605 0,-2 0 0 0 0,-5 1 0 0 0,-3-1 0 0 0,-4-2 0 0 0,-1 0-1 0 0,42 3-640 1074 0,-10 2 1-1074 0,-11 1 0 0 0,-20-7-1 0 0,-7 0-2431 578 0,-4 0 3172-432 0,-3 0 0-146 0,-7 0 0 0 0,-3 0 0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02.7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0 507 7979,'2'11'-218,"4"-5"0,-3-2 437,3 2 804,-4-4 551,-2 7-708,0-9 0,8 6-703,5 0 1,3 1 0,3-7 0,0 0-81,0 0 0,-1 0 0,1 0 1,0 0-44,0 0 1,6-7 0,0 1 0,-2 2-82,-2 2 1,-1 2 0,3 0 0,2 0-63,-2 0 1,-2 0 0,-2 0 0,0 0 74,-1 0 0,5 2 0,-2 2 0,-4 2 72,0-2 0,-1-1 0,3-3 0,0 0 59,0 0 1,-7 0 0,1 2 0,1 2-82,3 2 0,8 0 0,0-6 0,-2 0-20,-2 0 0,-3 0 0,3 0 1,2 0-11,2 0 1,2 0 0,-4 0 0,2 0-43,-2 0 1,4 0 0,0 0 0,0 0 13,1 0 0,3 0 1,-4 0-1,0 0 29,0 0 0,0 0 0,-4-2 0,2-2-21,-2-2 0,-2 0 0,-2 6-26,0 0 0,-1 0 0,1 0-2,0 0 0,0 0 0,-1 0 41,1 0 1,0 0-1,0 0 1,-1 0 21,1 0 1,0 0 0,0 0 0,-1 0 48,1 0 0,2 0 0,2 0 0,4 0-67,2 0 1,0 0 0,5 0 0,-3 0-57,2 0 0,3 0 0,3 0 0,3 0 26,2 0 0,0 0 1,-7 0-1,3 0-10,4 0 0,-3 0 0,7 0 1,-2 0 45,-4 0 1,4 0 0,0 0 0,-1 0 33,1 0 1,0 0 0,-4 0 0,4 0-13,2 0 0,0-3 0,4-1 0,-2-2-59,2 2 0,-4 2 1,2 2-1,2 0-3,2 0 0,-4 0 0,-2 0 0,0 0 47,0 0 0,0 0 0,2 0 0,-4 0-9,0 0 1,-7 0 0,7 0 0,-2 0-52,0 0 0,6 0 0,-6 0 0,-1 0-16,3 0 0,0 0 1,4 0-1,-4 0 94,0 0 0,-4-2 0,8-2 0,0-3 39,-2 3 1,4 2 0,-6 0 0,-1-2-43,1-2 0,4-1 0,-4 7 0,0 0-22,0 0 1,6-6-1,0 0 1,7 2-69,3 1 0,3-3 0,-3 0 1,5 0 0,0-3 0,12 7 1,-6-6-1,0 2 93,-2-1 0,-9-5 0,7 4 1,2-1 157,2 1 1,-4-5-1,-1 7 1,3 2-110,2 2 0,0-4 0,-2-1 1,-2 3-153,2 2 0,4 2 0,6-2 1,5-2 13,-1-2 1,5-1-1,-7 7 1,3-2 24,3-4 1,1 4-1,0-4 1,-5 2 119,-2-3 0,-1 5 0,-5-4 0,2 4 78,2 2 0,1 0 0,-9 0 1,-2 0-99,-3 0 1,-1 0 0,2 0-1,-5 0-131,1 0 0,-4 0 0,7 0 0,1 0-86,-2 0 0,-3 0 1,-7 0-1,-1 0 176,0 0 1,-1 0 0,-5 0 0,-7 0 22,-3 0 1,-5 0-1,-3 0 1,-7 0-88,-4 0 1,-3 0 0,1-2-757,0-4 1,-7 3-682,1-3 1485,-9-4 0,13-1 0,-7-7 0</inkml:trace>
  <inkml:trace contextRef="#ctx0" brushRef="#br0" timeOffset="731">8969 57 8204,'0'-13'27,"0"1"325,0-3-571,0 7 987,0 0 84,0 8 1,8 2-634,4 4 0,5-2 1,2 7-1,0-3-64,-1-4 1,1 4 0,2 1 0,2-1 10,2 0 0,2 5 1,-4-5-1,2 3-288,-2 3 1,0-3 0,0-1 0,0 1-271,-7-1 1,3-4 317,-6 7 1,-7-3-1,-6 5 103,-10-3 1,-9-5 0,-4 3-1,-4 0 16,-2 1 0,-3-1 1,-5 5-1,-1-3 55,1 3 0,-1-5 1,3 3-1,1-1-37,3-1 1,8 5 0,-2-5-261,4-1 359,3 7 1,9-17 0,9 0-276,11-10 0,5-7 0,3-4 0,0-2 36,0-2 0,-9 6 0,-2 7 0,-1-3-207,-1-1 1,0-3-1,-8 2 1,-4 3-2457,-7 1 2740,-12 9 0,-4-4 0,-8 8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3:59.828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186 282 6442,'11'0'1555,"-1"0"-631,-4 0-415,-4-8 0,9 6-150,-5-4 1,-2-3 0,7 1-165,-3-3 0,-2 5 1,-6-6-145,0-3 1,0 5-1,0-3-78,0-1 0,-2-1 1,-2 0-1,-4 5 118,-3 2 0,-1-5 0,-7 7 33,0 2 0,0 2 0,1 2 0,1 2 95,5 4 1,-5 4 0,6 9 0,-1 2-13,-1 4 0,9-2 0,-2 8 0,4 3-123,2 1 0,6-4 0,5-2 0,3-1-182,7-5 1,4-5 0,0-3 0,6-5-13,5-1 0,-5-5 1,0-10-1,1-7 135,-3-4 0,4-8 0,-8-2 0,-2-2 87,-2-4 1,-4-1-1,-3 1 1,-3 2-11,-3-3 0,-2 7 0,-6 0 0,0 2 29,0 0 0,-8 0 0,-5 8-84,-3 5 0,-9-3 1,0 9-1,2 2-90,2 2 1,-4 10 0,-2 5 0,0 3-38,0 3 0,2 6 0,6 2 0,0 2-53,0 5 0,3-1 1,3 0-1,7-3 118,4-3 1,2 4 0,2-6 0,6-2-34,11-2 1,2-9 0,10-1-1,2-3-20,3-4 1,-1-4 0,-1-6 0,-3-6 42,2-5 0,-4-2 0,1-2 0,-3-4 23,-4-6 1,-5 4-1,-3 0 1,-5 2 11,-1 0 1,-3-7 0,-6 7 0,0 2 79,0 3 0,-10 1 1,-7 0-1,-6 2-57,0 5 0,-6 1 1,0 7-1,-3-2-14,1 2 1,6 4 0,-4 6 0,2 7 133,4 3 0,-4 5 0,2 4 0,2 6-8,2 5 0,11 1 1,1-1-1,3-3-28,0-1 0,2-3 1,10 2-1,6-6-140,5-4 1,10-11-1,4-3 1,3-5-95,-3-2 1,4-2-1,-3-3 1,1-5-1,-2-7 1,3 3 0,-9-11 0,-4 4 2,-7 2 0,1-2 1,-7-2-1,0-2 50,1 2 1,-3 2 0,-8 3 0,-4-1 65,-7 0 1,-3 0 0,-5 1 0,-2 1-19,-2 4 0,-9-3 0,1 5 0,-7 1 52,-3 4 1,-1 4 0,6 2 0,3 0 124,4 0 0,-5 8 0,7 4 0,2 5 0,8 2 1,2 2 0,11 2 0,2 4-87,2 2 1,4-6 0,4 2 0,9-4-43,8-3 0,6 1 0,8-2 0,1-5-220,0-5 0,-1-5 0,1-2 0,-3-2 40,-4-5 1,-4 3 0,-8-8 0,0-3 37,0-2 1,-3-1 0,-3-1-1,-7 0 78,-4 0 0,-4 1 0,-4-1 116,-7 0 1,-3 0 0,-5 3-1,-2 1 48,-2 3 0,-8 5 1,1-3-1,-3 2-10,-3 3 1,7 5 0,0 7 0,-1 5 1,3 5 0,-4 4 0,8 4 1,2 6 35,2 4 0,9 1 0,1-3 1,3-4-102,4-1 1,10 3 0,6-6 0,7-2-101,6-2 1,4-9-1,9-1 1,-1-3-78,1-4 0,4-4 0,-3-4 1,-5-4 31,-5-3 0,2 1 0,-6-5 0,-2 3-11,-2-3 1,-11-2 0,-3-1 0,-5-1 98,-2 0 0,0 0 0,-2 0 0,-5 1 72,-5-1 0,-5 0 0,-4 0 1,-2 1 14,-2-1 1,-6 2 0,4 3 0,0 3 14,0 3 0,-4-5 1,6 7-1,2 2 78,2 2 1,2 4 0,2 4-134,5 7 0,-3 10 0,9 2 0,4 0 30,6 2 0,4-6 1,9 6-1,0-4-258,4-5 1,4 5-1,-2-12 1,2-1-38,-3-4 1,6-3 0,-3-3 0,-2 0 37,-3 0 0,5-9 0,0-3 0,-4-5 97,-6-2 0,-1-6 0,-7-2 0,-1 0 137,2 0 1,-6-4 0,3 6 0,-10 2 130,-7 2 1,-7 4 0,-4 3-1,-4 3-20,-2 3 0,0 2 1,-5 6-1,3 2-79,-2 4 1,-1 4-1,3 9 1,6 0 33,4 0 1,2 8 0,3 2 0,3 2-62,7 0 1,4-8 0,4 4 0,6-1-54,11-1 1,8-7 0,11-7-1,-1-3-12,1-4 0,-1-2 0,1-4 0,-3-4-127,-3-7 0,1-3 0,-8-3 1,-2-2 7,-2-4 1,-11 4-1,-4-4 1,-4 4 62,-2 3 0,-2-1 0,-4 2 0,-6 3 71,-5 1 0,-10 9 0,-4-2 0,-3 4 117,3 2 1,-2 2-1,8 4 1,2 9 145,2 7 1,2-1 0,2 6 0,3-2-238,1 0 1,9 0 0,0-6 0,8 0-76,9 0 0,5-9 1,5-4-1,4-3-253,3-3 1,-5-3 0,4-3-1,-2-6-351,-4-5 1,-9 0 0,-3 3 0,-3 1-420,-4-1 0,-4 5 1,-6 3 180,-6 4 1,-7 2 0,-4 0 878,-2 0 0,-9 17 0,5 3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4:13.344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357 244 7435,'0'-18'834,"0"7"-508,0-5 1,0 11 0,0-7-80,0-3 1,0 5-30,0-3 0,0 1-140,0-7 1,-7 0-29,1 1 0,-8 1 234,1 4 0,-4 5 1,-1 10 4,-1 4 0,0 11 1,2 10-1,5 0-98,6 0 1,-3 7 0,3-3 0,2 2-75,2-1 0,4-5 1,2-8-1,4-1-173,3 1 0,1-2 0,7-5 0,0-5-133,0-5 0,-1-2 0,1 0 1,2-2 22,4-5 1,-4-3 0,2-9 0,-6 0 40,-5 1 1,-6-1 0,5 0-1,-3 0 167,-4 0 1,-2 1 0,-4-1 0,-4 2 85,-7 5 1,-5-5 0,-7 7 0,-7-1-42,-3 5 0,-3-2 0,1 1 1,-1 3 17,1 2 1,6 2 0,1 0-1,1 0 93,0 0 1,12 2 0,-1 2 0,3 5-63,5 1 0,1 5 1,9 8-1,4 2 7,9-2 1,-1 4 0,16-2 0,-1-2-61,4-2 0,4-3 1,3-1-1,-1-2-134,1-3 1,-1-6 0,-1 5 0,-3-3-42,-2-4 0,-8-4 0,2-6 1,-4-4-91,-2-1 0,-2-6 0,-3 5 1,-3-5 54,-3-1 0,-2-1 0,-6 0 0,-2-2-10,-4-4 1,2 4 0,-9-4-1,-3 4 86,-7 3 1,0-1-1,-6 2 1,-1 3 57,1 1 0,4 7 0,-6-5 0,0 3 55,1 4 1,3 2-1,7 4 1,-3 4-54,-2 7 0,2 3 0,10 3 0,5 2 210,-1 4 0,7-2 1,-4 8-1,6 0 226,6-1 1,5 3 0,10-6-1,4 0-324,6 0 0,4-2 1,3-6-1,-1-2-130,1-5 1,-1-1 0,1-7 0,0 2-149,-1-2 0,-2-10 1,-3-6-1,-7-5-110,-4-2 0,-5-6 1,-3-2-1,-7-2 30,-4-5 0,-4-1 0,-4-3 1,-9 3 136,-8 4 1,-6-3 0,-11 7 0,-3 0 67,-7 0 1,-2 2 0,2 8-1,6 5 278,4 6 0,3 4 0,1 2 0,5 2 7,6 4 0,6 11 1,7 10-1,5 2-77,5 4 0,4 3 1,5-1-1,5-2-98,5-1 0,4-9 0,2 2 0,4-4-145,2-3 0,2-5 1,7-3-1,-1-1-48,1-5 1,-7-2 0,-2-2 0,0 0-25,1 0 1,-5-9 0,4-3-1,-4-5-124,-9-1 0,1-3 0,-11-2 0,-1-4 143,-3-3 0,-2 8 0,-2-6 0,-5 3 113,-5 0 0,-13 0 0,-7 9 1,-5 1 5,-7 3 1,5 7 0,-7-1 0,2 4 40,0 2 1,0 2-1,9 4 1,4 7 82,6 4 0,4 8 0,4 2 1,5 2 142,5 4 1,5-4 0,2 3 0,4-1-66,9-2 0,2 5 1,16-9-1,4-5-240,7-5 1,0-7 0,6-8 0,-3 0-66,-3 0 1,-2-2 0,-5-4-1,-1-9-34,-3-8 0,-8 3 1,0-7-1,-9 2-48,-7 0 1,1-9-1,-4 5 1,-6-2 36,-8-1 0,-9 9 1,-6-2-1,-7 5 179,-3 1 1,-2 6 0,-1 3 0,-2 2 171,-3 3 1,9 5 0,-3 7 0,5 5 16,10 5 1,-3 8 0,14 2 0,1 2 10,3 5 0,7-5 0,7 0 1,5-2-80,5-4 0,10-2 0,2-5 0,2-3-306,1-7 0,-1-4 1,6-2-1,-1-2-2,-5-4 0,3-4 1,-9-9-1,-3 0-103,-1 0 0,-8-6 1,-3 0-1,-1 2 117,-5 2 0,-10 1 0,-7-1 0,-4 0 191,-1 4 0,-10 5 0,-5-1 0,-6 7 184,-5 4 1,0 16-1,6 5 1,3 4-22,4 4 1,-1 0 0,12 7 0,5-5-12,5-2 0,3 4 1,9-6-1,7-4-137,10-6 0,10-1 0,12-7 1,3-3-369,-2-2 0,4-13 1,-2-5-1,-3-7 22,-1 0 0,-5 0 1,-6 0-1,-8-2 120,-6 2 0,-11 2 0,2 2 1,-8 1 108,-10-1 1,-5 2 0,-18 5 0,-7 5 304,-4 5 1,2 2 0,-4 5 0,2 5 20,5 9 0,3 4 1,7-5-1,6 3-38,4 4 1,11-4-1,6 2 1,8-6-246,8-5 0,15-8 0,11 3 0,8-7-253,2-7 0,6-3 1,-6-9-1,0 0-127,-5 1 1,-11 1 0,-7 2 0,-4 3 94,-3-3 1,-7 5 0,-7 0 0,-8 1 378,-9 5 0,-12 2 0,-6 4 0,-4 4 204,-3 7 0,1 6 0,-1 3 0,0 3-101,1-2 1,10-2 0,6-4-1,9-2-103,3-3 1,7-8-593,15 2 1,1-6-1,17-6 1,3-6-660,1-5 0,-6-2 1,-6 0 1167,-8 1 0,2-9 0,-7-3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4:19.51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170 204 7395,'0'13'1121,"0"-1"-631,0-7 0,0 1 122,0-12 1,0 1-108,0-7 0,0-1-343,0-5 1,0 5-368,0 1-20,0-1 0,-2 3 153,-4 3 0,-5 5 173,-8 2 0,1 7 0,1 1 0,2 2 97,3 5 0,8 4 0,-5 4 1,3 4-70,0 2 1,0-4 0,6 4-1,0 0-83,0 1 1,8-1 0,4 2-1,5-6-44,2-4 1,0-4 0,-1-3 0,3-3-74,4-3 0,-4-2 0,4-6 1,-2-2 56,2-4 0,-6 0 1,2-11-1,-7-4 7,1 0 0,-5-2 1,1 0-1,-3-2 13,-4 2 0,-2-4 1,-2 2-1,0 2 4,0 2 1,-2 3 0,-4-1 0,-7 0-38,-3 0 0,-3 3 0,0 3 0,0 5-32,1 0 0,-1 5 1,0-3-1,0 4 3,1 2 1,-1 6 0,0 3 0,0 1 1,1 5 1,5-5 0,1 3 80,-3 1 1,7-3-1,1 1 41,5 3 0,2 1 0,2 1 1,3-2-41,1-3 1,8 1 0,-1 3 0,4-1 4,1-2 0,1-7 0,2 4 0,2 1-41,2-1 1,0-6 0,-4 3-1,2-5-3,2-2 0,2-9 0,-4-3 1,2-5 2,-2-2 1,-5 1 0,-3-3-1,-5-2 3,-1-2 1,-3-7 0,-6 7-1,0 0 2,0-2 1,-8 4 0,-7-6 0,-6 2 3,-4 4 1,-6 2 0,4 5-1,-2 1 4,-5 3 0,1 7 0,0-1 0,3 6 117,3 6 0,-4 5 1,6 10-1,2 2-71,2 2 0,3 8 1,1-4-1,4 2-22,7 1 0,4-1 1,2 4-1,4-3-42,9-7 0,-1 2 0,15-2 0,-2-2 8,0-2 0,2-11 0,-4-2 1,4-1 20,3-1 0,-7 0 1,2-6-1,-5 0-7,-1 0 1,0 0 0,0-2 0,-1-4-42,1-7 1,-6-5 0,-3-5 0,1-2-120,-1 2 0,-6-4 0,2-1 1,-3 1 56,-3 0 0,-3 2 0,-3 6 1,-6 1 47,-5-1 0,-4 0 0,-2 0 1,-4 3 66,-2 3 0,-2 5 0,-5 8 0,3 0 92,2 0 1,6 8-1,-5 5 1,3 3 85,4 3 0,3 6 0,3 0 0,4 0-86,7 2 1,4-4-1,4 6 1,4-1-101,7-6 0,4-1 1,3-4-1,5-2-68,7-3 0,-3-8 0,2 3 0,0-7 16,-1-7 1,3 3 0,-6-8 0,-2-3-130,-4-2 1,2-1 0,-11-3 74,5-4 0,-7-2 0,-3-5 94,-5 7 0,-4 7 0,-5 3 0,-7 5 19,-9 1 0,0 3 1,-8 6-1,-1 0-1,3 0 0,0 2 0,6 2 1,-2 5 57,2 1 1,2 2 0,3 7 0,1 0 12,4 0 0,-1-1 0,8 1 4,1 0 1,12 0 0,5-3-1,5-3-128,2-7 1,6-4 0,2-2 0,2 0-23,4 0 1,-6 0 0,0-2 0,-2-4-42,0-7 0,-2 3 1,-8-2-1,-5-3 67,-1-2 1,-3 5 0,-6-1 0,0-1 8,0-3 0,-4 0 0,-7 3 1,-7 1 15,-3-1 1,-2 5 0,0 3 0,-2 4 70,2 2 1,-4 0-1,2 0 1,2 0 137,2 0 0,2 8 0,1 5 0,1 3 93,4 3 1,5 6 0,8 0-1,0-2-266,0-2 1,8-2 0,5-3 0,6-1-134,6-2 0,-4-9 0,6 2 0,-2-4-13,0-2 1,0-6-1,-7-3 1,-1-1-88,-4-5 1,1-1 0,-5-3-1,-1 0 123,0 0 0,-2 1 1,-8-1-1,-4 2 58,-6 5 0,-5-5 0,-2 7 1,0-1 97,1 5 1,-3 4-1,-2 2 1,-2 0 89,2 0 0,4 8 1,5 5-1,3 3-42,3 3 1,2 0-1,6 0-120,0-1 0,2-5 0,4-3-134,6-1 1,5-3 0,0-8 0,-3-2-390,-1-2 0,-1-9 0,5 2-115,-4-3 0,-5-3 1,-8 0 225,0 0 0,0 7 0,-2 2 0,-4 1-2,-7 5 1,-4 4 0,-1 6-180,-1 7 0,2 10 588,5 2 0,-5 0 0,7-7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4:46.744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282 150 8103,'0'-12'582,"0"-1"-453,0 9 1,0-6 595,0 3-332,0 5 1,0-14-62,0 3 1,0 3-186,0-3 0,-9 7 0,-3-4-110,-5 1 1,-2 5 0,1 8-28,-1 2 0,0 11 1,0 0-1,1 8-2,-1 4 0,6-4 0,3 6 0,2 1 14,3-3 1,3 4 0,4-8-1,5 0-20,5 2 1,7-8 0,4 2 0,4-9-15,2-3 1,-4-3-1,4-6 1,-1 0 50,-6 0 1,6-2 0,-3-4-45,-2-7 1,-3-4-1,-3-3 1,-4-3-59,-7-2 0,-4-2 0,-2 4 0,0-4 154,0-3 1,-2 5-1,-4-4 1,-7 2 38,-4 4 0,-3-4 0,-3 2 0,-5 4 107,-1 7 0,-2 5 0,-6 9 0,1 0-91,5 0 1,-3 15 0,9 8 0,2 8-167,3 9 0,1 8 1,2-5-1,5-1-46,5-2 0,5-3 0,4-1 0,5-5-24,5-6 1,11-6 0,4-7 0,2-6 3,5-4 1,1-2-1,3-2 1,-3-4-14,-4-6 1,3-7 0,-9-4 0,-2-4 14,-2-2 0,-3 4 0,-1-5 0,-4 3 34,-7 4 0,-4-4 0,-2 2 0,0 2 88,0 3 1,-8 1-1,-5 0 1,-6 0 48,-6 0 0,2 9 1,-6 2-1,0 1-36,0 1 0,4 2 0,-4 8 0,1 7-35,6 5 0,1 1 1,2 14-1,2 1 3,5-3 1,3 6-1,9-4 1,0 3-20,0-3 0,9 2 1,3-8-1,7-4 3,6-6 1,4-7-1,9-8 1,-3 0-67,-4 0 1,5-8 0,-7-5 0,0-3-24,-4-3 0,-4-2 0,-4-2 0,-3-2 85,-1 2 0,-9-4 0,2 2 0,-4 2 64,-2 2 1,-8 3 0,-4-1 0,-7 2-18,-6 5 0,2-3 0,-6 9 0,-1 2 4,1 1 1,4 12 0,-4 3 0,2 5-42,4 2 1,-2 8 0,4 2-1,7 2 54,3 1 1,-1-9 0,5 4 0,5-2-55,7 0 0,5-2 0,11-9 0,2-3-86,2-3 0,6-2 0,-4-8 0,0-4-49,0-7 1,0-1 0,-6-3-1,0 0 68,-4-3 0,-5-3 0,1 4 1,-7 0 52,-4 0 1,-2 1 0,0-1 92,0 0 0,-8 2 0,-5 5 0,-3 6 3,-3 4 0,0 2 0,0 0 1,1 0-68,-1 0 0,0 8 1,0 4-1,0 5-15,1 2 1,1 0-1,5-1 1,5 1-11,5 0 1,2 0 0,0-1-1,2-1-1,5-4 1,5-5-1,11-8 1,2 0-101,-2 0 1,-2 0-1,-2-2 1,-1-4 53,1-7 0,-2-4 0,-3-1 0,-3-1 15,-3 0 1,-2 0-1,-6 1 17,0-1 1,-2 2 0,-2 3-1,-4 3 115,-3 3 1,-1 2 0,-7 6 0,0 0 28,1 0 1,-1 8 0,0 4 0,2 5-87,5 2 0,-3 0 0,9-1 1,2 1-31,2 0 0,2-7 0,0 1-27,0 1 0,8-5 0,5-3 0,3-4-74,3-2 1,0-6 0,-3-2 0,-1-3 29,-2-3 1,-7-1 0,4 0 0,-1 3 12,-5-3 1,-2 5-17,-2-3 0,-9 9 0,-3-2-4,-5 4 0,-1 4 1,-1 4-1,2 7-56,5 3 1,-5 3 0,7 0-639,-1 0 1,3-1-65,8 1 1,2-8 0,4-5 823,7-4 0,3-10 0,3-3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06:58.36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175 210 6385,'0'10'-267,"0"5"271,0-13 240,0 14-130,0-14-293,0 5 104,8-14 0,-6 3 98,3-8 133,-3 8 0,-2-5 440,0 3-25,0 4-273,0-14-67,0 14 211,0-5-412,0 22 0,0-3-92,0 11 0,0-4 0,0-1 0,0-1 103,0 1 0,0-1 1,0 1 47,0-1 0,0 1 1,0-1-1,0 1-49,0-1 1,0-5 0,0-1-28,0 3 1,0 1 0,0 3-92,0-1 1,0 1 0,0-1 39,0 1 1,0-7-1,0 1 1,0 2 35,0 1 1,0 3 0,-2-3 0,-1-1 38,-3-3 0,0 1 0,6 6 0,0-1 0,0 0 1,0-5 0,0 0 0,0 1-29,0 3 0,0 1 0,0 1-7,0-1 1,0 1-1,0-1 1,0 1-15,0-1 1,0 1-1,0-1 1,0 0 38,0 1 0,0-1 0,0 1 0,0-1 16,0 1 1,0-1-1,0 1 1,0-1-13,0 1 0,0-1 0,0 1 0,0-1 1,0 1 0,-6-7 0,0 1 0,2 1-8,2 3 1,2 1-1,0 1-8,0-1 1,0 1 0,0-1-1,0 1-7,0-1 1,0 1-1,0-1 1,0 1-8,0-1 1,0 0 0,0 1 0,0-1-15,0 1 0,0-6 0,0-1 1,0 3 2,0 1 1,0 3 0,0-1 16,0 1 1,0-1 0,0 1-7,0-1 0,0 1 0,0-1-12,0 0 0,0 1 0,0-1 0,0 1 1,0-1 0,0 1 14,0-1 0,0 1 0,0-1 0,0 1 11,0-1 1,0-5 0,0-1-4,0 3 1,0 1 0,0 3-12,0-1 1,0 1 0,0-1-4,0 1 1,0-1-1,0 1-1,0-1 0,0 1 0,0-1 0,0 1-2,0-1 0,0 1 1,0-1-20,0 0 0,0 1 1,0-1-1,0 1 30,0-1 0,0-3 0,0 1 27,0 5 0,0 1 0,0-3 0,0-1 6,0 1 1,0-1-1,0 0 1,0 1-7,0-1 0,0 1 0,0-1 1,0 1-37,0-1 1,0 1-1,0-1-7,0 1 1,6-1 0,0 1-25,-2-1 1,-2 1-1,-2-1 64,0 0 0,0 1 0,0-1 60,0 1 0,0-1 1,0 1-63,0-1 0,0 1 0,0-1-30,0 1 1,2-7-1,2 1-15,2 2 0,-1 1 0,-5 2-17,0 1 1,0-1 36,0 1 1,0-1 0,0 1 10,0-1 0,0-5 0,0 0 80,0 1 1,0-3-1,0 1-62,0 3 0,0 2 0,0 1-60,0 1 1,0-7 19,0 1 0,6-1-44,0 7 0,0-1 60,-6 1 1,0-7 30,0 1 0,0 0-19,0 5 1,0-5-197,0 0-897,0-1-674,0-1 1746,0-2 0,-8-8 0,-2 0 0</inkml:trace>
  <inkml:trace contextRef="#ctx0" brushRef="#br0" timeOffset="900">0 420 9749,'0'-12'72,"0"0"0,2 3 1,2-5-1,4 2 26,2-1 1,-7 3 0,5-2-1,-2-1-43,0-3 1,6-1-1,-7-1 1,1 3-51,2 3 1,-4-9 0,5 3-1,1 1-91,0 3 0,-6-1 0,4 3 0,-3-3 25,1-3 0,2 3 1,-4 1 5,2 3 0,-1-1 52,-5-6 1,0 7 36,0-1-26,0 8 29,0-4 1,6 16-7,0 4 0,0-2 0,-4 1-25,4 3 1,-2 1-1,5 3-32,-1-1 1,4 1 0,-5-1 0,1 1-77,0-1 0,0-5 0,-4-1-304,1 3 1,7-4 0,-4 1 405,2 3 0,-7-6 0,5-1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3:28.25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193 140 7359,'0'-17'-475,"0"5"1,0 1 1344,0-3 1,0 4 0,0-1-113,0-3 1,0 4 136,0-1-714,0 7 0,0-2 1,0 12 70,0 6 1,1 5 0,3 6 0,2 6-21,-2 4 1,-2 10-1,-2 4 1,0 5-202,0 6 1,6-3 0,0 3 0,-2-2-196,-3 2 1,1-9 0,2-1 0,4-7-934,2-8 0,-4-10 334,5 1 1,-5-15 0,4-9 60,-3-9 0,-1-9 0,-8-5 702,-3-6 0,-5-4 0,-8-2 0</inkml:trace>
  <inkml:trace contextRef="#ctx0" brushRef="#br0" timeOffset="349">0 88 9731,'12'-6'417,"0"0"1,1-1-1,11 1 1,5-4-175,4 0 1,4-3 0,3 5 0,7 0-197,3 1 1,3 1 0,-3 6 0,-3 0-315,-7 0 1,-5 7-1,-5 7 1,-7 5-40,-4 5 0,-9 7 0,-4-2 0,-6 4 53,-6 2 0,-12 2 0,-11 1 0,-4 3 101,-2-2 1,-1-2 0,-3-4 0,-4-2 130,-2-2 0,7-8 1,-1 1-1,6-7-136,4-3 1,7-8-111,-1 2 1,11-12 0,9-6 0,6-3-416,9-3 682,11 8 0,5-5 0,6 5 0</inkml:trace>
  <inkml:trace contextRef="#ctx0" brushRef="#br0" timeOffset="816">996 577 7684,'0'-17'0,"-2"1"0,-2 2 406,-2 3 0,0-1 44,6-5 0,-2 1 0,-1 3-250,-3 1 0,-8 8 1,3-2-207,-5 4 0,-1 2 1,-1 0-1,1 2-32,-1 4 1,1-2-1,-3 8 1,-1 3 63,-2 6 1,-1-1 0,7 5 0,1-2 82,5 1 1,1 5 0,6-4 0,-2 0-40,2 0 0,8-1 0,6-7 1,4-1-117,5-5 0,10 3 0,0-8 0,2-2-92,-2-2 0,4-10 0,-5-4 0,1-3-58,0-3 0,-10-5 0,1-2 1,-9-1 113,-3 1 0,-2-4 0,-6 4 0,-2 0 135,-4-1 1,-6 3-1,-11 6 1,-4 1-41,0 5 1,-6 3 0,6 8 0,-1 0-96,5 0 1,-2 8 0,4 5-1,5 7-243,8 3 0,6 2 0,2-4 1,0 3-39,0-3 1,10-7 0,6-5 0,7-1 362,4-4 0,2-2 0,6-2 0</inkml:trace>
  <inkml:trace contextRef="#ctx0" brushRef="#br0" timeOffset="1083">1293 455 7684,'11'-6'462,"1"0"1,-6 0-45,6 6 0,-9 2 0,3 4-147,-4 6 0,-2 3 1,0 5-1,0 1-244,0 2 0,0 6 1,0-5-1,0-1-186,0 2 1,0-5 0,0 3-1056,0-4 533,0-1 0,0-10 0,0-8-48,0-10 1,0-6 728,0-1 0,-8-8 0,-1-3 0</inkml:trace>
  <inkml:trace contextRef="#ctx0" brushRef="#br0" timeOffset="1249">1432 88 9175,'-9'0'-455,"1"0"1,8 8-1,0 1 1</inkml:trace>
  <inkml:trace contextRef="#ctx0" brushRef="#br0" timeOffset="1682">1834 490 7684,'0'-18'1534,"0"1"-1339,0 7 1,0 10 0,0 14 0,0 5 85,0 4 0,0 6 0,0-3 1,0-1-93,0 0 1,0-2-1,0-5 1,0-1-213,0 1 1,2-3-1,4-3-66,6-6 0,-3-4 1,3-2-1,1-2-114,3-4 1,0-10 0,-3-9 0,-1 0-67,1 0 0,1-4 1,0 3-1,-3 1-45,3 0 0,-1 2 0,1 5 0,-4 1-12,-3-1 1,1 9 477,-2 3 0,-4 12 1,4 7-1,-4 7 41,-2 3 0,2 8 0,1-4 0,3 2 59,-2 0 1,6-7 0,2 1 0,3-4-480,3-1 0,-1-8 0,2-5 1,3-3-250,1-2 0,6-2 1,-6-3-1,1-7-892,1-4 1368,-13-9 0,19-2 0,-12-8 0</inkml:trace>
  <inkml:trace contextRef="#ctx0" brushRef="#br0" timeOffset="1981">2603 88 8698,'-10'8'780,"2"5"0,2 9-452,0 7 1,1 6 0,5 6 0,0 7-14,0 8 1,5-1 0,1 3-1,0-4-183,2-1 1,0-3 0,5-3 0,-3-9-489,-2-7 1,3-5 0,-3-11-1806,2-3 1570,-6-4 1,3-16 0,-7-4 0,-2-3 590,-3-3 0,-5-7 0,-7-2 0</inkml:trace>
  <inkml:trace contextRef="#ctx0" brushRef="#br0" timeOffset="2165">2410 437 10160,'0'-11'811,"0"-1"1,8 8-1,6-2 1,5 2-1002,5-1 1,7 3 0,-2-6 0,6 2-578,5 0 1,-3-5 0,6 5 0,-2 2 766,-1 2 0,1-6 0,-6-1 0</inkml:trace>
  <inkml:trace contextRef="#ctx0" brushRef="#br0" timeOffset="2530">3336 402 8092,'-6'-11'621,"0"-1"0,1 6 0,5-5 480,0-3 1,-2 4-978,-4-1 1,2 7 0,-8-2-337,-1 4 0,-5 2 1,-3 2-1,-2 2 232,1 2 0,3 7 1,1-3-1,1 2-78,0-1 0,1 1 1,2 5-1,5 1 187,1-1 1,2-5-1,6 0 1,2 1-29,4 3 0,4-5 0,9 1 0,2 2-201,3 1 0,1-3 0,-4-1 1,2 3-32,-1 1 0,-3 3 1,-1-1-1,-1-1 60,1-4 0,-9 3 0,-1-3 0,-2 3 152,0 3 0,-8-1 1,-10-1-1,-3-3-72,-3-1 1,-7-2 0,-2 1-1,-2-5-516,0-4 1,7-2-1,-1 0 1,4 0-1003,1 0 1509,1 0 0,-1-8 0,1-1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3:35.90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35 377 8074,'-15'12'2671,"3"-1"-2280,4-7 1,10 2-1,4-12-219,6-5 0,3-5 0,3-1 1,1-1-110,4 1 1,-1-3-1,5-1 1,0-4-109,0-3 0,-6 7 0,5-2 1,-3 3-189,0 3 1,1 0 0,-7 1-41,0 4 1,-5 7 0,-2 10 280,-2 7 1,-3 11 0,-7 6 0,-3 4 134,-7 2 0,2-2 0,1-2 0,-1-2-54,0 3 0,4-7 1,-3-2-1,1-4 169,4-1-53,2-1 1,12-9 0,5-10-214,7-13 1,1-5 0,-4-9-1,3 0-30,1 2 1,2-6-1,-3 6 1,1-2-65,-2-1 0,-1 3 0,-3-2 0,1 8-80,-1 7 0,0-1 0,1 5-303,-1 0 0,-7 5 459,-4 10 1,-4 5-1,-2 8 1,0-1 183,0 0 1,0 7 0,0-1 0,0 0 50,0 3 0,-2-7 0,-2 4 0,-2-3-108,2-3 0,2-5 1,2-1-166,0 3-8,0-6 1,10-2-1,6-12 1,5-8-58,0-7 1,-1 1 0,-1-3 0,2 2 75,3-3 1,-1 5 0,-6-4-1,1 3-64,-1 3 0,1-1 0,-1 1-31,1 0 0,-7 7 0,-1 2-93,-2 0 1,-2 8 241,-6 0 1,0 8 0,0 10 226,0-1 1,0 6 0,-2 1-1,-2-3-138,-2-2 0,0-1 0,6-1 0,0 1-409,0-1 0,0 1 0,0-1-423,0 1 1,2-3-375,4-3 0,-2 1 1116,8-7 0,-1 0 0,7-6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3:33.85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333 210 7328,'0'-9'2861,"1"-1"-2402,5 4 0,-4 2 1,6-6 336,0 3 1,-4-7-283,7 2 1,-7-3-346,2-3 0,-4 1 0,-4 0-321,-4-1 1,-4 3 0,-7 3 0,0 6-38,-1 4 0,-5 2 0,-2 0 1,-1 2 61,1 4 1,-6 9 0,4 11-1,-2 1 74,0 4 0,7 2 1,-1 2-1,4 0 29,1 0 0,8 0 1,5-1-1,3-1-28,2-3 0,2-5 0,3-8 1,7-1 7,4-5 0,7-3 0,2-8 0,0-2 23,1-4 1,3-5-1,-6-11 1,-2-3 25,-1-2 0,-3 4 0,1-4 1,-1 1 13,1 5 0,-7-4 0,-1 2-162,-2 1-105,-2 3 1,-6 11 0,-2 8 26,-4 10 1,4 11-1,-4 4 1,4 2 78,2 5 0,0-7 0,0 0 1,2-2-18,4 1 1,5-7 0,11-7 0,3-3-167,2-3 1,-4-2-1,7-2 1,-1-2-325,-2-3 1,4-11 648,-8-7 0,8-8 0,-4 3 0</inkml:trace>
  <inkml:trace contextRef="#ctx0" brushRef="#br0" timeOffset="384">699 105 8074,'0'-9'1029,"0"1"1,-6 18 0,1 5 0,1 9-781,2 3 0,2-4 0,0 6 0,0 0-140,0-2 1,0 6 0,0-6 0,0 1-83,0-5 1,0-4-1,0-1-97,0-1 0,2-7 0,4-4 25,5-4 0,-3-10 0,0-4 0,-2-5-118,-1-6 1,7 3 0,-6-5 0,0 2-119,1-1 1,-3-1 0,6 4 0,0-2-47,-1 1 0,-3-3 0,6 2 0,1 1 89,3 3 0,1 1 0,1 1 0,-1 0-36,1-1 0,1 1 1,3 1-1,1 4-120,-2 7 1,-1 3 0,-3 2 0,1 0 393,-1 0 0,0 7 0,1 3 0,-1 8 0</inkml:trace>
  <inkml:trace contextRef="#ctx0" brushRef="#br0" timeOffset="734">1136 228 10988,'8'9'254,"1"-1"1,9-8-1,-1 0-130,1 0 1,-1 0-1,1-2 1,-1-2-200,1-1 0,-1-9 1,1 4-1,-3-1-69,-3-1 0,1 0 0,-5-3 1,0 1-255,0 3 0,-3-1 1,-7-4 251,-3 5 0,-7 3 1,-9 8-1,-3 0 351,3 0 0,2 2 0,-1 6 0,-1 7 155,-2 7 0,5 7 0,8-4 0,3 2-49,3 4 1,2-4 0,4 2 0,5 0-289,11-1 0,9-3 0,14-8 0,9-1-520,12-4 1,2-5-1,14-11 497,0-7 0,1-9 0,9-15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3:44.51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35 585 8464,'0'-12'1957,"0"0"0,0 6-1132,0-5 1,0 9 0,-1 2-296,-5 10 1,4 5 0,-4 5 0,4 1-413,2 2 1,-6 8 0,0-4 0,3 1-378,1-5 1,2 2 0,0-2 0,0-1-1209,0-3 1,0-7 17,0-1 1,2-9 0,1-2-378,3-9 1826,0-7 0,-6-9 0,0-2 0</inkml:trace>
  <inkml:trace contextRef="#ctx0" brushRef="#br0" timeOffset="166">70 235 8464,'0'-17'931,"0"-1"37,0 1 0,0 5 0,0 1 1096,0-3-2521,0 6 0,2 1 0,2 8-4145,2 5 4602,0 4 0,2 7 0,1 1 0</inkml:trace>
  <inkml:trace contextRef="#ctx0" brushRef="#br0" timeOffset="452">385 113 8464,'11'-17'-137,"-1"-1"1014,-2 1 1,0 5 247,-3 0 1,-1 10-853,8 2 0,-8 16 0,2 13 0,-4 6-65,-2 6 0,-2 5 0,-2 11 0,-2 3-6,2 2 0,-4 2 0,1 6 0,-1 0-184,0-1 0,2-6 1,6-7-1,0-8-53,0-7 0,0-6 1,0-6-314,0-6 0,2-11 0,2-8-365,2-8 0,0-6 0,-6-7 0,0-1-523,0 1 0,0-6 1,-2-3 1235,-4-1 0,-4-2 0,-7-6 0</inkml:trace>
  <inkml:trace contextRef="#ctx0" brushRef="#br0" timeOffset="615">228 602 8759,'0'-10'1532,"7"3"1,5 7 0,5 0-1467,7 0 1,5-2 0,10-2 0,3-2-630,3 2 1,4-6-1,7 1 1,0-1-500,-5 4 0,-1-2 0,-9 1 1062,-2-3 0,5-2 0,1-5 0</inkml:trace>
  <inkml:trace contextRef="#ctx0" brushRef="#br0" timeOffset="998">734 689 13455,'19'-5'803,"3"-3"1,1 0-838,-2 0 1,7-5 0,-1 3 0,2-2-222,0 1 1,-8-1 0,3-5 0,-5-1-499,-2 1 1,-5-1-1,-2 1 280,-2-1 1,-10 9-1,-12 1 1,-5 2 393,-5 0 0,-7 8 0,2 10 0,-4 3 194,-2 3 1,6 1-1,2 4 1,2 7 264,3 3 0,9 1 0,3 1 0,2 0-77,5 0 0,8-2 0,9-4 1,7-5-302,8-5 0,6-3 0,4-5 0,2-5-389,-2-4 1,3-4-1,-1-4 1,0-5-261,2-5 1,-12-9-1,2-2 1,-6-2 646,-6-1 0,-1 1 0,-3-6 0</inkml:trace>
  <inkml:trace contextRef="#ctx0" brushRef="#br0" timeOffset="1348">1345 480 8373,'10'-2'2624,"-4"-4"-2202,4 4 0,-9 2 1,5 14-1,-4 7-113,-2 8 0,-6 4 1,1 4-1,1 4-89,2 5 0,2-3 0,0-2 1,0-4-88,0-2 0,0-2 1,0-4-1,2-8 159,4-7 1,-3-7-1,7-9-223,-2-3 0,0-7 0,-4-11 0,1-6-145,-1-4 1,-2-2-1,-2 2 1,0 2-304,0 1 0,0 7 0,0-4 0,0 0-313,0 0 0,0 5 1,2-1-1,4 6 108,6 5 1,-1-4 0,5 7 0,3-1 306,1 4 0,5 4 0,0 2 1,2 0 9,4 0 1,2 0-1,2 0 1,0 0-71,0 0 1,0 2 0,-2 2 336,-4 2 0,-4 0 0,-7-6 0</inkml:trace>
  <inkml:trace contextRef="#ctx0" brushRef="#br0" timeOffset="1815">2044 672 8464,'0'-12'1583,"0"1"0,0 5-1522,0-6 0,0 6 0,0-5-93,0-3 1,-2 4 13,-4-1 1,0 7 0,-9-2 0,-5 4 289,1 2 1,-2 2 0,-1 2-1,-3 6 37,-2 5 0,6 1 1,-5 11-1,3 0-14,0 0 1,5 2-1,9 6 1,1-2-140,4-4 0,4 2 0,6-9 1,7-5-293,9-3 1,-1-10 0,8 1 0,0-3-78,-2-2 1,4-7 0,-5-7 0,-1-5-16,0-5 1,-7-1-1,-7 4 1,1-4 64,-2-3 1,3 1 0,-7-2 0,-2 6-329,-2 3 0,-2 3 192,0 0 0,-2 9 275,-4 8 0,4 13 0,-6 13 1,3-1 35,-1 0 0,0 6 0,6-4 1,0 0-26,0-3 1,8-5 0,3-1-1,5-1-301,1 0 1,3-7-1,1-4 1,2-4-241,-1-2 0,3-2 0,-2-4 0,-1-5-275,-3-5 1,-2-1 828,1-1 0,-1-7 0,1-2 0</inkml:trace>
  <inkml:trace contextRef="#ctx0" brushRef="#br0" timeOffset="2165">2568 8 9904,'0'-7'2071,"0"7"-1537,0 9 0,0 15 0,-2 5 0,-2 6-85,-2 5 0,-5 11 0,3 11 1,0 4-278,0 6 1,-3 1 0,3-3 0,0-2-110,0-4 0,2-10 0,6-9 0,0-4-722,0-8 0,8-8 1,2-11-921,0-3 1,3-9 719,-7-2 0,6-8 0,-6-11 0,-3-2-223,-1-3 1,-9-1 1081,-5 2 0,-4-4 0,-1-8 0</inkml:trace>
  <inkml:trace contextRef="#ctx0" brushRef="#br0" timeOffset="2331">2341 532 9481,'-10'8'1275,"4"-6"0,14 4-1065,9-4 0,3-2 1,9 0-1,2 0-406,2 0 0,2 0 0,0 0 1,0-2-337,0-4 0,5 2 0,1-6 0,-2 1-1897,-2-1 2429,-10 6 0,6-11 0,-6 5 0</inkml:trace>
  <inkml:trace contextRef="#ctx0" brushRef="#br0" timeOffset="2581">3022 567 9389,'-2'-10'1287,"-4"5"1,2 10-1,-5 9 1,1 5-935,4 5 1,-4 7 0,2-4 0,2 2-321,2 0 1,2-2 0,0 4 0,0-3-639,0-3 1,2-4 0,2-7 0,4-5-510,2-1 0,-4-2 0,5-8 0,1-4 200,-2-5 1,3-7-1,-7-3 914,-2-3 0,6-14 0,-1 1 0</inkml:trace>
  <inkml:trace contextRef="#ctx0" brushRef="#br0" timeOffset="2748">3039 218 9486,'-2'-12'2754,"-3"1"1,3 5-2827,-4-6 1,6 8-2011,6-2 1,-2 6 2081,7 6 0,1 4 0,5 7 0</inkml:trace>
  <inkml:trace contextRef="#ctx0" brushRef="#br0" timeOffset="3065">3301 602 8464,'0'-12'0,"2"1"1401,4-3-134,-4-1 1,6 1-660,-8 8 0,0 16 0,0 19-218,0 4 0,0 2 1,0 0-1,0 0-108,0 0 0,6-6 0,-1 0 0,1 0-60,2-2 0,-4-2 0,8-9 0,1-2-230,3-3 0,1-7 0,1 2 0,-1-4-259,0-2 0,1-8 0,-1-5 0,-1-7-236,-4-3 0,3-8 1,-3 2-1,1-4-194,-1-2 0,3 0 1,-3 0-1,4 0-188,1 0 0,-5 6 0,-1 2 0,3 2-1313,2 3 2198,1 3 0,-7 9 0,-3 2 0</inkml:trace>
  <inkml:trace contextRef="#ctx0" brushRef="#br0" timeOffset="3448">3825 759 10143,'12'-2'2952,"0"-2"-2777,1-1 1,-3-7-1,1 4 1,3-2-336,2-3 0,7-3 1,0-1-1,-2-1 56,-1 1 0,-5-6 0,-1-1 0,-4 3-170,-3 2 0,-1 1 0,-8 3 0,-3 1 211,-7 2 1,-11 9-1,-7-3 1,-3 6 316,-1 6 0,-1 9 0,0 10 0,2 2 119,4 5 1,3 1 0,11 1-1,3 1-178,6 0 1,4 4 0,4-2 0,6-6-188,10-4 0,7-5 1,12-9-1,2-3-597,1-2 0,7-5 1,-6-6-1,-1-5-93,3-2 0,-8-2 0,2-7 1,-8-2-842,-4-3 1523,-2-7 0,-5 4 0,-1-8 0</inkml:trace>
  <inkml:trace contextRef="#ctx0" brushRef="#br0" timeOffset="3715">4402 183 8464,'7'-10'168,"-3"-5"0,6 3 482,-2-3 1,-1 3 218,-1 0-536,-4 8 0,4 10 1,-10 14-1,-4 5 78,-1 6 0,-1 10 1,-4 5-1,3 5-117,-3 1 1,6 0 0,1 3-1,1 1-118,0 2 1,0-5-1,8-9 1,4-1-386,6-4 1,-1-4 0,5-6-683,3-6 0,2-11 1,-3-6-1,-3-6-296,-3-6 1,2-6 0,-8-9 1186,-3-3 0,7-7 0,0 4 0</inkml:trace>
  <inkml:trace contextRef="#ctx0" brushRef="#br0" timeOffset="4198">4733 654 8464,'0'-17'-243,"0"0"430,0-1 1,0 6 0,-2 3 619,-3 1 0,1 4 0,-6 10 1,0 6-452,1 3 1,5 8 0,-4 3 0,2 1-180,0 4 1,1-4 0,6 0-1,3-2-2,2-3 1,14-3-1,-3-3 1,2-5-210,1-5 1,3-4-1,2-2 1,3-2-113,3-4 1,-4-5-1,0-11 1,-2-3-107,-4-2 1,-1 4 0,-5-7-1,-1 1-255,-2 2 1,-8 2 0,1 8-530,-3-1 903,-2 8 1,-6 16-1,1 14 1,1 7 818,2 10 1,2 5-1,0 13 1,2 3 104,4 6 0,9 6 1,10 5-1,2 7-218,5 3 1,-7 1 0,-4-7 0,-7-9-507,-8-10 1,-6-13 0,-8-8 0,-12-8-199,-13-8 0,-4-11 0,-9-7 0,-1-3-246,3-2 0,-5-2 0,8-5 0,5-11-62,5-9 0,-1-6 0,11-4 0,6-2-149,7-1 1,6-7 0,4 4-1,4 1-414,5-1 1,18-4 0,10 7-1,12-1 1002,15-2 0,-22 21 0,3 0 0,6-5 0,1 1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3:42.6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279 561 8552,'0'-17'1261,"0"5"818,0 0-1369,0 8 0,-1-5-580,-5 3 1,-4 4 0,-7-4 0,-1 4-75,1 2 1,-1 6-1,1 2 1,-1 1-132,1 5 1,-1 2 0,-1 3 0,-2 4 68,-3 6 0,7-2 0,7 3 0,2-1-2,4-2 1,2 4 0,2-6 0,2 0-66,4 1 1,4-9 0,9-7 0,5-2 39,5-5 0,4-3 0,2-7 0,0-9 16,0-5 0,-6-10 0,-2 2 1,-2-4-40,-4-2 0,-9 0 0,-4 0 0,-2 0-14,-1 0 1,-7 8 0,-11 4 0,-8 5-30,-9 6 0,-4 5 0,-5 7 0,-2 2-224,2 3 0,4 7 0,4 11 1,4 6-30,2 4 0,3 2 1,11 0-1,5 0-237,4 0 0,4-2 0,4-2 0,7-6 589,9-5 0,5-1 0,10-13 0,4-2 0,-5-10 0,7-4 0</inkml:trace>
  <inkml:trace contextRef="#ctx0" brushRef="#br0" timeOffset="400">576 596 8394,'10'-8'2462,"-2"6"-1595,-8-13 1,2 15-463,4 0 0,-4 7 0,3 13 0,-3 1-150,-2 2 0,0 7 1,2-7-1,2 0-150,2 2 0,2-5 0,-4 3 1,3-5-127,3-7 0,-4 3 0,5-8-157,3-3 1,2-1 0,1-2-21,1 0 0,-1-7 0,0-5 0,-1-4 40,-4-1 0,3-6 0,-3-2 0,3-3-76,3-3 1,3-2-1,-1 0 1,-5 2-20,1 2 1,-3 2 0,1-2 0,-5 6-1176,-1 3 334,-2 3 1,-6 9-723,0 8 1816,0 8 0,0 17 0,0 2 0</inkml:trace>
  <inkml:trace contextRef="#ctx0" brushRef="#br0" timeOffset="783">1170 701 12510,'23'-2'281,"1"-4"0,5 2 0,-4-8 1,0 1-38,0 1 1,5-5 0,-7 3-1,-2-2-368,-1 3 0,-5-5 1,-1 6-1,-5-1-122,-1-1 0,-2 1 0,-8-5 25,-4 4 1,-9 5 0,-10 7-1,-1 0 66,1 0 1,-6 0 0,4 2-1,-2 3 204,0 7 1,1 9-1,-1 3 1,6-1 145,4 2 1,3 2 0,3 6 0,3-2-93,2-2 1,6-5 0,12 3 0,9-4-170,6-7 1,10 1 0,8-7-1,2 0-138,3-5 1,-3-5 0,1-5 0,1-7-578,-2-4 0,-3-1 0,-7-1 0,-2-1-611,-4-4 0,2 1 1392,-7-7 0,-1 8 0,-6-4 0</inkml:trace>
  <inkml:trace contextRef="#ctx0" brushRef="#br0" timeOffset="1284">2008 666 8464,'0'-10'783,"2"-4"0,2 7 336,2-3 1,0 4-286,-6-5 1,6 5-619,0-6 0,-1 6 0,-7-5-309,-3-3 1,-5 6 0,-8 2 104,1 5 1,-6 1 0,-1 0-1,3 0-43,2 0 0,-5 7 1,1 7-1,2 5 115,1 5 1,3 7 0,1-2 0,5 4-117,5 2 0,4-2 0,2-4 0,2-6-96,4-4 0,11-3 0,12-4 0,4-7 31,2-3 0,0-11 0,0-9 0,0-9 71,0-6 0,-2-10 0,-2-1 0,-4-3 153,-2 1 1,1-7-1,-5-7 1,2 0-54,-1 0 0,-3-4 0,-2 7 0,1 5-43,-1 3 0,-1 7 0,-3-1-880,-1 8 603,-8 12 0,2 13 0,-12 18 0,-6 13 283,-3 14 1,-9 2 0,1 10 0,2 3 76,1 6 0,3 6 1,0 8-1,1-2 88,4-4 0,-1 2 1,7-8-1,4-1-628,6-3 1,13-9 0,14-8 0,8-12-1013,8-14 1438,19-7 0,6-11 0,15-3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3:59.08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262 88 8096,'0'-17'1009,"0"-1"0,-6 10 0,-2 8-430,-1 10 0,5 8 0,-4 5 0,2 8-298,0 8 1,1 0 0,5 9 0,0 5-151,0 3 0,0 2 0,0-6 1,0-1-264,0-5 1,5 1 0,1-10 0,0-6-1966,2-4 1211,-6-4 1,7-13-1,-5-6 1,2-8-760,-2-8 1645,-2-3 0,-10-10 0,-1-3 0</inkml:trace>
  <inkml:trace contextRef="#ctx0" brushRef="#br0" timeOffset="183">0 455 10141,'8'15'1164,"5"-1"1,7-4-671,3-3 0,16-1 0,0-6 1,7 0-440,7 0 0,-5-2 0,10-3 0,-3-7-825,-3-4 0,-1-1 0,-5-1 0,-5-1-1180,-4-4 1,-4 1 1949,-4-7 0,4 0 0,-6-6 0</inkml:trace>
  <inkml:trace contextRef="#ctx0" brushRef="#br0" timeOffset="582">734 1 10805,'0'17'658,"0"3"0,0 5 0,0 8-300,0 6 1,0 11 0,0 1 0,0 7-78,0 4 0,0 0 1,1 2-1,5-8-156,6-7 1,-2-6-1,1-10 1,3-4-162,1-6 0,3-11 0,-1-7 0,1-3-153,-1-2 0,1-2 1,-1-3-1,1-9-210,-1-7 0,1-1 0,-1-7 0,1 0-110,-1 2 1,-5-6-1,-1 6 1,3-2-26,1 0 0,-3 7 0,0-3 515,1 0 0,-5 5 0,0-1 76,0 7 0,-7 9 1,5 12-1,-4 9 362,-2 5 0,0 8 0,0-3 0,0 1-191,0 4 1,0 2 0,0 2 0,2-2-368,4-4 1,-2-4 0,8-8-1,1 1-297,3-1 0,1-7 0,1-4 0,-1-4-983,0-2 1,3-2 1418,3-4 0,-3-11 0,5-11 0</inkml:trace>
  <inkml:trace contextRef="#ctx0" brushRef="#br0" timeOffset="1132">1502 542 11454,'17'10'979,"1"-6"-997,-1-8 1,7 0-1,-1-8 1,0-1-104,2-3 0,-5-1 1,3-1-1,-3 1-126,-3-1 0,-5 1 0,-3 0 0,-1-1-15,-4 1 1,-4 1-1,-6 4 1,-5 7 309,-5 3 0,-7 2 1,-1 0-1,1 2 121,-2 3 0,6 7 0,-5 9 0,5 5 93,1 1 1,9 2-1,1 6 1,2 0 116,0 0 1,2 0 0,10-2 0,8-4-269,7-6 0,6-4 0,8-3 0,0-4-15,0-7 1,8-3 0,1-6 0,3-5-526,0-9 1,-9-11 0,3 2-1,-4-2-178,-2 0 1,-8 0 0,-4-4-1,-3 4-154,-3 5 0,-5 3 1,-2-2 420,-3-6 1,-1 9-1,-4 5 406,4 5 1167,-4-4-589,6 12 1,-8-3 0,0 10-77,0 7 0,0-2 1,0 1-1,0 3-113,0 2 1,0 3 0,-2 2 0,-2 5-164,-2 1 0,0-6 1,6 4-1,0-1-307,0-1 1,2 6 0,2-6 0,2-1-1303,-2-3 1,5-2-681,3 1 0,4-10 106,1-8 1891,-7-8 0,-3-17 0,-7-3 0</inkml:trace>
  <inkml:trace contextRef="#ctx0" brushRef="#br0" timeOffset="1299">2218 106 8563,'-2'-18'1637,"-4"1"1,4 5-1306,-4 0-983,5 9 0,2-3 1,3 12 650,2 5 0,8 5 0,-5 1 0</inkml:trace>
  <inkml:trace contextRef="#ctx0" brushRef="#br0" timeOffset="1699">2515 472 8082,'0'-17'568,"0"5"1189,0 1-1244,0-1 1,0 10 0,0 10 0,0 11 50,0 10 1,0-2-1,0 3 1,0 1-237,0 2 0,0 0 1,0-4-1,2-6-141,4-4 0,-2-1 0,7-1-66,3 1 1,-5-8-1,3-7 1,0-6-293,-3-9 1,7-4 0,-6-3 0,-1-4-152,-3-6 1,2-2-1,0-1 1,-1 5-1,1 2 0,-2-4 0,-4 6 1,2 1-399,2 3 1,1 7 0,-3 1 272,2-3 1,8 6-1,-5 4 596,1 8 0,0 6 0,-6 9 0,2 3 215,-3 1 1,5 0 0,-2-5 0,0-1-601,2 1 0,-5-1 0,11-1 1,4-3-2598,3-1 2833,10-8 0,-4 4 0,8-8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3:58.1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262 105 8096,'0'-17'1139,"0"-1"1,0 7-681,0-1 0,0 6 1,-2-3-1,-2-1-367,-1 0 0,-9 6 0,0-1-124,-7 3 0,2 2 0,-5 2 1,5 3 61,2 7 0,-7 9 0,1 5 0,2 1 143,1 4 0,9 4 0,1 4 0,2-1-8,4-5 0,2 6 0,4-10 1,6-4 67,9-3 1,7-7 0,7-3 0,-2-6-89,2-4 1,0-10 0,0-4-1,-4-5-356,-2-6 0,-1-5 0,-7-7 0,-1 1 0,-5-1 1,-3 2 0,-8 2-1,0 1-366,0-1 0,-8 6 0,-5 2 1,-7 5 186,-3 7 0,-6-3 1,4 8-1,0 4 72,-1 6 1,1 12 0,4 9-1,-1 2 90,7 4 0,-1 8 0,11 2 1,1-2-70,2-2 1,6 1 0,5-1 0,11-6 130,5-4 1,4-5 0,6-11-1,0-5 166,0-4 0,0-4 0,0-4 0,0-11 0,0-10 0</inkml:trace>
  <inkml:trace contextRef="#ctx0" brushRef="#br0" timeOffset="334">542 70 8050,'6'-11'151,"-1"-1"1384,1 8 0,-6-2-986,0 12 1,0 4 0,0 9 0,0 5-331,0 5 0,0-2 1,0 0-1,0 0-194,0 0 1,0-3-1,0 3 1,0-2-135,0-4 1,6-7 0,2-4 0,1-2-247,5-5 0,4-3 1,3-3-1,2-7 66,-2-6 1,5 3 0,-3-13 0,-2 3 86,-1 0 1,1-6 0,-1 4 0,-5-1 64,1 1 1,-7 4 0,1 7 255,-2 3-50,-2 7 1,-6 4 0,0 11 0,0 7 169,0 5 0,0-2 1,1 9-1,3-1-274,2-2 1,14-2 0,-3-8 0,4 1-844,5-1 0,-5-7 0,10-4 878,6-4 0,-2-2 0,8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3:55.05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0 115 8245,'6'-18'-735,"0"1"1315,-2-1 0,-2 7 1,-2-1 466,0-1 0,0 3 122,0-2-1023,0 8 0,-6 6 0,0 14 224,2 5 1,2 10 0,2-2-1,0 6-159,0 6 1,0 11 0,0 12 0,0 4-206,0 2 0,0 0 0,2 0 0,2 0-266,2 0 0,2-14 0,-4-6 0,4-7-792,1-10 1,-5-6-1,4-11-2280,0-5 3332,-6-3 0,5-23 0,-7-5 0</inkml:trace>
  <inkml:trace contextRef="#ctx0" brushRef="#br0" timeOffset="480">53 743 8141,'8'-9'541,"-6"-7"1,5 7 798,1-1 1,-6 0-848,4 4 1,-4 2 0,0-5-373,4 1 0,-3 0 0,9 4 0,2-1-114,1 1 0,3-4 0,-1 2 0,3 0-114,3-2 1,4 7-1,8-5 1,0 4-44,0 2 0,-6 0 0,-2 2 0,-2 4 128,-3 5 0,-3 1 0,-3 3 0,-5 5 65,-5-1 0,-4 6 0,-4 1 1,-6-1 31,-9 0 1,-3 4 0,-9-4-1,-4 1-89,-6-1 1,3-2-1,-5-5 1,4-3-197,2-3 0,8 1 0,4-7 0,3-2-345,3-2 0,7-10 0,4-3 1,4-5-2256,2-1 2810,16-9 0,3-1 0,16-8 0</inkml:trace>
  <inkml:trace contextRef="#ctx0" brushRef="#br0" timeOffset="963">874 674 8246,'9'-8'313,"-3"-4"0,-2 4 0,0 1 0,2-1 310,-2-4 0,3 3-125,-1-3 0,6 0-301,-6-5 0,-2 1 1,-10 5-83,-6 5 1,-5 4 0,-7 2-1,-5 0-39,-4 0 1,-2 8 0,2 5 0,2 9 53,2 7 0,6-2 0,-2 4 0,3 4 13,7 4 1,9 1-1,0-7 1,6-2-121,6-1 0,6-9 0,11 2 0,8-5-73,8-7 0,-2-3 0,5-10 0,-1-4-134,0-5 0,-2-11 0,-10-3 1,-6-2 108,-4-4 1,-1-2 0,-3-2-1,-3 0 177,-6 0 0,-4 8 1,-4 6-1,-4 5-5,-6 4 0,3 9 1,-3-3-1,-1 6-199,-3 6 1,4 5 0,3 12 0,1 7-124,4 3 1,2 1-1,4 1 1,4 0 47,5 0 1,7-6-1,3-1 1,5-3-46,1-4 0,2-7 1,6-5-1,0-1-91,0-4 1,-6-4 0,-2-6 0,0-7-864,0-9 0,-7 1 1176,-3-8 0,1 0 0,-9-6 0</inkml:trace>
  <inkml:trace contextRef="#ctx0" brushRef="#br0" timeOffset="1364">1555 621 8140,'0'-17'186,"0"-1"1,0 1 773,0-1 0,0 1 0,0-1-619,0 1 1,-2 5 0,-2 1 0,-4-1-451,-1 2 0,-3 3 0,-6 7 1,1 0-62,-1 0 0,1 0 1,0 2-1,1 3 116,4 7 1,-3 4 0,5 1-1,-1 0 181,-1 1 1,8-1-1,-2 1 1,4-1 57,2 1 1,2-1 0,2 1 0,4-1-5,2 1 0,3-1 0,8 1 1,3-3-311,-3-3 1,4 3 0,1-5-1,-1 2-35,0-1 1,4-1-1,-6 4 1,-1-5 152,-3-1 1,-3 6-1,-5-3 73,-5 5 1,-4 1 0,-6 1 0,-6-3-129,-7-3 0,-12 1 0,0-7 0,-2-2-506,2-2 1,-2-2 0,7 0-1,3-2-191,2-4 1,3 2-1,4-7 1,7-3 762,3-1 0,2-3 0,7-7 0,3-2 0</inkml:trace>
  <inkml:trace contextRef="#ctx0" brushRef="#br0" timeOffset="1716">1852 743 10409,'11'-5'796,"1"-1"0,0-6 0,5 6 0,1 3-677,-1 1 0,0-4 0,1-2 0,-1 0-170,1 0 0,-1-5 0,3 3 0,-1-1-240,-1-1 1,3 0-1,-11-5-199,-1-1 1,-1 1 391,-8-1 1,-10 9 0,-5 3 0,-8 4 173,-5 2 1,1 8-1,-2 3 1,4 7-17,0 5 0,5-2 0,-1 7 1,7-1 50,9 0 0,3-4 0,2 4 1,2 1-91,3-1 0,7-6 0,13 2 0,8-3-371,6-3 1,10-5-1,-5-2 1,3-3-274,-1-3 0,-1-8 1,3-5-1,-3-5-1205,-2-5 1828,-2-3 0,-7-11 0,1-4 0</inkml:trace>
  <inkml:trace contextRef="#ctx0" brushRef="#br0" timeOffset="2236">2742 656 10467,'0'-17'928,"0"-1"1,-2 7-900,-3-1 1,-5 8 0,-8-2 0,1 4 169,0 2 0,-1 0 0,-1 0 0,-3 2-6,-1 4 0,0 4 1,5 9-1,1 3 39,-1 1 1,3 6-1,3-4 1,6 0-230,4 1 1,2 3-1,2-8 1,6-3-401,10-5 0,1-9 0,10 2 0,0-4-102,-2-2 0,6-4 0,-4-6 0,2-9-277,-1-6 1,1 1 0,-8-5 0,-2-2 339,-1-2 0,-9-4 1,-1-2-1,0-1 271,-1 1 0,-5 2 0,2 2 0,-2 0 165,2 0 0,-4 0 0,6 2 0,-3 4 0,1 6 0,2 3 0,-4 1 837,2-4 0,-1 3 1727,-5-3-1965,0 4 0,0 11 0,0 8-442,0 10 1,0 7 0,-1 6 0,-3 7 275,-2 2 0,0 11 0,4 4 0,-2 3-90,-2 3 1,1 1 0,5 4 0,0 4-392,0 0 0,0-7 0,1-11 0,5-3-481,6-8 1,3-2 0,3-13-1,-1-9-1165,1-5 0,-3-8 1694,-3-7 0,4-9 0,-7-15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4:01.83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210 533 8082,'18'-2'84,"-1"-4"0,-5 4 0,-2-6 0,-1 2 325,1 1 1,-4-3-1,5 2 151,3-6 1,-4 3 0,-1-3-193,-1-2 0,-2-1 0,-6-3-204,0 1 0,-2-1 0,-2 1 1,-5 2-141,-7 3 0,2-2 0,-9 8 0,2 3-132,-2 1 0,3 2 0,-5 2 0,2 3-203,-1 7 1,1 0 0,8 3 0,1 5 183,2-1 1,8 8 0,-1 0 0,5 2 110,5 1 0,5-1 1,10 6-1,3 0 158,6-1 1,4 1 0,0 0-1,-2-2-27,-2-4 0,-10 4 0,1-5 0,-9-1-44,-3-4 1,-4-6-1,-10-3 1,-5-4-57,-5-2 1,-9-3 0,-2-5 0,-2 0-140,0 0 1,-1 0 0,-5-2 0,3-3-146,2-7 1,5-4 0,8 1 0,1 1-308,5 3 0,3-1 0,8-5 0,2-1 47,4 1 1,5 1 0,11 3 0,1 1 528,-2-2 0,6-1 0,0-3 0</inkml:trace>
  <inkml:trace contextRef="#ctx0" brushRef="#br0" timeOffset="250">612 498 9110,'10'-18'864,"-3"16"0,-7 8 0,0 10-423,0 7 0,0-2 1,-1 8-1,-3 2-313,-2 2 1,-6 2 0,6 0 0,3-2-189,1-4 0,-4 2 0,0-7 0,2-3-330,2-2 1,2-7-1,2-2-660,4-2 0,2-10 1,5-10-1,-3-5-1109,-2-7 2159,-3-3 0,-5-8 0,0 0 0</inkml:trace>
  <inkml:trace contextRef="#ctx0" brushRef="#br0" timeOffset="400">682 253 9110,'0'-11'583,"0"-1"0,2 8-583,4-2 0,3-3 0,9-1 0</inkml:trace>
  <inkml:trace contextRef="#ctx0" brushRef="#br0" timeOffset="1016">979 637 8082,'0'-17'0,"0"5"0,0 1 796,0-3 1,0 4-245,0-1 0,0 9 0,0 4-50,0 13 0,-2 5 0,-2 7 0,-4 0-135,-2 0 1,7 2-1,-3 4 1,4-4-219,2-5 0,0-5 1,0-1-1,0-1-123,0 0 0,2-7 0,4-4 1,5-4-249,5-2 0,1-10 0,1-5 0,-1-7-51,1 1 0,-1-6 0,1-2 0,-1-2-28,0 2 0,1-2 0,-1 7 0,1 1 22,-1-2 0,-5 7 1,-2-1-1,-1 7 121,1 4 1,-6 5 0,2 8 417,-4 7 1,-2 6 0,0 3 0,0 4 101,0 2 0,-6 2 0,0 4 1,0-2 74,-1-1 1,5-9 0,-4 4 0,4-2-261,2 1 1,0-7 0,2-7 0,4-2-390,5-5 0,1-3 0,3-5 0,5-7-64,-1-4 1,1-3-1,-3-2 1,1-4-43,-1-3 0,0 5 0,1-4 1,-1 2 46,1 3 1,-1 3 0,-1 1 0,-3 1 172,-1 0 1,-6 1-1,4 2-78,-3 3 228,-1 7 0,-6 6 0,0 13 306,0 7 1,0 1-1,0-4 1,0 3 36,0 1 1,0 2-1,0-3 1,0 1-243,0-2 1,0-1 0,2-5 0,2-1-442,2-3 0,2-7 0,-5 4 0,5-2-923,2 0 1,-4-1 0,3-6 0,1-5-1003,0-6 2213,-6-3 0,11-3 0,-5 1 0</inkml:trace>
  <inkml:trace contextRef="#ctx0" brushRef="#br0" timeOffset="1283">1939 550 8082,'0'-17'2516,"0"-1"-1726,0 1 0,-7 11 0,-3 10-477,0 11 1,-3 14-1,7 1 1,0 3-224,-2 1 1,6 1-1,-4-2 1,4-2-195,2-1 0,0-9 0,0 2 1,2-3-938,4-3 1,-2-7 202,8-4 0,-3-8 1,3-8 211,-6-8 0,-4-5 0,-2 0 0,0-6 626,0-4 0,0-2 0,0 0 0,0-8 0,0-1 0</inkml:trace>
  <inkml:trace contextRef="#ctx0" brushRef="#br0" timeOffset="1416">2062 218 11087,'0'-11'2601,"0"-1"-3847,0 8 1246,7-4 0,-5 8 0,6 0 0</inkml:trace>
  <inkml:trace contextRef="#ctx0" brushRef="#br0" timeOffset="1700">2358 44 8082,'10'-12'-134,"-2"2"401,0 3 518,-6-7 1,5 14-1,-7 0-235,0 10 0,0 7 0,-2 6 0,-1 7-6,-3 3 1,-2 3 0,4 5 0,-4 6-40,-1 3 0,3 5 0,-4 3 0,2 6-295,4 4 0,-3-6 1,1-6-1,2-6-337,2-3 0,2-10 0,2-2 1,2-10-230,2-6 0,1-9 0,-3-6-414,2-8 1,0-6 0,-6-7 769,0 0 0,0-9 0,0-1 0</inkml:trace>
  <inkml:trace contextRef="#ctx0" brushRef="#br0" timeOffset="2783">2847 620 8390,'10'-10'2703,"0"1"-2164,-4 3 0,-4 2-291,3-8 1,-1 3-1,0-5-254,2 2 0,0 6 0,-8-3 8,-4 1 0,-4 2 1,-7 6-1,-1 0-127,1 0 1,0 2 0,-1 2 0,-1 6 79,-5 5 1,5-1-1,-4 11 1,3 0 222,3 4 0,1-1 0,3 1 0,3 0-62,2-2 0,2 4 0,6-8 1,0-1 5,0-3 1,8-3-1,4-5 1,3-5-82,3-4 1,5-4-1,0-4 1,1-5-191,1-5 1,-6-7 0,7-2-1,-3-3-73,0-3 1,6 4 0,-6 0-1,-1 0 49,-3 0 0,-7 5-1,-2-1 1,-1 6 138,1 5 125,-6 4 1,2 18 0,-10 5 0,-4 9 93,-2 3 1,6 2 0,-1 4 0,3-2-170,2-2 1,0-6 0,0 5 0,2-3-340,3-4 0,5-3 1,10-7-214,3-5 0,-4-4 0,5-4 0,-5-4-458,-2-5 1,1-7-1,-3-3 995,-3-3 0,4-7 0,-7 4 0</inkml:trace>
  <inkml:trace contextRef="#ctx0" brushRef="#br0" timeOffset="3183">3406 550 8082,'10'-17'1010,"4"-1"1083,-9 1-1581,1 7 0,-6 10 0,0 12 0,0 5-96,0 6 0,0 5 0,0 7 0,0 1-140,0 5 0,0-4 0,0 2 1,0-6-165,0-4 1,0-6 0,0 4 0,0-1-181,0-5 1,2-9-1,4-7-77,6-3 0,3-6 0,3-5 0,-3-11-83,-3-5 1,1 2-1,-5-6 1,0-2-25,0-2 0,-3-2 0,-5 2 1,0 2 82,0 2 1,6 7 0,0-1-1,-2 4-152,-2 1 1,0 6 0,4 3 109,5 1 1,-1 2-1,2 6 1,1 0-35,3 0 0,1 8 0,1 2-626,-1-1 1,-5 5-1190,-1-8 2060,1 7 0,6-11 0,-1 6 0</inkml:trace>
  <inkml:trace contextRef="#ctx0" brushRef="#br0" timeOffset="3467">3930 585 8021,'8'-17'646,"-4"1"1743,8 4-2063,-9 5 0,5 9 0,-6 3 0,2 7-13,2 4 0,0 3 1,-6 2-1,0 5 13,0 1 0,0 0 0,2 4 1,1-2-224,3 2 1,0-6-1,-6-1 1,2-3-722,4 2 1,-4-9 0,4 3-596,-4-1 1,-1-8 211,5-3 0,-4-10 1,4-9-1,-6-5 1001,-6-5 0,-3-7 0,-9 4 0</inkml:trace>
  <inkml:trace contextRef="#ctx0" brushRef="#br0" timeOffset="3633">4087 306 8082,'10'-8'0,"-2"-2"0,-8-7 0,0-1 975,0 1 0,0 5 0,0 0 259,0-1 0,0 3-2075,0-1 1,0 9-1586,0 2 2426,0 7 0,0 11 0,0-1 0</inkml:trace>
  <inkml:trace contextRef="#ctx0" brushRef="#br0" timeOffset="3935">4541 183 8082,'0'-17'148,"0"-1"693,0 1-315,0 7 1,-5 4 0,-1 12-1,0 8 8,-2 7 1,6 8-1,-4 12 1,3 6-190,-3 3 1,4 4 0,-4 3 0,4 3-106,2 2 0,0-6 0,0 1 1,0-7-111,0-3 1,2-9 0,2 1 0,2-8-886,-2-8 0,-1-5-880,3-6 1,-4-7 812,4-10 1,-4 1-1,-4-8 1,-2-3-890,-2-7 1711,-7 3 0,-5-14 0,-9 6 0</inkml:trace>
  <inkml:trace contextRef="#ctx0" brushRef="#br0" timeOffset="4083">4245 620 12039,'25'0'316,"-4"0"1,8 0 0,2 0-487,2 0 0,2-6 1,0-2-1,0 1-1447,0-1 0,0-4 1617,0 6 0,8-15 0,1 2 0</inkml:trace>
  <inkml:trace contextRef="#ctx0" brushRef="#br0" timeOffset="4569">4821 603 8082,'12'-12'185,"-3"0"635,-1-1 1,-2 3-170,-6-2 0,0 10-363,0 2 1,-8 10 0,-2 11 0,-1 3-58,-1-3 1,8 4 0,-2 1 0,4-1-61,2 0 0,0-2 1,0-5-1,2-3-157,4-3 1,4 1 0,7-7 0,3-2-219,3-2 1,-2-2-1,7-2 1,-1-4 1,0-5 0,-6-11 0,4-1 1,-1 2-94,-1 1 1,-2-3-1,-7 0 1,-4 1 111,-3 3 1,-1 7 0,-6 1 210,0-3 1,0 8-1,0 6 147,0 10 1,0 13 0,-2 6 0,-2 6 368,-1 6 1,-1 6 0,6 11-1,2 6 243,4 4 0,-4 9 0,5 5 1,-1 3-228,0 3 0,0-7 1,-6-1-1,-2-5-319,-4-7 0,-4-13 0,-7-17 1,-3-7-458,-3-7 1,10-13-1,-5-7 1,3-10-367,-1-11 0,-1-14 0,1-12 1,4-1-376,7-5 0,3-7 0,2-2 0,0-1 125,0-1 0,13 8 1,7-2-1,5 5 113,6 1 1,12 3 718,9-2 0,8 1 0,10-7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4:07.56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258 36 8209,'10'0'124,"0"0"510,-5 0 1,-1 0 84,8 0 1,-8-2 301,2-4-959,-4 4 1,-4-8 0,-4 6-25,-6-1 0,-5-1 1,-5 6-1,-1 2-131,2 3 0,-4-1 0,1 8 1,3 2-74,2 1 0,-3-3 1,3 1-1,3 5 8,1 3 0,7 4 0,2-3 0,8 3 101,10 2 0,3 0 0,18 2 0,6-5-22,4-5 0,1 4 0,5 1 0,-4-3 68,-3-2 0,-9-1 0,-10-1 0,-5 3 205,-6 3 1,-5-4-1,-11 5 1,-7-5 86,-12-1 1,-9-1 0,-2 0 0,-3 1-187,-4-1 0,4-7 0,-4-4 1,4-4-279,3-2 1,1 0 0,3 0 0,9-2-386,7-4 1,1-4 0,7-9-1,4-2-1870,6-3 2438,13 9 0,3-8 0,5 3 0</inkml:trace>
  <inkml:trace contextRef="#ctx0" brushRef="#br0" timeOffset="350">835 315 8284,'7'-10'1134,"-5"-5"-183,4 3 0,-4 2-652,-2-1 0,0 5 0,-2-4-223,-4 3 1,-2-1 0,-7 4-1,-1-2 7,-3 2 0,-2 4 1,1 4-1,-3 6-85,-6 5 1,2-1 0,0 11-1,1 0 19,5 4 0,4 4 0,3 2 0,4 0 6,2 0 1,10-6 0,10-1 0,6-3-244,5-4 0,10-3 0,8-5 0,-1-3-500,3-2 1,-6-3 0,4-5 0,-5 0-364,-1 0 1,-7-7 1082,-5-5 0,-4-11 0,-1-4 0</inkml:trace>
  <inkml:trace contextRef="#ctx0" brushRef="#br0" timeOffset="784">1481 402 8159,'0'-17'0,"-2"1"0,-2 3 441,-2 1 0,-2 2 1,4-3-1,-3 1-45,-3-1 1,4 5 0,-4 0 0,1 2-299,-1 0 1,-2 1 0,-5 5 0,-1 0 17,1 0 1,1 2-1,1 1 1,1 5-102,1 2 0,-7 2 0,11 5 0,-3 2-18,0 5 0,9-5 0,-3 6 0,4-1 105,2-1 0,2 2 0,2-3 0,5 1-30,7-2 0,-3-3 0,13-5 0,-1-3-153,4-2 1,-2-3 0,2-5 0,2 0-261,2 0 0,-6-7 0,-1-5 0,-3-5 51,0-7 0,-5 5 0,-9-6 0,-1-1 25,-4-3 1,-4 2-1,-6 0 1,-7 2 158,-9 3 1,-7 5 0,-12 5 0,-5 7-77,-5 3 1,5 2-1,1 2 1,3 5-179,3 11 0,10 1 1,5 10-1,7 2 360,5 2 0,4-4 0,8 1 0,16-1 0,3 6 0</inkml:trace>
  <inkml:trace contextRef="#ctx0" brushRef="#br0" timeOffset="1184">2005 333 8120,'0'-12'0,"0"0"472,0-1 0,0 3 486,0-2 0,0 10-623,0 2 0,0 8 1,0 10-1,0 1 44,0 4 1,-6 3-1,0 5 1,2-2-111,2 2 0,2-6 1,0-2-1,0-3-18,0-3 1,0 1-1,0-1 553,0 0-718,0-7 0,0-4 0,2-12-522,4-5 0,-4-11 0,6-1 0,-3 0 45,1-3 1,6 7-1,-4-4 1,-1 1 2,1-1 0,6 4 1,-3-5-1,5 5-4,1 2 0,7 5 0,1 0 0,2 1-102,4 1 1,2 2 0,2 6 0,2-2-141,4-2 0,-4 1 1,5 3 633,1-4 0,-6-4 0,6-7 0</inkml:trace>
  <inkml:trace contextRef="#ctx0" brushRef="#br0" timeOffset="1581">2616 455 8038,'2'-10'0,"2"2"490,2 1 0,1 5 0,-1-4 369,6 4 0,3-4 0,3 0 0,-1 2-704,1 2 1,1-3-1,2-3 1,3 0-115,-3 0 1,-2-5-1,-1 1 1,-1-2-349,1 3 0,-6-5 0,-3 5-102,-1-5 1,-2-1 0,-8 1 0,-4 5 164,-6 5 1,-9 4 0,-4 2 0,-2 0 289,-4 0 1,0 8 0,0 5 0,3 6 138,3 5 0,2 1 0,5-4 0,1 5 136,-1 1 0,9 0 0,3 4 0,6-4-173,6-2 1,5-1 0,13-7-1,5-1-351,4-5 0,2 3 0,0-8 1,1-2-534,5-3 0,-4-6 1,4-3-1,-4-4-116,-2-7 1,0 1-1,0-5 852,-1 4 0,-6-7 0,-3-1 0</inkml:trace>
  <inkml:trace contextRef="#ctx0" brushRef="#br0" timeOffset="1931">3472 245 8095,'0'-11'1109,"0"-1"-263,0-2 1,0 5-375,0-3 0,0 6-477,0-5 1,-8 7-1,-4-2 1,-3 4 38,-3 2 1,1 0 0,-1 2 0,1 4-87,-1 5 1,1-1-1,-1 2 197,1 1 0,1 3 0,5 1 80,5 1 0,4-1 0,4 1 1,4-1-33,5 1 1,7-1 0,3 2 0,3 1-177,-3-3 0,4 5 0,-2-11 1,-1 5-82,-3 1 1,-1 1 0,-3-1 325,-3 1 1,-4-1-1,-8 1-337,0-1 1,-8-1 0,-4-3 0,-3-3-405,-3-2 1,-5-3 0,0-5 0,1 0 478,3 0 0,1 0 0,1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4:12.71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193 53 8112,'18'0'1459,"-9"0"-685,-1 0 1,-8-2-187,0-4 1,0 3-477,0-9 1,-2 8 0,-2-4 0,-4 2-186,-1 1 0,-3-1 0,-7 6-273,-5 0 0,5 2 1,-4 2-40,3 1 1,9 9-1,1-2 310,2 3 1,2 3 0,8-1 0,4 1 111,6-1 0,3-7 0,5-2 0,1-3 102,2 1 1,6 0-1,-5-6 1,-3-2-51,-2-4 1,-1 2 0,-3-7 0,-3-3-273,-6-1 1,-12-3-1,-6 1 1,-5-1-92,-6 1 0,-4 5 0,-8 2 0,0 3-342,0 3 0,8 2 0,3 2 616,5 0 0,1 15 0,1 5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4:13.63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123 88 9034,'-10'-17'535,"1"1"1,3 3-216,-6 1 1,4 6-1,1-3-128,-1 1 1,-2 2-274,-7 6 0,5 0 0,2 2 0,3 4 117,3 5 1,2 5 0,2 1 0,2 1 169,4-1 1,-3 1 0,9-1-86,2 1 1,-1-7 0,1-1 0,-3-2 166,3-4 1,-4-2 0,1-2 0,1-2-319,-2-4 0,3 2 1,-7-8-1,-2-1-118,-2-3 0,-2-1 1,0-1-1,0 1 68,0-1 0,-2 7 0,-4 1 0,-5 2 95,-5 4 0,-1 2 1,-1 4 134,1 4 1,1 4 0,4 7 0,5 1-96,-1-1 1,6 1 0,-2-1-322,8 1 0,6-9 0,7-3 0,1-4-1550,-1-2 1816,8 0 0,-5-8 0,5-1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4:25.98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36 587 7714,'-8'10'317,"4"-3"2342,-7-7-652,7 0-1309,-4 0 0,10 0-351,4 0 1,3-5 0,9-3 0,-1-2-274,1-3 1,-1-3-1,1-1 1,1-3-283,4-3 1,-3 3 0,3-1 0,-3 6-237,-3 3 1,-1 0 0,-3-3-21,-1 3 1,-6 4 0,3 10 406,-1 4 1,-2 10 0,-6 9 0,0 2 385,0 4 0,-2 2 0,-2 2 0,-4 0-42,-1 0 0,5-2 0,-2-4 0,4-6 270,2-3-423,0-3 0,10-9 1,5-10-1,8-14-212,5-11 0,-1-8 1,4-4-1,-4-1-19,-2 1 0,0 2 0,-3 4 0,1 2-102,-2 2 1,-7 8-1,-4-3-264,-3 5 1,-1 11 104,-6 8 0,0 14 0,0 9 411,0-2 1,0 5-1,0-1 1,0 0 127,0 0 1,0 4 0,0-3 0,0-1 67,0 0 1,0-2 0,0-5 6,0-1 1,2-7-1,4-4 1,6-4-297,3-2 1,5-10 0,1-6 0,4-7-212,2-4 1,-3-2-1,5-4 1,2 2-15,2 2 0,-6 2 1,-4-3-1,-3 7-187,-3 4 1,-5 3 297,-1 5 0,-7 5 1,2 12 262,-4 5 1,-8 7 0,-2 5 0,1 4 48,-1 0 0,-4 6 0,6-5 0,3 1-223,1 0 0,2-6 0,0 4 0,0-2-519,0-3 0,2-9 1,3-3-1,7-2-417,4-4 0,1-2 1,2-4 1000,5-4 0,-5-4 0,6-7 0</inkml:trace>
  <inkml:trace contextRef="#ctx0" brushRef="#br0" timeOffset="418">1328 500 8268,'10'-18'29,"-4"1"0,-4-1 141,-2 1 1,0-1 0,0 1 827,0-1 0,0 7-702,0-1 1,-2 8-304,-4-2 1,-4 12 0,-7 6-1,-1 3 170,1 3 0,-1-1 1,1 3-1,-1 3 1,1 6 0,5-2 0,3 0 1,1 1-60,4-1 0,2-6 0,2 2 0,0-3-83,0-3 0,10-1 0,5-5 0,9-5-53,3-4 1,0-2 0,4 0 0,-2 0-134,2 0 0,-6-8 0,1-3 0,-3-5-8,0-1 1,-2-1 0,-9 1 0,-4-3 19,0-3 1,-6 4 0,3-6 0,-5 1 0,-5 1 0,-7 0 0,-9 5 0,-5 1-13,-1-1 1,4 3 0,-4 3 0,2 6-303,3 4 0,3 10 0,1 6 0,3 7-296,3 8 1,-1 4 761,7 2 0,0 0 0,6 0 0</inkml:trace>
  <inkml:trace contextRef="#ctx0" brushRef="#br0" timeOffset="767">1730 412 8268,'-2'-11'3166,"-4"-1"-2352,4 8 0,-6-2-498,8 12 0,2 6 0,2 9 0,2 4-46,-2 2 0,4 1 0,-2 3 0,-1-4-89,3-2 1,-4 4 0,8-6 0,1-1-105,3-3 1,-5-9-1,1-4 1,2-4-176,1-2 1,3 0-1,-1-2 1,1-6-208,-1-9 1,0-3-1,-1-9 1,-2 0 28,-3 2 1,-5-4 0,4 5 0,-2 1-223,-5 0 0,-1 2 0,-2 5-2198,0 1 2002,0-1 1,0 11 693,0 7 0,0 7 0,0 11 0</inkml:trace>
  <inkml:trace contextRef="#ctx0" brushRef="#br0" timeOffset="1134">2236 517 13224,'18'0'-18,"-1"-6"1,3-2-1,1 1 21,2-1 0,1-4 1,-7 5-1,-1-3-195,-5-4 1,5 5 0,-7-3-203,1-2 1,-2-1 272,-8-3 1,-8 9 0,-3 3 0,-7 4-46,-5 2 0,1 2 0,-5 4 1,0 5 191,0 5 1,6 3 0,-3 3 0,5 3 111,1 2 1,3-4 0,3 4 0,6 1 128,5-1 1,2-6-1,7 2 1,8-5-329,5-7 0,10 3 0,0-8 0,6-2-424,4-2 1,0-2 0,-5-2-1,3-2-247,2-2 0,0-8 0,-6 3 732,0-5 0,0-9 0,-1-2 0</inkml:trace>
  <inkml:trace contextRef="#ctx0" brushRef="#br0" timeOffset="1619">3040 517 8531,'8'-17'356,"3"-1"1,-3 6 0,0 1 221,-1-3 0,-3 5 1,6-3-142,-2-2 1,-2 5-361,-6-3 0,0 6 1,-2-4-1,-4 3 15,-6 3 1,-3 2 0,-5 2 0,-3 0 38,-6 0 1,2 8 0,-2 1 0,-2 3 1,-2 0 1,5-1 0,5 9-1,4 1 104,1 2 1,3 6-1,3-3 1,6-1-147,4 0 1,2 4-1,2-6 1,4-1-156,6-3 1,9-3 0,4-5-1,2-5-269,5-4 1,0-4-1,3-4 1,0-5-77,0-5 0,0-3 0,-2-4 0,-2-7 167,-2-3 0,-7-1 1,1-3-1,-2-2 75,3-2 1,-5-5-1,4 3 1,-3 0 70,-3 0 1,3 1 0,1 3 0,0 0 235,-5 6 0,-1 0 1,-9 10 633,-2 2-586,-2 9 0,-10 12 0,-3 12 0,-7 5 53,-5 6 0,3 4 1,-3 8-1,4 2-25,1 4 1,7-2 0,1 5 0,2 1-463,4 0 1,2-5-1,2 5 1,2-2-461,4-4 0,12-3 1,11-3 705,4-3 0,9-5 0,3-8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4:24.30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262 123 7707,'18'0'-474,"-7"0"0,1-2 1518,1-4 0,-3 2-227,2-7 1,-6 5 28,5-6 0,-7 7-97,2-7 1,-4 0-638,-2-5 0,-2 7 0,-4 2-211,-6 1 0,-9 5 1,-2-4-1,0 4-57,-3 2 0,7 0 0,-6 2 0,1 4 74,1 5 0,-6 11 0,6 1 1,1 0 164,3 2 0,2 3 1,-1 5-1,3-2-82,3-2 0,4-2 0,10 4 1,4-6-22,6-5 1,5-1 0,6-13 0,4-2 75,1-2 0,5-4 0,-6-4 1,0-6-49,-4-3 1,-3-5-1,-3-1 1,1-2-2,-1 1 1,-5 3 0,-3 1-1,-1 1 21,-4 0 0,-2 5-301,-2 0 0,0 10 154,0 2 0,-6 8 0,0 11 1,2 3 136,3 1 0,1 0 0,0-3 0,0 1-66,0 2 0,1 1 1,5-9-1,6-1-285,3-3 1,5-7 0,1 2-1,2-4-359,-1-2 0,3 0 0,0-2 1,0-4-259,1-5 1,-3-1 949,-6-5 0,1 3 0,-1-11 0</inkml:trace>
  <inkml:trace contextRef="#ctx0" brushRef="#br0" timeOffset="333">664 88 7989,'2'-10'604,"2"3"1316,1-1-1503,1 6 0,-4-6 0,2 10-209,2 4 0,0 4 0,-6 7 0,0 1-39,0-1 1,2 6-1,2 3 1,1 1 6,-1 4 1,-2-6-1,-2-2 1,0-3-70,0-3 1,0 1 0,2-3 176,4-3 1,-2-4 0,6-10-365,-3-4 0,5-4 1,-6-9-1,0-3-146,1-1 0,-5-2 1,4 4-1,-2-3-37,2 3 0,-4 2 0,6 1 0,-3 1-71,1-1 0,6 1 1,-4 1-1,1 3-25,5 1 1,1 8 0,3-4 0,-1 2-211,1 1 1,-1-1-1,1 6 1,-1 0-953,1 0 1521,-1 0 0,8 8 0,2 1 0</inkml:trace>
  <inkml:trace contextRef="#ctx0" brushRef="#br0" timeOffset="683">1153 263 9297,'0'-10'1774,"2"-3"-1598,4 7 1,3-6 0,9 4-1,-1 1 9,1-1 1,-1-4-1,1 4 1,-1 1-128,1-1 0,-1-6 1,0 3-1,1-3-152,-1 2 1,-5-1-1,-2 5-95,-3-2 1,-3 1 0,-9-3-23,-7 6 1,-9 4 0,-5 4 0,-1 2 133,-4 2 1,6 13 0,0 1-1,1 3 411,1 2 0,2 6 0,9-2 0,6 4-43,4 2 1,2-2-1,2-2 1,8-3-158,13-3 0,8-4 0,20-9 1,7-6-1019,8-5 1,6-8-1,11-7 884,-1-7 0,-9-6 0,5-8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4:21.13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158 142 8112,'0'-18'799,"0"1"0,0 9 0,0 8-501,0 10 0,0 5 0,0 5 1,0 5 69,0 10 1,2 2 0,2 9 0,1 3-126,-1 1 1,0 3-1,0-1 1,2 1-326,-2-1 1,0-2 0,-1-5 0,3-8-317,-2-6 0,-2-15 0,0-1-664,4-5 1,-4-6 1061,4-10 0,-4-12 0,-2-9 0</inkml:trace>
  <inkml:trace contextRef="#ctx0" brushRef="#br0" timeOffset="333">1 194 8125,'0'-17'298,"0"5"0,1 3 0,3-1 242,2 0 0,2 4 0,-2-3-330,5 1 1,7-6 0,5 5 0,6-3 9,4 0 0,8 3 0,4-3 1,3 4-79,6 0 1,3 6-1,-7-3 1,-3 5-167,-6 5 0,-5 5 1,-3 8-1,-5 1-100,-11 4 0,-7-1 0,-10 5 0,-2 0 8,-4 0 1,-10-4 0,-9 5 0,-2-1-25,-4 0 1,-8-4 0,-2 4 0,3-1-102,1-5 1,-4-7 0,0-3-1,4 1-152,6-2 0,0 3 1,8-7-227,2-2 0,11 4 0,10-3 619,10-1 0,13-2 0,4-2 0</inkml:trace>
  <inkml:trace contextRef="#ctx0" brushRef="#br0" timeOffset="733">804 544 8127,'15'-12'1201,"-1"2"-655,-2 3 0,-7-1-201,7 2 1,-6-2 0,4-5 109,-3 1 1,-1 0-244,-6-5 0,-6 5 1,-3 2-1,-5 3-112,-5 3 0,-5 2 0,3 4 0,-4 4-85,-2 5 1,3 5 0,-3 1-1,2 3-88,4 3 1,3-2 0,7 7 0,3-1 128,0 0 1,6-4 0,-2 4 0,10-1-56,12-5 0,1-4 1,10-5-1,2-6-80,2-4 0,2-2 1,0-2-1,-2-4-175,-4-6 1,-4-5 0,-7-4 0,-3-5-16,-3-1 0,-4-2 0,-8-4 0,-2 2 88,-4 2 1,-6 8-1,-11-1 1,-6 7-35,-4 3 1,4 8 0,0 0 0,0 8-172,1 8 1,1 3 0,8 5 0,1 3-166,9 6 1,-1 4 0,4 0 550,2-4 0,10 4 0,4-6 0</inkml:trace>
  <inkml:trace contextRef="#ctx0" brushRef="#br0" timeOffset="1017">1258 386 10946,'0'18'1048,"0"1"0,0 3-867,0 1 1,0 6-1,0-4 1,2 1-405,4-1 1,-4 4 0,4-6-1,-3-3-864,3-7 1,-2 1 5,8-8 1,-8-3 0,1-10 1080,-3-11 0,-2 1 0,0-16 0,0 6 0</inkml:trace>
  <inkml:trace contextRef="#ctx0" brushRef="#br0" timeOffset="1147">1293 177 8064,'0'-18'3141,"0"1"-5403,0 7 2262,8 2 0,1 8 0,9 0 0</inkml:trace>
  <inkml:trace contextRef="#ctx0" brushRef="#br0" timeOffset="1534">1607 439 8162,'8'-18'655,"-6"7"1212,4-1-1300,-4 8 1,-2 16 0,0 13-248,0 4 1,0-4 0,0 5 0,0-1-247,0-2 0,0-2 0,0-8 0,2 1 88,3-1 0,-1-1 0,8-4 0,2-7-215,1-3 0,5-2 0,1-2 1,4-5-204,2-11 1,-5 1 0,1-9 0,-4 3-142,-1 0 0,1-2 1,1 3-1,-1-1-114,-4 2 0,-3 7 245,0 2 0,-4 12 344,-8 6 0,0 4 0,0 15 0,0 0 104,0 5 1,0-3 0,0 0 0,1 0-263,5 0 0,-2-7 0,8-1 0,1-7-480,3-5 1,7-1 0,2-6 0,1-2-564,-1-3 1,4-7 1122,-6-11 0,8-5 0,-3-7 0</inkml:trace>
  <inkml:trace contextRef="#ctx0" brushRef="#br0" timeOffset="1797">2428 37 8064,'0'-11'664,"0"-1"1,-2 4-95,-4 2 0,2 8 0,-5 18 1,1 5-254,4 10 0,-4 7 0,3 13 0,1 1-31,2 2 1,2 8-1,2-2 1,2 4-266,1 2 0,9-10 0,-4-7 0,1-13-343,1-9 1,0-1-1,5-13-382,0-7 0,-7-10 0,-2-10 1,-2-7-184,0-3 1,-3-7 0,-8 0-1,-9-2 887,-7 0 0,-6-8 0,-8-8 0</inkml:trace>
  <inkml:trace contextRef="#ctx0" brushRef="#br0" timeOffset="1947">2201 369 8385,'0'-12'1101,"0"1"1,8 5-1,3-4 1,7 2-956,5 5 1,-1-5 0,7 0 0,2 0-589,2 0 1,0 1 0,-2 3 0,-2-4-530,2-2 1,2 6-1,2-3 971,0-1 0,0-2 0,0-7 0</inkml:trace>
  <inkml:trace contextRef="#ctx0" brushRef="#br0" timeOffset="2297">3074 386 8130,'0'-17'0,"0"0"424,0-1 1,0 1 0,0-1 736,0 1 1,0-1 0,-2 3-1030,-4 3 0,3-2 1,-9 9-1,-2 1-191,-1 2 1,-8 2 0,-1 2-1,1 4-32,-2 5 1,3 5 0,-5 1 0,4 1-29,7-1 0,1 6 0,7 1 0,0-3 303,1-2 1,1-1 0,8-1 0,2 1 47,1-1 1,11 1 0,0-1 0,5-1-147,0-5 0,1 5 1,-1-4-1,2 1-220,-1-1 1,-5 3-1,-3-5 1,-5 2 115,-1-1 1,-2 1 0,-8 5 57,-4 1 1,-6-3 0,-9-1-1,-4-4-61,-2-3 1,0-1 0,-3-6 0,7-2-819,4-3 1,1 1 838,1-8 0,7-7 0,2-9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4:29.56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0 637 8268,'12'0'261,"-1"0"1,-5 0 0,4-2 147,-2-4 0,-1 4 0,-3-6 708,2 1-777,0 5 1,-6-8 0,2 6 638,4-2-490,-4 0 0,0 20 1,-10 3-226,-2 3 0,4 7 0,-3 0 0,1 2-172,4 0 1,2 1 0,2 3 0,0-2-120,0-2 1,0-8 0,2 2 0,4-3-19,5-3 0,5-7 0,3-4 0,3-6-69,1-6 0,8-6 0,-4-11 1,2-6-100,0-4 0,-5-2 0,3 0 0,-4 0-105,-7 0 1,1 0-1,-7 0 1,-1 2-34,-3 4 0,-4 4 0,-4 9-111,-4 5 1,-3 3 0,-9 10-102,1 4 0,1 3 1,3 11-1,3 1 68,2 3 1,2-1 0,6-4 0,0 3 238,0 1 1,2-2 0,2-7 255,2-3 0,15 1 0,-1 6 0</inkml:trace>
  <inkml:trace contextRef="#ctx0" brushRef="#br0" timeOffset="432">594 567 8268,'10'0'915,"-3"-2"423,-7-4 1,2 2-732,4-7 0,-4 9-357,4 2 0,-4 2 0,-4 11 0,-2 5-93,-2 3 0,0 4 1,4-3-1,-2 1-119,-1-2 1,-1-1-1,6-3 1,0 1-150,0-1 1,2-1-11,4-5 1,3-3 0,9-8 0,-1 0-66,1 0 1,5-8 0,2-3 0,0-5-69,1-1 1,-1-3 0,-4-1 0,2-2-44,-1 1 1,-3 3 0,-1 1-1,-3 1 284,-3-1 1,-2 7 240,-5-1 0,-5 10 41,0 2 0,-2 8 0,-7 9 1,-1 3 87,0 3 1,6-2 0,-1 7-1,3-3-381,2-4 0,0-1 0,0-3 1,0 1-562,0-1 1,2-7-1,3-4 1,7-5-378,4-1 0,1 0 1,1 0-1,-1-1 962,0-5 0,1-12 0,-1-9 0</inkml:trace>
  <inkml:trace contextRef="#ctx0" brushRef="#br0" timeOffset="783">1484 130 8268,'6'-27'-192,"0"4"0,0-2 0,-4 3 2059,4 7-1434,-4-3 1,5 18-1,-7 2-50,0 14 0,0 1 0,0 7 1,0-3 162,0 2 0,0 4 0,0 8 0,-2 0-56,-3 0 0,3 8 0,-6 3 0,0 3-210,-3-3 1,1 11 0,0-5-1,2 2-294,5 1 0,-5-9 0,2-1 0,2-4-930,2-8 1,2-6-1124,0-10 1,0-9 1392,0-8 0,0-8 0,0-9 0,0-2-134,0-5 1,-2 3 0,-4-6 807,-5 1 0,-5-5 0,-1 4 0</inkml:trace>
  <inkml:trace contextRef="#ctx0" brushRef="#br0" timeOffset="947">1223 549 11722,'17'-1'936,"0"-3"1,3-2-846,3 2 1,4 0-1,8 0 1,-2-2-619,-4 2 1,4-3 0,-6 1 0,3 0-3325,-1-2 3851,-8 6 0,12-13 0,-6 5 0</inkml:trace>
  <inkml:trace contextRef="#ctx0" brushRef="#br0" timeOffset="1216">1991 497 8436,'-2'-10'488,"-4"5"1,2 5 0,-5 5 0,1 7 238,4 4 0,-4 9 1,0 4-1,1 4-540,-1 2 0,-4 6 0,6-1 1,3-3-705,1-6 1,2 0 0,0-7-264,0-3 0,7-9 36,5-7 0,2-10 0,-3-7 0,-3-4 177,0-1 0,-6-6 0,4-3 567,-5-1 0,-8-10 0,-3-7 0</inkml:trace>
  <inkml:trace contextRef="#ctx0" brushRef="#br0" timeOffset="1364">2061 270 8268,'0'-17'335,"0"-1"0,0 1 0,0-1 1068,0 1 0,0-1 304,0 1-5374,0 7 3667,8 2 0,1 24 0,9 3 0</inkml:trace>
  <inkml:trace contextRef="#ctx0" brushRef="#br0" timeOffset="1661">2462 113 8476,'0'-18'1748,"2"3"-1263,4 3 0,-4 6 0,4 12 178,-4 6 1,-4 11-1,-2 8 1,-4 8-85,-1 8 0,-3 3 1,-5 4-1,1 3-156,4 1 0,-3 8 0,5-4 0,-1-2-366,-1-8 1,8-1 0,-2-10 0,4-4-1121,2-6 1,0-6 0,2-10-1557,4-3 1,4-6 2618,7-12 0,-7-4 0,-2-7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4:34.26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330 86 8268,'0'-18'649,"0"1"1,0-1 744,0 1-660,0 7 0,0 4-336,0 12 0,0 4 1,-2 9-1,-2 5 147,-2 5 0,-7 10 0,3 5 0,-2 5-236,1 5 1,7 4-1,-4-1 1,2 1-292,1-2 0,-1-4 0,6-5 0,0-6-427,0-4 1,0-10 0,0-4 0,0-4-835,0-1 1,2-8 0,3-5-319,7-3 1,-4-4 797,-2-3 0,-4-5 0,-2-8 763,0 1 0,0-8 0,0-2 0</inkml:trace>
  <inkml:trace contextRef="#ctx0" brushRef="#br0" timeOffset="216">16 400 9445,'-10'0'695,"4"0"1,12 0-1,6 0-626,3 0 0,10 0 0,6 0 1,6 0-144,4 0 0,13-8 1,-1-3-1,1-5-259,0-1 0,-1-1 0,-3 1 0,-3-1-1384,-6 1 1717,-12-1 0,-4 1 0,-8 0 0</inkml:trace>
  <inkml:trace contextRef="#ctx0" brushRef="#br0" timeOffset="633">679 173 9271,'-5'23'650,"-1"1"1,-8 13-1,4-1 1,-1 7-282,-1 6 1,2 3 0,-1 4-1,3 1-172,0-7 1,6 0-1,-4-11 1,6-6-144,6-7 1,-2-9 0,8-3 0,1-5-170,3-1 1,3-4-1,3-10 1,3-6-181,2-3 1,-4-4-1,5-3 1,-3-3-253,-4-2 1,4 3-1,-1-3 1,-3 0 107,-2 0 0,-1 6 0,-1-3 0,1 5 274,-1 1 1,-7 7 159,-4-1 0,-4 10 0,-4 2 198,-4 10 0,2 7 1,-8 7-1,-1 3 306,-3 0 1,5 6-1,1-6 1,2 2-415,4 0 0,2-7 1,2 1-1,0-4-337,0-1 0,2-8 0,4-5 0,6-3-81,3-2 0,9-2 1,1-1-1,0-5-504,0-2 1,-1-3-1,-7-9 837,0-1 0,1 0 0,-1 5 0</inkml:trace>
  <inkml:trace contextRef="#ctx0" brushRef="#br0" timeOffset="933">1151 610 11305,'17'0'30,"1"0"1,1-6-1,3-2 1,1-2-136,-2-3 1,4-3 0,-1-1-1,-3-3 22,-2-3 1,-1 4 0,-3-5 0,-1 5-11,-2 2 0,-8-1 0,-1 3 106,-6 3 0,-3 4 0,-10 8 0,-3 0 182,-1 0 0,-5 8 0,0 6 0,0 5-16,-1 4 1,5 6-1,8-3 1,3-1-89,2 0 0,2 4 0,8-6 0,6-1-275,9-3 1,11-1 0,12-3 0,9-3-1125,7-6 1,20-4 1307,11-2 0,12-8 0,-2-2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4:36.64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95 8309,'0'-17'0,"0"-1"0,0 1 0,2 1 831,4 5-186,-4-5 1,5 16-303,-7 0 1,0 8 0,-2 11 0,-2 4 47,-1 7 1,-1 4 0,4 7 0,-2 6 16,-2 3 0,0 3 1,6 1-1,0 4-260,0 6 0,0-6 0,0-3 0,0-9-382,0-3 1,0-8 0,0-8 0,0-2-1301,0-3 232,0-11 1,2-5 0,2-12-103,2-5 0,0-5 1404,-6-1 0,0-8 0,0-3 0</inkml:trace>
  <inkml:trace contextRef="#ctx0" brushRef="#br0" timeOffset="436">350 479 8247,'9'-23'-17,"-3"0"0,-2-1 1,0 7 1040,2 0 1,0 5 66,-6 0-266,0 8-587,0-3 1,-8 14-183,-4 5 0,-3 4 0,-3 1 0,1 0 115,-1 1 1,7 5 0,-1 2 0,0 1-23,3-1 1,-5 6 0,8-2-1,2 4-176,2 2 0,10-6 0,4-4 0,5-3-27,7-7 1,5-3 0,9-1 0,3-7 19,-2-8 1,4-5 0,-3-11-1,-3-3-104,-6-6 0,-1-4 1,-11-2-1,-6 0-10,-3 0 1,-4 0-1,-8 0 1,-4 2-37,-5 4 0,-13 0 0,-5 10 0,-6 5 23,-5 4 1,3 5 0,-2 5 0,6 2-108,4 3 1,5 7 0,-3 11 0,4 6-285,8 4 0,5 2 0,10 0 0,0 0-40,0 0 1,8-2 0,5-4 591,8-6 0,7-3 0,7-3 0</inkml:trace>
  <inkml:trace contextRef="#ctx0" brushRef="#br0" timeOffset="969">891 340 8309,'0'-18'1514,"-2"3"241,-4 3-745,4 4-1030,-5 8 0,7 8 0,0 4 0,-2 3 181,-4 3 1,4 5 0,-6 2 0,2 2 32,0 4 0,1 0 0,5 0 0,0-3-51,0-3 0,2 4 0,1-6 1,7-3-39,6-7 0,-3 1 0,13-8 1,-1-3-143,4-1 1,-2-4-1,2-5 1,0-9-133,-2-5 1,-1-2 0,-9 3 0,1-1 27,-1-2 1,-5-7 0,-3 7 0,-1 2 133,-4 1 0,-2 3 0,-4 1 0,-4 3 45,-5 1 1,1 8-1,-2-2 1,-1 5-100,-3 1 0,4 7 1,3 7-1,-1 5 41,0 5 0,6 1 0,-1-4 0,5 2-20,5-1 0,5-3 1,10-1-1,3-1 156,6 1 0,12-3 0,3-3 1,3-6 24,-1-5 0,-1-1 0,4-1 0,-5-5-167,-1-6 0,-8-3 0,-10-3 0,-4 1-150,-5-1 1,-10-1-1,0-3 1,-6-1-185,-6 2 0,-4-4 0,-9-1 0,-3 1-60,-1 0 1,-6-4 0,6 5 0,3 3-249,7 2 0,-1 7-644,8 0 1312,0 9 0,6 3 0,0 9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4:44.4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263 679 11145,'0'10'2638,"2"-4"-2529,4-12 1,-4-4 0,3-7-299,-3-1 1,-4 3 0,-3 1 0,-7 5-77,-4 1 1,-1 0 0,-1 4 0,1-2 255,-1 2 1,-5 10-1,-2 8 1,0 5 96,0 5 0,1 7 0,7-2 0,1 4 86,5 2 0,3-2 0,8-2 0,0-4-146,0-2 1,13-4 0,5-9 0,3-6-157,4-4 0,3-12 0,7-5 0,-2-9-13,-4-3 0,4-2 0,-6-6 0,0-2 45,-4-3 0,-3 3 0,-1-6 0,0 2 9,-1 0 0,1-5 1,-11 5-1,0 0-37,0-1 1,-1 5 0,-3-4 0,2 4 13,-2 2 1,-2 8 0,-2 4 0,0 3-130,0 3 47,0 7 0,0 4 0,0 12 0,0 6 180,0 3 1,0 11 0,-2 3 0,-2 4 199,-2 2 0,-1 2 0,3 1 0,-4 5-16,-2 2 0,6-1 0,-2 5 0,5-5 9,1-1 1,0 4 0,0-7 0,0-1-401,0-2 0,9-10 0,7-5 0,5-9-180,0-7 0,7-4 1,1-4-1,2-4-543,-2-5 1,-4-7 0,-7-5 941,-1-6 0,0-4 0,1-2 0</inkml:trace>
  <inkml:trace contextRef="#ctx0" brushRef="#br0" timeOffset="486">909 662 8097,'6'-12'0,"0"1"0,-1-1 646,3 2 0,-6-5 0,6 3-45,0-3 1,-6-3 0,3 1-280,-3-1 0,-2 7 0,0-1-289,0-2 1,-2 7 0,-3 1 0,-7 4-79,-4 2 1,-7 0 0,-2 0 0,0 2-131,-1 4 0,1 3 0,4 9 0,-2-1 164,1 1 1,3 7-1,1 2 1,3 2 140,3 0 0,4-5 1,8 3-1,0-2-58,0-4 1,2-1 0,4-3-1,8-1-32,7-5 0,1-3 0,7-8 0,0-2-61,-2-4 1,4-3 0,-8-9-1,1-1-37,1-5 0,-6 5 1,4-6-1,-3 2 19,-3-1 1,-5-5-1,-2 6 1,-3 1 158,-3 3 1,-2 2-58,-2-1 1,-2 8-1,-4 7 1,-3 6-53,-1 9 1,-5 6 0,5 5-1,0 4 28,4 0 0,-1 4 1,1-6-1,2 1-178,2-1 1,10-2 0,1-5 0,5-1-368,3 1 0,-3-7 0,11-1 1,-1-2-184,-1-4 0,2-4 0,-4-6 0,3-6-200,-3-3 1,-2-5 888,-1-3 0,-1-4 0,1-8 0</inkml:trace>
  <inkml:trace contextRef="#ctx0" brushRef="#br0" timeOffset="784">1433 103 8097,'10'-17'364,"-5"-1"1,-3 1 0,-2-1 1327,0 1-1315,0 7 0,0 4 1,0 12-153,0 6 1,-5 5 0,-1 6-1,0 6 111,-2 4 1,6 8-1,-6 2 1,3 2 5,-1 3 0,-2 3 1,4 3-1,-4 0-127,-1-1 1,5 3 0,-4-12 0,2 1-482,0-4 1,1 0 0,5-6 0,2-10-866,3-10 1,-1-7 0,8-8 0,1 0 298,3 0 0,1-8 0,1-3 1,-1-5 831,1-1 0,-1-9 0,1-1 0</inkml:trace>
  <inkml:trace contextRef="#ctx0" brushRef="#br0" timeOffset="950">1223 557 8097,'10'-8'1659,"-2"-1"-436,-8-9 0,2 7-782,4-1 1,3 2-1,9-3-482,-1 1 0,1 8 0,1-4 0,2 2-589,3 1 0,5-1 0,-4 6 630,2 0 0,10-8 0,8-2 0</inkml:trace>
  <inkml:trace contextRef="#ctx0" brushRef="#br0" timeOffset="1683">2027 679 8097,'17'0'1089,"1"0"-549,-1 0 0,-5 0 1,-3-2-126,-1-3 0,-2-5 0,-4-8-237,4 1 0,-4 5 0,4 1 0,-6-1-164,-6 2 1,-4-3 0,-7 7-1,-1 2-161,1 2 0,-7 2 0,-1 0 1,0 0-32,0 0 1,-4 2 0,3 4-1,1 5 115,0 5 1,0 3 0,5 3 0,1 3 223,3 2 1,5-5-1,-1 3 1,6-2-59,4 0 0,2 1 1,0-7-1,4-1 10,8-5 0,-1-3 0,15-8 1,-1 0-133,4 0 0,-2-8 1,0-3-1,-1-5 1,-5-1 1,4-1 0,-2 3 0,-3 1 79,-7 2 0,1 1 0,-6-5 0,0 3 413,-1 1-514,-1 8 0,-8-4 0,-2 10-35,-2 4 0,-5 4 0,5 7 1,2 3-6,2 3 0,2-4 1,0 7-1,4-3-131,8 0 0,1-5 1,16-7-1,4 1-483,6-2 1,0-3-1,8-7 693,1 0 0,10-15 0,4-5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4:39.03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140 1006 8137,'0'-17'1128,"0"-1"0,6 1 1,0-1-979,-2 1 1,-2-1-1,0 1 1,2-1 135,2 1 1,-1 0-134,-5-1 1,-2 3-1,-3 1-235,-7 2 0,2 8 0,-1 1 0,-3 6-60,-2 9 0,-1 4 0,0 1 0,1 2 17,4 5 1,-1-3-1,5 6 1,0-2 32,1-3 0,1 3 1,6-2-1,0-1-31,0-3 0,6-7 0,1-3 0,3-1-146,4-4 1,3-2 0,4-2 0,3 0 25,-3 0 1,-2-8 0,-1-3 0,-1-5-6,1-1 0,-3-9 0,-1-3 1,-2-2 83,1 2 1,3-4-1,-1 4 1,-1-4-14,-3-2 1,-5 0 0,6 0 0,0 0 129,-3 0 1,5 0-1,-6 2 1,1 2 15,5 2 1,-4 2 0,-1-2 0,-1 6 43,-4 3 1,0 3-1,0-1 337,1 1 478,1 7-99,-6 3 1,0 8 384,0 5-886,0-4 1,-2 6 0,-2-6-61,-1 4 0,-1-2 149,6 7-109,0-7-108,0 4 1,-2-8 147,-4 0 2,4 8-44,-6-6-213,8 5 248,0-7 1,0 8 0,0 4 68,0 3 1,-2 5-1,-1 3 1,-3 8-130,2 8 1,2 5-1,2 11 1,0 3-126,0 6 1,6 0 0,1-4-1,1-9-418,0-7 0,4-11 1,-5-9-1,3-7-887,4-5 1,1-8 0,1-14-1522,-5-8 2770,5-3 0,-14-4 0,6-2 0</inkml:trace>
  <inkml:trace contextRef="#ctx0" brushRef="#br0" timeOffset="300">769 744 8353,'0'-17'126,"0"-1"1519,0 1-677,0-1 0,0 11-662,0 7 0,0 13 1,0 12-1,0 3-10,0 3 0,-2 2 0,-2 2 0,-2-2-308,3-4 1,1 2-1,2-8 1,0-2-491,0-1 1,0-3-1,0 1 1,2-3-634,3-3 0,-1-4 1,8-10-1,0-4 1135,-3-6 0,7-11 0,-6-4 0</inkml:trace>
  <inkml:trace contextRef="#ctx0" brushRef="#br0" timeOffset="462">874 412 8265,'0'-17'502,"-2"1"1,-2 3 0,-2 1 892,2-1 0,2 3-1831,2-2 0,2 10 436,4 2 0,4 8 0,7 10 0</inkml:trace>
  <inkml:trace contextRef="#ctx0" brushRef="#br0" timeOffset="1046">1206 762 8305,'-12'-12'1483,"0"0"0,9 10-1038,-3 2 1,4 8-1,2 10 1,0 1-245,0 4 0,0-3 1,0 5-1,0-2 6,0 1 1,0-1 0,0-6 54,0 1 1,8-3 0,3-3-177,5-6 0,1-12 0,3-6 0,1-5-343,2-6 1,1 3 0,-7-5 0,0 2-65,1-1 1,-1-5 0,1 6 0,-1 2-73,1 1 1,-7 3 0,1 1-77,2 5 0,-7-1 528,-1 12 1,2 10-1,-2 15 1,-2 2 307,-2 4 0,0 2 1,1 2-1,3-2-51,-2-4 1,0 4 0,0-6-1,2 0 350,-2-3 1,5-7 0,3-5-575,3-6 1,9-6 0,1-8 0,2-10-199,4-9 1,2 0 0,2-2 0,-2-2-219,-4-2 0,2-2 0,-6 2 0,-1 4-360,-5 6 0,3-3 217,-11 3 0,-5 8 181,-6 9 0,-6 17 0,-7 9 519,1 5 0,6-2 0,-4 6 0,3 1-56,3-3 0,2 0 0,2-6 1,0 2-242,0-1 0,2 3 1,4-4-415,5-5 0,7-1 0,3-9 1,4-4-408,2-6 1,1-5 0,3-9 0,-4 1 884,-2-1 0,6-7 0,-4-2 0</inkml:trace>
  <inkml:trace contextRef="#ctx0" brushRef="#br0" timeOffset="1412">2236 919 8305,'0'-18'703,"2"7"1,2-1-83,2-1 1,2 5 0,-5 0 0,5 2-361,2 0 0,2-5 0,5 5 0,0 0-5,1-2 0,-1 4 1,3-5-1,1-1-101,2 0 1,1 4-1,-7-5 1,1-1-952,-1 2 0,-1-5 0,-5 3 323,-5-3 1,-4 3 0,-4 2 403,-4 3 0,-5 1 0,-11 8 0,-1 2 122,2 2 1,1 13-1,3-2 1,-1 3 229,1-1 1,5 4-1,2 3 1,3 1-83,3 4 0,2-6 0,2 0 1,2-1-146,4-1 1,3 0 0,9-5-1,1-3-149,5-3 1,3-4-1,10-8 1,1 0-366,3 0 1,0-8 0,-8-4 0,-2-3-371,-2-3 0,-2 1 0,2-1 0,-5 1 828,-5-1 0,-2 1 0,1-8 0,-1-2 0</inkml:trace>
  <inkml:trace contextRef="#ctx0" brushRef="#br0" timeOffset="1796">2900 674 8305,'-12'0'1201,"0"0"1,7 0 0,-5 2-662,2 4 1,0 2-1,5 5 1,-3-1-232,2 2 0,2 7 1,2 4-1,0 0-94,0 1 1,0 3 0,0-6 0,0-2-252,0-1 0,8-3 0,3-1 0,5-5-412,1-5 0,3-4 1,1-2-1,2 0-1,-1 0 1,3-13 0,-2-5 0,-1-3 184,-3-4 1,4 3 0,1-5 0,-3 2 136,-2 4 0,-7-3 0,-2 3 0,-1 3 397,1 3 0,-6 1-397,2 9 0,-6 5 0,-4 0 102,-2 9 0,-2 7 0,4 3 0,-1 2 55,1 3 0,2 1 1,2-4-1,0 3-152,0-3 1,0-2 0,0-1 0,2-3-425,3-3 1,5 2-1,8-9-27,-1-1 1,1-2-1,1-4 1,2-4 572,3-5 0,7-12 0,-4-5 0</inkml:trace>
  <inkml:trace contextRef="#ctx0" brushRef="#br0" timeOffset="2146">3756 657 8265,'0'-18'543,"0"1"432,0-1 0,0 1-221,0 0 1,-8 1 0,-4 4-826,-3 7 0,-3 3 1,1 2-205,-1 0 1,1 5 0,-1 3-1,1 2 173,-1 3 0,3 3 0,1 1 0,5 1 98,1-1 1,2 1 0,6-1-1,0 1 237,0-1 1,2-5 0,2 0 0,4 1-110,1 3 1,3-5-1,5 1 1,3 2-165,3 1 1,-6 3 0,3-3 0,-7-1-104,1-3 0,-4 1 0,-1 5 0,-1 1 3,-4-1 0,-2 1 0,-4-1 0,-4-1-92,-5-5 1,-5 5-1,-3-6 1,-3-1-48,-1-3 1,-6-4 0,6-2 0,1 0-412,3 0 1,1 0 0,3-2-17,3-4 0,5 2 706,7-7 0,0-1 0,0-5 0</inkml:trace>
  <inkml:trace contextRef="#ctx0" brushRef="#br0" timeOffset="2412">4035 657 8327,'10'-18'991,"-5"1"1,-3 5-592,-2 1 1,0 9 0,0 2-68,0 9 0,-2 7 0,-1 1 0,-5 3-84,-2 3 1,4 4-1,-3 8 1,-1 0-253,0 0 1,6-6-1,-2-2 1,5 0-551,1 1 1,0-7-1,0 2-530,0-3 1,1-11 33,5-3 0,-2-14 0,6-7 1049,-2-6 0,5-18 0,-3 2 0</inkml:trace>
  <inkml:trace contextRef="#ctx0" brushRef="#br0" timeOffset="2562">4140 412 8074,'0'-11'1726,"0"-1"448,0-1-3086,0 5 0,2 0 912,3 8 0,5 0 0,8 0 0</inkml:trace>
  <inkml:trace contextRef="#ctx0" brushRef="#br0" timeOffset="2915">4629 744 8074,'2'-10'0,"2"3"584,1-1 0,3 4 0,-4-8 273,2-1 1,2 3-578,-3-1 1,-3-1-143,4-6 0,-12 9 0,-5 3 0,-7 4-81,-5 2 1,2 8-1,-7 3 1,1 5 85,0 1 0,6 9 1,-3 1-1,5 4 232,2 4 0,1-4 1,4 8-1,7-6-214,3-4 0,4-8 1,3 2-1,9-3-216,7-3 1,1-7-1,7-4 1,2-4-333,2-2 0,2-10 0,-2-6 1,-4-5 5,-6 0 0,-3-6 0,-5-1 1,-1-1 83,-3 0 1,-7 0-1,2-4 1,-6 2 102,-6 2 0,-4 8 0,-9-1 0,-2 9-300,-3 7 1,-5 4 0,6 2 493,2 0 0,-6 15 0,-1 5 0</inkml:trace>
  <inkml:trace contextRef="#ctx0" brushRef="#br0" timeOffset="3749">5118 587 10805,'-10'8'574,"0"1"1,6 9 0,-1-1-220,1 1 0,2 1 0,0 3 0,-2 1-147,-2-2 1,0 1 0,6-1 8,0 2 1,0 1-323,0-7 0,2-7-236,4-4 0,4-6 0,7-4-177,1-2 0,-7-8 0,1 3 0,2-5 11,1-1 1,3-1-1,-1 1 284,0-1 1,1 1 0,-1-1 275,1 1 1,-3 5 0,-1 2 266,-2 3 0,-8 3-88,1 10 1,-3 9-1,-2 8 1,0 1-210,0 1 0,0-4 1,0 6-1,2-1-210,4-5 1,-2-2 0,8-3 0,1-4-112,3-7 0,7-3 0,2-2 1,0 0-103,1 0 0,-1-7 0,-4-5 0,2-4 49,-1-1 1,-3 0-1,-3-1 1,-3 1 350,-1-1 0,-8 1 0,11-9 0,-5-1 0</inkml:trace>
  <inkml:trace contextRef="#ctx0" brushRef="#br0" timeOffset="4248">5851 639 8114,'18'-5'-611,"-3"-3"908,-3-2 0,-4 4 0,-6-3 2326,3 1-1030,-3-6-566,6 5-868,-8-1 0,-8 2 0,-3 8-212,-5 0 1,-7 6 0,0 2 0,1-1-109,3 1 1,-1 6 0,-1-5 0,-2 3 5,1 0 1,3-1 0,2 7 169,-1-1 1,6 1 0,3-1 0,1 1 65,4-1 0,2 1 1,2-1-1,2 1-99,4-1 0,4-5 0,7-3 1,1 1-120,-1 0 0,2-6 0,3 2 1,1-5 21,-2-1 0,-1-5 0,-3-3 0,1-2-73,-1-3 1,1-9 0,-1-1 0,1 2 116,-1 1 1,-5 1 0,-1-1 0,1 1 423,-2 3 0,-3 3 319,-7-5-557,0 9 0,-7 9 0,-3 11 0,-2 7 120,1 5 1,7-2-1,-2 7 1,4-1-180,2 0 0,2-6 0,4 3 0,5-5-169,5-2 1,3-5 0,3-2 0,3-2-79,2-5 0,0-1 0,4-2 0,-2-2-483,3-3 1,-5-5-1,0-8 1,-2 1-368,-4 0 1,-1 3 0,-3-2 1040,1-3 0,-1-10 0,1 2 0</inkml:trace>
  <inkml:trace contextRef="#ctx0" brushRef="#br0" timeOffset="4480">6515 98 8114,'0'-17'0,"0"-1"808,0 1 0,6-1 1123,-1 1-1643,1 7 0,-6 16 0,-2 13 0,-2 8 39,-1 10 0,-7 8 0,4 11 1,-1 4-122,-5 2 1,4 4 0,1 6 0,1 0-34,4-4 0,2-10 0,2 0 0,2-5-809,4-7 0,3-11 0,11-13 636,3-9 0,12-13 0,10-10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4:47.94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87 612 8097,'0'-12'-191,"0"0"182,0-1 1,0 3 0,0-2 304,0-1 0,0 3 1,0-2 338,0-1 0,0-3 216,0-1 0,0-1-459,0 1 0,0 9 0,0 8 61,0 10 0,-1 7 0,-5 7 1,-4 5-101,0 4 1,-3 8-1,5-1 1,0-1-181,0-2 1,1-2-1,3-2 1,-2-4-116,2-6 0,2-3-72,2-3 0,0-9 0,2-8-211,4-10 0,-4-7 0,6-5 0,-3-3-205,1-2 0,6 0 0,-6-4 1,-2 4-61,-2 1 0,3-3 1,1 6-1,-2 2 149,-2 1 0,6 3 0,1-1 153,1 1 0,6 7 1,-3 4-1,7 4-10,3 2 0,8 2 0,-2 4 0,4 4-166,2 0 0,-6 5 0,0-5 1,2-1-585,2-3 0,-6-4 948,-3-2 0,-5 8 0,-1 2 0</inkml:trace>
  <inkml:trace contextRef="#ctx0" brushRef="#br0" timeOffset="383">280 769 7412,'11'0'2380,"1"0"-1937,1 0 0,3 0 1,1 0-1,1 0-102,-1 0 1,7 0 0,1 0 0,2 0 67,4 0 1,2-8-1,0-4 1,-2-3-283,-2-3 1,-6 1-1,5-1 1,-3 1-263,-4 0 0,-9-1 0,-6 1 0,-4-1-16,-2 1 0,-2-1 0,-4 3 0,-8 1-272,-7 2 1,0 9 0,-7-3-1,1 6 217,0 6 0,4 5 0,-4 11 1,1 3 335,5 2 0,4-4 0,3 6 0,4 2-13,3 2 0,1 0 0,6-2 0,2-3 80,3-3 1,13-2 0,13-7 0,8-3-455,7-1 0,-1-10 1,2 0-1,-1-10-207,-1-8 0,3 3 1,-7-12-1,-4-1-2204,-6-3 2668,-6 4 0,-7-16 0,-1 4 0</inkml:trace>
  <inkml:trace contextRef="#ctx0" brushRef="#br0" timeOffset="700">1310 0 8097,'-2'12'910,"-4"0"0,2-1 0,-5 7 0,-1-1-510,0 1 1,4 9-1,-3 6 1,-1 8-51,0 3 1,4 5-1,-3 9 1,1 4-102,4 0 1,2-8 0,2-9 0,0 0-237,0-1 1,2-13 0,2-1 0,4-9-905,1-4 1,-3-7-1553,6-4 1,-6-4 1535,5-2 1,-7-2-1,0-4 907,-8-6 0,-5-11 0,-9-4 0</inkml:trace>
  <inkml:trace contextRef="#ctx0" brushRef="#br0" timeOffset="883">943 472 12518,'8'-10'255,"4"4"1,11 4 0,6 2-1,4-1-281,2-5 0,8 2 0,1-6 1,3 0-247,-1 1 1,-5-1-1,4-4 1,-3 3-981,-3-3 1,-2 4 0,-2-1 1251,0-3 0,8-1 0,1-3 0</inkml:trace>
  <inkml:trace contextRef="#ctx0" brushRef="#br0" timeOffset="1366">1816 524 8097,'12'-7'42,"0"-5"1,-3 2 0,5-1 1509,-2-3 36,-1-2-1375,-1-1 1,-10 7 0,-12 4 0,-5 5-145,-6 1 0,-3 0 1,-5 1-1,4 3 25,2 2 1,-4 8-1,4-3 1,-1 5 81,1 1 1,2 1-1,5 1 1,1 3 26,-1 1 0,3 6 0,3-6 0,6-1-203,5-3 0,1-2 1,1 1-1,5-3-86,6-3 0,9 2 0,4-8 0,1-3-129,-1-1 0,6-7 1,-4-3-1,2-2-52,0-4 0,-5-1 1,3-4-1,-2-3 32,-4-1 1,3 0 0,-5 5 0,-5 1 224,-5-1 1,3 7 82,-6-1 0,-2 8 0,-10 0 130,-6 8 1,3 6 0,-3 7 0,-2 3 88,-1 3 1,-1 2-1,5 4 1,5-4-254,4 1 0,2-7 0,0 4 0,2-5-419,4-6 1,3 1 0,9-7 0,1-2-489,4-2 0,3-2 1,5-2-1,-4-4-1019,-2-6 1887,6-3 0,-11-10 0,5-3 0</inkml:trace>
  <inkml:trace contextRef="#ctx0" brushRef="#br0" timeOffset="1600">2253 472 8625,'-6'17'2015,"-2"3"-1585,-1 3 1,5-4-1,-2 7 1,2-3-564,-2 0 1,4 6 0,-3-5 0,3-3-210,2-2 1,2-3-1,1-2 1,5-5-1102,2-1 0,-4-2 676,5-6 1,-5 0 766,6 0 0,-8-16 0,3-3 0</inkml:trace>
  <inkml:trace contextRef="#ctx0" brushRef="#br0" timeOffset="1767">2305 227 8097,'0'-17'175,"0"-1"1,0 1 1145,0 0 0,0-1-546,0 1-1875,0 7 1,0 4-1,0 12-1222,0 6 2322,0-5 0,0 17 0,0-5 0</inkml:trace>
  <inkml:trace contextRef="#ctx0" brushRef="#br0" timeOffset="2183">2532 472 8097,'0'-18'523,"6"7"562,0-1-569,0 1 0,-8 3 1,-2 10-1,-4 11 2,-1 9 0,5 9 0,-4-2 0,2 4-143,0 2 1,1 0 0,5 0-1,0-2-166,0-4 0,0-2 0,1-8 1,5 1-89,6-5 0,3-3 0,3-1 0,1-5-412,5-4 1,-5-4-1,6-4 1,-1-7-189,-1-8 0,0-1 0,-5-5 0,-1 0 76,0 0 0,1-1 1,-3-1-1,-3 6-85,-6 4 1,2 1-1,-2 1-94,-3-1 513,-1 9 0,-2 3 0,-2 12 0,-1 5 237,-3 5 1,0 7-1,6 0 1,0 1-68,0 1 1,0-6 0,0 5 0,2-5-244,4-2 0,3 5 0,9-3 0,-1-5-319,1-5 1,-1 3 0,3-6 0,1-2-178,2-2 0,1-2 0,-7-2 638,0-4 0,1-4 0,-1-7 0</inkml:trace>
  <inkml:trace contextRef="#ctx0" brushRef="#br0" timeOffset="2733">3423 489 8097,'0'-17'0,"0"5"0,0 1 339,0-3 1,0 4 0,-2 1 600,-4 1 1,4 0-498,-3 2 1,1 4-425,-2-3 0,-4 3 0,-7 2 175,-1 0 1,1 2 0,-1 1-40,1 3 0,5 2 0,1-2 125,-3 5 0,4-1-13,-1 2 1,7-1-120,-2 7 1,6-6-390,6-1-22,-4 1 1,5 5 159,-7 1 0,-1-9 189,-5-3 0,2 2 0,-8-2 73,-1-2 1,3-2-87,-2-2-13,8 0 1,-3 2 123,7 3 0,2-1-165,3 8 1,3-6 0,6 5 0,-3 1-18,3-2 1,1 5 0,3-3 0,-1 3-58,1 3 0,-6-1 0,-1-1 0,1-2-75,-2-3 1,-3 1 0,-7 5 0,0 1-84,0-1 0,-2-5 1,-3-2-1,-7-1-226,-4 1 0,-1-4 0,-3 3 0,-1-1-211,-2-4 0,0 4 0,5-2 0,1-2 650,-1-2 0,1 5 0,-1 3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5:03.22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385 323 6419,'-10'-18'279,"-3"7"0,7-1-92,2-2 1,2 5 0,0-1-1,-2 0-248,-2 1 1,1 3 0,5-6 315,0-1 0,5-3 1,1-1 117,-2-1 0,4 7 1,0-1 1500,1-2-1228,-5 7 1,4 1 0,-8 12-200,0 5 0,-8 12 1,-1 9-1,-3 6-172,0 9 1,3 5 0,-5 5-1,4 3-136,3 2 0,-5-4 0,6 4 0,2-4-231,2-7 1,2-7 0,0-11 0,0-3-1284,0-7 1,2-14 498,4-9 1,-4-7-1,4-11 1,-4-1-207,-2-4 1,0 1 1081,0-7 0,-8 0 0,-2-6 0</inkml:trace>
  <inkml:trace contextRef="#ctx0" brushRef="#br0" timeOffset="200">1 480 8082,'0'10'2780,"0"5"-2117,0-3 0,8-4 0,5-1 0,9-1-353,7 0 1,6 0-1,5-6 1,7-2-261,3-4 0,9-4 1,-1-9-1,-4-2-542,-5-3 1,-1-1 0,-9 4-1,-4-3-366,-4 3 1,-10 2-1,3 1 1,-5 1 11,-2-1 0,-7 1 1,-4-1 845,-4 1 0,6-8 0,1-2 0</inkml:trace>
  <inkml:trace contextRef="#ctx0" brushRef="#br0" timeOffset="600">734 78 8082,'10'2'917,"-2"2"-425,0 2 1,-7 2 0,5-2-29,-4 5 1,-2 5 0,0 1 0,0 3-76,0 3 0,0 6 1,-2 12-1,-2 5-135,-1 5 1,-7 3-1,6 2 1,0 3-76,-1-3 0,5-4 1,-4-5-1,4-8-207,2-8 0,2-12 0,4-9 1,5-2-3,5-5 0,1-3 0,3-5 0,3-7-310,6-4 0,-2-7 0,0 0 0,1 1-71,-1 3 0,-4-4 1,4 0-1,0 1 121,0 3 0,-5 1 0,1 1 0,-3-1 169,-3 1 1,-1-1 656,-5 1-136,-3 7 1,-10 6 0,-4 14 0,-5 10 60,-5 5 1,4 4 0,3 4 0,1-2-331,4-2 0,2 0 0,2 4 0,2-2-165,4-2 1,4-9 0,9-1 0,4-7-580,6-5 0,2-1 0,0-6 1,-3-2-440,-3-3 0,4-5 0,-6-8 0,-1 1 1052,-3-1 0,-2 1 0,1-1 0</inkml:trace>
  <inkml:trace contextRef="#ctx0" brushRef="#br0" timeOffset="917">1450 672 8127,'2'-10'2723,"2"3"-2212,2-1 1,2 0 0,-4-5-1,3 3-237,3 2 0,2-6 0,5 5 0,1-3-218,-1 0 0,6 1 0,1-7 0,-3 1-151,-2-1 0,-1 1 0,-3 0 0,-3-1-151,-6 1 1,0-1 0,-6 1 227,-8-1 1,-8 8 0,-7 5-1,-6 3 256,-4 2 0,-2 7 1,0 7-1,2 5 163,4 5 0,4 7 0,7-2 0,3 4-123,3 2 1,4 0 0,8 0 0,2-2-589,4-4 1,12 4-1,11-6 1,6-2-358,5-7 0,13-3 1,11-9-1,6-2-2521,5-2 3188,-3-10 0,14-9 0,-7-11 0</inkml:trace>
  <inkml:trace contextRef="#ctx0" brushRef="#br0" timeOffset="1666">2568 78 8127,'10'-17'85,"-4"-1"409,-4 1 0,3 5 99,1 1 1,0 9 0,-6 2-217,0 9 1,0 13 0,0 5 0,0 4 130,0 6 1,0 9-1,0-1 1,0 2-144,0-1 0,0 5 0,0 3 0,0-6-251,0-3 1,0-4 0,0-6 0,2-2-60,4-4 0,-2-6 0,7-9 1,3-5-358,1-1 1,5-4 0,1-10-1,2-5-183,-1-5 1,3-7-1,0-2 1,0-1 26,1 1 1,3-6 0,-6 4 0,-2-2 86,-1 0 0,3 5 0,-2-3 1,-3 2 119,-5 4 0,-3 7 413,2 2 1,-6 11 0,-10 2 188,-2 15 1,-6 3 0,5 10 0,-3 3-63,-4 1 0,6 1 0,3 1 1,3 0-228,2 0 1,0-6 0,0-1 0,2-5-329,3-8 1,5 1 0,10-10 0,1-2-361,2-3 1,6-2 0,-3-5 0,-1-8-90,0-7 1,-2 1 0,-7-3 0,-3 4 714,-1 1 0,0-7 0,5-2 0</inkml:trace>
  <inkml:trace contextRef="#ctx0" brushRef="#br0" timeOffset="1883">3336 410 8127,'0'-17'1705,"0"-1"-1180,0 8 0,0 5 1,0 12-199,0 11 0,0 1 0,0 8 0,0 1-211,0-1 1,0-4-1,0 4 1,0 0-296,0 1 0,0-7 0,0 2 0,0-3-1043,0-3 1,2 1-56,4-1 0,4-7 1277,7-4 0,1-12 0,-1-4 0</inkml:trace>
  <inkml:trace contextRef="#ctx0" brushRef="#br0" timeOffset="2033">3389 148 8657,'0'-17'970,"0"-1"0,0 7 515,0-1-2452,0 8 1,2-2 966,4 12 0,3 4 0,9 7 0</inkml:trace>
  <inkml:trace contextRef="#ctx0" brushRef="#br0" timeOffset="2533">3825 463 8127,'2'-16'619,"2"2"-212,2 3 1,0-1-1,-8-3-161,-4 3 1,-5-2-1,-11 9-151,-1 1 1,-6-4-1,4 2 1,-1 4 46,1 6 1,-4 4-1,6 7 1,1 1-137,3 3 1,2 3 0,1-3 0,4 2 16,7 3 0,3-1 1,2-6-1,2 1-30,3-1 1,5-1 0,8-5 0,-1-5-94,0-4 1,7-2 0,-1 0 0,0 0-179,3 0 1,-7 0 0,4 0-1,-3-2 142,-3-4 0,1 5 0,-1-5 230,0 4 1,1 8-1,-3 3 1,-3 7 310,-6 9 1,-4 6 0,-2 6 0,0 4 225,0 5 1,0 12 0,0 7-1,-2 4-248,-4 7 0,-6 2 0,-9 3 0,-2-7-365,1-8 0,1-6 1,0-9-1,-2-7-225,1-9 1,1-16 0,-1-13 0,-1-4-264,2-2 1,0-8 0,-1-5 0,-1-8-56,2-9 1,1 3 0,3-2 0,1 0-32,4 2 0,5-6 0,7 6 0,0-2 12,0 0 0,7-1 1,7-3-1,5 2 544,5 2 0,1 0 0,-2-6 0,4-7 0,8-3 0</inkml:trace>
  <inkml:trace contextRef="#ctx0" brushRef="#br0" timeOffset="2937">4210 96 8127,'-2'-16'468,"-4"5"0,4 1 167,-4 4 1,2 6-100,-2 0 1,5 14-1,-5 13 1,2 6-50,-2 10 0,4 5 1,-4 6-1,4 3-141,2 1 1,0 0 0,0-7 0,2-3-224,4-1 1,4-11 0,9-1 0,3-9-119,1-7 1,2-9 0,-4-4 0,5-6-528,1-6 0,-6-4 0,4-9 1,-1-3-33,-1-1 1,0-6 0,-7 4 0,-3-1 141,-1 1 1,-8-4 0,4 6 0,-3 1 310,1 3 1,0 7 444,-6 1 1,-8 7 0,-1 2-124,-1 12 1,2 1 0,8 15 0,0-3-199,0 0 0,2 6 1,4-6-1,7-1-368,9-3 0,5 3 0,10-3 0,2-5-624,1-5 969,9 5 0,-4-12 0,7 6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5:00.94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71 874 8084,'0'18'-352,"0"-7"1,-2 1-384,-4 2 1,4 1 738,-4 3 1,-2-7 689,2 1-17,1-8 0,5 11 84,0-3 0,0-2 1691,0 1-918,0-7 1,0 2-1064,0-12 1,0-6 0,0-11-1,0-6-233,0-4 1,0-4 0,2-4 0,1-7-61,3-8 1,0-1 0,-4-7-1,2-2-270,2-2 0,5-1 0,-3-1 0,4 2-490,7 4 0,1 6 1,7 11-1,0 8-31,0 8 0,8 6 1,8 9-1,-1 5-123,1 5 0,4 4 1,-5 2-1,1 2-387,0 4 1,-3 2-1,-7 5 1123,-3-1 0,-5-1 0,-8 7 0</inkml:trace>
  <inkml:trace contextRef="#ctx0" brushRef="#br0" timeOffset="250">1 700 13531,'17'0'30,"1"0"1,5 0-1,2 0 1,0-2-500,1-4 1,3 2 0,-4-6 0,2 1-1069,4-1 1,0 4 1536,-2-6 0,12 1 0,-4-7 0</inkml:trace>
  <inkml:trace contextRef="#ctx0" brushRef="#br0" timeOffset="617">594 665 8121,'0'-18'3068,"0"1"-2600,0 7 1,0 4 0,0 12 0,0 8-37,0 7 0,-5 0 1,-1 8-1,0 0-159,-2-1 0,6 5 0,-3-6 0,1 0-32,-2-4 0,4 2 1,-4-1 241,4-3-555,2-9 0,8-6 0,2-12 0,1-6-95,1-3 1,-6-9 0,5 1 0,1 0-17,-2-2 1,3 3 0,-5-7 0,0 0 1,0 2 1,3 0-1,-3 5 1,0-1-123,-1 2 0,5 1 1,-4 5-1,2 1-410,3 2 1,3 9 0,1-5 0,1 2 289,-1 0 0,1 2 1,1 8-1,2 4-394,3 2 1,-1 1 0,-6 5 816,1-5 0,-1 5 0,1-6 0</inkml:trace>
  <inkml:trace contextRef="#ctx0" brushRef="#br0" timeOffset="1033">1153 700 8199,'6'-12'792,"0"0"1,0 6-1,-4-3 89,4 1 1,-4-6-521,3 3 1,-3 1-308,-2-2 0,-2 9 0,-3-3-85,-7 4 1,-4 4 0,-1 4-1,-1 5-37,1 5 0,-1 1 0,1 1 0,0 1 157,-1 4 1,6 3 0,3 5-1,1-2-87,4 2 1,2-4-1,4 0 1,4-2-50,6-3 1,9-3 0,4-3 0,2-3-75,4-1 1,2-8-1,2 2 1,-2-6-23,-4-6 0,2-4 0,-7-7 0,-3-3 37,-2-3 0,-3 1 1,-4-7-1,-7-2 76,-3-2 0,-2 0 0,0 2 1,-2 4 108,-3 2 0,-11-4 1,-9 6-1,-2 1-122,-4 3 0,3 9 0,-1 4 0,-2 4-328,-2 2 1,4 10-1,2 7 1,2 11-160,4 5 1,9 2 0,6-1-1,4 1 530,2 0 0,8 0 0,2 0 0</inkml:trace>
  <inkml:trace contextRef="#ctx0" brushRef="#br0" timeOffset="1616">1590 647 8121,'0'-11'1376,"0"-1"0,-2 8 0,-2 0-1000,-2 8 0,0 0 0,6 9 0,-1 5-139,-5 3 1,4 8 0,-4-3 0,4 1-170,2 4 1,0-6-1,0-2 1,0-3 12,0-3 0,2 1 1,4-3-111,5-3 1,-1-4 0,2-8 0,1-2-163,3-4 0,7-4 0,0-9 0,-1-3-105,-3-1 1,6-6-1,3 4 1,1 0 118,0-1 0,-8 3 0,2 6 0,-3-1 838,-3 1-489,1-1 1,-9 10 0,-3 8 0,-4 10 360,-2 6 0,-8 3 1,-1 4-1,-3 6-72,0 4 1,7 0 0,-5-2 0,2-3-393,4-3 0,2 4 0,2-6 0,0-1-114,0-3-1,2-9 1,4-4 0,8-5-122,7-1 0,0-7 1,9-7-1,-1-5-83,-2-5 0,4-5 1,-6 4-1,0 0 15,1 0 0,-3-4 0,-4 3 0,3 1 95,1 0 1,-6 2 0,-7 5 0,0 3-4,-1 3 1,-5 2 247,2 4 0,-6 6 0,-4 0 63,-2 10 1,-1 6 0,3 1 0,-2 2 108,2 5 1,0-3-1,0 6 1,-2-1-281,3-5 0,1-2 0,2-1 0,2-1-875,3 1 0,-1-3 0,10-1 0,3-5-1409,5-1 2287,9-2 0,4-6 0,9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4:57.49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245 557 8075,'18'0'616,"-3"-2"0,-1-1-198,-2-3 0,-8-8 0,1 2 0,-3-3 152,-2-3 1,0 1-1,0 0-109,0-1 1,-2 1-1,-3 1-289,-7 4 0,-4 5 0,-3 7 0,-2 0 22,-3 0 0,-7 13 1,4 5-1,-2 3-142,0 4 0,8 1 1,-3 5-1,5-2-152,1 2 1,9 2 0,3 2-1,4-2-72,2-4 0,10-4 0,5-8 0,8-1-141,5-4 1,3-5 0,8-9 0,1-1-287,-1-3 1,-8-8 0,-4 3 0,-1-7-492,-5-5 0,-2 7 0,-1-5 1090,-1 0 0,-7-9 0,-2 3 0</inkml:trace>
  <inkml:trace contextRef="#ctx0" brushRef="#br0" timeOffset="315">630 173 8075,'7'-27'0,"1"-6"0,4 6-201,-6 0 1,1 1 2889,-1 9-2217,0 7 1,-6 4 0,-2 12 0,-2 6-123,-2 3 1,-1 5 0,1 3-1,-4 8-69,0 8 0,-3 0 1,5 7-1,0 1-107,1-2 0,-5 5 0,6-3 0,0 1-223,-1-1 1,5 1-1,-4-7 1,4-2-598,2-2 1,0-10 0,2-4 0,4-5-217,5-7 0,-1-3 1,2-8-1,1 0 16,3 0 1,-1-8 0,-1-3 845,-3-5 0,-7-9 0,4-2 0</inkml:trace>
  <inkml:trace contextRef="#ctx0" brushRef="#br0" timeOffset="650">857 470 8075,'0'-12'292,"2"1"386,3-3 0,-3-1 1364,4-3-1785,-4 8 1,-2 5 0,0 10 14,0 7 0,-2 6 0,-2 3 0,-1 4-36,1 2 1,2 0 0,2 5-1,0-3-42,0 2 1,0-6 0,2 0 0,5-2-69,11 1 0,1-3 1,10-7-1,2-5-278,2-1 1,2-2-1,2-8 1,2-4-100,2-5 1,0-11-1,-7-3 1,-1 0 122,-3-1 1,-5 1-1,-10 4 1,-3-4-47,-6-2 0,-4 5 1,-4-3-1,-4 2-90,-6-1 1,-3 1 0,-3 8-1,1 1-350,-1 2 0,7 8 0,-1-1 0,0 5-484,3 5 1,1-1 1097,8 8 0,0 7 0,0 9 0</inkml:trace>
  <inkml:trace contextRef="#ctx0" brushRef="#br0" timeOffset="1034">1730 418 8080,'0'-12'532,"0"0"1,0 7 0,2-7 684,4-2 0,-4 5-950,3-3 0,-3 6 1,-2-6-189,0-1 1,-2 5-42,-3 2 0,-5 4 0,-8 2 0,-1 2-173,-4 4 1,3 4 0,-5 7-1,4 1 77,3-1 1,-3 1 0,11-1-1,1 3 49,3 3 0,4-4 1,2 5-1,4-5 46,7-2 1,3 1-1,13-1 1,0 1-50,0-1 0,-3 1 1,3-1-1,-2 1-80,-4-1 1,-1 1-1,-5-1 1,-3 1 76,-6-1 0,-4-5 1,-2-1-1,-2 1-65,-4-2 0,-6-3 1,-11-7-1,-6 0-372,-4 0 0,0 0 0,2-2 0,4-1-434,2-3 1,-5-6-1,7 4 886,2-1 0,1-3 0,3-5 0</inkml:trace>
  <inkml:trace contextRef="#ctx0" brushRef="#br0" timeOffset="1399">2236 103 8533,'0'-9'855,"-2"3"1,-1 12-1,-5 7-275,-2 8 0,0 9 1,-3 8-1,3 7-306,2 5 0,-3 1 0,3 11 0,0 0-155,0 0 1,3-4 0,5 3 0,0-7-480,0-9 1,2-14-1,3-8-436,7-4 0,2-11 0,-1-8 0,-3-10-161,-2-5 0,3-3 0,-5-1 0,-2-4 957,-2-6 0,-2-4 0,0-2 0</inkml:trace>
  <inkml:trace contextRef="#ctx0" brushRef="#br0" timeOffset="1580">2009 540 11696,'18'-6'232,"-1"0"0,3 0 1,3 6-1,6 0-546,4 0 1,4-2-1,2-1 1,3-3-380,3 2 0,0 0 0,3 0 1,-3-2 692,-2 2 0,-3-5 0,-5-1 0</inkml:trace>
  <inkml:trace contextRef="#ctx0" brushRef="#br0" timeOffset="1982">2603 540 8789,'-11'-6'883,"-1"0"1,8-2-331,-2 3-347,4 3 1,4-6-1,4 8 1,6 0 87,3 0 1,3 0 0,-1 0-120,1 0 0,-1 0 0,0 0 1,1 0-94,-1 0 1,1 0 0,-1-2-295,1-4 1,-1-2-1,-1-5-230,-5 1 1,-1 1 151,-4-7 1,-6 3 0,0 3 0,-10 6 74,-5 4 1,-5 4-1,-1 4 1,-4 6 292,-2 3 1,5 3 0,-3 1-1,2 2 138,-1 3 1,7 5 0,7-4 0,3 2-14,3 4 1,2-4-1,4 2 1,5 1-315,11-3 0,1-2 1,12-8-1,4-1-605,4-4 1,4-5 0,-4-7 0,3 0 162,3 0 1,-6-7 0,1-7-1,-5-7 553,-6-8 0,4-4 0,-5-2 0</inkml:trace>
  <inkml:trace contextRef="#ctx0" brushRef="#br0" timeOffset="2317">3179 470 8097,'0'-12'993,"0"1"-14,0-3 1,0 4-323,0-1 1,0 9-403,0 2 0,-1 8 1,-3 9-1,-2 2-127,2 5 0,2 3 0,2 8 1,0 0 38,0 0 1,0-2 0,0-4-1,0-4-40,0 0 1,0-5 0,0 3 210,0-4 1,2-9-309,4-4 1,-4-12-1,5-6 1,-1-5-248,0-6 1,2 3-1,-4-5 1,2 2-130,-3-1 1,-1 1 0,0 6 0,2-1-17,2 1 0,6-1 1,-6 1-1,-1-1-54,3 1 1,0-1 0,5 1 0,-1 0 168,2-1 1,3 6 0,4 1 0,3-1-143,-3 2 1,0 3-1,1 5 1,1-2-953,-2-2 1341,-1 0 0,5 6 0,2 0 0</inkml:trace>
  <inkml:trace contextRef="#ctx0" brushRef="#br0" timeOffset="2697">3773 435 8084,'12'-17'284,"0"-1"1,-9 1 0,5 1 983,0 5 1,-6-5-723,4 4 0,-4 3-471,-2-3 0,-8 8 1,-4-2-1,-5 4-188,-7 2 0,5 0 0,-6 2 0,2 4 28,-1 6 0,1-3 0,6 3 0,-1 0 122,1-3 1,1 7 0,4-4 213,7 3 1,3 3 0,2-1-1,2 1-97,3-1 0,7 0 1,9 3-1,3 1-65,-3 3 1,4-1 0,1-6-1,-1 1-77,0-1 0,-2 1 1,-5-1-1,-1 1-46,1-1 1,-9 1 0,-3-1-20,-4 0 0,-10-1 0,-5-2 0,-7-5-260,-3-1 0,-6-2 0,4-6 0,0 0-3279,-1 0 3592,3-8 0,6-2 0,-1-7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4:55.79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228 61 8230,'0'-18'201,"0"6"484,0 1 1,0 5-132,0-6 1,0 10 12,0 2 0,0 14 0,0 11-151,0 2 0,0 8 0,0 8 0,0 4-145,0 7 1,0-2 0,0 8 0,0-1-247,0-1 1,1 6 0,3-8-1,2-5-373,-2-9 1,-2-13 0,-2-5-2129,0-5 1665,8-9 0,0-12 1,3-14-1,-5-7 811,-4-4 0,-2-2 0,0-6 0</inkml:trace>
  <inkml:trace contextRef="#ctx0" brushRef="#br0" timeOffset="218">1 427 11687,'17'0'470,"2"-2"1,5-2-319,5-1 0,6-9 1,4 4-1,3-1-425,3-1 1,-1 2 0,5-3 0,-4 3-886,-3 2 0,-1 1 0,-6 3 1158,0-2 0,0-8 0,0 5 0</inkml:trace>
  <inkml:trace contextRef="#ctx0" brushRef="#br0" timeOffset="669">629 148 8230,'0'-12'0,"0"1"1652,0-3-465,0 6-794,0 0 1,0 12 0,0 6 0,0 9 125,0 7 0,0 5 0,0 8 0,0 3-192,0 3 1,0-1 0,0 3-1,0-6-237,0-4 1,0-2-1,0-2 1,2-4-33,4-6 1,-2-6-1,8-5-319,1-6 1,3-4 0,1-4 0,1-4-115,-1-6 1,2-5 0,3-4 0,1-5-61,-2-1 0,-1 6 0,-3-4 0,1 1 115,-1 1 1,1 2-1,-3 7 1,-1 4 32,-3 3 0,-5-5 356,6 6 0,-8 8 1,2 12-1,-4 5 86,-2 4 0,0 8 0,1-3 0,3 1 180,2 0 0,0-6 0,-6 4 1,2-1-752,4-5 1,2-8 0,5-3 0,-1-2-843,1-4 1,3-4 0,1-6 928,1-6 1,-3-5-1,-1-4 1,-4-3 328,-3 3 0,7-6 0,-4 0 0</inkml:trace>
  <inkml:trace contextRef="#ctx0" brushRef="#br0" timeOffset="969">1258 462 8748,'10'0'2378,"5"0"0,-3 0-2158,3 0 0,3-6 0,-1 1 1,3-1 49,3-2 1,-2 4 0,6-8 0,-1-1-347,-5-3 1,-2-1 0,-1-1-1,-3 1-486,-3-1 0,-4 1 0,-10 0 271,-4-1 1,-4 3-1,-7 3 1,-2 6 201,-5 4 0,-1 10 1,-6 4-1,4 5 325,2 6 0,1 4 0,7 8 0,-1 2 120,1 4 0,7-2 0,4 5 0,8-1-357,10-4 0,3-8 0,20-4 0,10-4-180,9-7 1,16-8 0,12-16 0,5-9-2591,6-11 2771,-4-5 0,-41 13 0,0-2 0,39-23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5:07.79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53 662 8208,'10'8'-2165,"6"-4"2170,-5 8 1,-1-9 117,2 3 1,-9-2 27,3 2 1,4-4-20,2 4 1,-5-2 0,1-1 104,0 3 0,-4 0 288,7-6 1,-5 0-33,6 0 0,-6 0 1,3-2 202,-1-4 0,-2 2 0,-6-7-258,0-3 1,0 5-1,-2-3-284,-4-2 0,2 5 1,-7-1-1,-3 2-194,-1 4 0,-3 2 0,1 2 0,-1 2-138,1 4 1,-1 4 0,1 7-1,-1 1 35,1-1 1,1 8-1,5 4 1,5 3 108,4-3 0,2 2 0,0-6 0,2 0-90,4 0 0,5-1 0,11-9-58,1-3 1,0-4 0,-5-8 0,1 0-135,4 0 1,-3-2-1,3-4 1,-3-6 87,-3-3 1,2-3 0,1 1 0,1-1 59,0 1 1,-11-1 0,8-1 0,-5-2 46,-3-3 0,5-5 1,-5 4-1,0-2 94,-4-4 0,1-8 0,-1-2 0,0-1 84,2-7 1,-6 8-1,6-11 1,-3 1-5,1 1 0,6 3 0,-4 1 0,-1-1 75,1 3 1,-2 7-1,-4 10 1,2 1 866,2 5-567,-1 9 0,-5 7-359,0 10 0,-2 7 1,-1 9-1,-5 5 154,-2 1 1,4-4-1,-5 6 1,-1 4 144,2 6 1,-3 2 0,5 9-1,0 4-102,0 1 0,1-1 1,3 0-1,-2 5-161,2 5 0,4-4 0,6-2 0,4-6-130,-1-5 1,13-4-1,-5-12 1,3-6-640,-1-8 1,-2-11 0,1 0 0,-1-4-262,1-2 1,-7-8 0,-1-3-1,-2-7-1434,-4-5 2359,-2 3 0,-2-12 0,0 4 0</inkml:trace>
  <inkml:trace contextRef="#ctx0" brushRef="#br0" timeOffset="265">839 645 8208,'0'-18'159,"0"1"1,0-1 1537,0 1-798,0 7 0,0 4 1,0 14-555,0 10 1,0 1 0,0 10 0,0 2-254,0 2 1,-6 2-1,1-2 1,1-2-143,2-2 1,2-7 0,0 1-1,-2-4-3134,-4-1 1895,4-1 0,2-11 0,10-10 1289,-1-11 0,7-14 0,-6 1 0</inkml:trace>
  <inkml:trace contextRef="#ctx0" brushRef="#br0" timeOffset="381">892 330 9658,'-8'-17'3597,"6"7"-3597,-6-5 0,16 13 0,2-6 0</inkml:trace>
  <inkml:trace contextRef="#ctx0" brushRef="#br0" timeOffset="1450">1154 680 8401,'2'-10'0,"1"2"288,3 0 0,2-1 259,-2-9 0,-2 3 1,5 1 1188,-1 3-1328,-2 7 1,-4-2 0,2 12 0,2 5 64,-2 5 0,-3 7 1,-1 2-1,-1 3-230,-5 3 1,4 0 0,-4 0 0,4-4-95,2-2 0,-2-2 1,-2-5 185,-2-1 0,2-1-445,10-5 0,-2-11 0,8-13 1,1-7-197,3-3 1,1-8 0,1 2 0,-1-4 99,1-2 0,-1 6 1,1 0-1,1 0-112,4 2 0,-9-4 1,3 9-1,-1 5-1,-1 3 0,-3 10 0,0-2 1,1 5 323,3 1 0,-4 7 0,-1 7 1,1 7 280,-3 8 0,5 2 0,-8 0 0,-2-1 85,-2 1 0,-2 2 0,0 1 0,0-1 105,0-3 0,0-5 1,0-8-1,0 1 167,0-1-845,0-7 1,6-4 0,1-12-1,5-6 21,7-3 0,-1-9 0,7-1 1,-2-2-179,1-4 0,5-2 0,-4 0 0,0 2 49,0 2 1,1 2 0,-5-4-1,4 3 219,2 3 1,-11 8 0,1 7-1,-1 0 6,-1 1 1,-5 7 225,-4 2 0,-4 2 1,-2 9-1,0 5 289,0 5 1,0 1 0,0 5 0,0 0-8,0 0 0,0 2 1,0 6-1,0 0-217,0 0 0,0 0 0,0-2 0,0-2-1125,0-2 0,2-8-381,4 3 0,9-13 0,8-5 0,1-6-2984,1-6 4284,-6-3 0,22-17 0,-4-1 0</inkml:trace>
  <inkml:trace contextRef="#ctx0" brushRef="#br0" timeOffset="2631">2498 750 8227,'-7'-10'701,"5"0"459,-4 4-657,4 4 1,2-3 0,0 10-12,0 7 1,8-4 0,5-2-292,9-4 0,-3-2 0,4 0 0,-3-2-19,-3-4 1,6-4 0,1-7 0,-3-1-237,-2 1 1,-1-1 0,-1 1 0,-1-1-304,-4 1 0,1-1 0,-7 1 0,-2-1-77,-2 1 1,-4 5 0,-4 3 0,-6-1 61,-3 0 1,-5 6 0,-1-1 0,-4 5 297,-2 5 0,3 5 1,-3 9-1,2 3 315,4 1 0,1 8 1,5-4-1,1 2 260,3 1 1,7 4 0,-2 5-1,4-4-274,2-4 1,10-4-1,5 3 1,8-7-185,5-4 1,1-9-1,6-4 1,1-4-335,5-2 0,-4-10 0,4-6 1,-4-7-265,-2-4 0,-8 4 0,-2-6 0,-4-1-124,-3 3 1,1-4 0,-11 8 0,0 2 163,0 1 0,3-3 0,-5 0 515,-2 1 0,-2 9 0,0 3 0,4 2 0,-5 2 0,7 6 759,-8 0 1016,8-7-960,-6-3 1,8 0-289,-5 4 1,-3 6-1,4 6-177,-4 6 0,-2 3 1,0 3-1,0 1-24,0 5 1,0 1-1,-2 6 1,-2-4-211,-1-2 0,-1 4 1,6-5-1,0-3 29,0-2 0,2-3-301,3-4 1,5-5-1,8-7 1,-1-2-188,1-3 0,-1-5 0,2-10 0,3-1 20,1-2 0,6-6 0,-6 4 1,1-1 154,1 1 0,-6 2 0,5 3 1,-5 1-4,-1 1 1,-3-3 318,-3 10 0,-5 5 130,-7 6 1,0 13 0,-1 11 26,-5-3 0,4 4 0,-4 0 1,4 3-232,2 3 0,0-4 0,0 0 1,0-2-623,0-4 1,2-1 0,2-3 0,4-1-371,1-4 0,5-5 0,7-7 0,3 0-631,-3 0 1549,6 0 0,0-15 0,8-5 0</inkml:trace>
  <inkml:trace contextRef="#ctx0" brushRef="#br0" timeOffset="3031">4070 505 8103,'0'-17'150,"-6"5"1,-1 0 1005,-3-1 0,4 3-902,-6-2 0,7 8 1,-5-3-304,2-1 1,-6 6-1,3-4 1,-5 4 12,-1 2 0,-1 0 0,1 2 1,-1 4 19,1 6 0,0-3 1,-1 3-1,3 2 132,3 1 1,-2 8 0,9 1-1,1-3 45,2-2 0,2-1 1,0-1-1,2 1-153,3-1 0,5-1 0,8-3 1,-1-1-22,1 2 0,5 1 0,0 3 0,-2-1-80,-1 1 1,-5-1 0,-1 0-1,-4 1 176,-3-1 0,-1 1 0,-6-1-64,0 1 0,-2-1 0,-4 1 1,-5-3-239,-5-3 1,-3-4 0,-2-8-1,-3 0-416,3 0 1,2-2 0,1-4-742,1-6 1,7-9 1375,4-2 0,4-1 0,2 7 0</inkml:trace>
  <inkml:trace contextRef="#ctx0" brushRef="#br0" timeOffset="3383">4297 505 8129,'-2'-12'1297,"-4"1"1,3 7-784,-9-2 1,6 12 0,-4 6 0,1 5-147,-1 6 0,0 4 0,-1 8 0,3-2-244,0-4 0,6 8 0,-4-6 0,4 0-661,2 2 0,0-7 0,0-3-432,0-4 1,8-3 0,4-4 0,3-9-60,3-6 0,-7-1 1,1-10 1027,2-5 0,-7-7 0,1-9 0</inkml:trace>
  <inkml:trace contextRef="#ctx0" brushRef="#br0" timeOffset="3547">4454 226 9371,'-2'-10'-2283,"-3"4"2283,3 4 0,-6 2 0,8 0 0</inkml:trace>
  <inkml:trace contextRef="#ctx0" brushRef="#br0" timeOffset="3934">4908 662 8148,'2'-17'0,"2"-1"326,2 1 0,0-1 1,-6 1-7,0-1 1,-2 1 0,-2 0-155,-2-1 1,-7 3 0,1 1 0,-4 4-107,-1 2 0,0 3 0,-1 5 0,-1 2 63,-5 3 0,5 7 0,-4 9 0,3 5 60,3 1 1,-1 2 0,1 6 0,1 2 89,5 3 0,3 3 1,8 4-1,0-8-179,0-8 1,2 0 0,4-8 0,7-2-237,9-1 0,-1-11 0,8-3 1,2-6-85,2-6 1,0-3 0,-2-9 0,-4-1-104,-1-4 0,3 1 1,-6-7-1,-4 0 184,-5 2 1,-6-4-1,-8 6 1,0-1 106,0 1 1,-10 2 0,-6 7 0,-7 3 23,-4 1 1,-2 8 0,-6-2 0,0 6-175,0 6 1,2 4 0,4 9-1,6 3-643,3 1 0,11 6 831,3-6 0,4 8 0,2-4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5:13.03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53 619 7871,'0'-11'717,"0"-1"1,0 6-145,0-5 0,0 5-124,0-6 0,2 8 599,4-1-318,-4 3 0,6 4-443,-8 3 1,0 7 0,-2 9 0,-2 5-143,-2 1 0,-6 2 0,4 6 1,1 0-87,-1 0 0,0 0 1,4-2-1,-1-4-52,1-6 0,2-4 0,4-3 0,3-3-53,7-1 0,4-8 0,3 0 0,2-8-123,3-8 0,5 1 1,-4-5-1,0-3-46,0-1 0,-1-5 0,-7 0 0,1 0-65,-1-1 0,1 1 1,-3 4-1,-1-2-26,-3 1 1,-5 3-1,4 1-197,-2 1 537,-3-1 0,-5 11 0,0 7 0,0 9 47,0 7 1,0 9 0,0 4 0,0 2 25,0-2 1,0 4-1,0-5 1,2 1-352,4 0 1,4-10-1,7 1 1,3-9-261,3-3 0,4-2 0,6-6 1,-2-2-139,-2-4 0,0-9 0,4-11 0,-1 1 642,-3 0 0,-8-4 0,0 5 0,-5 3 0,-5 2 0,-7 1 0,12 1 0,-6-1 0</inkml:trace>
  <inkml:trace contextRef="#ctx0" brushRef="#br0" timeOffset="466">909 672 8148,'17'0'121,"-5"0"1,0 0 320,1 0 0,-5-2 1,0-2 311,-1-2 1,1-7-332,4 1 0,1-4 0,-7-1-157,-2 0 1,-2 5-1,-2 0 1,-2 1-105,-4 1 1,2-4 0,-7 8 0,-5 3-182,-5 1 0,0 2 0,-9 2 0,1 3-47,2 7 1,0 4 0,6 1 0,-3 2-35,3 5 0,2-3 0,3 8 0,3 2 99,1 2 0,8-4 0,-2-1 1,6-3-17,6-4 0,4-2 1,9-3-1,4-4 10,7-7 1,-3-3-1,0-4 1,0-1-98,0-3 1,-5-8-1,1 3 1,-2-7-32,2-5 0,-9 3 0,3-3 1,-3 4 80,-4 1 0,3 1 0,-7-1 0,0 3-36,2 3 68,-6-3 0,4 13 0,-12-2 142,-6 8 1,2 5 0,1 11 0,1 1-38,4 2 0,2 8 0,2-3 1,0 1-146,0 0 0,8-6 0,3 4 1,7-3-318,5-9 0,-1 1 0,7-11 0,4-1-184,5-2 0,1-11 1,6-7-1,-2-5 48,-5-1 1,-7-3-1,-3 0 1,-3 0 514,-4-1 0,-7-3 0,-3 6 0,-7-8 0,4 4 0</inkml:trace>
  <inkml:trace contextRef="#ctx0" brushRef="#br0" timeOffset="698">1607 288 8148,'12'-18'-27,"-2"1"0,-1-1 46,1 1 1,-6-1 0,2 1 1150,-4-1-710,-2 9 0,0 3 0,-2 10-83,-4 2 1,2 15 0,-7 2 0,-3 8 240,-2 4 1,-1 8 0,1 3-1,3 5-267,1 1 1,2 6 0,-1 1 0,5-3-433,4-2 1,2-3 0,0-5-1,2-5-166,4-4 0,4-12 0,9-5 0,2-9-1840,3-3 0,7-8 2087,-2-6 0,4-15 0,2 1 0</inkml:trace>
  <inkml:trace contextRef="#ctx0" brushRef="#br0" timeOffset="1547">2777 707 7847,'-9'8'-193,"-7"-5"440,5 9 0,3-6 219,2 6 0,4-7 268,2 7 1,0-6 154,0 5 0,2-7-94,4 2 1,-2-6-576,7-6 1,-5-3-1,4-9 1,-2 1-330,-4-1 0,-3 1 0,-2-1 0,-5 1-165,-6-1 1,-3 7 0,-3 1 0,-1 2 15,-5 4 0,5 4 0,-6 8 0,0 8 225,-5 5 0,5 10 0,2-2 0,4 6 77,1 6 1,8-4 0,5 3-1,3-3 51,2-2 1,2-8 0,5-5 0,9-7-133,5-3 0,10-10 0,-2-2 1,4-12-62,2-9 1,0-4-1,0-6 1,-2 2-7,-4-3 0,2-1 0,-6-1 0,1-1 111,-1 0 1,4 0 0,-6-2 0,-1-2-35,-3-2 0,-1-1 1,-1 3-1,-1-4-33,-5-1 0,3 5 0,-8-2 1,-1 4 1,3 2 1,-6 2-1,4 4 1,-4 6 244,-2 3-186,0 11 1,-2 3 0,-2 14 0,-4 7 128,-1 6 1,-3 11 0,-6-3 0,1 6 61,0 5 0,-1-1 0,1 8 0,-1-1-75,1-1 1,7 3 0,4-5-1,4 2-284,2 3 0,0-5 0,2-4 0,6-8-139,9-8 0,5-4 1,11-3-1,4-4-172,-1-7 0,1-10 0,-4-7 0,-2-5-183,-2-7 1,-5 3 0,3-6 0,-2 2 660,-4 3 0,-1-5 0,-3 0 0</inkml:trace>
  <inkml:trace contextRef="#ctx0" brushRef="#br0" timeOffset="1997">3494 672 8053,'7'-18'173,"-3"7"1,6-1 171,-2-1 0,3 3 0,-5-2 0,0-1 156,2-3 0,-6 4 0,3 1-15,-3-3 0,-2-1-352,0-3 0,-7 3 0,-5 3 0,-4 6-162,-1 4 0,-6 2 1,-3 2-1,-1 4-80,-4 6 1,4 9 0,0 4 0,2 0 110,3 1 1,3 5 0,3-2 0,3 4 68,1 2 0,8-2 0,-1-2 0,5-4-31,5-2 0,5-2 0,9-7 0,3-4-28,1-7 0,8-3 0,-2-2 0,4-2-124,2-3 1,-6-11-1,-2-7 1,-1 0 35,-5-3 0,-2 1 0,-1-6 0,-1 4 32,1 2 0,-9-4 0,-3 5 0,-4 3 27,-2 2 0,0 1 3,0 1 1,-2 7 0,-4 6-1,-3 8 72,-1 8 0,-4 5 1,7 4-1,-1 5 17,0 1 1,2 0 0,6 4-1,0-4-10,0-2 0,0 1 0,2-5 0,4 2-396,6-1 0,11-5 1,4-5-1,2-7-448,0-3 1,1-2-1,4-2 1,1-3-172,0-7 1,0-4 948,0-1 0,0-8 0,0-2 0</inkml:trace>
  <inkml:trace contextRef="#ctx0" brushRef="#br0" timeOffset="2280">4244 148 8212,'0'-19'0,"0"-3"88,0-1 0,0 0 1,0 5 621,0 1 1,0 5-467,0 0 1,0 10 0,0 2 0,-1 12-124,-5 9 1,2 1 0,-6 7-1,0 4 86,1 6 0,3 5 0,-4 11 1,1 1 103,-1 2 0,6 0 1,-4-5-1,2-3-371,1-3 0,-1 1 0,6-9 0,0-4-464,0-4 1,0-10-1,2 1-403,3-9 0,-1-5 1,8-10 126,2-4 0,-7 2 0,-1-7 800,-4-3 0,-2-1 0,0-3 0</inkml:trace>
  <inkml:trace contextRef="#ctx0" brushRef="#br0" timeOffset="2480">3948 532 8224,'-6'-17'3120,"0"-1"-2822,0 8 1,14-3 0,4 7-1,5 2-230,6 2 0,-1-4 0,7-1 0,2-1-320,2 0 1,8-3 0,1 3 0,1 0-622,0 0 1,-3-3 0,-5 3-1,0 0-163,0 0 0,-2 1 1036,-4 1 0,4-4 0,-6-7 0</inkml:trace>
  <inkml:trace contextRef="#ctx0" brushRef="#br0" timeOffset="2914">4821 515 8053,'0'-18'1325,"0"1"26,0-1 1,0 1-620,0-1 1,0 1-737,0-1 0,-2 9 1,-4 3-1,-6 4-61,-3 2 1,-10 0-1,-3 2 1,-1 4 23,0 5 0,0 11 0,-6 3 1,2 2 152,4 4 0,-2 2 0,8 2 1,1 0 147,3 0 0,9 4 0,5-2 0,3-6-141,2-4 0,3-4 0,7-5 0,10-3-208,5-3 0,4-5 0,6-7 0,0-1-163,0-5 0,0-10 0,0-7 0,-2 0 11,-4-3 1,2 5 0,-8-8-1,-2 0 181,-1 2 0,-9-4 1,-1 7-1,-2 3 319,-4 2 1,-4 3-1,-6 4 29,-6 7 0,-3 5 0,-3 7 0,3 9-121,3 5 0,-1 10 1,7-2-1,2 4-369,2 2 0,4 0 1,6 0-1,11 0-171,14 0 0,12-8 0,15-4 1,10-5-2590,9-6 2962,7-5 0,9-7 0,2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26.64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0 8192,'-18'10'0,"9"-2"0,-7-8 0,6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27.04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69 156 8192,'-6'11'662,"0"1"915,0-8 436,6 4-1586,0-8 1,8-2-1,3-4 1,5-6-212,1-3 0,7-3 0,1 1 1,2-1-14,4 1 0,-4-1 0,1 3 0,-1 1-79,0 3 1,-4 5 0,4-4 0,-1 2-336,-5 5 1,-2 10 0,-3 9-1,-5 9 332,-5 8 1,-4 0 0,-4 14 0,-5 1 70,-11 3 0,-7 9 0,-12 2 1,-2 0 36,-2-4 0,-5-4 0,5-1 1,0-1-51,-1 1 1,7-11 0,0-5 0,10-8-362,5-3 1,10-3-179,5-6 0,12-5 0,9-2 99,5-3 0,10-1 1,-2-6-1,4 0-50,2 0 0,6 0 0,2 0 0,1 0-51,5 0 1,-4 0 0,-1 0-1,1 0-147,-1 0 0,-5-2 0,2-2 0,-4-3-897,-2-3 1406,0-2 0,0-5 0,0-1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27.4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 18 13357,'0'-10'655,"0"2"0,-7 8 0,-3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28.14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43 7603,'0'-17'1907,"6"5"-299,-1 1 1,1 9-1173,-6 2 1,0 7 0,0 11 0,0 1-121,0 5 0,0-3 1,-2 8-1,-2 2-260,-1 2 1,-1 2 0,6 0 0,0-2-237,0-4 1,0 2-1,0-8 1,0-1-106,0-3 1,7-1 0,7-3-1,7-3-67,9-6 1,4-4 0,7-2-1,6-2-44,3-4 0,-3 2 0,-3-6 0,-1 0-494,-4 1 0,-4 3 1,-6-4 889,-6 2 0,-19-5 0,-6 3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28.35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138 53 8122,'0'-18'3048,"-2"3"-863,-4 3-1642,4 5 0,-11 22 0,5 8 0,-2 10-280,-3 8 1,3 13-1,-2 16 1,1 12-483,1 9 1,-4 0 0,6 6 0,1-4-661,-1-7 1,4-18 0,10-22 878,6-15 0,3-9 0,3-5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28.97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70 59 8247,'0'-18'2717,"0"1"-1647,0-1 1,0 13 0,0 8-1,-2 17-528,-3 11 1,1 2 0,-8 13-1,1 3-378,1 1 0,0 9 0,6-1 1,-2-4-442,3-5 1,1-1 0,2-7-1,0-4-753,0-6 0,2-2 0,1-10 1,5-5-1004,2-4 1,2-6 2032,5-10 0,-7-12 0,-3-9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29.29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18 243 8239,'-2'-11'673,"-2"-1"480,-2-2 0,1-1 1,5-3-1,3 1-686,9-1 1,7 1 0,20 0 0,8-1-286,11 1 0,8-1 1,6 1-1,4 1-255,5 4 1,-3 7-1,-3 10 1,-5 9-219,-6 7 0,0 7 0,-11 8 0,-11 3-46,-9 2 1,-15 13-1,-12 1 1,-6 5 240,-6 6 1,-14-4 0,-15 2 0,-9 4 279,-7 6 1,-7-3 0,-4 5-1,-4-6 22,-6-6 0,35-31 0,-1 0 0,-38 25 0,-2-5-184,5-11 0,5-5 0,17-19 0,7-9-436,9-5 0,9-8 0,15-5 0,5-13-1815,4-9 2229,2 0 0,16-19 0,3 5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29.57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175 18 8064,'-18'-6'980,"1"0"1,-1 0 0,1 8 0,1 6-182,5 9 1,-5 5 0,5 11 0,-3 3-618,2 1 1,-1 2 0,7 0 0,2 2-215,2-2 1,2-8-1,0-4 245,0-2 0,8-10 0,4-9 0,3-6 165,3-6 1,-1-3-379,0-9 0,1-7 0,-1-2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29.7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68 8064,'0'-17'749,"-6"0"3846,0-1-5574,0 8 0,6 5 979,0 10 0,8 13 0,2 9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0.30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96 7381,'0'-18'-469,"0"1"1,6-1 415,0 1 53,0-1 0,-6 18 0,0 10 1110,0 9 1,-6 12 0,0-2 0,0 4-311,-1 2 1,3 0-1,-6 0 1,2 0-90,4 0 0,2-8 0,2-3-710,0-5 0,2-4 1,4-3-313,6-6 0,9-12 0,3-7 1,-1-9-280,2-7 1,0 2 0,6-2-1,-2-2 159,2-2 1,2-6 0,0 2 0,-2 6 214,-1 4 1,-7-2 0,4 5 406,-2 3 1,-3 11 0,-11 10 239,-5 10 1,-4 11 0,-2 7 0,-2 3 157,-4 6 0,2 1 0,-5-3 0,1-2-214,4-4 0,2 2 1,2-7-1,0-3-210,0-2 1,2-3 0,4-4-222,6-7 0,9-3 0,4-4 0,2-5-300,4-11 1,2-1 0,2-10 0,0-2-97,0-2 0,0-2 0,0 0 1,-2 2-322,-4 4 0,-4-2 0,-7 5-539,-1-1 1135,1 6 1,-11 5 0,-5 16 467,-6 10 0,-7 8 0,3 3 0,0 4 133,1 2 1,1 0 0,6 5 0,0-5-273,0-2 1,0 4 0,0-6 0,2-1-694,3-3 0,7-9 1,9-4-1,5-4-320,1-2 0,2-8 0,6-4 861,0-3 0,8-11 0,1-1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0.6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8 347 11679,'-8'-2'773,"8"-1"0,10-3-505,5 2 1,9-6 0,1 0 0,2-1-534,4-1 1,2-1 0,4-9 0,2-3-185,2-2 0,-6 0 0,-8-4 1,-4 3-164,-7 3 1,-7 0-1,-13 4 456,-7-3 1,-5 9 0,-17 9 0,-4 6 558,0 6 1,1 11 0,1 12 0,0 4 188,0 2 1,8 2-1,3 2 1,7 4-100,5 1 0,4-3 0,10 4 0,6-3-391,10-3 1,9-2-1,14-4 1,5-6-687,5-9 1,3-3-1,0-9 1,1-2-865,-5-2 0,-7-16 1448,3-3 0,-7-12 0,4 2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1.00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 51 8602,'0'-17'4352,"0"-1"-4007,0 9 0,0 3 0,0 14-338,0 9 1,-1 2 0,-3 11 0,-2 1 210,2 2 0,2-4 0,2-2 0,0 0-92,0 0 0,0-5 0,0 1 0,2-4-95,4-1 0,3-9 0,9-3 0,-1-4-256,1-2 1,1-8 0,3-3-1,3-7-218,2-5 1,2 2-1,4-8 1,-2-3 32,-2 0 1,-5-3-1,3 2 1,-4 3-4,-7 7 1,-1 10 642,-9 1 0,-2 10 0,-10 4 1,-6 12 257,-3 7 1,-3 10 0,3-2-1,3 4 37,6 2 1,4 0 0,4-2 0,6-4-711,10-6 1,9-3 0,15-5 184,11-3 0,7 3 0,10-5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1.7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297 106 7944,'18'-10'272,"-1"-4"0,-1 6 1,-3 1 442,-1-1 1,-6-4 0,3 5 409,-1-3 0,-2 4-862,-6-6 0,-2 9 0,-6-3 0,-7 4-346,-7 2 0,-3 0 1,4 0-1,-4 2-47,-2 4 0,3-3 0,-3 7 0,2 0-278,4 0 1,1 1 0,3 7 112,-1-1 1,8 1-1,5-1 276,3 0 0,2 1 0,2-1 1,3 1 155,7-1 0,4 3 0,1 1 0,1 4-70,-1 2 1,0-3 0,-1 3 0,-2 0-98,-3 0 0,-7-3 0,2 3 0,-4-2 8,-2-4 0,0-1 1,-2-5-1,-2-1-32,-2-3 1,-9-7 0,-1 2 0,-5-4-165,0-2 1,-5-8-1,3-3 1,2-5-173,1-1 0,5-1 0,1 1 0,4-1-558,3 1 0,-5 5 948,6 1 0,0 7 0,6-4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1.98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72 7944,'0'-17'856,"0"-1"1,0 7 901,0-1-1367,0 0 1,0 10 0,-2 10 0,-2 10-72,-1 5 0,-7 10 0,4 0 0,0 6-340,1 0 1,1-3 0,6-1 0,0 0-409,0 0 0,0-2 1,0-4-1,2-7 69,4-9 0,3-5 1,9-8-1,-1 0-477,1 0 1,-3-14 835,-3-3 0,11-20 0,-4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2.1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60 7944,'0'-11'543,"0"-1"1312,0-2 0,0 5-1360,0-3 0,0 10-1033,0 2 0,0 8 0,2 9 538,4 1 0,3-1 0,9 1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2.55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297 158 7978,'2'-12'982,"2"1"-264,2-3 0,5 5 0,-3-1 0,0 0-317,0 0 1,-3 5 0,-3-5 0,2 0-417,2 1 0,0 3 0,-8-4-25,-4 2 1,-4-3 0,-9 5 0,-4 2-160,-6 2 0,1 4 1,-1 4-1,-2 5 246,-2 5 0,-2 9 1,2 4-1,4 4 137,6 2 0,5 0 0,7 2 1,5 2 59,4 1 0,4 1 0,6-6 1,9-2-280,10-4 0,8-9 1,4-11-1,4-1-207,1-4 0,-5-12 0,2-7 0,-4-9-76,-2-3 1,-8-4 0,-4-8 0,-5-3 85,-7-3 1,-3 4-1,-10-3 1,-4 3 190,-5 8 1,-13 0 0,-5 10 0,-4 3 5,-2 7 1,0 5 0,1 8 0,1 4-184,3 7 0,-1 5 0,8 17 0,4 4-271,5 0 1,1 5 0,7 1 0,4 0-115,6-1 1,2-1 0,9-8 602,4-4 0,18-3 0,0-9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2.95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88 43 8222,'-8'-9'2063,"6"-7"-1144,-4 5 1,-1 5-684,1 6 0,-6 7 0,4 11 0,1 1-78,-1 5 0,0 3 0,4 8 0,-2 2 36,3 3 0,1-3 0,2 2 0,0-6-43,0-4 0,0-8 1,2 3-1,3-7-166,7-5 1,6-4-1,5-8 1,6-2-183,4-4 1,-4-6 0,0-9 0,0-4-235,-2-3 1,6-1 0,-5-6 0,-1 2-37,-4 4 1,-4-2-1,-1 6 1,-1 0-1142,1 0 1368,-9 1 0,-3 19 1,-12 8 345,-5 13 1,1 13 0,0 0-1,3 4 287,3 2 1,2 0-1,2 0 1,0-2-158,0-4 0,8-2 1,3-7-1,7-1-413,5-4 0,-2-9 0,8 0 0,3-6-819,0-6 1,5-3 0,2-11 995,2-3 0,0-4 0,-6-8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3.38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402 158 8317,'2'-16'174,"4"4"0,-4-3 0,3 3 463,-3-3 0,-2-3-536,0 1 0,-7-1 0,-5 3 30,-4 3 0,-7 4 1,-2 8-1,0 0 191,-1 0 0,-5 2 1,4 4-1,-2 6-28,0 3 0,2 9 0,-4 1 0,4 2-8,1 4 1,3 4 0,8 4 0,3 2-86,6-3 1,4-3 0,2-6 0,2-3-142,4-1 1,6-12-1,11 3 1,6-6-441,4-6 0,-4-4 1,0-6-1,2-6-114,2-3 0,0-5 0,-2-1 1,-4-4 183,-1-3 1,-3 5 0,-6-4 0,-1 2 209,-4 3 0,-3 5 0,-5 3 303,2 3 0,-2 1-85,-10-2 1,-4 12 0,-5 12 62,3 4 0,4 1 0,8 2 0,0 3 24,0 1 0,0 0 0,2-5 0,4-3-218,6-3 1,5 4-1,5-7 1,3 1-510,2-4 0,2-4 0,6-2 522,0 0 0,8-8 0,1-2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4.05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106 80 8317,'9'-18'0,"-1"3"578,0 3 0,-6-3 1782,4 3-1915,-4 4 0,-2 8 0,-2 14 0,-2 7 68,-2 8 1,-8 12 0,5 6 0,-3 3-258,0 3 0,3 1 0,-5 2 0,3 2-391,-3-1 0,6 3 1,0-2-1,3-4-169,-1-5 1,0-6 0,6-10 0,0-4-1822,0-6 1114,0-4 1,0-17 0,2-8 0,2-7 241,2-5 0,5 1 1,-3 0 768,2-1 0,-6-7 0,3-2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4.27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49 8317,'0'-17'1779,"0"-1"1,-2 8 0,-2 6-1379,-1 8 1,-1 6-1,6 9 1,0 5-383,0 5 1,-2 4 0,-2 2 0,-2 0-323,2 0 1,2 0-1,2-2 1,0-2-433,0-2 0,6-14 1,2 1-1,2-7-149,3-5 1,1-6 0,-1-7 0,-1-11-628,2-5 1511,-7-12 0,9-7 0,-6-9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4.4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35 9615,'0'-18'2889,"0"9"1,2 1-4041,4 8 1,-2 0 1150,7 0 0,1 8 0,6 1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4.7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106 96 8156,'11'-18'0,"-1"1"594,-2-1 0,-1 3 0,-3 1 659,2 2 1,0 10-980,-6 2 1,0 16 0,-2 15 0,-2 8 4,-2 7 1,-7 7-1,1 5 1,-3 6-58,-3 4 1,1 2-1,-1 0 1,3-2-208,3-4 1,2-4 0,6-10 0,-1-3-375,1-6 0,2-12 0,4-6-399,4-4 1,-3-9-1,7-6-4,-2-8 1,-2-6-1,-6-7 1,0-1 761,0 1 0,-8-8 0,-2-2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4.85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71 8543,'17'9'1562,"1"-3"1,-7-4 0,1-2 0,1 0-1065,3 0 1,9 0-1,4 0 1,6 0-740,6 0 1,-2-6 0,5-1 0,-1-1-1320,-4 0 1,-2-4 0,-2 5 1559,0-3 0,0-2 0,0-5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5.3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278 80 8156,'0'-17'547,"0"5"1,0 0 981,0-1 0,0 3-846,0-2-876,0 8 0,-8 4 1,-1 12-1,-3 6 104,0 5 1,3-4 0,-3 6-1,6-1 255,4-1 0,2 2 1,0-3 82,0 1 0,6 0 0,2-7 0,4-5-110,7-5 1,0-4 0,9-2 0,-1-2-328,0-4 1,-4-1-1,4-7 1,0 0-118,1-5 0,-7 2 0,2-7-487,-3 5 1,-5 1 506,-3 1 595,-4 7 1,-8 4-1,0 12 1,0 6 74,0 3 0,0 11 1,0 3-1,0 4 210,0 2 1,0 7 0,0 5 0,0 5-82,0 7 0,0 3 0,0 7 0,-2 3-98,-4 4 1,-6-4-1,-11 3 1,-6-5-451,-4-6 0,-2-5 0,-2-11 0,-4-5-389,-5-6 0,1-8 1,-1-18-1,-1-7-360,2-8 1,5-7 0,10-15 0,9-7-100,8-5 0,7-17 1,13 3-1,13-2-448,13-1 1,11-3 1329,15 0 0,11-8 0,-31 35 0,1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6.09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18 140 8055,'10'-18'-5,"-4"1"1154,-4-1-177,5 1 0,-5 3 0,4 9-667,-4 10 0,-2 11 0,-2 7 0,-2 6 114,-1 4 1,-3 8-1,4 0 1,-2 0-50,2 1 0,-4-11 0,3 2 1,1-6-178,2-5 1,2-3-1,0-1 170,0-1 1,0-9-1,0-8-545,0-10 1,0-7 0,0-5 0,2-3-75,4-2 1,-4-2 0,5-6 0,-1 2-221,0 4 0,7-4 0,-1 6 1,4-2-120,1-1 1,1 3 0,1-2-1,4 6 47,6 4 0,10 1 0,4 3 0,2 3 152,3 6 0,-3 4 1,-1 4-1,-1 4-245,-4 6 1,-4 1 0,-6 1 640,-6-3 0,-3 1 0,-3 5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6.4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1 228 8055,'17'17'552,"1"0"1,-1-7 0,1-2 312,-1 0 0,1-6 0,-1 3 0,3-5-457,3-5 0,4 1 0,6-8 0,-2 0-290,-2 3 0,0-7 1,6 5-1,0-7-40,0-5 1,-2 3-1,-4-3 1,-6 4-351,-3 1 1,-8 1-1,-3-1 1,-1 1-271,-4-1 0,-4 7 0,-6 1 0,-8 2 21,-7 4 1,-6 3 0,-8 2-1,-2 7 255,-4 10 1,5-1 0,-5 8 0,6 1 333,6 3 0,4-2 1,7 2-1,3 2 352,3 2 0,4-4 1,8 0-1,4 0-91,8-2 1,7 1 0,18-9 0,4 0-289,5-3 0,5-10 0,1 0 0,0-4-615,1-2 1,-8-8 0,-5-4 0,-5-3-1131,-6-3 0,2-5 1704,-7 0 0,-1-8 0,-6 3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7.00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350 585 8163,'2'-16'162,"2"3"0,2 1 480,-2-2 1,-1 5 0,1-3 0,2-2-215,-2-1 1,-2 3 0,0 2-1,2 1-193,2-1 1,-1 4-1,-7-3-323,-3 1 1,-7 2 0,-9 6 0,-5 0 57,-1 0 1,-2 2 0,-6 4 0,0 3 7,0 1 0,2 11 0,2-3 1,4 3 123,2 5 1,2-5-1,7 8 1,5 2-6,5 2 1,4-4 0,4-2-1,4-1-188,5-5 0,12-4 1,8-5-1,6-6-265,4-4 0,6-2 0,-5-4 1,1-6 6,0-7 0,-2-7 1,-9 1-1,0-6 36,-3-4 1,-2-4 0,2-2 0,-6-3 173,-3-3 0,-3 4 0,1-5 0,-3-3 176,-3-1 1,3 5 0,-5 4 0,2 3 167,-1-3 0,-1 12 0,4 0 0,-5 7-72,-1 5 1,-2 5 385,-6 0 0,0 11 0,-2 1-345,-4 9 1,-4 7 0,-7 3-1,-1 3 71,1 1 1,-1 10-1,1 0 1,0 8 45,-1 3 0,6 5 1,1 7-1,-3 4-12,-1 2 1,5-6 0,4 3-1,4-7-630,2-5 0,0-5 1,2-9-1,2-4-133,2-5 1,7-13 0,-1-5-1,4-4-635,1-2 1,-5-8 0,-3-3 0,-1-7 1118,-4-5 0,6-4 0,-1-8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7.3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35 105 8163,'6'-11'0,"2"-1"801,2-2 1,-6 5 920,1-3-1505,-3 8 0,-2-2 1,-2 10 85,-3 2 0,1 8 0,-8-1 0,0 7-43,3 3 1,-1 2 0,6-4-1,-2 3-33,2-3 1,3 0 0,2 1-1,3 1-184,2-2 0,10-1 0,-1-5 1,8-1-330,5-2 1,1-9 0,6 3 0,-2-4-81,-4-2 0,4-10 1,-6-5-1,0-8-76,-4-4 0,-3-1 1,-5-3-1,-1 2 330,-2-2 1,-9 4 0,3-2-1,-4 0-2,-2 2 0,-2 3 0,-2 11 0,-3 3-530,-3 2 1,4 2-162,-6 6 1,9 8 0,-3 4 804,4 3 0,10 11 0,1 1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7.90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367 158 8163,'0'-12'1810,"0"1"0,0-1-1085,0-5 1,-5-1 0,-1 1-646,2-1 1,-4 7 0,0 1 0,-1 0-215,-5 1 0,-2 5 0,-3-2 0,-4 4 65,-6 2 0,2 0 0,-3 2 1,1 6 117,2 9 0,-4 2 1,8 11-1,1 1 191,3 2 1,9-4 0,5 0 0,3 0-276,2-2 1,13 4-1,7-8 1,5-1-240,6-3 0,8-9 1,1-4-1,1-4-729,2-2 0,-6-2 0,3-4 1,-5-6-437,-6-3 0,-1-11 1439,-5-3 0,-4-4 0,7-2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8.1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141 156 8163,'11'-28'162,"1"5"0,-6-2 1,3 2-1,-1 1 795,-4 3-620,6 9 1,-8 4 0,3 12 58,-3 6 1,-9 5 0,-3 7 0,-2 5 74,1 4 1,-1 9 0,-5 5 0,-1 3 141,1 3 0,-1 7 0,1 2 0,-1 0-277,1-4 1,7 2-1,4-1 1,4-3-503,2-2 0,0-9 0,2-6 0,2-8-473,2-8 1,8-11 0,-3-7-1,3-5-576,-3-5 0,-3-11 0,-8-9 0,0-2-557,0-4 1,-10-2 1771,-7-2 0,-8-8 0,-10-2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8.3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1 106 10069,'19'0'2217,"4"-2"0,7-2-2167,3-2 0,9-6 0,5 5 1,5-1-826,6 0 0,-1-3 1,5 3-1,-2 0-3191,-4 0 3966,-9-5 0,3 11 0,-5-6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8.59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18 8671,'8'-9'1136,"-6"1"0,4 10 1,-10 4-1,-4 7-730,-2 8 1,-1 3 0,-7 9 0,1 4-448,-1-1 0,7 1 0,1-4 1,2-2-424,4-2 1,2-7-1,2 1-1227,0-3 0,2-13 804,4-7 0,-4-7 0,4-13 887,-4-3 0,5-4 0,3-8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8.74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71 8617,'0'-28'2817,"0"9"-2746,0 7-71,0 9 0,8-5 0,2 8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9.15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350 123 8774,'11'-6'849,"1"0"0,-8-7-500,2 1 0,-6 2 0,-6 1-111,-6 1 0,-5 2 0,-5 6 0,-3 0 85,-2 0 0,0 2 1,-4 4-1,4 6-19,1 3 1,-3 3-1,4 1 1,0 2 26,0 3 1,3 7-1,9-2 1,3 4-210,2 2 1,2 0-1,10-2 1,6-2-147,7-2 1,14-10-1,2 1 1,8-9-819,4-3 0,-6-2 0,3-8 1,-1-4 25,0-6 0,0-11 0,-8-6 1,-4-4 431,-6-2 1,-6-2-1,-5-2 1,-6-1 360,-4 1 0,-10 2 0,-6 2 0,-7 2 243,-8 4 1,-4 0-1,-2 11 1,0 9 333,0 5 0,2 6 0,2 5 0,4 9-495,2 5 0,3 16 0,11-2 0,5 2-323,4 0 1,4 4 0,4-1-1,7-1-569,9-2 1,-1-8 0,10-2 832,6-1 0,-2-11 0,8-7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39.52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26 8422,'0'-17'4054,"0"9"-3715,0 8 0,-2 8 1,-2 11-1,-4 4-66,-2 6 0,7 4 0,-5 2 0,2 0 38,0 0 1,0-6 0,6 0 0,2 1-152,4-3 0,-2-4 1,8-9-1,1-5-484,3-1 1,1-2 0,3-8 0,1-4 9,2-6 0,1-5 0,-5-4 0,2-5-237,3-1 0,1 4 0,-4-4 1,2 2 130,-1 3 1,-5 3-1,-3 3 1,-5 3 588,-1 1 77,-2 8 0,-8 4 0,-2 12 0,-4 5 235,-1 7 0,5-3 1,-2 6-1,4 0-59,2 0 0,4-3 0,8 3 1,13-2-1079,12-4 0,9-7 1,14-4 655,10-3 0,8-1 0,9-6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40.52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123 60 8018,'9'-8'338,"-1"5"1,-8-9 1059,0-2 0,0 5-300,0-3 0,-2 10-696,-4 2 0,-1 16 1,-7 13-1,3 6-139,-3 5 0,-2 11 1,-1 11-1,1 4-28,5 6 1,-3 11 0,8 3 0,2 5-46,3 0 1,10 0 0,7-9 0,7-16-481,4-14 0,2-19 0,6-16 0,2-9-95,4-6 1,-4-12-1,3-7 1,-3-10 56,-2-6 0,0-8 0,-4-2 1,-6 1-141,-7-1 0,-6-4 1,-1 5-1,-5-1-140,-4 0 1,-2-3 0,0 5 0,-2 2 95,-4 2 1,-2-1-1,-5 3 1,1 7-892,-1 7 1403,5 11 0,0 12 0,8 16 0,8 7 0,2 10 0</inkml:trace>
  <inkml:trace contextRef="#ctx0" brushRef="#br0" timeOffset="669">944 287 8263,'0'-17'1765,"0"-1"1,0 7-1579,0-1 1,0 16 0,0 4 0,-2 11 127,-4 10 0,2 6 1,-6 6-1,1 7 86,-1 9 1,6-1 0,-4 6 0,2-2-199,1-4 1,-1-1 0,6-5 0,0-3-79,0-6 1,2-12-267,4-6 1,3-13 0,9-12 0,-3-14-120,-3-11 1,3-6 0,-5-4-1,2-2-72,-1-1 0,-7-3 0,2 4 1,-4-4 66,-2-1 0,0 5 1,0-2-1,0 4 26,0 2 1,0 6 0,0 0 0,0 0-12,0 2 1,0 8 332,0 7 0,0 10 112,0 2 1,0 10 0,0 11-1,0 4 106,0 2 1,2 3 0,2 4-1,4 1 35,1 0 1,-3-6-1,6-1 1,1-1-197,3 0 0,1-6 1,3 3-1,1-7-154,2-5 1,8-5 0,-1-7 0,2 0-61,3 0 0,0-7 0,0-5 0,0-5-73,0-7 1,-6-1 0,-2-6 0,-1 2 104,-5-2 0,-2 0 0,-1 0 0,-1 2-60,1-2 1,-9 5 0,-3 3-1032,-4 4 887,-2 1 0,0 18 1,0 12-1,0 13 380,0 8 0,0 4 0,0 2 0,0 3 31,0 3 0,6 2 0,2 5 0,2-2 616,3-3 0,3 2 1,1-11-1,1-3-915,-1-4 1,6-9-1,1-1-1547,-3-7 1,-2-7-1,-3-9 1681,-4-3 0,3-13 0,-5-9 0</inkml:trace>
  <inkml:trace contextRef="#ctx0" brushRef="#br0" timeOffset="1002">2585 392 8203,'10'-27'683,"-2"2"1,-16 15-1,-4 6 1,-3 8-364,-3 8 0,1 11 0,-3 8 0,-1 6 126,-2 4 0,0 7 0,5-1 0,1 3-245,-1 2 1,6 1 0,3-3 0,1-3-387,4-6 0,2-6 1,2-6-457,0-6 1,2-11 0,4-9-220,6-6 1,-3-7-1,1-10 1,-2-1-404,-4-2 0,-2-8 1263,-2 2 0,0-4 0,0-2 0</inkml:trace>
  <inkml:trace contextRef="#ctx0" brushRef="#br0" timeOffset="1235">2620 305 8039,'0'-12'2938,"0"0"-2249,0 9 1,0 16 0,2 16-326,4 6 0,-2 10 0,7 1 1,3 7-254,2 5 0,1-4 0,0 6 0,1-3-289,-1-5 1,7 2 0,-1-13 0,-2-2-1838,-1-2 869,-3-10 0,-7-11 0,-6-16 1146,-8-10 0,-14-13 0,-9-5 0</inkml:trace>
  <inkml:trace contextRef="#ctx0" brushRef="#br0" timeOffset="1419">2306 654 8039,'-8'10'631,"6"-1"2154,-4-3-1648,4-4 1,6 12-881,8-8 1,7-1 0,18-5 0,2-2-489,2-3 0,7 1 0,-1-8 1,5-1-484,6-3 0,-3-1 1,5-1-1,-2 1 714,0-1 0,1-7 0,-7-2 0</inkml:trace>
  <inkml:trace contextRef="#ctx0" brushRef="#br0" timeOffset="1719">3441 322 8807,'0'-10'2093,"-2"18"1,-2 16-1553,-2 7 0,1 5 0,5 5 0,0 6-177,0 3 1,0 3 0,0-1 0,0 0-425,0 1 1,5-9 0,3-5-1,0-6-375,0-4 1,3-13-1,-3-1-676,2-5 0,-6-6 0,1-10 42,-3-6 1,-4-5-1,-3-6 1,-7-6 1068,-4-4 0,-9-10 0,-2-2 0</inkml:trace>
  <inkml:trace contextRef="#ctx0" brushRef="#br0" timeOffset="1952">3231 375 8964,'10'-8'1320,"0"6"1,-6-6-660,2 0 1,7 4 0,1-5-185,7 1 0,0-6 1,10 3-1,6-3-150,8 3 1,5-5 0,3 6 0,-1 1-219,1 3 1,-1 4 0,-2 4-1,-5 4-131,-10 5 0,-10 11 1,-13 3-1,-6 2-213,-4 4 0,-10 0 0,-6 0 1,-7-2-141,-8 2 0,-6-4 0,-4 1 0,-2-3-71,3-4 1,1-1 0,2-5 0,2-1 60,4-3 0,3-5 385,9 6 0,-1-8 0,1 3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44.28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 66 8024,'0'-10'703,"0"-5"0,0 5-71,0-7 0,-2 7 0,-2 6-200,-2 8 0,0 13 0,4 13 0,-2 4-329,-1 7 0,-1-2 1,6 8-1,0 1-568,0 3 1,0-1 0,0-1 0,2-5-374,4-1 1,-3 3 0,9-7 0,2-6 837,1-8 0,3 3 0,-1-1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45.1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0 8204,'0'10'1804,"0"-2"-1598,0-8 1,0 7 0,0 5-144,0 3 1,0 5 0,0 1-1,0 4-362,0 3 1,0 3-1,0 9 1,0 7-425,0 3 1,0-3-1,0 0 1,-2-1 722,-4-1 0,4 5 0,-6-5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45.47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0 9592,'10'8'1075,"-4"4"1,-5 3-737,-1 3 1,0 7 0,0 4 0,0 6-431,0 6 1,0 5 0,0 11-1,0 3-476,0 2 0,2-4 1,2 4-1,2-2-1207,-2-3 1774,6-3 0,-8-2 0,5 1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46.1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53 0 7705,'-2'18'1048,"-2"1"1,-3 4-846,-3 6 0,6 4 1,-2 4-1,4 2-415,2 2 1,0 7 0,0-1-1,0 3-121,0 3 1,0-7 0,0-1-1,0 0-390,0-1 723,0-5 0,-8 12 0,-1-7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46.52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46 7784,'0'-18'420,"0"6"1548,0 1-1479,0 7 1,0 10 0,0 13-421,0 6 0,-2 6 0,-2 8 0,-2 4-191,3 2 1,1-5-1,2 7 1,0 1-334,0 3 0,0-5 0,0 1 1,0 1-64,0 3 1,0-1-1,0-1 1,0-3-994,0 3 1511,0 1 0,0 11 0,0 1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46.93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33 7664,'0'-12'2471,"0"1"-2000,0 7 1,0-2-434,0 12 0,-2 4 0,-2 7 0,-2 2-51,2 5 1,2-3 0,2 8-1,0 2-409,0 2 0,0 8 0,0 0 0,0 0-102,0 1 1,0 3 0,2 7 0,2 1 186,2-1 1,0 2 0,-6 1 0,0-1 336,0-4 0,0-3 0,0 0 0,-8 3 0,-2-5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47.870"/>
    </inkml:context>
    <inkml:brush xml:id="br0">
      <inkml:brushProperty name="width" value="0.22857" units="cm"/>
      <inkml:brushProperty name="height" value="0.22857" units="cm"/>
    </inkml:brush>
  </inkml:definitions>
  <inkml:trace contextRef="#ctx0" brushRef="#br0">53 0 13736,'0'12'-2095,"0"0"2704,0 1 1,0 3-1,0 3 1,-2 2-226,-4 3 1,4 9 0,-6 0 0,3 7-860,-1 5 1,-2 2-1,4 5 1,-2-1-2369,2-5 2801,2 5 1,2-15 0,0 7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50.09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350 16 8339,'10'-2'1870,"-4"-4"-1264,-4 4 1,-4-3-445,-4 10 0,2 1 1,-8 10-1,-1 5-16,-3 4 0,1 4 0,1 8 0,2 4-13,-1 6 0,-1 11 0,3 6 0,5 4-150,4 2 1,2 0-1,0-3 1,2-3-29,4-5 1,5-19 0,13-7 0,5-5-60,4-7 0,2-9 1,0-7-1,-1-3-377,1-2 0,6-2 1,0-3-1,-2-7-987,-2-4 0,-10-1 1468,-4 0 0,4-9 0,0-1 0</inkml:trace>
  <inkml:trace contextRef="#ctx0" brushRef="#br0" timeOffset="233">1 470 8018,'8'10'-156,"3"-4"0,-1-4 0,2-2 0,3 0 902,6 0 0,1-2 1,7-2-1,4-4-660,6-2 1,0 1 0,5-5 0,-1 2-1148,-4-1 1061,-2 5 0,5-7 0,3 5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6:51.2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1 367 12691,'11'0'1390,"1"0"-1554,2 0 1,1 0 0,4 0 0,3 0-1939,1 0 1,14-2 2101,-2-4 0,19-11 0,1-10 0</inkml:trace>
  <inkml:trace contextRef="#ctx0" brushRef="#br0" timeOffset="517">1310 53 8339,'-11'0'1220,"-1"0"0,6-6-181,-5 0 0,7-2-699,-2 3 0,-2 1 0,0-6-383,-1 2 0,3 2 0,-6 6 0,-1 0-32,-3 0 1,-1 0 0,-3 0-1,-3 0 0,-6 0 1,-4 8 0,0 4 0,2 3 112,2 3 0,0-1 0,-4 1 0,6-1 30,9 1 1,3-5 0,9 3 0,2 3-22,2 1 0,4-1 1,6 0-1,9 3-80,10 1 0,12 2 0,4-3 1,-1 3-123,1 2 1,-2-6 0,-6 5 0,0-3 90,0 0 0,-8 2 1,-6-3 46,-7 1 0,-6 0 0,-10-5 0,-4-1 14,-6 1 0,-11-9 1,-6-1-1,-6-2-116,-6 0 1,4 0 0,-4-6-1,5 0-36,1 0 1,0 0-1,0 0 1,2 0-654,4 0 1,9-6-2049,9 0 2856,7 0 0,4 6 0,9 0 0</inkml:trace>
  <inkml:trace contextRef="#ctx0" brushRef="#br0" timeOffset="1183">1590 228 8339,'0'-12'50,"2"0"1271,4-1 795,-4-3-1700,5 6 1,-9 10 0,-3 14 0,-5 7 79,0 8 1,-5 4 0,5 2 0,-2 2 30,1 4 0,5 4 0,-4 5 0,2-1-256,5-3 1,1-7 0,2 2-1,0-4 34,0-2 0,0-8-451,0-4 0,7-11 0,3-10-202,0-12 1,3-4 0,-7-15 0,-2-2-104,-2-2 0,-2-2 0,0 0 0,0 0-185,0 0 0,-6-5 0,0-1 1,1 2 218,-3 2 1,6 2-1,-4 2 1,4 2 154,2 2 1,0 8-1,2-2 734,4 3-187,-4 10 0,7 3 0,-5 9 0,2 3 117,-2 7 0,0 4 0,0 3 1,4 2-3,1 3 1,3 7 0,5 0-1,3 6-180,3 3 0,-2 1 0,8-6 0,3 2-208,1 4 0,1-10 0,1 2 0,0-4-99,0-2 1,2-12-1,0 1 1,0-6 25,-4-6 1,-10-4 0,0-6 0,-3-6-90,-3-3 1,-1-9-1,-3-1 1,-3-2 32,-2-4 0,5-4 0,-3-4 0,2-2-91,-1 3 1,-5-1 0,6 0 0,0-4 58,-3-1 0,5 11 0,-8-2 0,-2 4-114,-3 3 1,-1-3 0,0 8-639,0 2 0,-1 9 172,-5 6 0,-4 12 1,-6 6-1,5 3-1012,5 3 1741,4 7 0,-6-6 0,-1 7 0</inkml:trace>
  <inkml:trace contextRef="#ctx0" brushRef="#br0" timeOffset="1516">2673 175 10632,'0'-8'925,"0"8"1,-6 8-1,-2 12 1,0 3-631,1 6 1,-5 4 0,6 4 0,2 2-60,2 1 1,2 9 0,2-5 0,4 1-159,6-4 1,11-4-1,6-4 1,6-2-297,6-2 0,-2-16 0,7-1 0,3-8-256,1-4 0,2-2 0,-1-4 0,-3-7-549,-1-9 0,-10 1 1,0-6-1,-8 0 1023,-4-1 0,-2-1 0,-5-6 0</inkml:trace>
  <inkml:trace contextRef="#ctx0" brushRef="#br0" timeOffset="1750">2620 175 12784,'20'0'0,"3"0"181,6 0 1,12-6-1,7-1 1,7-1-466,3 0 0,8 0 0,-4 2 0,0-3-1349,-4-1 1,-5-4 1632,-7 9 0,-3-9 0,-8 4 0</inkml:trace>
  <inkml:trace contextRef="#ctx0" brushRef="#br0" timeOffset="1967">2690 367 9233,'-10'0'708,"3"0"1,20 0-1,7 0 1,7-2-2445,10-4 0,5 3 1736,11-9 0,7 0 0,2-5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7:12.654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664 410 8191,'10'-18'2203,"-4"1"-1585,4 7 1,-8 4 0,3 12-195,-3 6 0,-7 11 0,-3 8 0,0 8-127,0 8 0,1 5 1,3 6-1,-4 6-74,-2 4 1,6 2 0,-2-2-1,5-4-102,1-6 0,0-5 0,0-9 0,0-9-593,0-10 422,0-13 1,0-12 0,0-14 0,0-7-84,0-8 0,5-4 0,3-2 0,0 0-143,0 0 1,-3-2 0,-5-1 0,2-5-119,4-2 1,-4 4-1,6-3 1,-2-1 15,0 1 0,7 3 0,-1-4 0,3 4 85,3 8 1,-1 0 0,3 10 0,1 2 206,2 1 0,6 9 0,-5 1 0,-3 4 341,-2 8 1,-1 0-1,-3 10 1,-1 3-31,-2 7 0,-8-3 0,1 6 0,-3-1 9,-2-1 0,-2 6 0,-3-4 0,-7 0-128,-4 1 0,-1-3 1,-1-6-1,1 1-150,-1-1 1,-1 1-1,-2-3 1,-4-3-616,-3-6 0,7-4 0,-2-2-567,3 0 0,3-8 0,1-4 1226,5-3 0,3-10 0,8-3 0</inkml:trace>
  <inkml:trace contextRef="#ctx0" brushRef="#br0" timeOffset="917">1223 445 8287,'-6'-12'1286,"1"1"1,-1 9-757,6 2 0,-6 7 0,0 13 0,2 3-136,2 6 1,0 6-1,-1 4 1,-3 4-93,2 1 1,0 3 0,0 5 0,-2-1-131,2-5 1,2-5-1,1-10 1,-3-4 250,-2-2 1,0-7-632,6-6 1,0-11-911,0-1 1,0-1 308,0-11 1119,0 8 0,0-6 180,0 4 0,0-3-261,0-9 0,0 7 0,0-1-116,0-2 0,0 5-13,0-3 0,0 6-635,0-5-172,0 7 879,0-4-201,0 8 0,0 2 162,0 4 181,0-4 0,0 7 517,0-3-546,-8-4 14,6 6-138,-5 0-553,7-6 1,0 3 232,0-10 1,0-5-1,0-8 110,0 1 1,0 0-1,0-1 49,0 1 1,0-1 0,0 1-1,0-1-35,0 1 0,0-1 1,0 1-1,1-1-94,5 1 0,-4-1 0,4 1-19,-4-1 1,-2 1-1,0 0 1,0-1 94,0 1 1,2 5 0,2 0 0,2-1 55,-2-3 1,-3 5 0,1-1 70,4-2 1,-4-1 0,6-1-75,0 5 1,-4-3 0,7 6-90,3-1 1,-5 3 0,3-4 0,2 2-68,1 4 1,3 3 0,-1 1 176,1 0 1,-1 5-1,1 3 1,-3 4 99,-3 7 1,1-1-1,-7 7 1,-2 0 121,-2 4 0,-2-2 0,0 1 0,-2-1-246,-4 0 0,-2-6 0,-5 2 0,1-3-270,-1-3 1,-5-1 0,-3-4-1,-2-5-605,1 1 1,3-6 0,1 4-2239,1-4 649,-1-2 2467,9 0 0,1-8 0,8-2 0</inkml:trace>
  <inkml:trace contextRef="#ctx0" brushRef="#br0" timeOffset="1534">1625 462 9185,'10'-7'3115,"-3"5"-2636,-7-6 1,0 10 0,0 4-116,0 5 0,0 5 0,0 1 0,0 1-74,0-1 1,0 1 0,0-1-135,0 1 0,0-1 0,0 0-479,0 1-691,0-8 619,0-3 1,0-20-1,0-5 141,0-1 1,6 0 0,0 1 0,0 1-51,2-1 0,-6 1 1,5-1-1,1 1 45,4-1 1,-3 1-1,3 1 1,2 3-14,1 1 1,3 6-1,-1-3 1,1 1-314,-1 4 1,1 2 0,-1 2 0,2 0-516,5 0 1100,-5 0 0,14 8 0,-6 1 0</inkml:trace>
  <inkml:trace contextRef="#ctx0" brushRef="#br0" timeOffset="1964">2271 497 8522,'0'-11'1251,"0"-1"1,0 0-703,0-5 0,0-1-107,0 1 0,0 5-421,0 1 0,-6 5 0,-1-4 0,-3 2 42,-4 4 1,-3 4 0,-5 4 0,-3 4 15,-2 2 1,4 3 0,-4 9-1,1 1 14,5-2 1,2 5 0,3-1 0,5 0-27,5 0 0,4-1 0,2-7 1,0 0-86,0 1 0,13-8 0,7-5 1,5-3-64,6-2 1,2 0 0,0-2-1,-2-3-134,-2-7 1,-8-4 0,3-1-1,-5-2 57,-1-5 0,-3 5 0,-3-4 1,-6 1-90,-4-1 1,-2 4-1,-2-3 1,-4 7-129,-6 3 1,-5 8 0,-5-2 0,-3 4-127,-2 2 1,6 2-1,-3 4 1,5 6 90,1 3 1,7 5-1,1 1 1,2 2 409,4-1 0,3-1 0,1 0 0,1 3 0,5-3 0,12-2 0,9-1 0</inkml:trace>
  <inkml:trace contextRef="#ctx0" brushRef="#br0" timeOffset="2197">2428 427 8505,'12'-15'805,"-2"1"-47,-3 3 1,-1 5 221,-6-6 1,0 10-657,0 2 1,0 8 0,0 9 0,0 1 15,0-1 0,6 3 0,2 1 1,0 4-194,-1 3 1,7-7 0,-2 4-1,3-2-513,3 1 0,-7-1 0,1-8 0,0-1-637,-3-2 1,5-6 0,-6 3-2234,1-1 3236,-5-2 0,12-14 0,-7-2 0</inkml:trace>
  <inkml:trace contextRef="#ctx0" brushRef="#br0" timeOffset="2398">2673 427 8348,'-10'-7'1865,"4"-5"1,-3 4-1535,-3 2 0,-4 12 0,-1 8 0,0 7-337,-1 8 1,-5 4 0,-1 2 0,3 0-597,2 0 0,-3 0 0,3 0 0,3-2-717,1-4 0,7-4 1319,2-7 0,-3-1 0,-1 1 0</inkml:trace>
  <inkml:trace contextRef="#ctx0" brushRef="#br0" timeOffset="2681">3022 375 8386,'12'-17'991,"-1"-1"0,-9 8-677,-2 5 1,-2 12 0,-9 9 0,-3 7 11,-1 4 0,3 2 0,2 4 0,1-2-190,-1-1 0,4-7 0,-4 4 0,3-2-486,3-3 1,2-3-1661,2-2 808,0-7 0,0-10 1,0-13 1201,0-9 0,8-5 0,1-8 0</inkml:trace>
  <inkml:trace contextRef="#ctx0" brushRef="#br0" timeOffset="2831">2987 165 8386,'0'-17'2191,"0"-1"-481,0 1 1,0 5-545,0 1-3309,0 7 2143,0-4 0,8 8 0,2 0 0</inkml:trace>
  <inkml:trace contextRef="#ctx0" brushRef="#br0" timeOffset="3831">3354 532 7984,'0'-11'-1768,"2"1"1768,4 2 0,-4 0 0,5 4 0,1-1 0,-4-9 86,8 2 1,-8 3 862,1-3 0,-3 6 287,-2-5 1,0 5-744,0-6 1,0 10-78,0 2 1,0 8 0,0 9 0,-2 1-106,-3-1 0,3 7 0,-6-1 0,2-2-266,0-1 1,0-3 0,6 1 0,-2-1-244,-3 0-1,3 1 279,-4-1-48,4-7 0,4-4-265,4-12 1,-2-4-1,7-7 1,3-2-28,1-5 0,3 5 0,-1-6 0,1 1 93,-1 1 0,1 0 1,-1 5-1,1 1 126,-1-1 1,1 3 0,-1 3 151,0 6 1,-5 6-1,-2 6 1,-2 6 272,-5 3 0,1 5 0,0 1 0,2 4-133,-2 3 0,-2-7 0,-2 2 0,0-3-77,0-3 1,0-5 0,-2-3 322,-4-1-498,4-2 0,2-8 0,12-6 0,3-7-120,3-7 0,5-3 0,0 4 0,1-4-82,1-3 0,-4 1 1,6-2-1,-1 6-101,-5 3 1,-2 3-1,-1 0 91,-1-1 0,1 8 1,-3 6 321,-3 8 0,-4 6 0,-8 8 0,0-1 101,0 0 0,0 7 1,0 1-1,-2 0 99,-4 0 1,2 5-1,-6-7 1,3-2-238,3-1 0,2-9 1,0 1-705,-4 1 0,6-5-11,0-2 0,2-6 0,10-4 0,1-4-2712,3-1 3355,1-3 0,1-5 0,-1-1 0</inkml:trace>
  <inkml:trace contextRef="#ctx0" brushRef="#br0" timeOffset="4314">4472 497 8368,'9'-17'332,"-3"-1"1,-4 1 0,-2-1 608,0 1 632,0 7-1455,0-5 0,-8 13 0,-3-4-48,-5 4 0,5 4 0,-1 2 0,-4 4-27,-5 1 0,2 3 1,-7 5-1,3 1 25,0-1 0,0 3 1,5 1-1,1 2 1,-1-1 0,3-3 1,1-1-1,4-1-3,3 0 1,3-1 0,10-4-32,5-7 0,7-3 1,5-2-1,4-3-43,0-9 0,6 0 1,-6-11-1,3 4-85,-1 1 0,-8-1 0,2-1 0,-3 1 132,-3 3 1,-5 3 113,-1-5-195,-7 1 0,-4 15 0,-9 8 1,-3 9 90,0 9 1,8-5 0,-3 6 0,1-2-6,0 1 1,0 1 0,6-4-1,2 3-132,4-3 0,4-7 0,7-5 0,1 1-495,-1 0 0,2-6 1,3 1-1,1-5-25,-2-5 1,5-3-1,-3-6 1,-2 3 607,-1-3 0,-3-9 0,1-5 0</inkml:trace>
  <inkml:trace contextRef="#ctx0" brushRef="#br0" timeOffset="4597">5013 113 8456,'0'-17'372,"0"-1"1,0 1-1,0-1 1071,0 1 0,0 5-713,0 0 0,-2 10 0,-2 4-648,-2 14 0,-5 3 1,3 12-1,0 4 82,0 4 1,-5 10 0,3-3 0,-1 5-19,-1 1 1,2 0 0,-1 1 0,3-3-253,0-3 0,6-6 1,-4-12-1,4-4-658,2 0 1,2-13 128,4-1 1,-2-7 0,6-6-345,-3-3 1,-1-5 0,-6-8 79,0 1 0,-2-1 0,-3 3 899,-7 3 0,-4-3 0,-1 5 0</inkml:trace>
  <inkml:trace contextRef="#ctx0" brushRef="#br0" timeOffset="4764">4734 515 8418,'-12'-16'276,"2"3"522,3 1 0,1 0-165,6-5 0,0 5 0,2 3 0,3 1-58,7 4 1,6-4 0,3 2 0,4 2-258,2 2 0,-3-3 1,5-1-1,0 0-429,-2-2 1,6 6 0,-6-4 0,2 3-687,0-3 0,-1 2 1,3-6-1,-4 0-934,-2 1 0,6 3 0,-4-6 1731,0-1 0,6-3 0,-6-1 0</inkml:trace>
  <inkml:trace contextRef="#ctx0" brushRef="#br0" timeOffset="5030">5327 375 8418,'12'-8'291,"0"-3"0,-8 1 0,3 0 1347,1 2-1002,-6 3 1,4 7 0,-10 3-269,-2 7 1,-5 9 0,3 5 0,0-1-229,0 0 1,-3 6 0,3-4 0,0 0-223,0-3 1,2-5 0,6-1-1889,0-1 722,0 0 0,2-7 1,2-6-1290,2-8 2537,8-6 0,-12-15 0,5-2 0</inkml:trace>
  <inkml:trace contextRef="#ctx0" brushRef="#br0" timeOffset="5180">5432 148 8418,'10'-2'3751,"-4"-4"-4255,-4 4-3511,-2-13 4015,0 13 0,7-6 0,3 8 0</inkml:trace>
  <inkml:trace contextRef="#ctx0" brushRef="#br0" timeOffset="5614">5729 515 8408,'0'-18'417,"0"1"0,0-1-64,0 1 1,0 5 0,2 1 8,4-3 0,-4 4 0,4-1-148,-4-3 0,-4 6 0,-4 1-140,-6-1 1,-3 6 0,-3-2 0,1 6-35,-1 4 0,1 7 0,-3-1 0,-1 5 130,-2 7 1,-1-3 0,9 6 0,3 0 59,6 1 0,-1-5 0,1 4 0,4-2-97,6-3 1,0-3 0,9-2 0,5-1-47,3-4 0,8-5 0,-4-7 0,3 0-295,3 0 0,-4-7 0,0-5 0,-2-4-145,-3-1 0,-3-2 1,-4-3-1,-3-3-48,-6-2 0,-4 4 0,-2-5 0,0 3 56,0 4 1,-10 1 0,-5 3 0,-9 1 110,-3 5 0,4 3 1,-6 8-1,0 2-34,2 4 0,-1 5 0,7 11 0,-2 3 15,1 2 1,11-4 0,5 5 0,4-1 99,2 0 0,2-6 1,4 3-1,7-7 153,9-5 0,5 3 0,8-5 0</inkml:trace>
  <inkml:trace contextRef="#ctx0" brushRef="#br0" timeOffset="5947">5991 392 8278,'0'-11'527,"0"-1"1536,0-1-1166,0 5 0,0 2-579,0 12 1,0 4-1,-2 7 1,-2 2-185,-2 5 1,-5-3 0,5 6-1,2 0-119,2 1 1,2-7-1,0 2 1,0-3-30,0-3 1,0-5 0,2-3 0,4 1-91,6 0 1,-3-6 0,3 0 0,3-6-227,7-4 1,-3-8 0,4 3 0,-1-7-47,1-5 1,-4 3 0,5-3-1,-5 4 71,-1 1 0,-7 3 0,-1 1-82,-2 2 0,-2 11 402,-6 1 1,-8 7 0,-2 13-1,-2 1-220,1 2 0,7 1 0,-2-7 0,4 1-885,2-1 0,2-5 1090,4-1 0,11 1 0,11 5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7:08.18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1 873 16255,'10'-2'1798,"-3"-3"-1660,1-7 1,-4-4 0,6-3-1,-1-4-99,1-6 0,-4-12 0,6-6 0,-1-5-366,-1-6 1,5 3 0,-5-3 0,2 4-296,-1 1 0,-5 11 0,4 7 1,-2 10-976,-4 5 1157,-2 3 0,-2 9 1,0 8-1,0 12 344,0 9 1,0 4 0,0 6 0,0-2 262,0 2 0,1 2 1,3 2-1,2-2 79,-2-4 0,-2-3 0,0-9 0,2 1-31,2-1 0,7-1 0,-1-5 0,5-5-6,7-4 1,-3-10 0,8-3 0,2-7-177,2-5 0,-4 1 1,-2-7-1,1-2-130,-1-2 1,-6-2-1,2 2 1,-5 2 48,-7 2 0,5 6 0,-6-4 0,-1 2-310,-3 3 1,-4 3-325,-2 1 354,0 9 0,0 9 0,0 13 0,0 7 396,0 3 0,-6 10 0,0 0 0,1 8 20,-3 3 0,6-3 0,-4 4 0,4-3-36,2-3 0,0 4 1,0-2-1,0-5-302,0-4 0,6-7 0,2-8 0,0 1-863,-1-1 1,7-7 1112,-2-4 0,3-12 0,3-4 0</inkml:trace>
  <inkml:trace contextRef="#ctx0" brushRef="#br0" timeOffset="531">1066 594 8214,'0'-18'0,"0"1"153,0 0 1,6 5-1,0 0 665,-2-1 0,-2-3 604,-2-1-945,0 7 1,-2 2-432,-4 8 1,2 0 0,-8 0 0,-1 2-163,-3 4 1,-1-2 0,-1 8-1,1-1-13,-1-1 0,1 11 0,-1-3 1,1 1 60,0 0 0,1-1 0,2 1 1,5 3 115,1 1 0,-4 0 0,7-5 0,1-1 76,2 1 1,2-7 0,2-1 0,3-2-44,7-4 0,6-2 1,3-2-1,4-2-41,2-4 0,-5-4 0,1-7 0,-4-1-79,-1 1 1,-1-1-1,-1-1 1,-3-2 36,-1-3 0,-8 1 0,4 5 293,-1 1 0,-5 0-339,4-1 1,-4 10 10,-2 8 1,-6 8-1,-1 10 1,-1 1 101,0 4 1,-4-1 0,7 5 0,1 0-52,2 0 0,2-6 0,0 3 0,2-5-14,3-1 0,1-7 0,10-1 0,3-2-401,1-4 0,5-2 1,0-4-1,2-4-539,4-6 1,-4-3 0,1-3 0,-5 1 939,-8-1 0,3-7 0,-8-2 0</inkml:trace>
  <inkml:trace contextRef="#ctx0" brushRef="#br0" timeOffset="931">1433 559 8214,'0'-17'284,"0"-1"0,0 1 0,0-1 1999,0 1-1882,0 7 0,0 4-255,0 12 0,0 10 0,0 9 0,0 2 72,0 4 1,0-4 0,0 2 0,0 0-48,0-1 1,0 3-1,2-8 1,2-2-6,2-1 0,1-5 1,-1-3-85,6-6 1,9-6 0,2-6 0,-1-8-306,-3-7 1,-1-1 0,-1-7-1,1-2-5,-1-2 0,-1 0 0,-3 4 0,-3 4 12,-2 0 0,-1 11 0,-3-3-374,2 1 0,0 10 503,-6 6 1,0 8 0,0 10 0,0-1 278,0 1 0,0 5 1,0 0-1,0-2 64,0-1 0,0 3 1,0 0-1,0-1-84,0-3 0,6-1-626,0-1 0,7-7-1320,-1-4 0,1-6 1774,-1-6 0,4-4 0,-7-7 0</inkml:trace>
  <inkml:trace contextRef="#ctx0" brushRef="#br0" timeOffset="1197">2027 489 8214,'-2'-15'0,"-2"1"677,-2 2 0,0 7 0,4-5-118,-4 2 1,5 4 0,-5 10-1,4 6-405,2 3 1,0 5 0,0 3 0,0 6-148,0 4 1,0 2 0,0 0 0,0-2-272,0-4 0,0-4 0,0-7 0,2-1-365,4 1 0,-3-9 179,9-3 0,-2-12 1,3-7-1,-3-7-105,-2-3 0,-2-2 1,-6 2-1,0-5 555,0 1 0,0-14 0,0 5 0</inkml:trace>
  <inkml:trace contextRef="#ctx0" brushRef="#br0" timeOffset="1330">2027 245 8611,'-8'-18'3017,"6"1"-2205,-4-1 0,4 7-1667,2-1 0,2 8-946,4-2 1801,-4 4 0,13 2 0,-5 0 0</inkml:trace>
  <inkml:trace contextRef="#ctx0" brushRef="#br0" timeOffset="1647">2359 664 8782,'-8'17'1810,"6"1"-1196,-4-1 1,-2 1 1150,2-1-876,1-7 1,5-4-510,0-12 0,2-4 0,1-7 1,3-3-96,-2-3 0,-2-4 0,-2-8 0,0 0-182,0 0 0,0 0 1,0-2-1,2-2-323,4-1 1,-2-7 0,5 4 0,1 1-263,0-1 0,3-4 0,9 7 0,1 3 7,-2 6 1,-1 6-1,-1 7 1,3 3-537,1 3 1,0 4 0,-5 10-1258,-1 4 2268,0 4 0,1 15 0,-1 2 0</inkml:trace>
  <inkml:trace contextRef="#ctx0" brushRef="#br0" timeOffset="1883">2359 472 8755,'-2'11'1467,"-4"1"1,4-6 70,-4 5-1479,4-7 1,10 4 0,3-8 0,5 0-453,1 0 1,1-2 0,-1-2 0,1-2-413,-1 3 1,1-5 804,-1 2 0,8 0 0,3 6 0</inkml:trace>
  <inkml:trace contextRef="#ctx0" brushRef="#br0" timeOffset="2284">2900 542 8341,'0'-10'5599,"0"-6"-5395,0 14 0,-8-5-200,-3 7 0,-5 0 0,0 2 1,3 1 1,1 3 1,-5 8 0,-7-2-1,3 3 3,2 2 0,7 1 1,0-1-1,1 1 154,1-1 1,-3 1 0,7-1-1,2 1-130,2-1 1,10 1 0,3-3 0,7-3-138,5-6 0,-2-4 0,7-2 0,-1 0-276,0 0 1,-6-6 0,3-4-1,-5-4-59,-2-5 1,-1-4 0,-3 0 0,-3-5 171,-2 1 0,-2 0 0,-6 6 0,-2-3 78,-4 3 1,-6 9 0,-9 7 0,-4 3-112,-2 2 0,-1 2 1,-3 3-1,4 9-111,2 7 0,2 6 0,7 8 1,5-2 410,5-3 0,4 1 0,2-8 0,8 8 0,1-4 0</inkml:trace>
  <inkml:trace contextRef="#ctx0" brushRef="#br0" timeOffset="2617">3337 157 8247,'5'-17'821,"1"-1"0,0 1 526,-6-1-950,0 9 1,0 11 0,-2 13-1,-2 9-52,-2 3 0,-7 4 0,1 10 0,-1 5 8,1 5 0,-2 1 1,7 0-1,-1 1-171,0-1 1,-4 0-1,7-1 1,1-4-208,2-7 0,2-5 1,0-6-1,0-5-455,0-5 1,2-9-326,4-4 1,3-12 0,7-6 0,-3-3-427,-1-3 1,-2 1 0,1-3 1230,-5-3 0,4 4 0,0-7 0</inkml:trace>
  <inkml:trace contextRef="#ctx0" brushRef="#br0" timeOffset="3117">3703 594 8155,'12'-6'584,"0"0"0,-3-1 882,3 1 0,-2 4-822,-5-4 0,-3 2-526,4-2 1,-4 2 0,-4-7-92,-4-3 0,2 6 0,-7 1 0,-3 1-59,-1 0 0,-5 0 0,-1 6 0,-2 0 9,1 0 0,3 8 0,1 4 0,1 1 141,0-1 1,5 9 0,0-3-1,1 1 102,1 0 0,2 5 1,8-1-1,2-2-109,4-1 1,4-3 0,7-1 0,3-5-259,3-5 0,-2-4 1,6-2-1,0-2-62,1-4 1,-5-3 0,4-9 0,-2-1-101,-3-4 0,-3-5 1,-1-7-1,-1 0 219,0 1 0,-5-1 0,0-2 0,1-4 81,3-6 0,-5 3 1,1-3-1,2 1 92,1 1 1,3 2 0,-3 10 0,-3 4 545,-6 6-445,-4 4 0,-4 9 0,-4 6 0,-6 10 2,-3 11 1,-3 3 0,1 11 0,-1 4-5,1 3 0,-1 5 0,1-2 0,1 4 58,5-1 1,3 5 0,8-7 0,0 1-348,0 0 1,2-3-1,4-5 1,7-2-1326,9-3 0,-1-11 1432,8-7 0,0-9 0,6 5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7:04.338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0 435 8154,'0'-18'22,"6"7"1,0-1 338,-2-2 1,0 5 0,0-3 546,1-2 0,1 5 494,-6-3-579,0 8-765,0-4 1,0 10 39,0 4 0,0 6 0,0 9 0,0 2-14,0-1 0,-6 5 0,1 2 1,1 6-67,2 6 0,2-4 1,0 3-1,0-1 39,0 2 0,2-10 0,2 4 0,3-4-68,3-4 0,2-2 0,5-9 1,1-4 41,-1-7 1,2-3-1,3-4 1,3-5-14,2-11 0,-4-1 0,5-10 0,-3-2-121,-4-2 1,4-2 0,-1 0 0,-3 0-146,-2 0 0,-7 0 0,-2 0 1,-2 2-172,-5 4 1,5-4-1,-2 6 1,-2 0-155,-2 3 1,-10 5 0,-4 3 0,-1 3-1668,1 1 2240,-3 8 0,5 4 0,-7 10 0</inkml:trace>
  <inkml:trace contextRef="#ctx0" brushRef="#br0" timeOffset="534">577 627 7430,'5'-12'30,"1"1"0,2 1 1225,-2-2 0,-4 2 235,4 5-1311,-4 3 1,-2-4 0,0 12-28,0 5 1,-6 5 0,0 1 0,2 1-51,2-1 0,2 7 1,0-1-1,0-2-197,0-1 0,0-3 0,0 1 200,0-1 0,0-5 31,0-1 0,8-7 1,3 0-113,5-8 0,1-6 1,1-9-1,-3-2-100,-3-3 1,4 1-1,-5 6 1,3-1-342,-3 1 1,5-7-212,-4 1 1,-3 2 484,3 9 0,-8 6 1,2 12-1,-2 6 155,1 3 1,-3 3 0,4-1 0,-4 1 28,-2-1 1,6 1 0,2-1-288,1 1 1,3-3-1,5-3-205,1-6 0,-6-4 1,-1-2-135,3 0 0,1 0 585,3 0 0,-1-8 0,1-2 0</inkml:trace>
  <inkml:trace contextRef="#ctx0" brushRef="#br0" timeOffset="800">1170 522 8194,'0'-12'3278,"0"1"-2913,0-1 1,0 10 0,2 8 0,2 10-144,2 7 1,0-2-1,-4 8 1,2 0-249,1-1 0,3-1 0,-4-6 0,2 2-667,-2-1 1,4-3 0,-1-1-705,3-1 1,-4-7 1396,6-4 0,-9-5 0,5-1 0</inkml:trace>
  <inkml:trace contextRef="#ctx0" brushRef="#br0" timeOffset="951">1188 208 8378,'-8'-18'5933,"6"7"-3075,-4-1-3759,4 8 0,4-4 901,4 8 0,4 0 0,7 0 0</inkml:trace>
  <inkml:trace contextRef="#ctx0" brushRef="#br0" timeOffset="1284">1555 732 8348,'-2'15'1412,"-4"-3"1,4-3 170,-4-3-62,4-4 0,2 4-767,0-12 0,0-9 1,0-9-1,0 1-225,0-2 0,-2-2 0,-2-8 0,-2 0-402,3 0 1,-1 0 0,0 0 0,-2 0-170,2 0 1,2-6 0,2 1-1,0 1-620,0 2 1,8 2 0,6 0 0,5 2-461,4 4 1,2-2 0,-3 8 0,1 1 102,-2 3 0,5 7 0,-3 3 0,-2 1-356,-1 4 0,-3 10 1375,1 6 0,-1 3 0,1 2 0</inkml:trace>
  <inkml:trace contextRef="#ctx0" brushRef="#br0" timeOffset="1517">1450 522 8355,'-12'2'465,"1"4"1,5-4 541,-6 4 1,10-5-373,2-1 1,10 0 0,11 0-598,2 0 1,1-5 0,-5-3 0,2 0-141,3 0 0,1-3 0,-4 3 1,3 0-182,-3 0 1,4 1 282,-2 1 0,9 4 0,-5-6 0</inkml:trace>
  <inkml:trace contextRef="#ctx0" brushRef="#br0" timeOffset="1900">1974 574 8299,'9'-17'0,"-1"5"0,-6 3 3289,4 1-2020,-4-6-1271,6 5 10,-8-9 0,-8 8 0,-4 5 0,-3 3-142,-3 2 0,1 7 0,-1 5 0,1 4 182,-1 1 1,1 0-1,1 1 1,3 1 64,1 5 1,6-3-1,-3 6 1,1-2 50,4-3 0,4-3 0,6-1 0,5-1-148,5 1 1,7-9 0,3-3 0,1-4-184,4-2 1,0 0 0,-2-2 0,-4-4-73,0-5 1,-7-5 0,1-3-1,-7-3 26,-4-1 0,-3 0 0,-5 5 0,0 1-85,0-1 1,-13 1 0,-5 1 0,-3 5-169,-4 5 1,0 4-1,-6 2 1,3 2-388,3 4 1,2 5 852,5 13 0,1 3 0,-1 8 0</inkml:trace>
  <inkml:trace contextRef="#ctx0" brushRef="#br0" timeOffset="2301">2271 557 8287,'0'-12'1360,"0"1"1053,0-1-1989,0 2 0,0 5 0,0 10-67,0 7 1,0 5-1,0 5 1,0 3 4,0 2 1,2 0-1,1 4 1,5-3-100,2-3 1,-6-2 0,2-5 0,-3-3 215,3-3 1,-2 3-245,8-3 1,-2-6 0,1-6-1,-5-10-353,-4-6 0,0-1 0,2-2 0,2-3-210,-3-1 0,-1-2 1,-2 3-1,0-1-230,0 2 1,0 7-1,0 3 1,0-3-401,0-2 0,0 5 0,2 1 504,4 2 0,4-3 1,7 3-1,1 0 143,-1 0 1,3 3-1,1 5 1,2 0-388,-1 0 1,-3-6 0,-1 0 697,-1 2 0,0 2 0,1 2 0</inkml:trace>
  <inkml:trace contextRef="#ctx0" brushRef="#br0" timeOffset="2866">2742 557 8487,'6'-18'681,"0"1"1,0 5 621,-6 1-971,0 7 1,0 4 0,0 12-1,0 3 2,0 2 1,5 1 0,1 1 0,-2 3-124,-2 1 0,-2 0 0,0-5 0,2-1 9,4 1 1,-4-1-1,4 1 36,-4-1-389,5-7 1,-3-2-1,6-10-197,-2-4 1,3-4-1,-3-7 1,0-1-6,0 1 1,3-1-1,-5 1 1,0-1 92,2 1 0,-1-1 0,7 1 1,-2-1 143,1 1 1,-3 1-1,2 3 1,1 3 146,3 2 0,1 3 0,1 5 184,-1 0 0,-5 13 0,-3 5 0,-1 1 148,-4 0 0,4 5 1,-2-1-1,-3 0 126,-1 3 1,4-7-1,0 4-42,-2-3 0,0-5-355,2-3 0,3-6 0,9-12-236,-1-6 1,-5-3-1,0-5 1,1-1-128,3-2 0,1-3 0,-1 5 0,-3-2 45,-1 1 1,0 5-1,3 3 1,-1 3-83,-3-3 1,-5 6 0,6 3 254,1 3 0,-3 9 1,0 5-1,-2 3 212,-5 3 1,5 5 0,-2 1 0,0-1-341,2 2 0,-7-11 0,7 3 0,0-1-879,4-1 1,-3-3-1,3-3 1042,2-1 0,1 6 0,3-4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7:21.871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122 453 8266,'18'0'-1794,"-7"0"2465,1 0 1,-6 0-253,6 0 1,-7 0-82,7 0 1,-6 0 49,5 0 1,-1-2-1,4-2 630,-3-2 1,-7-1-392,2 1 0,-2 4 0,0-6-143,2 0 0,0 4-522,-6-7 0,-2 5 0,-4-4-205,-6 2 1,-3 3-1,-3 5 1,-1 0-86,-5 0 0,5 2 0,-4 1 0,3 5 152,3 2 1,-1 2 0,1 5 0,1 0 177,5 1 0,-5-1 1,7 1-1,-1-1 79,4 1 1,4-1 0,2 1 20,0-1 0,2-1 0,4-5 31,5-5 1,5-4-1,1-2 1,1-2-39,-1-4 1,1 2 0,-1-7 0,1-3-154,-1-1 1,1 3-1,-3 0 1,-1 1-79,-3 1 1,-5-5 0,6 5 0,0-2-2,-3 1 1,-1 5-608,-8-6 529,8 8 0,-8-2 0,2 12 273,-6 6 0,-2 3 0,6 3 0,0-1 27,0 1 1,0-7 0,2 1 0,4 2-61,5 1 0,5-3 0,1-2 0,3-1-124,3 1 1,-2-6 0,9 2 0,1-6-598,2-6 0,0-4 1,-2-7-1,-4-1-357,-2 1 0,-2-1 1053,-5 1 0,7-8 0,2-3 0</inkml:trace>
  <inkml:trace contextRef="#ctx0" brushRef="#br0" timeOffset="433">856 383 8266,'0'-17'1250,"0"5"-476,0 0 0,0 10-443,0 2 0,0 2 0,-2 10 0,-2 4-119,-2 5 1,0-2-1,6 5 1,-2-5-115,-3-2 0,3 1 0,-4-1 0,4 1-48,2-1 0,2-1 1,4-3 14,5-1 1,5-8 0,1 2 0,3-6-164,3-6 0,-2 2 0,6-8 1,-1-1-52,-5-3 0,4-1 1,-1-1-1,-5 1-174,-5-1 1,-1 1 0,-7-1 211,-2 1-110,6 7 0,-16 5 202,0 10 1,0 7 0,0 9-1,4 3 123,2-3 1,2-2 0,4-3 0,6-3-148,3-1 1,10-2 0,5 1-1,3-5-227,2-4 1,1-2 0,3-2 0,2-4-636,-2-5 0,-2-5 0,-4 1 905,-4 3 0,-4-11 0,-8 3 0</inkml:trace>
  <inkml:trace contextRef="#ctx0" brushRef="#br0" timeOffset="933">1799 470 8266,'17'-5'370,"1"-1"0,-8-2 464,-5 2 1,-3 2 0,0-5-147,4 1 0,-4 0-631,4 2 0,-10 2 1,-4-5-1,-2 1 2,-3 4 0,-3 2 0,-1 2 0,-1 0-214,1 0 0,-6 0 1,-1 0-1,3 2 7,2 4 0,1 4 0,3 7 177,3 0 0,-2 1 0,9-1 0,1 1 26,2-1 1,2-5 0,2 0-56,4 1 0,3 1 0,11-3 1,1-5-215,2-4 0,1-2 1,-5-2-1,2-4-81,3-5 0,-1-7 0,-6-3 0,1-4 53,-1-2 1,1 3 0,-1-5-1,1-2 258,-1-2 1,-1-2-1,-3 2 1,-3 2 171,-2 2 1,3 2 0,-5-4 0,-2 4 82,-2 1 1,4-3 0,0 6-106,-2 2 1,-3 7-1,-2 4-131,-5 3 1,4 3-1,-6 10 1,2 5-115,0 5 0,-5 7 0,3 2 0,0 2 447,0 5 1,-3 6-1,5 5 1,2 0 101,2-1 1,2-1-1,0-6 1,0 0-602,0 0 1,6-2 0,2-4 0,1-6-1405,5-3 1,2-11 1534,1-3 0,0-4 0,1-2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7:29.41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196 146 7809,'0'-17'160,"0"-1"1,0 1 336,0 0 1,0 5 430,0 0-751,0 1 1,0 3-1,0 8 41,0 10 1,-1 5-1,-3 3 1,-4 1-82,-2 4 1,0 6 0,-3 12 0,-1 4-129,-5-1 0,3 7 1,-5-5-1,6 7 4,1 5 1,-5-9-1,9-1 1,0-7-331,4-8 1,0-12 232,6-3 1,4-24-1,14-19 1,-1-10 61,1-6 1,-1-8 0,1 5 0,-1-3 29,1 1 1,-3 5 0,-1-4 0,-5 2-50,-1 5 0,4-5 0,-4 4 0,-1 4-58,1 4 1,-2 10 0,-4-2-131,4 3 1,-4 9 121,3-1 0,-1 16 0,0 4 0,4 9 131,2 6 1,-5 8 0,5-2-1,-2 6 160,-4 6 1,4-2 0,-3 6-1,-1-3-40,-2-3 1,4 4 0,0-3 0,-2-3-112,-2-6 0,4 0 1,1-7-289,3-3 0,-4-9 0,5-6-229,3-5 1,-6-8 0,-2-5 0,-4-3-571,-2-3 0,0 1 1054,0-1 0,-8 1 0,-2-1 0</inkml:trace>
  <inkml:trace contextRef="#ctx0" brushRef="#br0" timeOffset="183">4 548 7809,'10'-8'215,"0"6"1,-6-5 0,3 1 318,3 0 0,2-6 0,7 5 0,4-3-31,7-4 0,4 5 1,5-3-1,4-2-469,2-1 0,1-1 1,7 3-1,-1 1-34,0-1 0,1-3 0,-1-1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7:30.76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70 133 7843,'0'-12'112,"0"0"1091,0-1-818,0 5 1,0 2 0,0 14-98,0 9 0,0 3 0,0 9 0,0 2-96,0 2 0,0 2 0,0 0 0,2 2-59,4 3 0,-4-3 0,4 4 0,-4-4-261,-2-2 0,0-6 0,0-2 0,0-2-1948,0-3 468,0-3 1608,0-9 0,8-2 0,1-8 0</inkml:trace>
  <inkml:trace contextRef="#ctx0" brushRef="#br0" timeOffset="300">18 185 7893,'-10'-8'790,"4"-3"1,4 1-426,2-2 0,2 6 1,6-5-167,10-3 1,1 6 0,10 1 0,2 1-196,2 0 0,2-6 0,0 7 0,0-1-16,0-2 0,0 6 0,-2-4 0,-4 6-187,-6 6 1,-3 4-1,-5 9 61,-3 4 1,-6-3 0,-12 5 0,-8 0 8,-7 4 0,0 2 0,-7 0 0,1-3 19,0-3 1,-2 4 0,-6-6 0,0-1-147,0-3 0,8-3 0,4-5 1,3-5-924,3-4 1179,7-2 0,2-8 0,8-2 0</inkml:trace>
  <inkml:trace contextRef="#ctx0" brushRef="#br0" timeOffset="600">629 290 7937,'-2'-12'-543,"-4"0"0,3 9 287,-9-3 0,6 12 1,-4 5 255,3 5 0,1-7 0,-2 7 0,-2-6 0</inkml:trace>
  <inkml:trace contextRef="#ctx0" brushRef="#br0" timeOffset="966">559 395 7937,'10'0'870,"0"0"163,-4 0 126,-5 0-834,7 0 0,-8 7 1,-2 3-1,-2 2 31,-1-1 1,-1 1-1,4 5 1,-2 1-159,-2-1 1,0 1-1,6-1 1,0 1-110,0-1 1,0-5-1,0-1 79,0 3-255,0-6 1,0-2 0,0-12 0,0-6-60,0-3 1,0-3 0,0 1 0,0-1 64,0 1 0,0-1 0,0 1 0,0-1-77,0 1 1,0-1 0,0 1 0,0 0-309,0-1 0,8 1 0,4-1-25,3 1 0,3 7 0,-1 2 0,1 2-118,-1 1 0,6-1 0,1 6 0,-1 0 609,2 0 0,-5 0 0,13 0 0,-6 0 0</inkml:trace>
  <inkml:trace contextRef="#ctx0" brushRef="#br0" timeOffset="1350">978 412 8046,'0'-17'1817,"0"5"-1297,0 0 0,6 1-177,0-7 1,0 7-250,-6-1 0,-2 8 0,-4-2-190,-5 4 1,1 4 0,-2 4 0,-3 6-85,-7 3 0,3 5 0,-4 1 0,5 4 18,7 2 1,-3 0 0,6 5 0,0-5 91,1-2 1,3-2 0,10-5 0,5-3-8,5-3 1,7 1 0,2-7 0,0-2-13,1-2 1,5-10-1,-4-3 1,0-5 48,-4-1 1,-5-7 0,-5 1 0,-3 0 134,-2-2 1,-2 5 0,-6-3 0,-2 3 20,-4 3 0,-4 2 0,-9 3 0,-4 6-242,-7 4 0,3 4 0,-2 4 0,0 6-1175,2 3 1301,2 10 0,-1 2 0,-1 8 0</inkml:trace>
  <inkml:trace contextRef="#ctx0" brushRef="#br0" timeOffset="1733">1275 429 8122,'6'-11'819,"0"-1"0,0 6 563,-6-5-1014,0 7 1,0-2-1,0 14-105,0 9 1,0 8 0,-2 12 0,-2 4-17,-2 6 1,0 5 0,6 8-1,0 10 6,0 10 1,0 5-1,0 2 1,0-1-146,0-5 1,0-11-1,0-12 1,0-7-206,0-10 0,-2-10 0,-3-20-144,-7-5 1,-9-12 0,-5-7-1,-1-9-109,-4-7 1,0-4 0,0-2 0,2 0-169,-2 0 0,6-5 0,1-1 0,7 2-26,5 2 0,-1-4 1,7-1-1,2-1 58,2 0 1,10 3-1,5 3 1,9 0 485,7 2 0,4-12 0,2 11 0</inkml:trace>
  <inkml:trace contextRef="#ctx0" brushRef="#br0" timeOffset="1933">1380 168 8241,'-8'-18'1234,"6"6"451,-3 1-1307,3 7-1203,2-4-169,0 16 0,0-4 0,2 5 994,3-1 0,5 6 0,8-4 0</inkml:trace>
  <inkml:trace contextRef="#ctx0" brushRef="#br0" timeOffset="2266">1572 499 8800,'-9'-2'754,"3"-3"0,10 1 0,3-6 1,3 0-801,4 1 1,1-1 0,1-4 0,-3 3-23,-1-3 1,-2 4-1,3 1 1,-3-1 7,-2 0 1,-1 1 0,-3-5-75,2 2 0,-2 3-2,-10-3 1,2 4 0,-7 8-1,-3 0 16,-1 0 1,-9 10 0,1 5 0,2 7 186,1-1 1,5 4-1,1 1 1,4-1 117,3 0 1,1 0 0,6-3 0,0 1-17,0-2 0,10-7 0,7-4 0,10-3-261,6-3 0,2-2 0,0-2 1,2-2-453,4-4 1,-4-3-1,1-9 544,-7 1 0,10-8 0,-4-3 0</inkml:trace>
  <inkml:trace contextRef="#ctx0" brushRef="#br0" timeOffset="2617">2323 360 8152,'0'-18'1781,"0"7"-663,0-1-774,0 8 1,0-6-384,0 4 1,-2 5 0,-4-5 0,-5 4-16,-5 2 0,-3 2 0,-2 2 0,-3 3-1,3 3 0,1 2 0,1 3 1,-2 1 125,-3 1 0,7-3 0,7 9 0,3-4-7,3-1 1,2-1 0,2 1-67,0-1 1,13-7 0,7-2 0,3-2-397,2-1 0,6 1 0,-4-6 0,3 0-210,-1 0 1,-2-2 0,2-2 0,-4-1-1067,0 1 1674,-5-6 0,5 0 0,-8-7 0</inkml:trace>
  <inkml:trace contextRef="#ctx0" brushRef="#br0" timeOffset="2866">2620 63 7921,'0'-12'740,"0"0"229,0-1 1,0 3-213,0-1-588,0 7 0,-2 9 0,-2 15 0,-2 3-6,3 2 0,-1 12 0,0 0 1,-4 6-134,-2 5 1,6-3 0,-3 2 0,1-1-146,0-1 0,0-3 0,4-7 0,-2-2-212,-1-4 0,-1-3 1,8-11-562,4-3 0,-3-4 0,7-10 888,-2-4 0,5-12 0,-3-9 0</inkml:trace>
  <inkml:trace contextRef="#ctx0" brushRef="#br0" timeOffset="3033">2463 342 9444,'2'-11'791,"4"-1"1,3 8 0,9-2 0,-1 4-883,1 2 1,1-6-1,3 1 1,1-1-662,-2-2 1,6 6-1,0-4 1,3 2-180,-1-1 0,0 3 0,4-4 931,-4 4 0,12-6 0,-4-2 0</inkml:trace>
  <inkml:trace contextRef="#ctx0" brushRef="#br0" timeOffset="3266">2987 342 8186,'0'-10'3907,"0"5"-3710,0 10 0,0 5 0,0 8 0,-2-1-346,-4 1 1,4-1-1,-4 0 1,4 1-722,2-1 1,0 1-1715,0-1 789,0 1 1795,0-8 0,8-3 0,2-7 0</inkml:trace>
  <inkml:trace contextRef="#ctx0" brushRef="#br0" timeOffset="3433">3004 168 7921,'-2'-18'1983,"-3"1"0,3 5-1518,-4 0-1472,4 8 1,4-1 0,2 10 1006,1 7 0,9 4 0,-4 1 0</inkml:trace>
  <inkml:trace contextRef="#ctx0" brushRef="#br0" timeOffset="3817">3511 377 7874,'0'-12'1120,"2"3"-869,4 1 0,-5 0 0,5 2 41,-4-5 1,-2 1-336,0-2 0,-2 7 0,-4-5 0,-5 2 99,-5 4 1,-1 2 0,-3 4 0,-1 4 205,-2 6 1,0-3-1,5 5 1,1 3-38,-1 5 1,8 3 0,5-4-1,3 5-84,2 1 0,0-4 0,0 4 1,4-2-209,7-3 0,1-9 1,13-3-1,-2-2-353,1-4 0,5-2 0,-4-2 0,0-2 103,0-4 0,-1-10 0,-7-9 1,1 0 141,-1 0 0,-7-6 1,-4 2-1,-4-2 15,-2 1 0,-2-1 1,-4 8-1,-6 2-29,-3 1 1,-5 5 0,-1 3 0,-4 6-62,-3 4 1,5 10 0,-4 6 0,2 5-326,3 4 575,11 8 0,-5-3 0,7 7 0</inkml:trace>
  <inkml:trace contextRef="#ctx0" brushRef="#br0" timeOffset="4202">3808 342 7874,'0'-17'727,"0"-1"0,5 7 372,1-1-738,0 8 1,-6 4 0,0 12-1,0 3-96,0 3 0,0 5 0,0 0 0,0-1-113,0-3 1,0-2-1,0 1 1,0-1-96,0 1 1,0-6 0,2-3 0,4 1-181,6 0 0,-3-6 1,3 1-1,1-5-250,3-5 1,1 1 0,1-8-1,-1-2 89,1-1 1,-1-3 0,1 1 0,-3-1 79,-3 1 1,3 0-1,-5-1 1,2 1 431,-1-1 0,-7 7 39,2-1 0,-2 8 0,0 0 91,2 8 0,0 6 0,-4 7 1,1 1-382,3-1 0,2 1 0,-4 1 0,4 0-1121,1-1 1,3 3 1143,5-9 0,9 3 0,1 3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7:44.91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228 51 7870,'0'-12'906,"0"0"0,6 6-376,0-5 1,1 7-183,-1-2 1,-4 6-1,4 6-32,-4 6 0,-2 3 0,0 5 0,0 1 32,0 2 1,0 8 0,0 0 0,0 8-150,0 8 1,-6-1 0,0 5-1,2 5-218,2 4 0,2-2 0,0 2 1,0-1-309,0-3 0,2-19 0,4 2 0,6-12-302,3-12 1,11-5 0,3-10 0,4-2-185,2-4 0,0-3 0,-1-9 0,-1-1-1,-3-5 1,-7 5 813,-12-4 0,5-4 0,-6-1 0</inkml:trace>
  <inkml:trace contextRef="#ctx0" brushRef="#br0" timeOffset="250">1 400 11837,'19'0'0,"3"0"352,1 0 1,14-8-1,0-4 1,5-1-567,7 1 1,-4-3 0,1 3 0,3-2-2772,1 3 2985,-5-5 0,-3 7 0,-7-9 0</inkml:trace>
  <inkml:trace contextRef="#ctx0" brushRef="#br0" timeOffset="666">944 452 13256,'2'-9'1386,"4"1"1,5 2-1120,5 0 1,7-7 0,2 1 0,3-2-901,3 3 0,2-3 0,2 8 0,0 0 633,-1-1 0,-6-3 0,-3-7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7:47.716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158 273 12895,'0'17'974,"0"2"0,0 7-723,0 9 1,2 7 0,2 11 0,2 1-238,-3 4 0,5-3 1,0 3-1,0-6-696,-1-5 0,1-1 0,-4-11 0,2-8-460,-2-5 1,-2-14-1,-2-8 340,0-10 0,0-8 0,0-5 0,0-6 802,0-4 0,-16-10 0,-3-1 0</inkml:trace>
  <inkml:trace contextRef="#ctx0" brushRef="#br0" timeOffset="299">1 342 8095,'0'-11'282,"0"-1"0,0-1 369,0-3 0,0 4 0,0 1 0,2-1-58,3 2 0,5-5 0,10 3 0,1-1-466,2 1 0,14-4 0,0 7 0,4-1-209,1 4 0,7 4 0,-4 2 1,1 0-88,1 0 0,-9 16 1,3 7-1,-6 8 138,-6 4 0,-9 8 0,-11 3 1,-1 5 139,-4 1 1,-4 6 0,-8 3-1,-7-1-80,-7 0 0,-9-2 0,2-6 1,-4-1-215,-2-4 1,0-5-1,0-9 1,1-6-7,-1-9 0,-6-3 1,2-9-1,4-2-360,4-2 1,12-4-1,-1-6 1,9-7-209,3-7 0,2-1 0,8 6 1,4-1 758,5 1 0,5-8 0,1-3 0</inkml:trace>
  <inkml:trace contextRef="#ctx0" brushRef="#br0" timeOffset="566">787 517 8154,'7'-10'1075,"-5"-5"0,8 13-406,-4-4 0,-4 14 1,4 7-1,-4 9-102,-2 3 0,0 2 0,-2 6 0,-2 0-328,-2 0 0,0-2 1,6-2-1,0-4-511,0-2 0,0-2 0,0-5 0,0-1-1384,0 1 0,2-8-661,4-5 1,-4-10 2316,4-7 0,-4-11 0,-2-5 0</inkml:trace>
  <inkml:trace contextRef="#ctx0" brushRef="#br0" timeOffset="733">769 273 9044,'0'-18'3597,"0"1"-2900,0-1 0,0 7 1,2 1-2599,4 2 1,-2 2 1900,7 6 0,1 0 0,6 0 0</inkml:trace>
  <inkml:trace contextRef="#ctx0" brushRef="#br0" timeOffset="1099">1171 500 9180,'0'-12'3606,"0"0"-3467,0 1 1,-2-5-1,-4 5-370,-6 5 1,3 4 0,-3 2 0,-2 0 82,-1 0 1,-2 2 0,-1 2 122,1 1 1,5 9-1,2-2 1,2 3 107,5 3 1,3-3 0,3-1-1,5-1 17,2 7 1,7-3 0,7 6 0,-1-3-11,2-3 1,-5 3-1,5 1 1,-4 4-4,-3 2 1,3-3 0,-11 3 0,-1 0 43,-3 0 1,-4 0 0,-4 3 0,-4-7-218,-5-4 0,-11-7 0,-3-2 1,-2-3-455,-4-3 1,-2-10 0,0-5 0,2-5-101,2-1 1,13-1 0,1 1 0,5-1 639,6 1 0,2-8 0,2-3 0</inkml:trace>
  <inkml:trace contextRef="#ctx0" brushRef="#br0" timeOffset="1399">1625 220 8155,'0'-17'315,"0"5"1,0 0 1610,0-1-1606,-8 5 1,4 2 0,-5 12 0,-1 8 29,0 7 1,6 6 0,-3 10 0,1 4 46,0 5 0,-6 5 0,6 1 1,3 1-361,1-1 1,-4 0-1,0 1 1,2-3-235,2-3 0,2-5 1,2-9-1,2-3-3068,2-7 2150,0-4 1115,-6-9 0,0-10 0,0-10 0</inkml:trace>
  <inkml:trace contextRef="#ctx0" brushRef="#br0" timeOffset="1583">1328 604 8155,'0'-17'0,"2"-1"1193,4 1 0,-2 1 1,7 3-532,3 1 1,1 6 0,5-3 0,1 1-816,2 4 1,8 2-1,-1 2 1,3 0-349,2 0 1,-6 0-1,-2 0 1,0 0-743,0 0 1243,-6 0 0,5 0 0,-9 0 0</inkml:trace>
  <inkml:trace contextRef="#ctx0" brushRef="#br0" timeOffset="1936">1869 535 8675,'0'-18'893,"0"8"1,0 5 0,0 10 0,0 7-441,0 4 0,0 9 0,0 4 0,0 4-203,0 2 1,0-6 0,0-2 0,0-2-78,0-3 0,0-1 0,0 0 391,0 3-750,0-9 1,0-9 0,0-12 0,0-6-34,0-3 0,0-4 1,0-3-1,0-3-75,0-2 0,0 4 1,0-5-1,2 3 17,4 4 1,-2-4 0,6 1 0,-1 3-67,1 2 0,0 1 0,3 1 0,-1 1-192,2 4 1,1-1 0,3 7 0,-1 2-1454,1 2 1988,-9 2 0,15 8 0,-5 2 0</inkml:trace>
  <inkml:trace contextRef="#ctx0" brushRef="#br0" timeOffset="2219">2271 569 8141,'0'-17'1130,"0"5"362,0 1-1122,0 7 1,0-2-1,0 12 1,0 5-20,0 5 1,-6 9-1,-2 2 1,1 2-192,-1 1 1,0-3 0,4 4 0,-1-4-390,1-2 1,2-2 0,2-5-1,0-1-2397,0 1 1553,0-8 1,2-3 0,2-9 1072,1-3 0,1-13 0,-6-9 0</inkml:trace>
  <inkml:trace contextRef="#ctx0" brushRef="#br0" timeOffset="2367">2254 325 7144,'0'-12'642,"0"1"848,0-3 1,0 4 0,2 1-1383,3 1 1,-1 0-4372,8 2 4263,-8 4 0,11 2 0,-5 10 0</inkml:trace>
  <inkml:trace contextRef="#ctx0" brushRef="#br0" timeOffset="2836">2585 133 8138,'0'-18'1943,"0"1"-1421,0 7 1,0 10 0,0 14 0,0 5-46,0 4 1,0 14-1,0 0 1,0 6-28,0 5 0,-2 1 0,-1 1 0,-3-1-160,2-1 0,2 7 0,2-9 1,0 3-126,0-3 0,0-9 0,2-10 1,2-1-923,2-5 487,-1-9 0,-3-7 0,2-10 0,2-7-113,-2-4 0,4-7 1,-2-2-1,-1 0 61,3 0 0,-6-5 1,6 7-1,-2 0 54,-1-2 0,9 5 0,-4-3 0,1 4 117,1 1 1,0 3 0,5 1 0,1 4 48,-1 2 0,1 3 0,-1 7 1,0 3 155,1 7 1,-1 6 0,-1 5 0,-4 6 170,-7 4 0,-3 2 0,-2 0 1,0 0-35,0 0 1,-7-6 0,-5-2 0,-4-2-280,-1-4 1,-1-1-1,-1-5 1,-2-3-214,-3-6 1,1-4 0,6-2 0,-1 0-847,1 0 0,-1-2 0,3-4 1147,3-6 0,4-3 0,8-3 0</inkml:trace>
  <inkml:trace contextRef="#ctx0" brushRef="#br0" timeOffset="3202">3074 552 8002,'2'-12'0,"2"1"555,2-3 1,0 4 777,-6-1-1014,0 7 1,-2 4-1,-2 13-38,-2 9 0,-5-1 0,3 6 0,0 1 8,0-1 0,3-4 0,5 4 0,0 0-117,0 0 0,0-3 0,1 3 0,5-4-95,6-7 1,3-1-1,5-9 1,3-2-288,6-2 0,-2-4 0,1-4 0,-1-7-110,0-9 1,-6-5 0,3-8 0,-5 0 44,-2 0 1,-7 0-1,-2 0 1,-2 0-97,0 1 0,-1 4 0,-7 3-496,-3 2 1,1 4 211,-8 9 1,2 6 0,-1 12 654,5 6 0,4 11 0,2 4 0</inkml:trace>
  <inkml:trace contextRef="#ctx0" brushRef="#br0" timeOffset="3502">3651 98 8002,'6'-18'91,"-1"1"440,-1 0 0,-2-1 767,-2 1-1062,0 7 1,0 10-1,0 12 1,0 5 56,0 6 1,-6 4-1,1 8 1,-1 2 14,-2 4 0,4 6 0,-6 9 1,3 4-233,3 2 1,-4-4 0,2 4 0,2-1-40,2-5 0,2-4 0,0-5 0,0-8-1082,0-8 1,2-8-63,4-11 1,-4-9-1,4-12-204,-4-9 0,-10-3 1311,-4 3 0,-11-7 0,-4-2 0</inkml:trace>
  <inkml:trace contextRef="#ctx0" brushRef="#br0" timeOffset="3685">3406 482 8002,'8'-10'967,"4"5"0,3 1 0,3 0 1,1-2-598,4 2 1,5 2 0,6 0-1,1-2-881,0-1 0,0-3 0,0 4 1,0-4-163,0-2 1,0 5 0,0-5-1,-2 0 673,-4 1 0,4-3 0,-6-6 0</inkml:trace>
  <inkml:trace contextRef="#ctx0" brushRef="#br0" timeOffset="4036">3913 639 8470,'0'10'4823,"7"-2"-4719,5-8 0,4-6 1,1-2-1,1-2-64,-1-3 0,0-3 1,1-1-1,-1-1-167,1 1 0,-1 1 0,1 3 1,-3 1-353,-3-1 1,2-3-251,-9-1 0,-1 7 534,-10 4 1,-3 6-1,-9 6 1,1 6 344,-1 3 1,1 8 0,-1 3 0,1 1 235,-1 4 0,7 2 1,1 0-1,2-2-102,5-2 1,1-2 0,4 2 0,5-5-361,11-5 0,7-9 0,10-5 0,2-3-396,4-2 0,-5-3 0,7-7 0,-2-8-1512,0-1 1,-3-6 1983,-9 1 0,-3-7 0,-9 4 0</inkml:trace>
  <inkml:trace contextRef="#ctx0" brushRef="#br0" timeOffset="4553">4541 569 8002,'12'-5'400,"0"-1"1,-6-6 0,3 4 662,-1-1 0,4 3-243,-7-6-469,9 8 0,-14-9-150,0 7 1,-8 0 0,-9 6-1,-1 0-267,1 0 0,-6 0 0,-1 2 0,3 4 141,2 6 1,1 3-1,1 3 1,-1 1 25,1 4 1,5 2 0,2 6-1,3-1-81,3 1 0,2-4 0,4 0 0,2 0-101,1 0 0,15-11 0,-3-1 0,5-5-337,3-6 0,-4-2 1,6-4-1,-1-6 45,-5-9 1,4-5 0,-2-11-1,1-5-175,1-5 1,-6 2-1,3-3 1,-7-1 89,-3 0 0,0 1 0,5-3 0,-1 6 302,-5 4 1,-3 4 0,-6 2 0,2 4 184,2 2 0,-1 2 1,-5 5-1,0 1 434,0-1 1,-2 1 0,-1-1 643,-3 1 0,-2 7 0,2 4-509,-5 4 1,1 10 0,0 6-1,0 7-255,1 8 0,3 12 1,-4 6-1,2 3 209,5 2 0,1 9 0,2 3 0,0 2-615,0-2 0,2-4 0,3-8 0,7-1-912,4-5 1,1-7 0,2-14 0,3-9 974,1-7 0,8-18 0,-4-11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7:54.215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245 375 8075,'12'0'0,"-3"-1"152,-1-5 0,4 2 311,-6-8 0,1 2 0,-3-3-14,2 1 0,0 1 0,-6-7-183,0 1 1,0-1 0,-2 1-194,-4-1 0,2 3 0,-7 1 0,-3 3-150,-2-3 0,-1 6 0,-1 2 0,1 4-115,0 2 0,-1 0 1,1 2 82,-1 4 1,3 6-1,3 9 1,6 4 103,4 3 1,2-5-1,2 6 1,4 2 49,6 2 1,3 2 0,5 0 0,1 0 90,2 0 0,6 0 0,-5 0 0,-3 1-39,-2 5 0,-3-10 1,-4 4-1,-7-2-38,-3 0 0,-4-6 0,-3-3 0,-7-7-98,-4-5 0,-3 1 1,-4-7-1,-6-2-196,-4-2 1,3-4 0,3-2 0,0-4-199,0-1 1,6-3 0,-1-5 0,7-1-160,3 1 0,8-1 1,-2 1 591,4-1 0,10 1 0,2-1 0</inkml:trace>
  <inkml:trace contextRef="#ctx0" brushRef="#br0" timeOffset="335">647 166 7382,'-2'-10'2533,"-4"4"-2024,4 4 0,-12 12 1,9 8-1,-1 9-69,-2 6 0,0 9 0,-5 7 0,3 7-165,2 8 0,-4 4 0,5 2 1,-1 0-256,0 0 0,2-14 0,6-6 0,0-7-198,0-10 0,0-6 1,2-11-1060,4-5 1,-2-7-1,6-13 313,-3-9 1,-1-5 0,-6 0-1,0-5 924,0 1 0,-15-13 0,-5 3 0</inkml:trace>
  <inkml:trace contextRef="#ctx0" brushRef="#br0" timeOffset="485">332 568 9107,'18'0'1130,"1"0"0,2 0 1,5 0-646,1 0 1,8-8 0,8-4 0,-1-1-869,1 1 0,3-4 1,-5 5-1,-4-3-599,-6 3 0,2-5 1,-6 6 981,0 1 0,-1-7 0,-9 6 0</inkml:trace>
  <inkml:trace contextRef="#ctx0" brushRef="#br0" timeOffset="870">961 637 8799,'2'-17'1618,"4"-1"1,-4 7-1299,4-1 1,1 6 0,-1-5 132,-2-3 1,-2 4-377,-2-1 0,-8 5 1,-3-4-1,-7 3-131,-5 3 1,3 4 0,-3 5 0,2 7-70,-3 4 1,5 7-1,-2 2 1,5 2 32,5 4 0,7-3 1,-2-1-1,6-2 171,6-4 1,5-1-1,13-3 1,3-1 53,0-5 1,6-3 0,-4-8 0,2-2-152,-2-4 1,-4-9 0,-7-10 0,-1-1-196,1 1 1,-9-6 0,-3 4-1,-4-2-159,-2 0 0,-8 5 0,-5-3 1,-8 4-387,-9 7 0,3 7 0,-2 9 0,-2 2-1231,-2 3 1987,6 5 0,2 8 0,7-1 0</inkml:trace>
  <inkml:trace contextRef="#ctx0" brushRef="#br0" timeOffset="1304">1467 602 8135,'0'-11'-571,"0"-1"1043,0-1 1,0 3 685,0-2 0,0 6-112,0-5 1,0 5-257,0-6 0,-1 8-615,-5-1 1,-4 3 0,-7 2-1,-1 2-122,1 3 1,-7 5-1,1 8 1,2 1-211,1 4 0,3 3 0,-1 5 0,3-4-99,3-2 1,4 4-1,8-6 1,0-1 37,0-3 0,8-3 1,6-5-1,7-5-83,8-4 1,2-4-1,0-2 1,-2-4-356,2-1 0,-3-3 1,-1-3-1,-2 1-679,-4 2 1,-1 3 1334,-3-3 0,1-11 0,-1 3 0</inkml:trace>
  <inkml:trace contextRef="#ctx0" brushRef="#br0" timeOffset="1737">1834 288 8135,'10'-17'524,"-4"-1"0,-4 1 1147,-2-1-1495,0 9 1,-6 9 0,-2 13-1,0 9-9,1 7 1,-7 4 0,4 3 0,1 5 194,3 6 1,-2-3 0,2 1 0,2 0-16,2-1 0,2-5 0,0 0 0,0-6-126,0-4 0,2-8 0,4 1 0,6-9-133,3-7 1,3-4-1,-1-4 1,1-6-391,-1-9 1,1-3 0,-1-9 0,1 0-158,-1 2 0,0-6 0,1 6 0,-1 0 14,1 4 0,-7-1 0,-1 5 0,0 3-63,0 1 0,-7 5 352,3-2 1,-4 10 0,-4 2 377,-4 10 1,5 8 0,-7 3-1,2 4-47,0 2 1,0-5 0,6 3 0,0-2-74,0 1 0,0-1 1,0-6-1,0 1-547,0-1 0,8-7 0,6-4 0,5-4-206,4-2 1,8 0 0,-3-2-1,1-4-152,0-6 0,-6-5 803,6-6 0,0 3 0,6-5 0</inkml:trace>
  <inkml:trace contextRef="#ctx0" brushRef="#br0" timeOffset="2170">2428 568 8493,'10'-8'695,"-3"4"1,-5-8-8,4-1 0,-4-3-340,4-1 0,-4-1 0,-4 3-280,-4 3 0,2-2 0,-7 9 0,-3 1-37,-1 2 0,-3 2 1,1 0-1,-1 2-33,1 4 0,-7 3 0,1 9 1,2-1 143,1 1 0,5 5 0,1 2 0,5 0 212,1 1 1,2-1-1,6-4-259,0 3 1,4-3-1,6-9 1,7-7-148,2-3 1,3-2 0,-1 0 0,4-2-187,2-3 0,-5-5 1,1-8-1,-3 1-25,-3-1 0,0 1 0,-1-1 0,-2 1 226,-3 0 0,-7 5 0,2 0 0,-2 1-439,2 1 442,-4 2 1,-1 22-1,-8 3 160,-3 3 0,6 1 0,-2 0 1,4 3-175,2-3 0,2-2 0,4-1 0,6-3-280,3-3 1,5 2-1,1-9 1,4-1-251,2-2 0,1-2 0,3-2 0,-2-4-412,2-5 1,-4-5 989,2-1 0,-8-8 0,5-3 0</inkml:trace>
  <inkml:trace contextRef="#ctx0" brushRef="#br0" timeOffset="2519">2987 445 9177,'0'-17'1386,"0"5"0,0 1-615,0-3 1,0 4 121,0-1-1061,0-1 1,-8-4-1,-4 5-99,-3 5 1,3 4 0,1 4-1,-3 4 99,-1 5 1,3-1 0,0 2 0,1 1 182,1 3 1,2 1-1,8 1-1,0-1 0,0 1 0,0-1 0,2 1 146,4-1 1,-2 1 0,7-1 0,3 1-121,2-1 1,-5 0 0,1 3-1,-1 1-112,-1 3 0,4-1 0,-8-6 8,-3 1 1,-1-1 0,-4-1-183,-3-5 0,-5-3 0,-9-8 0,-3-2-428,-1-4 1,5-3-1,7-9-320,-3 1 0,1-1 0,1 1 994,6-1 0,4 1 0,2-1 0</inkml:trace>
  <inkml:trace contextRef="#ctx0" brushRef="#br0" timeOffset="2869">3441 44 8296,'10'-12'2670,"-5"0"-2196,-3 8 1,-2-1 0,-2 10-125,-3 7 1,1 11-1,-8 7 1,-1 4 9,-3 7 0,-1 6 0,1 9 0,2 4-189,3 2 1,-1 0 0,-3 4 0,3-4-123,6-1 0,4-11 0,2-11 0,0-8-1634,0-8 902,0-3 1,0-18-1,0-8 1,0-8-82,0-3 0,0-1 0,0-1 1,-2-3-1693,-4-1 2456,-3-8 0,-16 4 0,-3-8 0</inkml:trace>
  <inkml:trace contextRef="#ctx0" brushRef="#br0" timeOffset="3018">3127 480 9892,'2'-9'3704,"3"3"-3229,7 4 1,3-4-1,5 0 1,3 0-463,6-1 0,4 3 0,2-6 0,0 0-616,0 1 0,0 3 0,0-4 1,2 2-1436,4 4 1,-7-3 2037,1 1 0,0-8 0,-8 5 0</inkml:trace>
  <inkml:trace contextRef="#ctx0" brushRef="#br0" timeOffset="3253">3720 393 8143,'0'-12'2840,"0"1"-2433,0 7 1,0 4 0,0 11 0,0 7-297,0 5 1,0 4 0,0 8-1,-2 0-246,-3 0 0,3-6 0,-4-2 1,4-1-867,2-5 1,0-2-288,0-1 0,2-8 418,4-5 1,-4-12 869,3-11 0,5-7 0,0-10 0</inkml:trace>
  <inkml:trace contextRef="#ctx0" brushRef="#br0" timeOffset="3401">3825 218 8143,'0'-17'210,"0"-1"371,0 1 0,0 5 0,0 1 2332,0-3-3902,0 6 0,2 1-2367,4 7 3356,4 0 0,7 7 0,1 3 0</inkml:trace>
  <inkml:trace contextRef="#ctx0" brushRef="#br0" timeOffset="3858">4227 445 8912,'10'-17'767,"3"5"1,-7 1-146,-2-3 0,0 6 1,0 0-453,1 1 1,-1 5 0,-8-6 0,-3 2-101,-3 0 0,-8 1 0,-7 5 1,-2 0-34,-4 0 0,4 1 0,-2 5 1,0 6 27,1 3 1,3 3 0,8 1-1,1 3 115,5 1 1,-3 6-1,8-4 1,2 1-79,2-1 1,12-2 0,6-6-1,7 1-482,4-1 1,8-5 0,6-2 0,-2-2-161,-3-5 1,-3-1 0,-2-2-1,-1-2-532,1-3 1,-6-5 0,-2-8 1071,-3 1 0,5-8 0,2-2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8:06.66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70 418 8013,'0'-10'-1771,"0"-5"2424,0 3 0,0 2-55,0-1 0,-2 7 534,-4-2 333,4-4-1073,-5 8 0,7 2 1,0 12-1,0 3-63,0 3 1,-6 5-1,0 4 1,0 4-88,-2 6 1,6 10 0,-3-1 0,1 5-106,-2 1 0,4 1 0,-4-1 0,4-2-212,2-3 0,0-6 0,0-12 0,2-8-218,4-7 1,-2-6 0,6-10 0,-1-6-174,1-10 1,-6-7-1,4-12 1,-3-3-38,1-7 1,0 4 0,-6 3-1,-2 3 3,-4 2 1,2 6-1,-5 0 1,1-1 96,4 3 1,-4-4-1,1 8 1,-1 2 176,0 1 1,2 3 0,6-1-1,0 1 226,0-1 0,0 1 0,0-1 0,6 1 85,0-1 0,2 9 0,-5 1 1165,3 0 715,0 6-791,-6-5-800,0 7 0,0 7 0,2 5 0,2 3 34,2 3 0,2 1 0,-5 5 1,5 5-87,2 4 1,-4 2-1,3 0 1,1 1-209,0 5 1,1-4 0,7 4 0,1-4-149,5-2 0,-5-2 0,4-4 1,-3-8-120,-3-7 0,6-7 1,1-7-1,-5-2 24,-5-3 1,1-13 0,-3-11 0,3-2 91,3 2 0,-8-4 1,-3 4-1,-1-6-45,0-6 0,6 10 0,-7-4 0,1 2-190,2 0 0,-6-2 0,4 0 0,-4 0-9,-2 0 1,0 1 0,0 1-1,0 1-702,0 3 1,-2 10-807,-4 2 1789,4 7 0,-14 10 0,7 0 0</inkml:trace>
  <inkml:trace contextRef="#ctx0" brushRef="#br0" timeOffset="534">646 662 12273,'18'-6'389,"-1"-1"1,1-3-348,-1-4 0,1-1 0,1-3 0,2 1-53,3-1 1,-1-1 0,-6-2 0,-1-3-159,-4 3 1,1 8-1,-7 1 1,-2-2-162,-2-1 0,-4 5 0,-6 4 118,-9 4 1,-3 4 0,-7 4 0,0 6 185,0 3 0,4 10 0,-5 5 0,3 3 168,4 1 1,1 1 0,5 0-1,3 0 40,6 0 1,4-2-1,6-4 1,6-5 102,7-5 1,13-9 0,1-4 0,6-5-133,3-1 0,7-7 1,-4-7-1,-1-7-74,1-8 1,-2-4-1,-6-2 1,-2 0-250,-4 0 1,2 0-1,-8 2 1,-4 2-308,-5 2 0,-6 13 331,-8-1 1,-2 7-30,-4 4 0,2 8 0,-6 16 1,3 1 213,3 4 1,-4-1-1,2 7 1,2 0 34,2-2 1,2 4-1,0-6 1,0 1-38,0-1 1,2-2 0,2-5-309,2-1 1,8-1-1,-3-5-881,5-5 1152,1-4 0,1-2 0,-1 0 0</inkml:trace>
  <inkml:trace contextRef="#ctx0" brushRef="#br0" timeOffset="730">1135 208 8062,'0'-17'0,"0"-1"889,0 1 0,0 5-348,0 1 1,0 9-513,0 2 0,6 7 1,0 11-30,-2-1 0,6 1 0,-1-1 0</inkml:trace>
  <inkml:trace contextRef="#ctx0" brushRef="#br0" timeOffset="1497">1694 540 9313,'8'-10'1133,"-6"1"1,4 3-940,-4-6 1,-2 2 0,-2 1-1,-4-1-251,-6 0 1,-3 5 0,-3-5 0,1 2-4,-1 4 1,-5 2 0,-2 2 0,-2 2-20,-4 4 1,5 6 0,3 9 0,4 2-43,1-1 0,9 3 0,3-2 0,4-2 58,2-1 0,2-3 1,4-1-1,7-3 33,8-1 0,1-8 0,7 2 0,0-4-59,-2-2 1,0-2-1,-5-2 1,1-4 62,-2-2 0,-1 7 1,-3-3 129,1 4 0,-1 4 0,-1 4 170,-5 5 1,-3 13 0,-8 5 0,-2 6-216,-4 5 0,-3 5 0,-7 9 0,3 3-88,1 1 1,0 6 0,-5-6 0,-3-2 104,-3-1 1,4-7 0,-5-5 0,5-8-138,2-2 0,-1-16 0,1-5 1,-1-8-163,1-4 1,5-2-1,2-4 1,1-8-379,-1-7 1,6 0 0,-2-8 0,4-2 63,2-2 1,6 3 0,2 1 0,0-2 536,-1-2 0,7-2 0,-2 0 0,3 2 0,3 4 0,7-11 0,2 3 0</inkml:trace>
  <inkml:trace contextRef="#ctx0" brushRef="#br0" timeOffset="1898">1956 156 8062,'0'-18'771,"0"1"1,0 15 0,0 8 0,0 9-623,0 9 0,0-3 0,0 8 1,0 2 58,0 2 1,-6 8-1,1 0 1,1-1-117,2 3 0,2-6 0,0 4 0,0-5-23,0-1 0,0-7 1,0-5-1,0-4-147,0-1 0,2-9 1,3-3-1,7-4-310,4-2 1,1-8 0,1-3-1,-1-5 34,1-1 0,5-6 0,0-1 0,-2 1 109,-1-2 1,1 5 0,-1-3 0,-5 4 156,1 1 0,-7 7 209,3-1 1,-8 10 25,2 2 0,-4 8 1,-2 11-1,0 2-177,0 3 0,0 5 1,0-4-1,0 0-237,0 1 0,2-3 0,3-8 1,5-1-269,0-2 1,5-9-1,-3 3 1,5-4 534,7-2 0,-5-8 0,6-9 0,-7-10 0</inkml:trace>
  <inkml:trace contextRef="#ctx0" brushRef="#br0" timeOffset="2333">2637 16 8062,'0'-10'1032,"-2"5"0,-2 10-623,-1 7 0,-1 13 1,6 10-1,-2 10-189,-4 5 1,4 10-1,-6 4 1,3 2-123,-1-2 0,0 1 0,6-13 0,0-7 24,0-7 0,2-12-91,4-9 0,-2-7 1,5-12-210,-1-4 1,6-4 0,-5-7-1,3-1-332,0 1 1,-1-6-1,5-3 1,-3 1 39,-1 0 1,0-4-1,5 6 1,1 1 149,-1 3 0,6 1 1,1 3-1,-3 3 423,-2 6 0,-1 4 1,-1 2-1,1 2 238,-1 4 1,-1 10 0,-5 9-1,-5 2 103,-4 4 1,-2 2 0,-2 2 0,-4-2-264,-5-4 0,-7 2 0,-3-8 0,-4-3-238,-2-7 1,-6 1 0,-4-8 0,4-2-262,0-2 1,6-2 0,-1 0 0,3-2-582,4-4 0,9 2 0,6-8-627,4-1 1526,2-3 0,8-1 0,2-1 0</inkml:trace>
  <inkml:trace contextRef="#ctx0" brushRef="#br0" timeOffset="2732">3371 470 9499,'0'-17'1915,"0"5"-1746,0 0 1,0 7-210,0-7 1,-2 0 64,-4-5 1,2 7 0,-7 4-1,-3 4 0,-2 2 0,-1 0 1,-1 2-1,1 4 100,0 6 0,-1 5 0,1 5 0,-1 3 48,1 2 1,7-4-1,4 6 1,4 0-108,2-1 0,2 3 0,4-8 0,6-2-232,3-1 0,8-11 1,3-3-1,1-4-116,4-2 1,-4-9-1,0-7 1,-2-5 145,-3-1 1,-5-3 0,-3 0-1,-4-2-20,-3-4 1,-1 5 0,-6 1-1,-2 2-87,-4 0 0,-3-1 0,-11 9 0,-1 3-240,-2 6 0,-6 4 0,5 2 1,3 2 105,1 4 0,5 4 1,3 7-1,6 3 377,5 3 0,-7 4 0,-2 8 0</inkml:trace>
  <inkml:trace contextRef="#ctx0" brushRef="#br0" timeOffset="3067">3598 418 7931,'10'-18'-347,"-3"7"1316,-7-1 0,2 2 177,4-1-873,-4 3 0,6 16 0,-8 3 0,0 5 122,0 1 0,0 3 0,0 1 0,0 4-212,0 2 1,0-5 0,0 1 0,0-4-52,0-1 1,0-6-1,0-1-86,0 3 1,2-6-275,4-3 0,-5-10 0,5-7 0,-2-4-89,2-1 0,-4-1 0,6-1 1,-2-2 56,-1-3 0,3 1 0,-4 6 1,4-1 19,1 1 0,-3-7 1,6 1-1,1 4 22,3 5 0,9-1 1,4 5-1,4-2-295,2 1 0,6 7 0,2-4 513,1 0 0,11 6 0,7-5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8:11.117"/>
    </inkml:context>
    <inkml:brush xml:id="br0">
      <inkml:brushProperty name="width" value="0.08571" units="cm"/>
      <inkml:brushProperty name="height" value="0.08571" units="cm"/>
      <inkml:brushProperty name="color" value="#333333"/>
    </inkml:brush>
  </inkml:definitions>
  <inkml:trace contextRef="#ctx0" brushRef="#br0">88 309 7703,'10'-8'212,"-1"1"929,-3-5 1,-4 2 295,4 4-1181,-4 4 1,-2-3 7,0 10 0,0 5 0,0 10 0,0 3 62,0 6 1,-6 6 0,0 6 0,1 5-109,-3 5 0,6 3 0,-4 2 0,4 2-245,2-1 1,2-3-1,4-3 1,5-7-105,5-9 0,9-8 0,4-11 0,6-5-128,6-5 1,-2-4-1,5-4 1,-1-4-327,-4-5 1,-4 1 0,-6-2 0,-6-1-261,-3-3 0,-3 5 0,-1-1 0,-3-2 845,-1-1 0,0-10 0,5-2 0</inkml:trace>
  <inkml:trace contextRef="#ctx0" brushRef="#br0" timeOffset="233">1 379 8084,'9'8'811,"7"-6"-498,-4 3 0,3-3 1,5-2-1,1 0 0,2 0 1,14-5 0,0-3-1,6-2-253,5-3 0,-3-3 0,-1-1 0,1 1-602,0 4 0,-12-1 0,2 5 0,-4 0-693,-4 1 0,-2 1 1235,-8 6 0,1-8 0,-1-2 0</inkml:trace>
  <inkml:trace contextRef="#ctx0" brushRef="#br0" timeOffset="450">71 623 8230,'0'12'599,"0"0"1,7-8 0,7 1-217,7-3 1,3-2 0,9-2 0,5-3-257,5-7 1,4 2 0,3-1 0,-1-3-507,-3-1 1,-5-3 0,4 3 0,-5 1-2239,-7 2 2617,2 8 0,-15-11 0,5 5 0</inkml:trace>
  <inkml:trace contextRef="#ctx0" brushRef="#br0" timeOffset="1249">909 641 7934,'0'-18'1534,"0"7"-768,0-1 1,2 8-473,4-2 0,-4 8 0,3 8 0,-3 8-77,-2 1 0,0 8 0,0 2 0,0 2-74,0-2 1,0 2-1,0-5 1,0-1-33,0 0 0,0-2 1,0-5-1,0-1 1,2-7-189,4-4 1,4-12 0,7-6 0,1-5-170,-1-6 0,3 1 1,-1-5-1,0 0 82,-3 0 1,-2 4 0,3-5 0,-1 3-104,-5 4 1,5 3 0,-7 5-47,1 1 0,6 4 308,-5 3 0,-3 6 0,0 17 1,-2 1 173,-1 5 1,1-3-1,-6 6 1,0-2 123,0-3 1,6 3-1,0-2 1,-2-1 174,-2-3 1,-2-7-305,0-1 1,2-7 0,3 0 0,7-8-189,4-8 1,1-3-1,1-4 1,1-5-253,4-5 0,-3 2 1,5-2-1,-2 0-57,0 2 0,1-4 1,-7 7-1,1 3-598,-1 2 760,1 1 1,-9 10 0,-3 8 286,-4 10 1,-2 7 0,0 5 0,0 3 215,0 2 0,0-5 1,0 3-1,0-2-68,0 0 0,0 1 1,0-7-122,0 1 1,2-7-210,4 1 1,4-8 0,7 2 0,-1-6-438,-5-6 1,5-4 0,-5-5 0,3 1-782,-2 2 0,1 1 1284,-7-7 0,8 1 0,-5-1 0</inkml:trace>
  <inkml:trace contextRef="#ctx0" brushRef="#br0" timeOffset="1830">1939 309 8043,'0'-17'342,"0"-1"0,-2 3 0,-2 1 1869,-1 2-1318,-1 1-858,6 1 0,0 4 0,0 12 0,0 8 155,0 7 0,0 6 1,0 8-1,0 2-21,0 4 0,0 3 0,0 9 1,0-1-93,0 1 1,-6-7 0,0-1-1,2-5-104,2-7 0,2 0 1,0-9-139,0-3 1,8-9 0,4-10-31,3-12 1,-3-2-1,0-13 1,1 2-125,3 0 0,1-7 0,1 7 1,1 0 28,4-2 1,-3 5 0,5-1-1,0 5 182,4 5 0,-2 7 1,3-2-1,-1 4 44,-2 2 1,4 2-1,-10 6 1,-3 7 68,-5 7 1,-9 7 0,2-4 0,-4 0 95,-2 0 0,-10 5 0,-7-5 0,-9 0-7,-1 0 0,-6-7 0,4-9 0,-4 1-148,-2 0 1,0-6 0,0 1-1,2-3-223,4-2 0,4 0 1,8-2-670,-1-3 1,5-3 625,7-4 0,8-1 0,15 7 0,3 2 320,3 2 0,-4-6 0,7-1 0</inkml:trace>
  <inkml:trace contextRef="#ctx0" brushRef="#br0" timeOffset="2197">2498 676 8043,'8'-10'1324,"-6"-5"1,8 7-968,-5-4 0,5 4 0,8 8 1,-1 0-256,0 0 1,9-5 0,1-1 0,2 0-177,0-2 0,0 4 0,4-5 1,-2-1-78,-2 0 1,-9 4 0,-1-3-1,-7-1-70,-4 0 1,-3 4-1,-7-3 18,-3 1 1,-5 2-1,-8 6 1,-1 0 116,-4 0 0,-4 0 0,-6 2 1,2 4 96,1 6 1,9 3-1,-2 5 1,3 1 76,3 2 0,1 2 1,5-3-1,5 3 137,4 2 1,2-6-1,2 5 1,4-3-142,5 0 0,13-1 1,5-9-1,4-3-181,2-2 0,2-3 1,1-5-1,5-1-210,2-5 1,-6-4 0,3-7 0,-3-3-1086,-4-3 0,2 3 1392,-14-3 0,8-4 0,-4 0 0</inkml:trace>
  <inkml:trace contextRef="#ctx0" brushRef="#br0" timeOffset="2730">3511 676 8043,'0'-12'979,"0"1"1,0 5-459,0-6 1,0 6-209,0-5 0,0 5-297,0-6 0,0 6 1,-2-3-1,-4 1 39,-5 4 1,-5 2 0,-1 2-1,-3 0 53,-3 0 1,2 8 0,-7 3 0,1 5-79,0 1 0,6 3 0,-2 1 0,5 2-4,6-1 1,5-3 0,7-1-1,0-1-130,0 1 0,2-7 1,3-1-1,7-2-188,4-4 0,7-2 0,2-2 0,2-2-44,4-4 0,2-4 1,0-9-1,-2-5 170,-2-5 0,-5 2 1,3-4-1,-2-4 175,-4-4 0,5-3 0,-3 3 1,-2-2 113,-1 2 0,-5-3 0,-1 1 0,-3 2 58,3 2 1,-6 10-1,0 2-117,-1 0 0,-5 5 1,2-1-117,-8 7 1,0 6 0,-5 10-3,1 4 1,-6-2 0,5 10 0,-3 3 151,0 4 0,3 9 0,-5-5 0,4 4 49,3 8 0,-1 0 1,4 7-1,-2 1-96,2 0 0,2-5 0,2 7 0,0-1-218,0-1 0,0-4 1,0-10-1,2-4-495,4-2 0,4-7 1,7-9-1,1-1-319,-1-4 981,1-10 0,-1-11 0,1-10 0</inkml:trace>
  <inkml:trace contextRef="#ctx0" brushRef="#br0" timeOffset="3297">4157 623 8043,'12'-17'173,"-2"0"465,-3-1 0,-1 6 1,-6 1 304,0-3 0,0-1-749,0-3 1,-8 3 0,-3 3 0,-5 6-237,-1 4 1,-1 2-1,1 0 1,-3 0-33,-3 0 0,4 2 0,-5 4 1,5 6-77,2 3 1,-1 3-1,3 1 1,1 2 129,2 3 0,9-1 0,-3-6 0,4 1 27,2-1 0,8-5 1,3 0-1,5-1-183,1-1 0,6-2 1,3-8-1,-1 0-140,0 0 1,6-2 0,-4-2 0,2-6 124,1-5 0,-9-1 0,4-13 0,-2-2 179,1-2 0,5-2 1,-6-2-1,0-3 252,3-7 0,-7 2 0,4 1 0,-3-1-92,-3 0 0,-1 7 1,-3-3-1,-3 6-91,-2 6 0,-2 4 1,-6 7-63,0 1 1,-2 1 76,-4 5 1,-4 9 0,-7 11 0,-1 5 24,1 5 0,-1 10 0,3 0 0,1 6 182,2 6 0,1 4 0,-5 9 1,3 2-84,1 3 1,2 5-1,-1-4 1,5 0-193,4 0 0,2-9 1,2-11-1,4-5-588,5-6 0,3-9 1,0-11-1,-3-1-91,3-4 0,1-10 1,1-5-1,-3-7-818,-1-5 1493,-8 3 0,11-20 0,-5 3 0</inkml:trace>
  <inkml:trace contextRef="#ctx0" brushRef="#br0" timeOffset="3547">4786 414 8043,'0'-18'1673,"0"1"-1219,0 7 0,-2 4 0,-4 12 0,-4 8-271,1 7 0,-5 1 1,6 7-1,1 2-115,-1 2 0,2-6 1,6-2-1,0-2-435,0 1 1,0-1-1,0-6-1028,0 1 1,2-8 631,4-5 0,-2-5 1,5-7 762,-1-11 0,6-7 0,-5-10 0</inkml:trace>
  <inkml:trace contextRef="#ctx0" brushRef="#br0" timeOffset="3713">4908 100 8439,'0'-18'3107,"0"6"-2379,0 1-2632,0 7 1,0-2 1903,0 12 0,0 4 0,0 7 0</inkml:trace>
  <inkml:trace contextRef="#ctx0" brushRef="#br0" timeOffset="4146">5100 344 8289,'0'-10'1544,"-6"10"0,-1 14 0,-1 5-1239,0 5 1,0 7 0,5-2 0,-3 4-316,2 2 1,2-2 0,2-4 0,2-4-178,4 0 1,-2-11 0,7 1 0,5-5-150,5-6 0,-2-2 1,7-4-1,-3-4 103,0-6 0,6-3 1,-5-4-1,-1-5 116,2-5 1,-3 2-1,5 0 1,-2 0-78,-4-1 0,-1 7 1,-3-2-1,-1 3-98,-5 3 0,-1 5 0,-4 1 1,-6 9 0,2 2 485,-6 9 0,-8 7 0,4 1 0,1 3 217,-1 3 0,0-3 1,4 3-1,-2-4-209,3-1 1,1-7 0,2 1-1,2 0-516,3-3 0,5 1 0,8-6 1,1 2-216,4-2 1,4-8 0,8-4-1,0-2-482,0-3 1,-2-3 1010,-4-1 0,4-9 0,-6-1 0</inkml:trace>
  <inkml:trace contextRef="#ctx0" brushRef="#br0" timeOffset="4713">5851 466 7324,'18'0'-48,"-1"0"1,-7-2 0,-2-2 713,-1-1 0,-3-3 140,8 2 0,-8 2-7,2-7 1,-4-1-604,-2-6 1,-8 7 0,-4 1-151,-3 2 1,-3 2 0,1 6 0,-1 0-14,1 0 0,-1 8 0,1 2 0,-1 4 6,1 3 0,-1-3 0,3 9 0,3-4 21,6-1 1,-1-1-1,1 1 1,2-1-214,2 1 1,10-9 0,3-3-1,7-4-92,5-2 1,-1 0 0,5 0 0,0-2-91,0-4 1,-4 2-1,5-7 1,-1-3 222,0-1 1,-6-3 0,3 1-109,-5-1 0,-7 9 475,-1 3 0,-9 6 1,0 8-1,-8 7 225,-3 6 1,3 12 0,-4 0 0,0 8 0,1 4 0,-1 9 0,-4 8 1,3 4-54,-3 4 0,-7-2 0,-4 11 1,-3 1-201,-3 0 1,-2-7 0,-2 1 0,0-12-169,1-15 0,1-12 0,3-20 1,7-5-145,4-10 0,9-10 0,2-15 0,2-8-492,1-6 1,7-9-1,11 1 1,9-3 39,7-3 1,11-7-1,7-2 1,1 0 190,-1 4 0,3 9 1,-1 3-1,7-1 19,8 2 1,6 5-1,6 11 1,7 5-1105,8 5 1207,-1 9 1,-32-1-1,2-1 1,-2 2-1,1 0 1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9:04.87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123 137 5066,'-5'84'275,"0"0"1,3-4 0,0 25 0,1 8 0,0-11 0,0-27 0,0-47 0,1-68 0,0-60 0,0-29 0,0 1 0,0 31 392,0-5 0,0 49 0,0 69 1,0 3-1,0 5-509,0 5 0,6 11 1,2 7-1,-1 3-23,1 3 1,0-1 0,-4 3 0,4-1-739,1-2 0,-5-3 0,2-16 0,-4-4-2237,-2-6 1541,8-3 1,-6-13 1691,4-7 0,-5-15 0,-1-12 0</inkml:trace>
  <inkml:trace contextRef="#ctx0" brushRef="#br0" timeOffset="333">18 140 7983,'-10'-8'856,"2"4"0,8-7-369,0-3 1,0 4-1,2 1 1,4-1-195,6 0 1,5 4 0,7-3 0,7-1-250,7 0 1,1 5-1,8-5 1,1 2-72,3 4 0,-1 2 1,-3 2-1,-7 0-241,-3 0 1,-4 2 0,-5 4-73,-11 6 0,-7 5 1,-12 4-1,-4 3 295,-6-3 1,-5 0-1,-6 1 1,-7 1 116,-3-2 1,-1 5-1,-1-3 1,0-2 7,0-1 0,0-9 1,2 1-1,4 0-796,5-3 1,5-1-2167,2-8 2882,7 0 0,2 0 0</inkml:trace>
  <inkml:trace contextRef="#ctx0" brushRef="#br0" timeOffset="868">664 472 7704,'0'-18'-1274,"0"7"4805,0-1-1173,0 0-2023,8 3 1,-6 3 0,4 12 0,-5 5 96,-1 5 1,2 7-1,2 2 1,2 3-228,-2 3 1,-2-4 0,-2 0-1,0 0-107,0 0 0,0-5 0,0 1-74,0-4-191,0-1 0,0-10 1,0-8-72,0-10 1,0-8-1,0-3 1,0-4-259,0-2 1,0-1 0,0-1 0,0 4-37,0 0 0,8 6 1,3-5-1,5 5 120,1 1 1,9 3-1,3 3 1,4 6 77,2 4 1,0 2 0,1 0 0,3 0-182,2 0 1,-2 6 0,-8 2 514,-2 2 0,-8-6 0,4 3 0</inkml:trace>
  <inkml:trace contextRef="#ctx0" brushRef="#br0" timeOffset="1250">1101 594 9796,'2'-10'1746,"3"5"-1489,7 3 1,-2-4 0,1-2 0,3 0-120,1 0 1,9-5-1,1 1 1,0-3-257,0-3 0,-1 7 1,-5-1-1,1-2-404,-3-1 1,2-3 320,-13 1 1,-2 7 0,-10 4-1,-7 4 0,-9 2 0,1 0 0,-8 2 0,-2 4 248,-2 6 1,4 5 0,2 5 0,1 3 138,5 2 0,2-4 0,3 5 0,4-1 37,7 0 1,5 0 0,5 4 0,9-4-148,7-2 0,12-1 0,10-9 0,4-3-517,7-6 1,-2-6 0,7-6-1,-5-8-2050,-2-7 2491,1-6 0,-1-8 0,0 0 0</inkml:trace>
  <inkml:trace contextRef="#ctx0" brushRef="#br0" timeOffset="1666">1852 367 8022,'9'-12'696,"-1"1"1702,0-3-1702,-6-1 1,4-1 0,-12 4-575,-6 7 1,-3 3-1,-5 2 1,-1 0-82,-2 0 0,-3 2 0,5 2 0,-2 3-281,1 3 1,3 2-1,1 3 1,1-1-73,0-3 1,7 1-1,2 5 1,2 1 250,0-1 1,3-5 0,8 0 0,7-1 84,4-1 0,9 6 0,2-7 0,2 3 60,0 0 0,0-3 0,6 5 0,-2-3-45,-4 3 1,-3-4 0,-9 1 2,0 3 0,-7 2 1,-4 1-1,-6-1 30,-6-5 0,-6 5 1,-9-7-1,-4 3-147,-2 0 1,-2-7 0,-4 5 0,2-2-700,2-4 0,7-2 0,-1-2-781,3 0 1555,11 0 0,17-8 0,11-2 0</inkml:trace>
  <inkml:trace contextRef="#ctx0" brushRef="#br0" timeOffset="2033">2148 489 8022,'0'-11'1627,"0"-1"1,2 8-978,4-2 0,-2 4 0,8 2-580,1 0 0,5 0 0,3 0 0,4-2-30,3-3 0,-5 1 1,4-6-1,-2 0-142,-3 1 0,-3 3 0,-2-6-818,1-1 0,-8-3 619,-5-1 0,-10 5 1,-9 2-1,-7 2 278,-8 5 1,1 8 0,-1 5-1,0 4 74,2 3 0,2-3 0,7 11 0,1-2 217,-1 1 1,9 7-1,3-4 1,4 2-14,2 0 0,4-6 1,7 4-1,11-1-465,3-5 1,14-4 0,-4-5-1,2-6-310,0-4 0,-3-2 0,-1-2 0,-2-4-808,-1-6 1328,-9-11 0,4-4 0,-7-8 0</inkml:trace>
  <inkml:trace contextRef="#ctx0" brushRef="#br0" timeOffset="2384">2637 350 7958,'10'-12'2678,"-4"0"-2309,-4 8 0,4 10 0,0 12-120,-3 1 1,5 6-1,-2 1 1,0-1 46,2 0 0,-4 0 1,5-3-1,-1 1-83,-4-2 1,0-1-1,0-3-226,1 1 0,1-7-80,-6 1 0,0-10-1,0-2 1,0-10-111,0-5 1,0-3-1,0 1 1,0-1-57,0 1 0,2 1 0,2 3 0,2 1 55,-2-2 1,0-1-1,1-3 6,7 1 0,4 1 0,1 3 0,1 3-30,-1 2 1,8-5 0,4 3 0,4 0-393,2 5 0,-6-3 0,1 2 621,1 2 0,2-6 0,1 1 0</inkml:trace>
  <inkml:trace contextRef="#ctx0" brushRef="#br0" timeOffset="2783">3144 367 7958,'0'-12'687,"0"1"1,0 5 245,0-6 0,0 10-453,0 2 1,0 8 0,0 10-1,2 1-139,4 4 0,-4-1 0,5 5 1,1 0-115,4 0 1,-2-4-1,1 5 1,3-3-99,1-4 0,1-1 1,-3-5-1,-1-1-232,2-3 1,-5-7 0,1 4-1,0-2-194,-1 0 1,-3-1-1,4-7-38,-2-3 0,-2-5 0,-5-8 0,3 1 25,2 0 0,0-3 1,-4-1-1,2-4 60,2-3 0,7 5 1,-3-4-1,2 2-168,-1 3 0,1 1 0,3 0 0,-1-3-383,-2 3 0,-7 4 0,5 3 801,-2 2 0,-2 8 0,-6-3 0,0 7 0</inkml:trace>
  <inkml:trace contextRef="#ctx0" brushRef="#br0" timeOffset="3118">3703 507 7557,'0'-10'3420,"0"0"-3140,0 5 1,2 3 0,4-4-242,5 4 1,11-6-1,1-2 1,0-1 30,2-1 1,-5 6 0,3-5 0,-4-1-357,-1 2 0,-1-5 0,-1 3 53,-4-3 1,-9-1 204,-14 4 1,-3 5 0,-13 7 0,0 0 280,0 0 0,5 7 1,-1 7-1,4 5 203,1 5 0,3 5 0,3-4 1,6 0-328,4 0 0,6 5 0,8-5 0,13 0-603,12 0 1,8-3 473,7-11 0,16 5 0,4-7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9:16.19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368 348 7803,'9'0'4356,"-3"-8"-4156,-12-4 0,-3-1 0,-9-1 0,1 5-214,-1 1 0,-1 2 1,-3 4-1,-1-2-175,2-2 1,1 1 0,3 7 0,-1 1-165,1 3 1,0 8-1,-1-3 1,3 5 132,3 1 0,4 7 1,8-1-1,0-2 153,0-1 0,2-3 0,4 1 0,6-1 115,3 1 0,8-1 0,3 1 0,-1-1 8,0 0 0,-2 1 0,-5-1 0,-1 1 60,1-1 1,-9 7 0,-3-1 0,-4 0 46,-2 2 0,-8-5 0,-5 3 1,-7-4-108,-3-1 0,-8-3 0,4-3 0,-2-6-188,0-4 1,5-4 0,-3-4 0,2-7-354,4-9 1,3 1 0,7-6 0,5 1-783,4 5 1267,2-6 0,8 8 0,1-7 0</inkml:trace>
  <inkml:trace contextRef="#ctx0" brushRef="#br0" timeOffset="483">699 86 9641,'-2'12'1224,"-1"-1"1,-3 5-962,2 5 1,2 8 0,0 12-1,-2 7-161,-2 9 0,0-1 0,6 8 0,0 0-395,0-2 1,0 2 0,0-9 0,2-9-460,4-7 1,-4-2 0,6-14-121,0-2 1,-6-11 0,3-10-650,-3-10 1521,-2-5 0,0-10 0,0-3 0</inkml:trace>
  <inkml:trace contextRef="#ctx0" brushRef="#br0" timeOffset="683">507 488 10135,'2'-12'2510,"6"2"-2157,9 2 1,3-3 0,9 3 0,2 0-894,2 1 1,8-7-1,1 4 1,1-1-424,0-1 0,-1 6 0,-5-4 0,0 3 963,-4 3 0,-2-6 0,4 0 0</inkml:trace>
  <inkml:trace contextRef="#ctx0" brushRef="#br0" timeOffset="1067">1101 435 8233,'0'-11'3977,"0"-1"-3724,0 8 1,0 10 0,0 13-183,0 6 0,0-1 0,0 5 0,0 2 5,0 2 1,0-6 0,0-2-1,0-1-325,0-1 0,0 0-71,0-5 481,0-9 0,0-3 0,0-12 1,0-5-53,0-5 1,0-7 0,0 0 0,0-1-292,0-1 0,6 6 0,0-5 1,-2 5-255,-2 2 0,-1 1 1,5 2-1,4 3-61,0-3 0,5-1 0,-3-1 0,3 3 9,3 1 1,5 6 0,0-4 0,1 3 145,1 3 0,-4 2 1,6 2-1,-1 0 342,-5 0 0,-2 8 0,-1 1 0</inkml:trace>
  <inkml:trace contextRef="#ctx0" brushRef="#br0" timeOffset="1433">1660 505 8245,'6'-12'2742,"0"1"-909,-1 7-1474,-5-4 1,-5 16 0,-1 4 0,2 3-211,2 3 1,0 1-1,-2 2 1,-2 5-85,2 1 1,4-6-1,4 2 1,4-3-199,2-3 1,1-1 0,7-5-1,1-5-138,5-4 1,-3-2 0,6 0 0,0 0 49,0 0 0,-7-8 1,-1-3-1,-5-7 7,-1-5 0,-3 2 0,0-7 0,-2 3-90,-5 4 0,-1-4 1,-2 1-1,0 3-285,0 2 0,-2 3 1,-1 2-1,-5 5-1118,-2 1 1707,6 2 0,-11 6 0,5 0 0</inkml:trace>
  <inkml:trace contextRef="#ctx0" brushRef="#br0" timeOffset="1783">2428 505 8100,'10'0'2523,"-2"-2"-2012,-8-4 0,0-3 0,-2-7-500,-4 4 0,-4-1 0,-7 7 1,-1 0 46,1-2 1,-1 7 0,1-5 0,0 4-195,-1 2 1,1 8 0,-1 1 0,1 5 64,-1 3 0,3-3 0,1 11 0,4-2 241,3 1 0,1 5 0,6-4 0,2 0-12,4 0 0,3 5 0,11-7 0,3-2-524,6-1 1,4-5-1,2-3 1,0-6-461,0-5 0,0-8 0,0-7 0,0-7 826,0-8 0,0-4 0,-1-2 0</inkml:trace>
  <inkml:trace contextRef="#ctx0" brushRef="#br0" timeOffset="2050">2865 68 8100,'0'-17'1661,"0"0"538,0-1-1832,0 8 0,0 5 0,0 10-255,0 7 0,-6 9 1,0 5-1,2 3 27,2 8 0,2 5 0,0 11 0,0-1-82,0 0 1,0 3 0,0 1 0,0 2-62,0-1 0,0-9 0,0-3 1,0-3-438,0-3 1,0-10-1,2-7-1255,4-9 0,-4-7 639,4-12 0,-4-4 0,-2-9 1057,0-4 0,-8-4 0,-2-8 0</inkml:trace>
  <inkml:trace contextRef="#ctx0" brushRef="#br0" timeOffset="2233">2620 488 8100,'12'0'1061,"0"0"0,-6 0 0,5 0-647,3 0 1,1 0-1,3 0 1,1 0-535,4 0 0,-1 0 1,7 0-1,0-2-284,-2-4 1,4 2 0,-6-6 0,1 1 403,-1-1 0,6-2 0,-4-5 0</inkml:trace>
  <inkml:trace contextRef="#ctx0" brushRef="#br0" timeOffset="2550">3232 418 8340,'9'-8'3092,"-1"6"-2923,-8-6 0,0 10 0,0 4 42,0 6 0,0 3 0,0 3 0,0-1-130,0 1 1,0-1 0,0 1 0,0-1-32,0 0 1,8 1 0,4-1 0,3-1-272,3-4 1,-1 1 0,2-7 0,3-2 22,1-2 0,0-2 0,-5 0 0,-1-2-103,1-4 0,-3-4 0,-1-7 0,-4-3-27,-3-3 0,-1 4 1,-6-6-1,0 1-295,0 1 0,0-2 1,-2 3-664,-4-1 1286,4 0 0,-13 5 0,5 1 0</inkml:trace>
  <inkml:trace contextRef="#ctx0" brushRef="#br0" timeOffset="2950">3773 313 8452,'0'12'2195,"0"-1"-1641,0 3 1,0 1 0,0 3 0,0 1-251,0 5 0,0-5 1,0 6-1,2-2-217,4 1 0,-4-1 0,4-6-90,-4 1 1,-1-6-328,5-1 1,-4-9 61,4-2 1,-4-8-1,-2-9 1,0-1-257,0 1 0,0 0 1,0-1 125,0 1 0,0-1 0,2 1 254,4-1 0,-4 1 0,5-1 82,1 1 0,-4 5 1,6 1-1,0-1-105,-1 2 0,5-5 0,7 5 0,4-2-247,3 1 1,-5 5-1,6-4 1,2 0 413,2 1 0,2-3 0,0-5 0</inkml:trace>
  <inkml:trace contextRef="#ctx0" brushRef="#br0" timeOffset="3283">4227 488 9597,'10'-8'862,"0"4"1,-5-6-373,7 2 1,-2-3 0,1 3-293,3-2 1,1 7 0,1-5-1,-2 2-84,-3 0 1,-5-6-1,4 5-811,-2-3 0,-3 4 122,-5-5 0,-7 7 1,-5-2-1,-4 4 507,-1 2 0,-1 6 0,1 1 1,0 5 466,-1 8 1,6-3 0,3 8 0,1-2-64,4 1 0,2-1 1,6-4-1,8 3-745,11 1 0,20-2 1,17-9-1,23-8 409,-31-4 0,3-4 0,12-7 0,4-3 0,8-5 0,1 1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9:13.27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400 569 9430,'10'0'2843,"-2"-2"-2514,-8-4 0,0-3 1,-2-7-184,-4 5 1,-4 1-1,-9 6-176,-4-2 1,3 0 0,-5 6-1,2 2-302,0 4 1,-3 4 0,5 7 0,-2 3 95,1 3 1,5-2 0,3 6 0,5 1 116,1-1 1,2-4 0,8 4 0,4-3 90,5-9 0,7 1 0,3-11 0,4-1 85,3-2 0,-1-10 1,4-3-1,-4-7-84,-2-5 1,0 2-1,-3-8 1,1-1-80,-2 3 0,-7-4 1,-4 8-1,-1 2-19,1 1 1,-6 3 33,2-1 0,-6 9 0,-6 5 0,-6 10 183,-3 11 0,-1 8 0,3 12 0,1 4 154,-1 5 0,5 7 1,0 5-1,2 6 61,0 4 1,1 10 0,5 3 0,-2 3 82,-4-3 0,4-5 1,-6-12-1,2-4-308,0 0 0,-5-21 0,3-4 1,-2-14-313,-3-9 1,3-4 0,-4-8-1,-3-2-55,-4-4 1,-5-4-1,3-9 1,-6-3-194,-4-1 1,6-6 0,4 4 0,3 0-48,3-1 1,5-5-1,2 2 1,3-2 21,3 2 0,10-4 1,5 4-1,7-6 503,5-6 0,4 4 0,8-5 0</inkml:trace>
  <inkml:trace contextRef="#ctx0" brushRef="#br0" timeOffset="286">820 185 7932,'9'-18'0,"-3"1"0,-2 2 1128,2 3-268,-4-4 1,6 12-752,-8-7 1,0 9-1,0 2 1,-2 12 102,-4 9 0,2 2 0,-8 10 1,1 6-19,1 4 1,-6 5-1,5 8 1,-5 3-153,-1-3 0,5 4 0,2-2 0,1-1-408,-1-3 1,6-9 0,-2-7 0,4-7-297,2-7 0,2-13 0,4-7-1800,6-8 2462,-4-5 0,15-17 0,-4-1 0</inkml:trace>
  <inkml:trace contextRef="#ctx0" brushRef="#br0" timeOffset="686">1309 552 8039,'9'-8'0,"1"-2"2039,-4-7-1465,-4-1 1,0 7 0,-10 1-447,-2 2 1,-1 2-1,-7 6 1,1 0-153,-1 0 1,1 0-1,-3 2 1,-1 2 50,-2 2 0,-3 8 0,5-1 1,-2 7 2,1 3 1,9 6 0,1-4 0,1 2 103,1 4 1,2 0 0,8 1-1,0-5-92,0-2 1,14-2-1,5-7 1,4-5-274,3-5 1,5-4 0,-2-4 0,2-4-26,-2-5 0,2-7 0,-8-3 0,-1-4 19,-3-2 0,-9-1 1,-4-3-1,-4 2 8,-2-2 1,-2 4-1,-4 0 1,-6 2-132,-3 3 1,-9 9 0,1 3 0,0 2-7,-2 4 1,5 4-1,-1 8 1,5 8 365,5 5 0,7 10 0,-4-4 0,8 8 0</inkml:trace>
  <inkml:trace contextRef="#ctx0" brushRef="#br0" timeOffset="1168">1710 150 9562,'-15'-8'1528,"1"8"-1278,3 10 1,5 7 0,-4 7 0,0 7-114,1 8 1,3 5 0,-6 11 0,0 1 38,3 2 1,-1 2 0,6-5 0,-2-1 62,2-4 0,3-11 1,1-4-184,0-10 0,1-13-100,5-6 1,2-14 0,6-9 0,-3-9-450,3-1 1,1-6-1,3 6 1,-1-2-134,1 0 0,5 0 1,2-4-1,1 4 119,-1 5 1,4 5 0,-4 1-1,2 3 431,4 3 1,-4 6-1,1 12 1,-3 8 338,-4 7 1,-3 6 0,-7 8-1,-5 0 136,-4 0 0,-4-2 0,-6-2 0,-7-4-77,-6-1 0,-11-5 0,3-9 0,-4-7-231,-2-3 1,1-2 0,-1 0 0,2 0-484,3 0 0,-1-7 1,8-5-663,2-4 0,9 5 0,8 1 1054,8 2 0,14-5 0,9 3 0</inkml:trace>
  <inkml:trace contextRef="#ctx0" brushRef="#br0" timeOffset="1770">2374 517 13121,'-12'0'776,"1"0"0,-1 0 1,-5 0-796,-1 0 0,-1 6 0,-3 1 0,-1 1-126,2 0 1,1 5-1,1-1 1,-1 4-58,3 1 1,-4 1 0,11-1 0,-2 0 74,1 1 0,7-1 0,-2 1 1,4-1 12,2 1 1,2-3 0,4-1 0,7-4-105,9-3 1,-1-1 0,6-6 0,0-2-65,1-4 0,-5-3 1,6-9-1,0 1-51,-2-1 0,-2-5 0,-5-2 1,-1 0 144,-1-1 1,3 1 0,-11 4 0,1-2 239,1 1 1,-8 9 0,2 1 511,-4-2-323,-2 7 0,-2-1 0,-2 10 1,-4 4 216,-2 5 0,7 7 1,-5 3-1,2 4 23,0 2 1,-2-5 0,4 3 0,-1-2-492,1 1 0,2-1 1,4-6-1,4 1-277,5-1 0,5-1 0,3-3 0,3-3-716,1-2 0,8-2 1,-2-8-1,2-4-1805,-2-6 2808,4-3 0,-13-10 0,5-3 0</inkml:trace>
  <inkml:trace contextRef="#ctx0" brushRef="#br0" timeOffset="1966">2950 63 8029,'0'-18'559,"6"1"1107,0-1-1333,0 9 0,-8 9 0,-2 13 1,-4 9 162,-2 7 0,5 11 1,-7 7-1,0 5-286,3 7 1,-5 1-1,6 8 1,0-2-137,1 0 0,1-2 0,6-14 0,0-3-519,0-7 1,0-5 0,2-7-2983,4-11 3427,-4-7 0,13-18 0,-5-2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9:11.02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333 420 7933,'8'-10'325,"-5"-3"1,7 5 411,-2-2 1,-2 4 0,-6-5-76,0-3 1,0 4-556,0-1 1,-8 1 0,-4-3-1,-3 3-92,-3 2 0,-1 2 0,-2 6 0,-5 2-149,-1 4 0,4-2 1,-4 8-1,1 1-50,5 3 0,-4 7 0,2 2 0,1 0 114,3 1 1,3 5 0,5-4 0,5 2 2,4 0 0,2-8 1,0 5-17,0-1 0,8-8 0,3 3 0,7-9-24,5-3 1,-2-4 0,7-10 0,-1-5-127,0-5 0,-6-1 0,3-1 0,-5 1-302,-2-1 1,1-1 0,-1-3-1,-1-1-4,-4 2 0,1 1 539,-7 3 0,8-8 0,-5-3 0</inkml:trace>
  <inkml:trace contextRef="#ctx0" brushRef="#br0" timeOffset="250">315 402 8483,'10'0'3526,"-2"0"-3176,-8 0 0,2 6 0,2 2-194,1 2 0,1 1 0,-6 7 0,0-1-335,0 1 1,0-1-1,2 1 1,2-1-380,2 1 1,5-7-1,-3-1-229,2-2 0,2-2 0,5-6-350,1 0 1,-1-2 1136,0-4 0,-7-4 0,6-7 0,-7-1 0</inkml:trace>
  <inkml:trace contextRef="#ctx0" brushRef="#br0" timeOffset="683">560 368 7998,'0'-18'-818,"0"1"4145,0 7-2665,0 2 0,0 28-508,0 3 0,0 6 1,0-8-1,0 5 1,0 1 0,6-6 0,-1 4 0,1-1-224,2-1 1,0 0 0,5-7 0,-1-3-132,2-1 1,1-8-1,3 2 1,-1-4-60,0-2 1,1-2 0,-1-4 0,1-6 41,-1-3 1,1-3 0,-3-1-1,-1-3 31,-2-1 0,-9-2 0,5 4 0,-2-3 38,0 3 1,0 1 240,-6 3-36,0 0 1,0 9 166,0 8 1,0 8 0,0 9 0,0 0 162,0 1 0,0-1 0,2 1 1,1-1-194,3 1 0,6-1 0,-4 1 1,1-1-341,5 1 1,-4-1 0,1-1-1,3-5-286,1-5 0,3 2 0,-1-2-1262,1-2 1694,-1-2 0,1 5 0,-1 3 0</inkml:trace>
  <inkml:trace contextRef="#ctx0" brushRef="#br0" timeOffset="1247">1433 437 7998,'10'-11'1999,"-4"-1"1,-5 6-1739,-1-5 0,-7 7 0,-5-4-140,-3 0 0,-3 6 0,1-3 0,-1 3-43,1 2 1,-1 0 0,1 0 0,-1 2-275,1 3 0,-1 5 0,1 7 0,-1 1 95,1-1 1,1 7 0,5 1 0,3 0 151,0 0 1,6 4 0,-2-3 0,8-1-29,8 0 1,5-2 0,5-7 0,3-4-212,2-7 1,2-3-1,6-4 1,0-5-390,0-11 1,-2-5 0,-2-8 0,-4 0 140,-2-6 0,-1 2 0,-9-6 0,-3 4 195,-6 2 0,-4-1 0,-2-3 0,0-2 72,0 2 0,0 4 0,0 4 1,-2 2 216,-4-2 0,4 6 0,-6 4 0,2 5 232,1 4 0,-1 7 0,6-7 1138,0-2 459,0 7-1320,0-1 0,-2 21 0,-2 5-159,-2 1 0,0 3 0,6 1 0,0 6-54,0 4 0,-6 8 1,1 1-1,1 1-278,2 0 0,2 3 1,2-5-1,2-2-567,1-2 1,9-2-1,-2-2 1,3-4-3387,3-6 3887,-1-3 0,8-11 0,3-1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9:08.71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95 11992,'0'20'329,"0"3"1,0 6 0,-2 12-1,-2 5-169,-2 5 0,0 3 1,6 3-1,0 3-207,0 2 0,2-6 0,2 0 0,4-7-641,1-8 0,-5-12 0,4-6-258,0-4 1,0-11-1,3-8 946,-5-10 0,4-13 0,-1-4 0</inkml:trace>
  <inkml:trace contextRef="#ctx0" brushRef="#br0" timeOffset="383">541 532 8020,'6'-12'274,"0"1"1,0-1-1,-6-5 282,0-1 1,-2 6 0,-2 1-136,-2-3 1,-7 6-1,1 3-377,-3 3 0,-5 2 0,-1 0 0,-3 0-137,3 0 1,2 13-1,-1 5 1,-1 3-3,-2 4 0,1 2 1,9 8-1,3 0 115,2 0 0,2 0 0,6-2 0,2-2 110,4-2 0,6-7 0,9-1 0,4-7-22,3-9 0,1-3 0,6-4 0,0-3-150,0-7 0,-6-5 0,-2-7 0,-2-3-159,-4 0 1,-3-6-1,-7 4 1,-5-4 20,-4-2 0,-4 6 0,-4 2 0,-7 1-158,-8 5 0,-7 9 0,-7 7 0,1 3-226,-1 2 0,5 2 0,3 3 0,2 9 564,4 7 0,1 6 0,3 8 0</inkml:trace>
  <inkml:trace contextRef="#ctx0" brushRef="#br0" timeOffset="785">1118 514 7960,'0'-17'-219,"0"5"2044,0 1 0,0 5-1251,0-6 1,-8 8 0,-4-1-417,-3 3 1,-3 2 0,1 2 0,-1 1-103,1 3 1,-2 8 0,-3-2 0,-1 1-100,2-1 1,1 5-1,5-1 1,1 5-448,2 0 0,9 5 0,-3-3 0,4 0 252,2 2 0,8-5 0,3 3 0,7-3-175,5-3 0,-2-7 0,8-3 0,1-1-525,-3 0 1,10-2 937,-8-10 0,15-4 0,-7-7 0</inkml:trace>
  <inkml:trace contextRef="#ctx0" brushRef="#br0" timeOffset="1267">1537 567 7950,'10'-8'-34,"-3"4"0,-7-7 1,2-1 553,4 2 0,-4-5-2,4 3 0,-6-1 0,-4-1-406,-2 2 0,-7 8 1,1-1-1,-2 1-83,3-2 0,-5 4 0,5-4 0,-7 6 92,-5 6 0,3-2 0,-3 7 0,4 3-43,1 2 1,1 7-1,-1 2 1,3 0-70,3 1 1,-1-1 0,7-4 0,2 2-4,2-1 0,2-3 0,0-1 0,2-1-62,4 1 1,3-9 0,11-3-1,1-4-67,2-2 1,7-2 0,-7-4-1,0-5-30,2-5 0,-3-1 0,5-1 0,-2 1 103,-4-1 0,-1 1 0,-3-1 0,-1 1 121,-5-1 0,3 1-13,-8-1 1,0 11-79,-6 7 0,-6 7 0,0 13 0,0 1 145,-2 2 1,7 1 0,-5-5 0,4 2-60,2 3 1,2-1 0,4-5-3,5-1 0,5-1 0,3-5 0,2-5-700,3-4 636,-1-2 0,2-8 0,2-2 0</inkml:trace>
  <inkml:trace contextRef="#ctx0" brushRef="#br0" timeOffset="1534">2061 60 7950,'2'-15'0,"2"1"454,1 3 1,1 5-77,-6-6 1,0 10-12,0 2 1,-2 10 0,-2 11 0,-3 6 20,-3 6 0,6 0 1,-4 14-1,3 2-4,-1 1 0,0 8 0,6 0 0,0-1-190,0-3 0,0-4 0,0-1 1,0-4-461,0-3 1,0-9 0,2-9-677,4-5 0,-2-9 942,7-4 0,-7-12 0,4-4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9:27.67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262 385 7937,'18'0'258,"-7"0"278,1 0 1,-8-2 0,4-2 88,0-2 0,-7-7 1,5 1-364,-4-3 0,-2 3 0,0 0 0,-2 1-194,-4 1 1,-3-4-1,-9 9 1,1 1-140,-1 2 1,-7 2-1,-2 2 1,0 2-168,4 1 1,-3 9 0,3-2 0,4 3 37,5 3 0,0-1 0,9 1 1,1 1 195,2 4 1,4-3-1,4 3 1,7-4 146,9-1 1,-1 1 0,6 3-1,-2 1-57,-3-2 1,-3-1 0,-3-1 0,-3 2-114,-1 3 1,-8-1-1,1-6 1,-3 1-116,-2-1 0,-7-1 1,-5-5-1,-5-3-115,-7 0 1,3-6 0,-8 4-1,0-6-200,2-6 0,-1-4 0,9-7 0,0-1 35,3 1 0,10-6 0,0-1 0,4 3 422,2 1 0,2 3 0,4 0 0,4-1 0,7 1 0</inkml:trace>
  <inkml:trace contextRef="#ctx0" brushRef="#br0" timeOffset="316">682 53 7937,'0'-11'556,"0"-1"1,-2 8-10,-4-2 1,2 14 0,-6 7-314,2 7 1,1 9-1,3-2 1,-4 6-56,-2 6 0,6 3 1,-3 9-1,1-1-121,0 0 1,-6-5 0,7-2 0,-1-3-396,-2-3 1,6-8-1,-4-4-1118,4-1-110,2-11 0,2-7 1565,4-8 0,-4 0 0,6-8 0,-8-2 0</inkml:trace>
  <inkml:trace contextRef="#ctx0" brushRef="#br0" timeOffset="515">350 455 8501,'2'-16'918,"3"5"1,5-3 0,8 8 0,-1 2-867,1 2 1,7-3-1,4-1 1,4 0-393,2-2 1,0 6 0,0-4 0,0 3-210,0-3 1,-1 2-1,-1-6 1,-2 2 548,-1 5 0,-1-7 0,6 0 0</inkml:trace>
  <inkml:trace contextRef="#ctx0" brushRef="#br0" timeOffset="883">943 402 7937,'12'0'1952,"0"0"-1577,-8 0 1,3 2 0,-7 4-1,0 6-117,0 3 1,-2 9 0,-1 1-1,-3 2-78,2 4 0,-4 2 0,2 0 0,0-4 40,-1-6 0,5 3 1,-4-3 620,4-2-869,2-9 0,0-6 0,2-14 0,2-7-277,2-7 0,5-3 0,-5 2 0,0-5-151,2 1 1,-4-4 0,5 6 0,-1 0 102,-4 0 1,6-1 0,-1 5 0,3-2 44,0 1 0,-1 3 1,7 3-1,1 3 142,4 1 0,-1 8 0,7-1 0,0 3-158,-2 2 1,0 2 0,-5 1-1,1 5 324,-2 2 0,-1-6 0,-3 11 0,1-5 0</inkml:trace>
  <inkml:trace contextRef="#ctx0" brushRef="#br0" timeOffset="1233">1415 437 8224,'0'-11'2928,"0"-1"-2684,0 8 0,0-2 0,-2 12-30,-4 6 0,2 3 1,-5 5-1,1 1-60,4 2 0,2 7 0,2-7 1,0-2-51,0-1 1,8-3 0,4 0 0,3 1-177,2-1 1,1-7-1,1-4 1,3-4-248,1-2 0,6-2 0,-6-4 0,-1-6-22,-3-3 1,-1-4-1,-1-3 1,-1-3 29,-5-2 1,-3 4-1,-6-7 1,2 1-221,2 2 1,-1-4 0,-5 8-248,0 1 0,0 3 778,0 2 0,0 9 0,0 8 0,0 15 0,0 13 0</inkml:trace>
  <inkml:trace contextRef="#ctx0" brushRef="#br0" timeOffset="1582">2166 455 8210,'10'-18'1809,"-4"1"1,-5 5-1370,-1 1 1,0 5 0,-1-4-420,-5 2 1,-4 3-1,-7 5 1,-1 0-43,1 0 0,-1 0 0,-1 0 0,-3 1-112,-1 5 1,-6 4 0,6 7 0,1 1 107,3-1 0,1 7 0,3 1 0,1 0 169,3 0 1,7 4 0,0-5 0,8-3-192,8-2 1,5-1 0,6-3 0,6-3-226,4-6 1,2-4-1,0-2 1,0-2-452,0-4 1,-2-4 0,-2-9-1,-4-2 115,-2-3 0,1-7 0,-5 2 0,2-4 608,-1-2 0,-3 0 0,-1 0 0</inkml:trace>
  <inkml:trace contextRef="#ctx0" brushRef="#br0" timeOffset="1830">2550 106 7937,'0'-18'0,"0"1"0,2 1 0,2 3 616,2 1 1,0 6 123,-6-6 1,-2 9 0,-4-3-501,-6 4 0,3 10 0,-1 5 0,0 8-17,0 9 1,5 3 0,-5 3 0,0 5-52,1 6 0,5 3 0,-4 1 0,2-3-203,0-1 0,0-3 0,6 3 0,0-6-139,0-4 1,0-10-1,0-4 1,0-4-2241,0-1 1826,8-8 1,0-5-1,4-10 1,-7-7-1573,-3-4 2156,-2 7 0,-7-15 0,-3 5 0</inkml:trace>
  <inkml:trace contextRef="#ctx0" brushRef="#br0" timeOffset="1997">2271 455 7603,'-10'0'1279,"4"0"1,12 0 0,8 0-1208,7 0 1,0-2-1,8-2 1,2-4-717,2-1 0,4 3 1,2-6-1,2 0 644,-2 3 0,5-7 0,1 7 0</inkml:trace>
  <inkml:trace contextRef="#ctx0" brushRef="#br0" timeOffset="2380">2847 420 9331,'-6'12'667,"0"-1"0,-5 1 1,5 7-439,2 5 0,2-5 0,2 6 0,0-2-44,0 1 1,0 1 0,2-4-1,4 1-72,6-7 0,3 3 0,4-9 0,3 1-302,1-4 1,8-4-1,-4-4 1,2-6-67,1-9 1,-7-3 0,4-7 0,-2 0-107,-3 0 0,-9 0 0,-3-4 0,-2 1-48,-4-1 0,-3 6 0,-1 2-110,0 3 1,-7 9 0,-5 1 182,-3 2 1,3 10 0,2 10-1,2 3 336,5 3 0,1-1 0,2 1 0,2-3 0,3-3 0,5 4 0,8-7 0,-1 3 0,0 0 0,1-9 0,-1 5 0</inkml:trace>
  <inkml:trace contextRef="#ctx0" brushRef="#br0" timeOffset="2713">3476 350 8059,'10'8'672,"-3"-4"107,-7 7 0,0-5 0,0 6-298,0 1 0,0 9 0,0 1 1,0 0-319,0 3 1,0-1 0,0 6 0,0-4 24,0-2 0,0 0 0,0-3-211,0 1 0,2-2-290,4-9 1,-4-6 8,4-12 0,-4-4 0,0-7 0,2-1-23,1 1 1,1-6 0,-6-1 0,0 3 24,0 2 1,0-1-1,0-1 0,0-2 1,2-1 0,2 7 0,4 1 54,1 5 0,3 1 0,8 6 0,3-2 23,6 2 1,4 2 0,2 2 0,0 0-58,0 0 1,2 0-1,1 2 281,3 4 0,0-4 0,-6 6 0</inkml:trace>
  <inkml:trace contextRef="#ctx0" brushRef="#br0" timeOffset="3046">3965 595 7937,'11'0'811,"1"0"0,0 0 0,7 0 0,2-2-596,3-4 0,1 4 0,-2-6 1,4 2-190,1 0 0,3-7 1,-8 3-1,-2-1-229,-1-1 1,-9 0 0,-1-5-59,-2-1 0,-10 9 0,-12 1 0,-5 2 194,-4 0 1,-8 0 0,3 8 0,-1 4 365,0 6 1,8 3 0,-1 3 0,7-1-75,3 1 1,8-1 0,-1 1-1,5-1-367,5 1 1,15-1-379,15 0 1,9-7-135,15-4 0,10-4 0,13-2 654,3 0 0,10-8 0,2-2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9:25.47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0 11945,'0'20'0,"0"3"355,0 6 1,-2 6 0,-2 6 0,-2 5-156,2 5 1,2 1 0,2 2 0,0 3 28,0 1 0,0-8 0,2-9 0,2-4-1361,2-2 0,7-8 0,-1-4-290,4-3 1,1-11 0,-1-5-94,-5-8 1515,-3 3 0,-8-15 0,0 6 0</inkml:trace>
  <inkml:trace contextRef="#ctx0" brushRef="#br0" timeOffset="400">454 681 8091,'18'-17'10,"-1"-1"1,1 1 111,-1-1 1,-5 1 0,-3-1 0,-1 1 255,-4 0 0,-2 5 0,-2 0 84,0-1 0,0-3 1,0-1-162,0-1 0,-2 1 1,-4 1-1,-7 5-173,-9 5 1,3-2 0,-6 2 0,1 2-287,1 2 0,-6 8 0,6 2 0,1 4-48,3 7 0,2 0 0,-1 9 0,1-1 57,-1 0 1,8 2 0,5 6 0,3-2 149,2-4 0,2-2 0,3-5 1,9-1 54,7-6 1,1-5 0,7-10 0,2 0-78,2 0 0,2-8 0,-2-5 0,-4-7-124,-6-3 1,-3-8 0,-3 4 0,-1-2-102,-5 0 1,-3 5 0,-8-3 0,-2 2-133,-4 4 0,-5 1 0,-11 5 0,-3 3 8,-2 6 0,0 6 0,-4 6 0,3 6 370,3 3 0,-4 9 0,6-1 0,0 8 0,5-4 0</inkml:trace>
  <inkml:trace contextRef="#ctx0" brushRef="#br0" timeOffset="766">1100 437 7735,'10'-8'-571,"-2"-2"2323,-8-7 1,0-1-1283,0 1 0,-2 5 0,-4 3-422,-6 1 1,-9 2 0,-2 6 0,0 0-247,-3 0 1,5 8 0,-6 3-1,2 7 73,3 5 0,-3-2 1,2 9-1,1 1 112,3 2 1,3 7-1,5 1 1,5-4 94,4-6 0,4 0 0,4-8 0,7-3-194,9-7 1,5 1-1,10-8 1,2-2-321,1-2 1,1-10 0,-4-4-1,2-3-99,2-3 0,-8-1 0,-10-3 0,-4-1 531,-1 2 0,7-6 0,2-1 0</inkml:trace>
  <inkml:trace contextRef="#ctx0" brushRef="#br0" timeOffset="1233">1659 542 7424,'18'-8'-348,"-9"4"0,-1-6 1,-2 1 1728,0-1 1,5-2-900,-5-5 0,6-1 1,-6 1-169,-2-1 1,-2 7-1,-4-1-140,-4-2 1,0 7-1,-10-1 1,-3 2-34,0 0 1,-7 0 0,1 6 0,-2 2-185,-4 4 0,4-2 1,-2 8-1,0 1-18,1 3 0,1 3 0,6 3 0,0 3 15,5 2 0,-1 0 0,7 2 0,0-4 37,4 1 0,4-7 0,4 4 0,4-3-64,6-3 1,11-7 0,6-4 0,4-4-103,2-2 0,-2-2 0,-2-4 1,-4-6 37,-1-3 0,3-3 0,-6-1 1,-2-2 37,-1-3 0,-5 1 0,-3 6 0,-6-1 104,-4 1 1,3-1 40,1 1 1,-2 7-1,-10 6 41,-5 8 0,-3 6 1,3 9-1,3 2 10,0 3 0,6-1 0,-4-6 0,4 1-10,2-1 1,2 5-1,4-1 1,6-3-448,3-3 1,8 3 0,3-11 0,1 1-336,4 0 1,2-2-1,2-6 1,0-2 694,0-4 0,-8-4 0,6-15 0,-6-2 0</inkml:trace>
  <inkml:trace contextRef="#ctx0" brushRef="#br0" timeOffset="1486">2218 122 7943,'0'-17'427,"0"-1"26,0 1-297,0 7 1,0 5 0,0 10 0,0 7 269,0 3 0,-8 11 0,-1 3 0,-3 4 67,0 2 0,7 2 0,-5 3 1,2 7-290,4 3 1,-4-3 0,3-2 0,1-3-391,2-3 1,2 2-1,0-4 1,2-6-1004,4-4 1,3-12 0,9-9 1188,-1-4 0,8-2 0,3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9:21.79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175 140 10862,'0'18'788,"0"1"0,0 5-506,0 5 0,0 10 0,0 3 0,0 3-115,0 3 1,2 9-1,2 1 1,1-4-282,-1-5 0,4-3 0,0-9 0,0-6-1036,-1-4 0,1-5-259,-2-11 0,-4-5 0,4-14 1409,-4-9 0,-2-8 0,0-10 0</inkml:trace>
  <inkml:trace contextRef="#ctx0" brushRef="#br0" timeOffset="317">0 280 8314,'0'-23'283,"0"0"142,0 1 1,2 9 0,2 1 0,4 0 5,1 3 1,-3-5 0,6 6-1,3-1-313,7-5 0,-1-1 0,8-1 0,2 2-91,2 3 0,2-1 1,2-5-1,2 1-106,2 5 1,-7 3 0,-4 8 0,-1 2-50,-2 4 1,-2 5 0,-7 12 0,-3 7 35,-3 3 0,-5 1 0,-7 1 0,0 2 21,0 4 1,-13-6-1,-5 2 1,-3-8-64,-4-4 1,4 4 0,-9-5 0,-1-5-65,-2-5 1,-2-1-1,2-7 1,2-2-806,2-2 1,8-2 206,-2 0 0,11-2 796,6-4 0,12-4 0,4-7 0</inkml:trace>
  <inkml:trace contextRef="#ctx0" brushRef="#br0" timeOffset="767">699 420 8162,'0'-18'1029,"0"1"1,0 5-323,0 1 0,0 9-400,0 2 1,0 9 0,0 13 0,0 3-18,0 2 0,0-4 1,0 5-1,0-1-98,0 0 0,0-4 0,0 4 0,0-1-181,0-5 1,0-2 0,0-1-174,0-1 1,2-1-44,3-5 0,-1-11 0,6-11 0,-2-7 80,-4-5 0,-2 2 1,0-8-1,1 0 105,3 1 1,0-5-1,-6 6 1,0-2-26,0 0 1,0 8 0,0-3-1,0 5-139,0 1 0,6 7 0,2-1 0,1 1-283,5 1 0,1 2 0,3 8 0,1 0-106,5 0 0,3 0 1,6 0-1,-2 2 103,-2 4 1,-2-2-1,4 5 1,-4-1 469,-1-4 0,-3 6 0,-6-1 0</inkml:trace>
  <inkml:trace contextRef="#ctx0" brushRef="#br0" timeOffset="1134">1170 507 8162,'-10'0'2051,"3"0"0,7-2-1946,0-4 1,7 3 0,5-9-120,4-2 0,3 5 1,2-3-1,3 0-172,-3 3 1,-7-7 0,-3 4-1,3-3-364,1-3 0,-3 1 0,-2 0 58,-3-1 0,-1 1 1,-8 1 350,-3 4 1,-5 5 0,-8 9-1,-1 3 241,-4 7 0,-3 6 0,-3 5 0,6 6 385,4 4 1,1 2-1,3 2 1,3 0-156,6-2 1,4 3-1,4-10 1,4 1-444,6 0 1,9-10 0,4 1 0,4-9-209,8-3 1,-2-2 0,6-8-1,-2-6-596,1-9 1,-9-1 0,2-7 916,-5 0 0,-5-2 0,-6-8 0</inkml:trace>
  <inkml:trace contextRef="#ctx0" brushRef="#br0" timeOffset="1517">1869 350 8205,'2'-15'0,"2"1"477,1 2 1,1 6 0,-6-5 343,0-3 0,0-1-519,0-3 0,-2 9-505,-4 3 0,3 4 0,-11 2 0,-3 0 57,-5 0 0,-1 8 1,5 3-1,-1 3 114,-4-3 0,3 5 0,-1-4 0,5 3 50,5 3 1,7-1 0,-2 0 71,4 1 1,2-1 0,2-1 0,4-2-26,6-3 1,5 1 0,4 5-1,3 1-98,-3-1 1,4 6 0,-1 1 0,-3-1-47,-2 2 1,-7-5-1,-2 3 1,-3-4-32,-3-1 1,-2-7-1,-4-1-44,-4-2 0,-5-2 0,-11-6 0,-1 0-302,2 0 1,-2-8 0,3-4 0,5-1 455,-1 1 0,1-11 0,-3 3 0</inkml:trace>
  <inkml:trace contextRef="#ctx0" brushRef="#br0" timeOffset="1916">2113 472 8078,'0'-17'562,"0"-1"0,2 9 8,4 3 1,-2 4-1,8 2-531,1 0 0,3 0 0,1 0 1,1 0-20,-1 0 0,-5 0 1,-1-2-1,3-2-68,1-2 1,-3-5 0,-2 3-337,-2-2 0,-3-2 49,-5-5 1,-9 2 0,-7 3 242,-5 6 1,-4 6-1,3 4 1,-3 6 143,-2 5 0,5-1 0,-1 9 0,4-2 169,1 3 1,7-3 0,1 8 0,2 0 10,4-2 1,2 4 0,4-7 0,6-3-285,10-2 0,1-3 1,10-2-1,2-5-190,2-1 0,2-2 0,0-6 0,0-2-323,0-4 1,-6-4-1,-2-7 1,-4-1 564,-7 1 0,1-8 0,-7-2 0</inkml:trace>
  <inkml:trace contextRef="#ctx0" brushRef="#br0" timeOffset="2250">2567 315 10586,'-9'14'565,"3"1"0,4 5-412,2-1 0,0 6 0,0 0 0,0 1-111,0-1 1,0 0 0,0-4-1,0 3 5,0-3 0,0-7 0,2-5 1,2 1 59,2 0 1,1-8-92,-1-2 0,-4-8 0,4-9 0,-4-1-210,-2 1 0,6-3 0,-1-1 0,-1-2-101,-2 1 1,-2 3 0,0 1 0,2 1 23,4-1 1,-2 1 0,6-1 0,-1 3 50,1 3 1,2-3-1,5 3 1,3-1 23,3 1 0,-2-2 1,8 9-1,2-1-276,2-2 472,2 6 0,0-6 0,0 8 0</inkml:trace>
  <inkml:trace contextRef="#ctx0" brushRef="#br0" timeOffset="2700">3021 315 8582,'8'-10'980,"-6"3"0,8 14 1,-6 5-1,2 6-458,-3 5 0,5-2 0,0 6 0,0 0-225,-1 1 0,7-1 0,-4 2 0,1-6-248,1-3 0,-6 1 1,5-2-1,3-5-355,2-4 0,1-5 1,1-6-164,-1-5 1,0-4 0,1-7 0,-1-3 58,1-3 0,-7 1 0,1-7 0,2-2 0,1-2 0,1-2 0,-3 0 0,-1 3 183,2 2 0,3-3 1,2 6-1,1 0-1055,-5 4 519,-1 3 1,-4 13 762,-5 7 0,-10 7 0,-5 11 0</inkml:trace>
  <inkml:trace contextRef="#ctx0" brushRef="#br0" timeOffset="3034">3475 420 7489,'0'-10'1237,"0"2"0,8 8 0,4 0-1006,3 0 0,3 0 0,-1 0 1,1 0-49,-1 0 1,1-7 0,-1-3-126,1 0 0,-3-5 0,-1 3 0,-5-3-457,-1-3 0,0 1 0,-4-1 96,2 1 0,-2 1 0,-10 5 0,-6 5 159,-3 4 1,-3 4 0,1 4 0,-1 5 208,1 5 0,-1 7 0,3 2 1,1 0 378,3 1 1,7 3 0,-2-4 0,4 0-295,2 0 1,10 1 0,7-5 0,12 0-921,10-5 1,6-6-1,11-10 770,8 0 0,8-8 0,15-2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9:32.30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173 35 8002,'10'2'-214,"-4"4"1,-2-4 1492,2 4-934,-4-4 1,7-2 0,-5-2 262,2-4 1,0 2-279,-6-8 0,-2 9 0,-4-5-120,-6 0 1,-3 6-1,-4-2 1,-3 8-8,-1 8 0,0 3 1,5 3-1,1 1-89,-1 4 0,3-1 0,1 7 0,4 0-155,3-2 1,3 4 0,10-7-1,5-3-89,5-2 0,9-9 0,4-4 0,4-4-122,2-2 0,6-2 1,-2-4-1,-5-6 69,-2-3 0,-11-8 0,2-3 0,-5 1 3,-7 0 1,3-4-1,-8 5 1,-4 1 90,-6-2 1,-2 6 0,-10-5 0,-5 7 20,-4 5 0,-4 4 0,-6 8 0,0 0-53,0 0 0,6 8 0,2 6 0,1 5-92,5 4 1,2 7 0,3-7 0,4 0-401,7 2 0,3-5 0,6 3 180,7-4 1,3-9-1,15-6 433,2-8 0,10-6 0,3-7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9:35.91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35 494 8137,'-11'0'202,"-1"0"1164,8 0 93,-3 0-786,7 0 1,7 8-1,3 3-416,0 5-1,-3 1 1,-7 3 0,2 1-43,4 2 1,-4 6 0,4-3 0,-2-1-292,2 0 0,-4-2 0,3-5 0,-1-3-88,2-3 0,-2 2 226,8-9 0,-7 1-370,7-6 0,0-8 0,3-3-62,-3-5 1,2-1 0,-7-1 0,3 1-44,4-1 1,-1-5-1,1 0 1,-3 2 170,3 1 1,0 3 0,-1 1-1,-3 3 256,-2 1 0,3 0 748,-5-5-561,8 7 1,-12 10-1,3 12 1,-5 3-116,-5 3 0,3-1 0,-4 1 0,4-1-187,2 1 0,0-1 0,0 0-413,0 1 1,8-8 0,1-3-213,1 1 1,6-6 726,-5 4 0,5-4 0,1-2 0</inkml:trace>
  <inkml:trace contextRef="#ctx0" brushRef="#br0" timeOffset="348">699 75 8137,'0'-18'429,"0"1"542,0-1 1,0 5-596,0 7 1,0 4 0,0 17-1,0 7-57,0 3 1,0 4-1,0 8 1,0 4 55,0 5 1,6 3 0,0-1 0,-2-1-61,-2 1 0,-2 3 0,1 1 0,3-1-171,2-5 1,2-3 0,-4-8-1,2-2-193,-2-4 0,3-4 1,1-9-890,2-5 0,-6-5-357,1-12 0,-1-3 1,0-9-1500,2 1 2794,0-1 0,-14-7 0,-2-2 0</inkml:trace>
  <inkml:trace contextRef="#ctx0" brushRef="#br0" timeOffset="831">926 511 8137,'12'0'1413,"-1"0"-530,-7 0 1,4 8-466,-8 4 0,0 3 1,0 3-1,0-1-36,0 1 1,0-1 0,0 3-195,0 3 1,8-4 0,3 3 0,7-7-147,5-3 0,-1-8 1,7 1-1,0-3-226,-2-2 1,4-5 0,-6-3 0,0-2-82,1-4 1,-5-1-1,-7-3 1,-5 1-202,-1 0 0,-2-1 0,-6 1-95,0-1 1,-2 8 303,-4 5 0,2 5 0,-7 5 0,-1 9 479,2 7 0,2 1 0,8 7 0,0 2 204,0 2 0,2 10 0,4 3 0,4 5 327,0 1 0,5 0 0,-3 1 0,1-1-447,-1 1 1,-4-9 0,-8-3 0,0-6-363,0-6 1,-8-4-1,-6-7 1,-5-3-195,-4-3 0,-10-6 0,0-10 0,-6-4-412,0-2 0,2-1 0,4-7 0,2 1-28,2-1 1,8 1 0,-1-3 0,7-1-66,3-2 1,10 5 0,2 7 754,10-3 0,13-9 0,5-4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9:40.40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33 1 10648,'-9'0'5618,"-1"0"-4456,4 0-2421,4 0 1,-4 0 403,12 0 1,4 0 0,7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9:41.3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1 16649,'0'0'0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9:52.29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32 8107,'0'-18'1128,"-2"8"0,-2 6 1,-2 8-692,2 8 0,2 11 1,2 6-1,0 4-228,0 2 0,0 8 1,0 4-1,0 3-163,0 2 0,0 3 1,0 1-1,0 0-249,0-5 1,6-7-1,0-11 1,0-4-886,1-5 0,-3-5 241,8-1 1,-6-11 0,3-7-1362,-1-9 2208,6-15 0,-4-3 0,7-8 0</inkml:trace>
  <inkml:trace contextRef="#ctx0" brushRef="#br0" timeOffset="485">489 573 8146,'12'-18'174,"-1"1"0,-7 0 0,4-1 0,-2 1 411,0-1 0,0 6 1,-6 1-1,0-3 60,0-1 1,0-3-530,0 1 0,-2 1 0,-2 3 0,-4 3-249,-2 2 0,-1 2 0,-9 6 0,-1 0-70,-2 0 0,-1 0 1,5 2-1,-2 4 53,-3 6 1,1 5-1,4 5 1,-1 3 177,3 2 0,-5-4 0,13 4 0,-1 1 232,4-1 1,-2 0 0,3 2-1,1-6-124,2-3 0,10-3 0,3-1 0,7-5-133,5-5 1,-2-4 0,8-2 0,0-2-22,-1-4 1,5-9 0,-6-8 0,0-1-101,-4-1 0,2 4 1,-1-8-1,-5 0 66,-5 1 0,-1 3 1,-7 8-1,-2-1 494,-2 1-527,-2-1 0,-2 11 0,-2 7 0,-4 9 60,-1 7 0,5 9 0,-2 2 0,4 2 40,2 0 1,0-5-1,2 3 1,4 0-96,5 0 1,5-6 0,1 3 0,3-7-150,3-5 0,-3 1 0,5-7 0,-2-2-429,0-2 1,6-10 0,-3-3 0,-1-7 657,0-5 0,-2-4 0,-5-8 0</inkml:trace>
  <inkml:trace contextRef="#ctx0" brushRef="#br0" timeOffset="819">996 363 8172,'0'-11'3946,"0"-1"-3639,0 8 1,0 10-1,0 13-160,0 7 0,0-3 1,0 6-1,0 2 42,0 2 1,0-4 0,0-2-1,0-1-92,0-5 1,0-2 0,2-1 94,3-1 1,-1-7-214,8-4 1,-6-12 0,3-6 0,-1-3-181,-4-3 1,0 1 0,0-1 0,2 1-366,-2-1 1,-2-5 0,-1 0-440,5 2 0,-2 1 529,8 3 0,-2 5 0,3 2 0,-1 3 191,1 3 1,3 2 0,1 2 0,1 0-93,-1 0 0,7 0 377,-1 0 0,16-8 0,-3-2 0</inkml:trace>
  <inkml:trace contextRef="#ctx0" brushRef="#br0" timeOffset="1500">1607 538 8307,'10'-2'1583,"-5"-4"0,-3-3-793,-2-9 1,0 6-756,0 1 0,-2-1-185,-3-5 1,-11 7 0,-7 4 0,1 4-74,3 2 0,-4 0 0,-2 0 0,-1 2 32,1 4 1,2 4 0,5 7 0,3 1 191,3-1 0,4 1 0,8-1 36,0 0 0,2 1 0,4-3 1,6-1-24,3-2 1,9-3-1,-1 5 1,0-4-5,2-3 0,-5 1 1,3-4-1,-3 4 74,-3 2 1,0 1-1,1 7 1,-3-1 155,-3 1 1,2 5-1,-7 2 1,1 4 189,0 8 0,-2 2 0,-6 11 1,0 7-179,0 3 0,0-2 0,-2 6 0,-2 2-305,-2 2 1,-7-14-1,1-9 1,-4-12 43,-1-10 1,-1-11 0,1-6 0,0-4-169,-1-2 1,-7-10 0,-2-6-1,-2-7-205,-1-4 1,9 0 0,0-4 0,5 2-9,5-3 1,7 5 0,-2-2-1,4-2-42,2-2 0,8 0 0,3 2 0,5 2 152,1-2 0,7 4 0,1 0 0,2-1 409,4 1 1,2 6 0,2-2 0,0 3 72,0 3 1,6-1 0,1 1 0,3-3-51,3-3 0,-5 4 0,-2-6 0,-4 1-245,-2 1 0,-6-2 1,-4 1-1,-4-3-47,-5 0 0,-10 2 0,0 7 0,-6 1 162,-6 0 0,-4 1 1,-9 4-1,-3 7 209,-1 3 1,-8 2-1,4 2 1,0 3-17,3 7 1,-1 9-1,4 5 1,3-1 5,5 0 0,9 4 1,-2-4-1,6 1-54,6-1 1,5 4 0,13-6 0,5-1-202,4-3 1,11-9 0,9-5-1,11-3-960,10-2 1,-3-13 993,5-5 0,-4-19 0,-2 1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9:50.4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0 447 8252,'0'-18'1362,"0"1"1,0 5 581,0 0-1519,0 8 1,0-1-78,0 10 0,0 11 0,0 9 0,0 2-243,0 4 0,0 2 0,0 2 0,0 0-64,0 0 0,0-6 1,0-2-1,2-3-199,4-9 0,4 1 0,9-10 0,4-4 74,7-6 0,3-8 0,-1-9 0,0-5 17,-3-1 0,-6-2 0,4-4 1,-4 2 3,-7 2 0,-1 8 0,-9-3 0,-2 5-321,-2 2 198,-2-1 1,-2 8-1,-2 8 53,-2 12 0,-5 4 0,3 13 0,0 0 169,1 0 1,1 2-1,8 4 1,2-4 212,1-5 0,15 1 1,-1-2-1,6-3-56,6-7 0,2-5 0,2-8 0,0 0-49,0 0 0,0-8 0,0-5 0,-2-7-130,-4-3 0,-4-8 0,-7 4 0,-3 0-126,-3 3 0,-4-1 0,-8 2 0,0-1-252,0-1 0,-8 6 0,-4-4 0,-3 3-326,-3 3 0,-1 5 1,-2 2-320,-3 3 0,1 3 444,6 9 0,7 7 0,4 9 0,4 5 565,2 1 0,8 2 0,2 6 0</inkml:trace>
  <inkml:trace contextRef="#ctx0" brushRef="#br0" timeOffset="267">996 429 11857,'0'19'1145,"0"3"0,0 1-1114,0-2 1,0 5-1,0-1 1,2 0-441,3 0 0,-3-1 0,4-7 0,-2-1-794,2-5 0,-2-3-544,7-8 1,-1-8 1746,2-3 0,-4-13 0,-8-3 0</inkml:trace>
  <inkml:trace contextRef="#ctx0" brushRef="#br0" timeOffset="432">996 150 8252,'0'-18'6082,"0"1"-7400,0 7 0,2 4 1,3 10 1317,7 2 0,-4 7 0,0-3 0</inkml:trace>
  <inkml:trace contextRef="#ctx0" brushRef="#br0" timeOffset="700">1415 80 8252,'0'-18'256,"0"1"1,0 5 0,0 1 2770,0-3-2582,0 6 0,0 10 1,0 14-1,0 7-196,0 4 0,0 10 0,0 10 0,0 3-80,0 2 0,0 7 0,0-1 0,2-2-203,4-2 1,-4-1 0,3-3 0,-1-3-96,2-6 1,-4-12-1,4-6 1,-2-6-2099,2-5 1577,-5-4 0,7-10 1,-8-4-1,0-6-169,0-3 0,-2-3 819,-4 1 0,-11-8 0,-10-2 0</inkml:trace>
  <inkml:trace contextRef="#ctx0" brushRef="#br0" timeOffset="866">1223 464 8243,'0'-12'3754,"0"1"-3159,0 7 0,8-4 0,3 8 0,7 0-404,5 0 1,4 0 0,8 0-1,-2 0-723,-4 0 0,10-8 1,-4-1-1,2-3-203,0 0 0,3 1 1,1-5 734,-2 4 0,6-11 0,-1 4 0</inkml:trace>
  <inkml:trace contextRef="#ctx0" brushRef="#br0" timeOffset="1267">1921 150 8160,'0'-18'295,"0"1"2013,0-1-1975,0 9 0,0 3 0,0 12 0,0 7-63,0 8 1,-2 7 0,-1 8 0,-3 3 26,2 2 1,2 6 0,2-5 0,0 3-26,0 3 0,0-3 0,0 0 0,0-5-71,0-7 0,0 0 0,2-9 0,4-3-210,5-2 1,-1-9 0,2-4-1,1-6-344,3-6 1,-1-4-1,-1-9 1,-3-2-39,3-3 0,2-5 1,1 4-1,1 0-253,-1 0 0,0-1 1,1 5-1,-3-2 241,-3 1 1,4 5 0,-7 3 0,3 5 226,0 1 0,-9 4 267,3 10 0,-4 6 0,-2 9 0,0 4 512,0 2 1,0-3 0,0 3-1,0 0-655,0 0 0,6-6 1,2 3-1,2-5-1805,3-1 0,8-9 1857,3-3 0,15-4 0,-3-2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9:47.3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1 150 8408,'0'-17'890,"0"-1"0,0 10 0,0 10 0,0 14-347,0 11 1,0 8-1,0 6 1,0 5-295,0 5 1,0 9 0,0 2 0,0 0-91,0-4 1,5-3 0,3-3 0,0-3-441,0-9 1,3-1-697,-5-16 1,6-3 718,-6-14 0,-1-8 1,-5-16-1,0 1-611,0-1 0,0 1 0,0-1 0,0 1-1670,0-1 2539,0 1 0,-7-8 0,-3-2 0</inkml:trace>
  <inkml:trace contextRef="#ctx0" brushRef="#br0" timeOffset="267">158 552 8362,'17'0'296,"-5"-2"0,0-2 73,1-2 0,3-2 0,1 4 0,1-1 28,-1 1 1,6 2-1,1 2 1,-3 0-305,-2 0 0,-1 6 1,-1 1-1,1 3-153,-1 4 0,-5-5 0,-2 3 0,-3 4 84,-3 5 1,-4-2 0,-6 5 0,-5-3-76,-5 2 0,-9-3 0,-4 3 0,-4-4-50,-2-1 0,0-7 0,0-1 1,0 0 8,0 0 1,2-7 0,2 3-490,2-4 1,8-2 154,-3 0 1,13-2 0,7-2-1,8-1-247,7 1 0,11-4 0,3 2 673,2 2 0,2-5 0,6-1 0</inkml:trace>
  <inkml:trace contextRef="#ctx0" brushRef="#br0" timeOffset="650">559 726 8328,'6'-11'968,"0"-1"0,8 2 1,-3-1-345,5 5 0,1-2 0,1 0-436,-1-1 0,1 5 0,1-4 1,2 2-160,3 0 0,-7-7 1,-5 1-1,1-1-194,3 1 0,-4-4 0,-3 5-239,-1-5 1,-2-1 0,-6-1 128,0 1 0,-8 7 0,-3 4 0,-5 4 182,-1 2 1,-7 8 0,1 4 0,2 5 155,1 7 0,3-3 1,-1 8-1,3 0 143,3-2 1,4 4 0,8-5 0,0-1-168,0 0 0,8 4 0,6-6 0,7-3-333,8-7 1,4 1 0,4-8-1,2-2-428,2-2 0,-1-4 0,-5-4 0,0-8 722,0-7 0,0-6 0,0-8 0</inkml:trace>
  <inkml:trace contextRef="#ctx0" brushRef="#br0" timeOffset="933">1276 80 8249,'0'-17'0,"0"-1"431,0 1 1,0 5 1921,0 1-2079,0 7 0,0 11 0,0 17 0,0 7 36,0 4 0,0 9 1,-2 7-1,-2 7-91,-2 4 1,0-4 0,6 6 0,0 0-40,0-2 0,0-1 0,0-11 0,2-1-350,4-3 1,-2-15 0,7-2-2340,3-7 1539,1-13 1,1-9 0,-4-11 0,-7-5-1418,-3-1 2387,-9-8 0,-11 5 0,-9-5 0</inkml:trace>
  <inkml:trace contextRef="#ctx0" brushRef="#br0" timeOffset="1100">1083 517 11954,'18'0'1257,"1"0"1,3-2-1323,1-4 1,8 2 0,0-7 0,6-3-362,4-2 0,5 5 1,-5-1-1,0 1-2090,1 1 2516,-5-6 0,14 7 0,-7-9 0</inkml:trace>
  <inkml:trace contextRef="#ctx0" brushRef="#br0" timeOffset="1367">1765 115 8247,'0'-17'380,"0"-1"0,0 7 423,0-1 0,0 10 1,0 2-479,0 10 1,-6 13-1,0 6 1,2 4-68,2 2 0,2 8 0,0 3 0,0 5-128,0 1 1,0 2-1,0 3 1,0-1-229,0-6 1,2 1 0,2-12 0,2-4-597,-2-4 1,-1-12 0,1 1-259,2-7 0,0-11 0,-4-2 257,4-10 0,-4-5 1,3-3 694,-3 1 0,-9-8 0,-3-3 0</inkml:trace>
  <inkml:trace contextRef="#ctx0" brushRef="#br0" timeOffset="1550">1607 569 9765,'8'-9'938,"-4"-1"0,8 6 0,1-2-507,3 2 1,7 0-1,2 0 1,2-1-678,4 1 0,4 0 1,4 0-1,2-4-520,-2-1 1,1 5 0,-3-2 0,-4 2 765,0-2 0,0-4 0,2-7 0</inkml:trace>
  <inkml:trace contextRef="#ctx0" brushRef="#br0" timeOffset="1900">2149 569 11120,'7'10'607,"5"-4"0,4-4 1,1-2-1,3-2-581,3-4 1,-4 2 0,6-8 0,-1-1-213,-1-3 0,0-1 1,-5-1-1,-1 1-300,1-1 0,-7 1 1,-1 0-1,-2-1 248,-4 1 0,-10 1 0,-6 4 1,-3 5 158,-3-1 1,-7 8-1,-2 0 1,-2 10 153,0 5 0,7 5 0,-1 3 0,4 6 230,1 4 1,3-4-1,3 0 1,6 2 19,4 2 1,2 2 0,2-2-1,6-2-335,9-2 1,9-9-1,9-1 1,-1-7-435,1-5 1,0-1-1,0-8 1,0-3-498,0-7 0,-2-6 0,-4-3 0,-6-2 941,-3 1 0,-3-5 0,9 0 0,1-8 0</inkml:trace>
  <inkml:trace contextRef="#ctx0" brushRef="#br0" timeOffset="2200">2673 447 8522,'-10'0'1545,"2"8"1,8 3-1,0 7-1320,0 5 0,0-2 0,2 7 1,2-1-194,2 0 0,2-6 0,-5 3 0,3-5-105,-2-2 0,-2-5 1,0-2 20,4-2 0,-2-3-101,7-5 1,-7-7 0,2-5 0,-4-4-105,-2-1 1,0-6 0,0-1 0,0 3 78,0 2 0,0 1 1,0 1 58,0-1 0,6 1 0,2 1 0,-1 3-31,1 1 1,6 6 0,-1-3 0,9 1-154,7 4 0,6-4 0,5 0 303,7-1 0,11-3 0,4-5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9:44.87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384 245 8381,'-2'-16'284,"-1"3"0,-3 1 124,2-2 0,2 5 0,0-1 0,-2 0 20,-2 1 1,0-3 0,5-4 0,-3 3-177,-2 1 0,-2 2 0,2-3 0,-3 1-207,-1-1 1,-6 3 0,5 0-1,-5 3-153,-1 3 0,-3-4 0,-1 2 0,-2 2-141,1 2 1,3 10-1,1 4 1,1 3-68,-1 3 0,3-1 1,1 2-1,5 5 141,1 5 0,2-4 1,6 0-1,0-1 136,0-1 0,8 8 1,3-4-1,5 2 137,1 0 1,7-5 0,1 5-1,0 2 157,0 2 0,-1 8 1,-7-1-1,-1 1-175,-5 2 1,-3-4-1,-8 5 1,0-1-57,0-4 1,-8-8 0,-3-6 0,-5-4 0,-1-5 0,-8-10 0,-3-1 0,-1-5-200,0-5 0,8-13 0,-3-11 0,7-6-191,5-6 1,-1 4 0,7-5 0,2 1-392,2 0 1,8 1 0,2 5 756,1 0 0,3 0 0,6 0 0</inkml:trace>
  <inkml:trace contextRef="#ctx0" brushRef="#br0" timeOffset="434">699 559 8295,'0'-17'869,"0"5"-101,0 0 0,0 1-377,0-7 1,0 7-98,0-1 1,-2 6-81,-4-6 1,-4 9-1,-7-3-211,-1 4 1,1 2 0,-1 2-40,1 4 1,-1 3-1,3 9 1,1-3 97,3-3 0,5 3 0,-4-3 0,2 4 47,5 1 0,-1 1 0,0-1 0,-2 0-52,2 1 1,2-1 0,2 3 0,0 1-112,0 2 0,0 1 1,0-7-1,2 1-119,4-1 0,4-1 1,7-5-1,2-5-81,5-4 0,-3-2 1,8 0-1,2 0-391,2 0 1,2-8 0,0-3 0,0-5-183,0-1 1,-2 5 0,-2 0 826,-2-1 0,-8-3 0,5-1 0</inkml:trace>
  <inkml:trace contextRef="#ctx0" brushRef="#br0" timeOffset="934">1327 559 8225,'0'-12'0,"-1"3"1541,-5 1 1,4 0-729,-4 2 0,-4-1-778,-1-5 1,1-2-1,-2 9 1,-1 1-113,-3 2 0,-1 2 1,-1 0-1,1 0 13,-1 0 1,1 8 0,-1 3 0,1 7 72,-1 5 0,3-2 0,3 6 1,4-1 7,1-5 0,5 4 1,-4-1-1,4-3-46,2-2 1,8-7 0,3-2-1,7-3-76,5-3 0,-1-2 0,5-2 0,-2-2-122,-4-4 0,4-3 1,-1-9-1,-3 1 138,-1-1 0,-3 1 0,-1-1 0,-3 1 179,-1-1 1,-6 1 57,5 0-1,-7 7 1,4 16 0,-8 13 0,0 4-148,0 3 1,0 3 0,0-6 0,0-2-160,0-1 1,8-3 0,3-1-1,5-3-251,1-1 0,7-8 1,1 2-1,2-6-1031,4-6 1441,-6-4 0,8-15 0,-6-2 0</inkml:trace>
  <inkml:trace contextRef="#ctx0" brushRef="#br0" timeOffset="1217">1886 105 8225,'0'-17'178,"0"-1"0,-2 3 802,-3 3-490,3-4 0,-12 22 0,8 0 0,0 10-274,-1 7 0,5 4 0,-6 10 0,2 4-56,0 5 1,0 5 0,6 3 0,0 2-122,0 2 0,0 1 0,0-7 0,0-1-70,0-5 1,6-9 0,2-10-1,0-2-686,0-3 0,5-11 40,-1-5 1,1-12 0,-1-5-1,-6-5-587,-4-1 1,-2-1 1263,0 1 0,0-1 0,0 1 0</inkml:trace>
  <inkml:trace contextRef="#ctx0" brushRef="#br0" timeOffset="1567">2113 629 8570,'10'-8'793,"-4"-3"1,-2-5-167,2-1 1,-3 1-1,7 2 1,0 5-382,0 1 1,-1 0 0,5 4 0,-3-3-179,3-3 1,2 4 0,1-4-282,1 3 1,-7-5 0,-1 4-129,-2-2 0,3 5 1,-5-7-237,-2-2 0,-4-1 227,-6-3 0,-4 9 1,-7 3-1,0 4 219,-1 2 1,1 8 0,-1 5 0,1 7 217,-1 3 0,1 2 0,1-3 0,3 3 98,1 2 0,8-4 1,-2 4-1,4 1 31,2-1 0,8-6 0,6 2 0,7-3-40,8-3 1,4-7 0,4-4-1,2-4-1009,2-2 1,5-2 0,-5-4 0,-2-8-239,-2-7 0,-8 0 1071,0-8 0,-8-1 0,4-4 0</inkml:trace>
  <inkml:trace contextRef="#ctx0" brushRef="#br0" timeOffset="1900">2794 437 8225,'0'-12'1607,"0"1"1,6 5-1005,0-6 0,0 0-634,-6-5 0,-2 5-97,-4 1 0,-4 7 1,-7-2-1,0 4-10,-1 2 1,6 0 0,1 0 53,-3 0 1,-1 8-1,-1 3 103,4 5 0,5-4 0,7-1 0,2 3 213,3 1 1,5 9 0,6 1 0,-3 0 124,-1 0 0,0 1 0,5-3 1,1 4-222,-1 0 0,-5 4 1,-3-6-1,-1 1-120,-4-1 1,-2-2 0,-4-7-448,-4-5 1,-4-3 0,-7-10 0,0-4-1422,-1-5 0,1 1 1852,-1-2 0,1-7 0,-1-8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19:54.63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262 515 8359,'0'-18'-373,"0"7"1,0-1 2069,0-2 0,0 5-1134,0-3 0,-2 2 1,-2-3-426,-2 1 1,-7 6 0,1-3-61,-3 1 1,-3 2 0,1 8 0,-1 4-216,1 5 1,-7 7 0,1 5 0,2 4 87,1 1 0,3 5 0,1-4 0,5 4 87,5 2 1,4-2 0,2-2-1,2-4-71,4-2 0,9-8 0,11-7 1,1-2-296,4-4 0,0-2 0,0-4 0,-2-4-267,2-6 1,-6-5-1,-1-6 1,-5-5-25,-2 1 0,1-12 0,-3 5 0,-3-3 619,-6 0 0,-4 2 0,-2 0 0,0 0 0,0 0 0,0 0 0,0 0 0,0 0 0,0 0 0,0 0 0</inkml:trace>
  <inkml:trace contextRef="#ctx0" brushRef="#br0" timeOffset="184">367 131 10080,'-10'11'1105,"4"1"0,4 3-712,2 7 1,0 5 0,0 10 0,0 4-218,0 5 0,0 6 0,0 5 1,0 1-319,0-2 0,2-3 0,4-7 0,4-7-562,-1-8 1,7-6-1,-4-9-368,3-5 1,-3-5-1,-2-12 1,-1-5 1071,1-5 0,2-9 0,5-2 0</inkml:trace>
  <inkml:trace contextRef="#ctx0" brushRef="#br0" timeOffset="637">961 602 8246,'0'-17'392,"0"-1"1,0 1 0,1-1 209,5 1 0,-4-1 1,4 1-10,-4-1 0,-2 1-593,0-1 1,-8 7-1,-3 1 1,-5 2 5,-1 4 1,-3 3-1,-1 2 1,-4 3-259,-3 2 1,-1 8-1,-4-3 1,4 7 173,6 5 0,2-1 0,1 5 0,3-2 203,7-4 0,6 4 1,4-1-1,0-3 94,0-1 0,2-3 0,6-1 1,7-3-137,7-1 0,3-8 0,-2 1 1,4-3-162,1-2 1,-1 0 0,-6-2 0,2-1-67,-1-3 0,-3-8 1,-1 3-1,-3-5 12,-3-1 1,1-1-1,-5 1 1,0-1 76,0 1 1,-3 5-1,-5 0-64,0-1 6,0 5 1,0 8 0,0 12 0,0 3 87,0 3 1,2-1 0,4 1-134,6-1 1,5 1 0,5-3 0,3-3-273,2-6 0,-4-5 0,6-1 0,1 0-1388,-3 0 1818,6-7 0,-14-11 0,6-9 0</inkml:trace>
  <inkml:trace contextRef="#ctx0" brushRef="#br0" timeOffset="886">1397 131 8246,'0'-12'515,"0"0"1,0 6-41,0-5 0,0 9 1,0 2-1,0 10-157,0 5 1,0 5 0,0 3 0,0 8-108,0 8 0,0-1 0,0 9 0,2 2-82,4 1 0,-2 0 0,6-1 0,-1-4-359,1-3 1,-4-3 0,3-8 0,1-6-1088,0-5 1,-4-1 503,5-13 0,-7-2 813,2-10 0,-12-4 0,-4-7 0</inkml:trace>
  <inkml:trace contextRef="#ctx0" brushRef="#br0" timeOffset="1051">1240 480 11370,'17'0'644,"3"0"1,1 0-888,2 0 0,9-2 0,-3-2 0,6-4-691,5-1 1,-3 3 933,4-6 0,4 0 0,-1-5 0</inkml:trace>
  <inkml:trace contextRef="#ctx0" brushRef="#br0" timeOffset="1486">2026 515 8147,'0'-12'420,"0"1"452,0-3 0,0 4-23,0-1 1,0 5-753,0-6 0,-2 8 0,-4-2-290,-6 4 0,-3 2 1,-3 0-1,1 0 270,0 0 1,-3 2 0,-1 4 0,-2 6-57,1 3 0,3 3 1,1-1-1,1 3 84,-1 3 1,7-4 0,1 7 0,2-3-6,4 0 1,2 1 0,4-7-1,4 0-84,6 1 0,5-8 0,5-5 0,1-3-127,-2-2 0,5 0 0,-1 0 0,0-2-119,0-3 0,-2-5 1,-5-8-1,-3 1 49,-3 0 1,2-1 0,-7 3 0,1 1 117,0 2 0,0 3 1,-4-5-738,1 2 752,1 8 1,-6 4 0,0 12 0,0 4 32,0 1 0,6 1 0,2-1 0,2 1-174,3-1 1,-3-1 0,3-3 0,5-3-298,3-2 0,4-3 0,-3-5 486,1 0 0,8-15 0,-4-5 0</inkml:trace>
  <inkml:trace contextRef="#ctx0" brushRef="#br0" timeOffset="1836">2550 462 8076,'-2'-15'37,"-2"1"1288,-2 3 1,0 5-781,6-6 1,-7 1-730,-5-7 0,-4 6 0,-1 3 41,-1 1 0,7 2 0,-1 6 1,-1 0 44,-3 0 0,4 2-1,1 2 1,-1 4 86,2 1 1,3-3 0,7 6 0,0 1 143,0 3 1,0 1 0,2 1 0,3-1 38,7 1 0,9-1 0,3 3 0,-3 1-83,-2 2 1,1 1 0,1-5 0,3 2-96,-3 3 0,-8-1 0,-1-6-64,2 1 0,-7-1-210,-1 1 1,-6-8 0,-6-5 0,-5-3-242,-5-2 0,-1-7 0,-1-5 0,1-2-1354,-1 3 1876,1-5 0,-1 6 0,1-7 0</inkml:trace>
  <inkml:trace contextRef="#ctx0" brushRef="#br0" timeOffset="2253">2847 532 10448,'2'-9'593,"3"3"0,-1 4 0,8 2 0,2 0-407,1 0 0,3 0 0,-1-2 0,0-2-75,1-2 0,-1-5 0,1 3 1,-1 0-440,1 0 0,-3-5 0,-1 3-287,-2 0 1,-11-5-1,-2 5 177,-15 0 1,-3 3 0,-9 7-1,1 0 282,0 0 1,0 5-1,-2 3 1,6 2 415,3 3 1,3 5 0,-1 3 0,3 4 88,3 3 0,4-7 0,10 4 1,4-2 100,6 1 0,5-1 0,6-7 0,7-3-524,3-1 1,1-8 0,1 2 0,0-5-430,0-1 0,6-3 0,0-7 0,-2-8-600,-3-1 1,-3-2 1102,-3-3 0,-5-3 0,-8-8 0</inkml:trace>
  <inkml:trace contextRef="#ctx0" brushRef="#br0" timeOffset="2536">3510 43 8087,'0'-17'1784,"-2"1"1,-1 7-1367,-3 9 1,0 7-1,6 13 1,0 3-86,0 6 0,0 6 0,2 4 1,2 4-173,2 1 0,5 3 1,-3 5-1,2 1-184,3-1 1,-3-5-1,0-3 1,-1-1-570,1-4 0,-4-10 0,4-6-3437,-3-4 3197,-1-9 1,-6-10 0,0-11 831,0-5 0,-15-9 0,-5-2 0</inkml:trace>
  <inkml:trace contextRef="#ctx0" brushRef="#br0" timeOffset="2717">3353 393 8077,'-10'-2'2021,"5"-4"0,5 4-1767,5-4 1,7 4 0,9 2 0,5-2-272,1-4 1,2 4-1,8-5 1,2 1-470,1 0 1,7-6 0,-6 5-1,-2-1-2093,-3 0 2579,-1-6 0,0 5 0,0-9 0</inkml:trace>
  <inkml:trace contextRef="#ctx0" brushRef="#br0" timeOffset="3052">4209 340 8315,'-10'-17'1289,"2"-1"-257,8 1 0,0-1-903,0 1 1,-1 1 0,-3 3-146,-2 1 0,-8 8 0,3-2 0,-5 4-21,-1 2 1,-1 2 0,1 4-1,-1 6 70,1 3 0,-1-3 0,1 0 1,1 1 48,5 3 1,-3 1 0,8 1 0,2-1 17,2 1 0,10-1 0,4-1 0,3-3-30,3-1 1,5-1-1,2 7 1,1-1 33,-1 1 0,4-1 0,-8 1 0,-3-1 96,-5 1 1,-3-1 0,2 1-41,-7-1 1,-10-1 0,-7-3-1,-4-3-397,-1-2 0,-2-2 1,-3-6-1,-1-2 237,2-4 0,-7-4 0,1-7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0:04.95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157 35 6543,'8'10'2579,"-6"-2"-1560,6-8 0,-8-2-327,0-4 0,0 2-107,0-7 0,-2 5-381,-4-6 1,2 8-390,-7-1 1,5 3 0,-6 2-97,-1 0 0,-3 7 0,0 5 192,5 3 1,-3 3 0,8-1 0,3 1 127,1-1 1,2 1-1,0-1 1,2-1-12,3-5 1,5 3-1,8-8 1,-1-2-66,0-2 1,1-2 0,-1-2-38,1-4 1,-7-4 0,-1-7 0,-2-1-81,-4 1 1,-2-1 0,-4 1-1,-4 1-48,-6 5 0,-3-3 1,-5 8-1,-1 2 154,-2 2 1,0 4 0,5 4-1,1 6-100,-1 3 1,3 3 0,3-1-1,6 1-306,4-1 1,2 1-1,0-1 1,2-1-1077,4-5 1530,11-3 0,11-8 0,7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0:05.95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51 35 8091,'-8'18'-236,"6"-7"324,-4 1 1,4-6 37,2 6 1,0-7 36,0 7 1,2-8 0,4 0 318,6-8 1,-3 0-44,3-8 1,-6 3 0,4-5 97,-3 2 1,-1 7-488,-6-7 0,-2 2 0,-4-1-402,-5 5 1,1-2 0,-2 2-57,-1 2 1,3 2 282,-1 2 0,5 6 1,-4 2 335,2 2 0,4-5 0,10 7 52,6 2 1,3-7 0,3-1-168,-1-4 0,1-2 1,-1 0-106,1 0 1,-7 0-281,1 0 0,-10 0-15,-2 0 0,-2-6 1,-10 1-1,-1 1-447,-3 2 1,-1 4-73,-1 4 1,3-3 822,3 9 0,4 0 0,8 5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0:06.72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349 474 8388,'8'-18'402,"-6"1"1,6-1 140,-8 1 0,0-1 0,0 1-132,0-1 0,-2 3 0,-2 1 0,-4 5-273,-2 1 1,5 0-1,-7 4 1,-2-2 54,-1 2 0,-3 2 0,1 4 0,-2 4-102,-5 6 1,3 5 0,-8 7 0,0 5-23,2 4 1,-4 7-1,7 3 1,3 0-11,1 0 1,11 3-1,3-3 1,4 0-157,2-1 1,10-1-1,7-8 1,10-4-75,6-6 0,4-5 0,2-7 0,4-5-292,1-4 1,-5-2 0,2-2 0,-6-4-214,-6-5 1,2-11 0,-10-3 0,-3 0-1023,-5 0 1698,-9-6 0,12 4 0,-7-8 0</inkml:trace>
  <inkml:trace contextRef="#ctx0" brushRef="#br0" timeOffset="449">786 701 8372,'6'-12'129,"1"0"278,3-1 1,-4-1 0,4 1 795,-3 1 0,-1 6-617,-6-6 0,0 7 0,0-7-421,0-2 0,-7 7 0,-5 1 1,-4 2-280,-1-2 0,-1 4 0,-1-4 1,-2 4-51,-3 2 1,-1 8-1,4 4 1,-2 3-32,1 3 0,3-1 0,3 3 1,3 1 128,1 2 0,8 8 0,-2-3 0,6-1 154,6-4 1,4-4 0,9-1 0,5-3 4,5-3 0,4-4 0,2-8 0,0 0-10,-1 0 0,-1-14 0,-2-3 0,-3-5-42,-3-3 1,-4 0 0,-7-6 0,-4 2-88,-3-2 1,-3 4 0,-10-1 0,-5 3-191,-5 4 0,-9 3 0,-4 5 0,-4 3-256,-2 2 1,0 4-1,2 12 1,2 8-75,2 5 1,7 10-1,1-2 1,8 4 42,7 2 0,4-6 0,2-2 0,2-1 523,4-5 0,11-2 0,10-1 0</inkml:trace>
  <inkml:trace contextRef="#ctx0" brushRef="#br0" timeOffset="1014">1135 561 8369,'10'0'2079,"-2"0"1,-8 2-1882,0 4 1,0 3 0,0 9-1,0-1-77,0 1 0,0-1 1,0 3-1,0 1-20,0 2 0,0 1 0,2-9 6,3-3 1,-1 1 0,8-9-144,2-6 1,-1 0 0,1-9 0,-3-3-141,3-1 1,1-9 0,3 1 0,1 2-51,5 1 0,-5-1 0,4 1 0,-3 5 23,-3-1 0,1 7 0,-1-1 147,1 2 1,-3 4 0,-1 10-1,-5 6 370,-1 3 1,-2 5 0,-4 1 0,2 4 50,2 3 0,-1-5 1,-5 4-1,0-2-130,0-3 0,0-3 0,0-2-80,0 1 0,8-8 0,4-7-226,3-6 0,-1-7 1,1-8-1,5-1-137,-1-4 1,1 1 0,-3-5 0,1 2-123,-1 4 0,1-5 1,-1 3-55,0 2 0,-5 3 0,-2 5 205,-2 1 0,-1 8 0,-3 0 234,2 8 0,0 6 0,-6 7 0,0 1 235,0-1 1,0 3 0,0 1 0,0 4-83,0 2 0,0-3 1,2 3-1,2-2-482,1-4 0,1 5 0,-6-3-1240,0-2 0,2-9-281,4-6 0,4-4 1795,7-2 0,1-16 0,-1-3 0</inkml:trace>
  <inkml:trace contextRef="#ctx0" brushRef="#br0" timeOffset="1530">2096 491 8337,'0'-12'1460,"0"1"0,0 9-937,0 2 1,0 15 0,0 14-1,0 6-51,0 6 0,0 10 0,0 9 1,0 4-136,0 8 0,0 5 1,0 9-1,2-5-167,3-5 0,-3-8 0,4-8 0,-2-12 14,2-9-385,-4-8 1,11-23 0,-7-8 0,-2-10-312,-2-5 0,-2-9 0,2-1 0,2-2 61,2-4 0,0 4 1,-6-2-1,0-2 69,0-2 1,0-8 0,0 0 0,0 0 256,0-1 1,0 3 0,2-8 0,1 1-13,3 1 1,14-3 0,-1 7 0,6 2 96,6 2 1,2 4 0,4 6-1,2 8 317,2 5 1,5 12 0,-5 2 0,-2 10-125,-2 5 1,-10 11-1,-4 1 1,-5 2-171,-7 0 0,-3 0 0,-8 4 0,-2-2 60,-4-2 0,-5-7 0,-13 1 0,-5-6-52,-4-5 0,2 2 1,-2-9-1,-4-1-294,0-2 0,-3-2 1,3 0-1,6-2-729,4-4 1,3-3 463,7-9 0,9 1 0,8 1 1,10 3 567,5 1 0,18 0 0,4-5 0</inkml:trace>
  <inkml:trace contextRef="#ctx0" brushRef="#br0" timeOffset="1913">2724 596 8232,'10'-8'210,"-4"-4"744,4 5-355,-8-1 1,11 16-1,-7 3-187,-2 5 1,-2 1 0,-2 3 0,-2 1 11,-4 2 0,4 6 1,-4-5-1,4-1-237,2 2 0,2-5 0,4 3 0,6-4-243,3-1 1,9-7 0,1-1-1,2-2-322,4-4 1,2-2-1,2-4 1,0-4 65,0-6 1,-6-9-1,-2-4 1,-4 0 17,-7-1 0,-1-3 0,-9 4 0,-2 0 242,-2 0 1,-10 1 0,-3 7 0,-5 1-9,-1 5 1,-1-3 0,1 8-299,-1 2 1,9 4 0,3 6-141,4 6 0,2 3 0,2 1 0,4-3 121,5-1 0,7-8 1,5 2-1,6-4 377,4-2 0,2 0 0,8-8 0,1-2 0</inkml:trace>
  <inkml:trace contextRef="#ctx0" brushRef="#br0" timeOffset="2180">3528 142 8240,'0'-27'106,"0"3"1,0 5 0,0 1 829,0 1 0,2 1-432,4 5 1,-4 7 0,3 14-199,-3 7 1,-2 12-1,0 0 1,0 6 20,0 6 0,-2 9 0,-3 11 1,-5 1-158,0 4 0,0 7 0,7 3 0,-3-2-274,2-2 0,2-10 0,2-6 0,0-9-534,0-13 0,8-2 1,3-15-6,5-7 1,-6-14-1,-3-10 1,-1-7-196,0-8 0,-2 2 0,-10-2 0,-6-3 838,-3-1 0,-10-1 0,-3-9 0,-7-2 0</inkml:trace>
  <inkml:trace contextRef="#ctx0" brushRef="#br0" timeOffset="2330">3266 561 9894,'8'-10'750,"1"1"0,11 5 1,1-2-436,2 2 1,10-6 0,0 1-1,8-3-361,4 0 0,1 1 0,7-7 0,-1 1-462,0-1 0,-7 3 0,-4 1 0,-6 4-2472,-6 3 2980,4 1 0,-6-2 0,8-2 0</inkml:trace>
  <inkml:trace contextRef="#ctx0" brushRef="#br0" timeOffset="2714">4104 613 8240,'10'-2'302,"-2"-2"1,-3-3 367,1-3 0,2 4 0,-2-5-152,5-3 1,-1 0 0,0 1 48,-2 1 1,-3 6-492,-5-5 1,0 5-1,-1-4 1,-5 2-154,-6 5 1,-5 3 0,-5 3 0,-3 5-94,-2 2 0,4 2 0,-5 5 1,3 2 320,4 5 0,3-5 1,5 6-1,1-1 141,-1-1 1,5 0 0,2-3-64,4 3 1,10-4 0,3 3 0,7-7-293,5-3 1,-1-8 0,5 1-1,0-3-157,0-2 0,-6-7 1,3-5-1,-5-4-117,-1-1 0,-1 0 0,-1-1 0,-5 1 136,-5-1 0,2 7 0,-2-1 173,-3-2 1,-1 8 162,-2 6 1,-5 10 0,-1 12 0,2 1-266,2-2 1,4-1 0,6-3 0,9 0-520,10 1 1,14-8 0,8-5 648,7-3 0,6-9 0,8-3 0</inkml:trace>
  <inkml:trace contextRef="#ctx0" brushRef="#br0" timeOffset="3317">4750 107 7970,'0'-18'0,"0"1"0,0-1 739,0 1 723,8 0-1047,-6-1 1,6 16-1,-8 10 1,-2 11 8,-4 10 1,2 4-1,-6 4 1,3 4-162,3 6 0,2 5 1,2 4-1,0 2-119,0-1 0,0-3 1,0-2-1,0-1-231,0-5 1,0-3 0,0-10 0,2-4-1485,4-5 1,-3-13 729,9-5 1,-6-14 0,4-7 0,-3-9-204,-3-3 1,-8 4 1043,-1-6 0,-17 0 0,3-6 0</inkml:trace>
  <inkml:trace contextRef="#ctx0" brushRef="#br0" timeOffset="3497">4506 474 9555,'11'0'1502,"3"0"0,3-2-1265,5-4 1,15 2-1,-2-8 1,3-1-310,5-3 1,-4 5-1,6 1 1,-5 2-1186,-7 4 1,2-4 0,-8 3 1256,1 1 0,5 2 0,-6 2 0</inkml:trace>
  <inkml:trace contextRef="#ctx0" brushRef="#br0" timeOffset="3731">5204 456 8052,'8'-10'653,"-6"1"-91,4 3 1,-4 8-1,-2 2 1,0 11-167,0 5 0,0 7 1,-2 4-1,-2 6-309,-2 3 0,0 1 1,6-6-1,0-2-707,0-4 1,0 2 0,2-7-142,4-3 1,-2-9 0,8-10 0,1-10 760,3-10 0,9-19 0,2 1 0</inkml:trace>
  <inkml:trace contextRef="#ctx0" brushRef="#br0" timeOffset="3880">5239 212 7996,'10'-8'1145,"-2"6"1,-8-8-1,2 6-941,4-1 0,-5-3 0,7 4-1686,0-2 1,-4 0 1481,8 6 0,-1 0 0,7 0 0</inkml:trace>
  <inkml:trace contextRef="#ctx0" brushRef="#br0" timeOffset="4249">5816 543 8163,'0'-11'666,"0"-1"-593,0-1 1,0 3 0,0-2 485,0-1 1,-2 3-451,-4-2 0,-4 6 0,-9-3 8,-5 1 1,5 4-1,-6 10 1,2 6 226,-1 3 1,-5 5 0,4 3-1,0 6-83,-1 4 0,5-4 1,9 0-1,7 2-150,3 2 0,2-6 0,4-3 0,7-5-75,13-2 0,7-5 0,5-2 0,3-2-310,2-5 1,0-6 0,-6-5 0,-2-2 85,-4-3 1,-4-3-1,-8-3 1,-1-3 22,-4-1 0,-5 0 1,-9 5-1,-3 1-202,-7-1 0,-9 1 0,-5-1 0,-1 3-174,-4 3 0,-2-1 0,-2 5 0,2 0-1152,4 0 1693,4 3 0,8 5 0,-1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0:15.20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1 577 8098,'0'10'1001,"0"-2"-264,0-8 0,5 1 0,3 3-216,2 2 0,3 0 0,9-6 0,3-2-239,2-4 1,2-3 0,6-9 0,0 1-224,0-1 0,0-1 1,-2-3-1,-4-3-297,-6-2 0,-3 6 0,-5-5 0,-3 3-285,-6 0 0,-6 1 0,-6 11 0,-6 3 136,-3 0 1,-9 6 0,-1-1 0,-2 6 202,-4 9 1,4 9-1,0 5 1,1 1 408,5 4 1,8 2-1,3 2 1,2-2 151,4-4 1,6 4 0,10-4-1,11 2-40,8-2 1,6-6-1,4-11 1,7-6-178,9-4 1,-3-4 0,4-4-1,-4-8-239,-1-7 1,-9 0-1,-5-8 1,-8 0-332,-7 1 0,-11-3 1,-3 8-1,-2 0 0,-5-2 0,-1 5 0,-4-3 0,-1 3-154,-3 3 0,-8 1 0,3 5 107,-5 5 1,4 4 0,3 4 611,1 4 0,2 3 0,6 9 90,0-1 0,0 1 0,2-1 0,2 1 381,2-1 1,7-1-1,-1-3-129,4-1 0,-5-8 1,1 2-1,1-4 66,3-2 0,-4 0 1,-1 0-537,3 0 0,1 0 0,3 2 0,-1 1-249,1 3 1,-1 6-1,-1-4 1,-3-1-547,-1 1 0,0 4 0,5-4-2046,0 1 2814,1-5 0,-1 4 0,1-8 0</inkml:trace>
  <inkml:trace contextRef="#ctx0" brushRef="#br0" timeOffset="350">1013 315 8545,'0'-12'933,"0"1"0,-7 7 0,-5 0-573,-3 8 0,3 11 0,-2 11 0,-3 1-102,-5 4 0,-7 10 0,4 5 0,0 5-73,0 1 0,-4 6 1,5 0-1,3-1-556,2-3 1,3-11-1,4-8-723,7-10 0,5-15 0,5-10 1094,7-10 0,11-13 0,5-5 0</inkml:trace>
  <inkml:trace contextRef="#ctx0" brushRef="#br0" timeOffset="884">1380 420 8402,'0'12'1300,"-2"-1"1,-2 5-653,-1 5 1,-3 8 0,4 14-1,-4 9-41,-2 10 0,5 14 0,-5 5 1,2 7-329,4 5 1,2-17 0,2-5 0,2-14-348,4-18 0,4-12 116,7-16 1,-1-13 0,-3-15-1,-3-10-441,-2-6 0,-2-2 0,-6 0 0,0-2-155,0-4 0,-2 2 0,-2-7 0,-4-1 129,-2 3 1,1-7 0,-5 5 0,4-5 176,3-1 0,1 1 0,6 5 0,0 3 44,0 0 0,8 7 1,3-3-1,7 8 74,5 7 0,4 5 0,6 3 0,-2 5 252,-2 5 0,0 6 0,4 6 0,-4 5-54,-5 5 0,-5 7 0,-1 3 0,-3-1 91,-3 0 0,-4 0 1,-8-3-1,-2 1 22,-4-2 0,-4-1 0,-7-3 1,-3-1-189,-3-5 0,2 5 1,-9-7-1,-1 1-299,-2-4 0,4-2 0,2 0 0,2 2-698,4-3 0,1-1-1290,3-2 2288,7 0 0,2 0 0,8 0 0</inkml:trace>
  <inkml:trace contextRef="#ctx0" brushRef="#br0" timeOffset="1250">1834 542 11594,'20'-6'586,"1"0"0,4 1-510,2-3 1,3 4-1,4-6 1,1 1-314,0-1 0,-8 4 0,-3-6 0,-5-1-162,-1-3 0,-3 5 0,-3-1 0,-8 0 119,-8 3 1,-8-5-1,-9 8 1,-4 2 178,-3 2 1,-7 2-1,-5 2 1,1 4 365,2 6 0,8 5 0,2 5 1,4 1 86,7-2 0,0 5 0,11-1 0,1 0-58,2 0 1,12-1-1,7-7 1,12 0-359,10 1 0,-2-8 1,5-5-1,-1-3-485,0-2 0,2 0 0,-5 0 1,1-2-1118,-6-3 1,2-5 1665,-6-8 0,4-7 0,2-2 0</inkml:trace>
  <inkml:trace contextRef="#ctx0" brushRef="#br0" timeOffset="1767">2585 385 8098,'0'-12'-186,"0"1"702,0-3 1,0 4 619,0-1-1152,0 7 92,0-4 3818,0 8-3599,-8 16 0,7-5 0,-7 13 0,2-5-123,0-2 0,-2 1 1,4-1-1,-1 1-58,1-1 0,2 3 0,2 1 0,0 2-173,0-1 1,0-3 0,0-1-125,0-1 1,0 0 0,2-1-114,4-4 0,-3-5 0,9-7-135,2 0 0,-1-2 0,1-3 0,-4-7 26,-3-4 1,7-1 0,-2 0 0,1-1 54,-1 1 0,3-1 0,-3 3 0,2 1 154,-3 2 0,5 1 0,-5-5 0,3 3-121,-2 1 0,3 6 377,-3-5 1,-3 9 153,3 2 1,-8 7 0,2 11-63,-4-1 0,-2 1 0,0-1-497,0 1 0,2-9 1,4-1-123,5 0 1,-1-6 0,1 4 466,3-4 0,2-2 0,1 0 0</inkml:trace>
  <inkml:trace contextRef="#ctx0" brushRef="#br0" timeOffset="2184">3336 350 7965,'10'-17'1435,"-4"-1"1,-4 6-875,-2 1 0,0 5-421,0-6 0,-2 8 0,-4-1 0,-6 3-166,-3 2 1,-5 2 0,-1 2 0,-2 3 28,1 3 1,3-4 0,1 4 0,1-1 29,0 1 0,1 2 1,2 5 61,3 0 1,7 1-1,0-1 1,8 1-176,8-1 0,3-1 1,5-3-1,1-1-16,2 2 1,6-1 0,-4 1 0,1-3 59,-1 3 1,-2 0 0,-7-1 0,-3-1 89,-1 1 1,-8 3 0,0 0 28,-8-5 0,-8 5 0,-9-7 0,-4 1-298,-3-4 0,5-4 0,-4-2 0,2 0-510,3 0 1,-3 0-1,2 0-1438,2 0 2163,1-8 0,10-2 0,3-7 0</inkml:trace>
  <inkml:trace contextRef="#ctx0" brushRef="#br0" timeOffset="2483">3720 402 8096,'10'-17'1144,"6"-1"1,-16 9-568,0 3 0,-6 20 1,-8 7-174,3 4 0,5 2 1,-4-5-1,2 3-262,4 2 0,2-6 0,2 3 0,0-5-366,0-1 0,0-1 0,0 0-1783,0 1 724,0-1 0,2-7 1,2-6-528,2-8 1810,0-13 0,-14-3 0,-2-5 0</inkml:trace>
  <inkml:trace contextRef="#ctx0" brushRef="#br0" timeOffset="2650">3703 123 8098,'8'-17'559,"-6"-1"0,3 1 473,-3-1 1,0 6-76,4 1 1,-2 1-1005,8-2 1,-6 5-818,5 7 0,-7 2 1,2 3-1,-4 7-2117,-2 4 2981,0 9 0,8 2 0,1 8 0</inkml:trace>
  <inkml:trace contextRef="#ctx0" brushRef="#br0" timeOffset="2983">4017 402 8243,'6'-11'490,"0"-1"0,0 6 1,-4-3 483,4 1 0,-5 4-445,5 10 1,-4 3 0,-2 11 0,0 3-123,0 6 0,6-2 1,0 3-1,0-1-198,1-2 0,-3 4 0,8-8 1,0-1-154,-3-3 1,7-2-1,-4-1 1,3-4-144,2-7 1,3-3 0,1-2 0,3-2-327,-3-3 1,0-5-1,1-8 1,1 1-101,-2-1 1,-1-7 0,-3-2 0,1-2 231,-1 0 0,0 6 0,1-7 0,-3 1-106,-3 2 0,2-4 0,-9 8 1,1 1-1821,2 3 1437,-6 2 1,-2 7 769,-12 4 0,-3 12 0,-3 4 0</inkml:trace>
  <inkml:trace contextRef="#ctx0" brushRef="#br0" timeOffset="3317">4663 560 8265,'10'-8'1054,"0"6"-305,-4-4 1,3 4 0,9 0-544,-1-4 0,1 4 1,-1-3-1,1 3-242,-1 2 1,1-6-1,-1-2 1,1 0-178,-1 1 0,1-7 0,-3 2 41,-3-3 0,-1-3 1,-11 1 210,-7-1 0,-7 9 0,-5 3 0,-5 4 208,-5 2 1,4 0-1,0 2 1,1 4 113,1 5 1,2 5 0,9 3 0,6 3-144,4 1 0,2 2 0,2-4 1,6 5-329,10 1 0,17-6 1,17 4-1,12-3-1303,10-5 1413,13 5 0,10-13 0,-45 0 0,1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0:12.841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0 639 7830,'0'-10'2787,"0"5"-2482,0 10 1,0 5 0,0 9 0,0 3-103,0 1 0,2 0 0,2-5 0,2-1-171,-2 1 1,-2-1-1,0 1-124,4-1 1,-2-1-1,7-5-27,3-5 0,-5-4 1,3-2-1,2 0-60,1 0 0,3-8 1,-1-3-1,-1-5-89,-5-1 0,5-1 0,-5 1 60,5-1 1,1 1 18,1-1 152,-8 1 0,3 9 1,-7 8 181,-2 10 0,-2 5 0,-2 3 0,2-1-144,4 1 0,-2-1 0,7 1 1,3-1-175,1 1 0,5-3 0,1-1 0,4-5-144,2-1 0,-3-2 1,3-6-1,0-2-99,0-4 0,-5 2 0,1-7 1,-4-3 415,-1-1 0,-1-11 0,1-1 0</inkml:trace>
  <inkml:trace contextRef="#ctx0" brushRef="#br0" timeOffset="451">944 744 8116,'0'-18'336,"5"1"391,1-1 1,0 1-361,-6 0 1,-2-1-1,-4 3-293,-5 3 0,1 4 0,-4 6 0,-3-2-184,-5-2 0,-3 1 1,4 5-1,-4 2 136,-2 3 1,3 5-1,-5 8 1,0-1 96,2 1 0,2 7 0,7 2 1,3 2-35,3 0 1,4-2-1,8 4 1,0-3-23,0-3 1,14-2 0,5-7 0,6-5-103,6-5 0,8-4 1,2-2-1,-2-2-26,-2-4 0,-4-4 1,-2-7-1,-4-2 38,-2-5 1,-2 5-1,-5-6 1,-3 1-15,-3 1 0,-4 0 1,-6 7-1,2 3 58,1 1 1,-1 2-152,-9-1 1,-3 5 0,-6 12 38,3 5 0,7 5 1,-2 3-1,4 3-9,2 1 0,0 6 0,2-6 0,4-3-63,5-7 0,11 3 0,3-6 0,0-1-360,0-3 0,6-4 1,-3-4-1,1-4-192,0-5 1,-2-11 714,2-1 0,-4-8 0,-7 4 0</inkml:trace>
  <inkml:trace contextRef="#ctx0" brushRef="#br0" timeOffset="751">1537 115 8116,'0'-17'248,"0"-1"0,0 1 352,0-1 1,0 1 802,0-1-1323,0 9 1,0 9-1,0 11 1,0 7 146,0 5 1,0 10 0,-2 10-1,-2 3-16,-1 9 0,-3-1 1,4 10-1,-2 0-121,2-2 1,2-2-1,2-9 1,2-3-260,4-1 1,4-10-1,7-2 1,1-12-360,-1-10 0,1-5 0,-1-8 0,1-2-239,-1-4 1,-1-3 0,-3-9-1,-3-1 233,-2-4 1,-3-3-1,-5-5 534,0 2 0,0 0 0,0-6 0</inkml:trace>
  <inkml:trace contextRef="#ctx0" brushRef="#br0" timeOffset="999">1799 115 8116,'0'-12'367,"0"1"353,0-3 1,0-1-283,0-3 1,0 11-1,0 7-129,0 9 1,0 9 0,0 5 0,0 8-31,0 8 0,0 2 1,0 9-1,0 4-182,0 1 0,0-1 0,0-2 0,0 1-152,0-1 0,2-1 0,2-7 1,2-9-694,-2-10 0,4-5 1,-1-3-1178,3 1 0,2-10 1925,5-8 0,-7-8 0,-2-10 0,-8 1 0</inkml:trace>
  <inkml:trace contextRef="#ctx0" brushRef="#br0" timeOffset="1466">2079 639 8116,'0'-12'421,"2"1"386,3-3 1,-3 4 383,4-1-919,-4 7 1,-2-2 0,0 12-97,0 6 0,-2 3 1,-2 3-1,-1 1-78,1 4 1,2-1-1,4 5 1,3-2-62,7-4 1,4-1-1,1-3 1,2-1-119,5-5 0,-3 3 0,6-8 0,0-2-123,1-2 1,-7-10 0,4-4 0,-3-3 14,-5-3 0,4-5 1,-11 0-1,2-1 80,-1-1 1,-7 6 0,2-5 140,-4 5 161,-2 2 0,0 9 0,0 10-51,0 13 0,0 11 0,0 8 0,0 3 251,0 4 1,2 4-1,2 7 1,4 2 82,1 5 1,-3-3-1,4 6 1,-2-2-316,-5-4 1,-3-1 0,-7-5 0,-9-5-328,-5-10 0,-10-8 1,2-12-1,-4-3-266,-2-6 0,-6-6 0,0-8 1,2-9-396,3-10 1,1-6 0,2-2 0,5 0-131,11 0 1,7-6 0,10 0 956,0 2 0,16-5 0,3-1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0:34.5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71 18 7412,'-10'-2'2994,"4"-3"-2483,4 3 334,2-6-569,-8 16 0,7-4 1,-7 7-173,0 3 1,4 1 0,-6 3 0,3-1-61,3 1 0,2-1 0,2 1-112,0-1 1,2 1-1,4-3-87,5-3 0,5-5 0,1-7-8,1 0 1,-1-5 0,-1-3-1,-3 0 69,-1 0 0,-8 1 0,4 3-87,-1-2 0,-7-6 1,0 6-464,-9 3 0,-1 1 1,-2 2-1152,-1 0 1795,-3-8 0,-1 6 0,-1-6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0:38.48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280 122 8227,'17'0'1292,"-7"-7"0,4-3-959,-9-8 1,1 7 0,-6-1-230,0-1 1,-2 3 0,-4 0 0,-5 0-68,-5 1 1,-1 5 0,-3-2 0,-1 4-48,-2 2 1,-8 0 0,4 2 0,-1 4-27,5 5 0,-2 7 0,2 3 1,3 5 2,7 1 1,-1 0 0,8 4 0,2-4-103,2-2 0,6-1 1,6-7-1,9 1 69,7-1 0,3-7 0,6-4 0,0-5 63,-1-1 0,-1-7 1,-1-5-1,-3-3 67,2-3 0,-6 1 0,-2-1 121,-3 1 1,-9 1 0,-1 3 112,-2 1 1,-4 8-234,-10-2 0,2 4 1,-6 4-1,2 4-452,5 6 0,1 3 0,2 3 182,0-1 0,2 1 0,5-3 1,9-1 22,5-3 0,8-7 1,-4 2-1,5-4-302,6-2 0,-1 0 1,6 0-1,-4-2 484,-2-4 0,0-3 0,0-9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0:38.98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271 870 12207,'0'-17'1426,"0"-1"-1259,0 1 1,0-8 0,0-4 0,0-6-14,0-6 1,0 2 0,0-8 0,0-1-117,0-3 0,0-5 0,0 2 0,0 3-202,0 1 0,0 5 1,0 1-1,1 1-420,5 4 0,4 4 0,9 6 0,3 8-110,1 7 1,6 1 0,-4 7-1,1 4 41,-1 6 1,6 5 0,-2 9 0,4-1 652,2 1 0,0-1 0,-8 9 0,-2 1 0</inkml:trace>
  <inkml:trace contextRef="#ctx0" brushRef="#br0" timeOffset="248">9 678 8400,'-8'10'1512,"8"-2"-1153,0-8 1,10 0 0,13 0 0,6-2-153,4-4 1,2-4 0,0-7 0,0 1-467,0 4 0,0-3 1,-1 5-1,1-1 259,0-1 0,0 0 0,0-5 0</inkml:trace>
  <inkml:trace contextRef="#ctx0" brushRef="#br0" timeOffset="498">690 608 8255,'0'-11'570,"0"-1"-25,0-2 1,2 7-1,2-1 141,1 0 1,1 8-561,-6 0 1,0 8 0,-2 11-1,-2 3-370,-1 1 1,-3 8-1,4-2 1,-2 2-366,2-2 1,2 2 0,2-7 0,0-3-1657,0-2 2265,0-1 0,8-9 0,2-9 0,7-9 0</inkml:trace>
  <inkml:trace contextRef="#ctx0" brushRef="#br0" timeOffset="663">742 346 8360,'-10'0'278,"3"0"0,7 0 0</inkml:trace>
  <inkml:trace contextRef="#ctx0" brushRef="#br0" timeOffset="913">1039 521 8133,'0'-18'493,"0"1"1436,0 0-1663,0-1 0,2 10 1,2 8-1,4 12-42,1 9 1,-3 1 0,6 7 0,1 2-133,3 2 1,1 0 0,1-2 0,-1-2-16,1 2 0,5-6 1,0 0-1,-1-3-1138,-3-5 0,-2 3 0,1-15 1061,-1-1 0,1-2 0,-1-2 0</inkml:trace>
  <inkml:trace contextRef="#ctx0" brushRef="#br0" timeOffset="1130">1318 521 8213,'0'-18'999,"0"1"0,0 5 128,0 1 1,-2 7-1065,-3-2 0,-3 6 0,-6 8 1,1 7-240,-7 7 1,1 9-1,-10-2 1,-2 6-21,-2 5 0,-2-3 0,2 4 1,4-6-260,5-6 0,1 2 0,4-9 1,5-5-605,4-3 0,7-11 1059,8 3 0,5-12 0,8-3 0</inkml:trace>
  <inkml:trace contextRef="#ctx0" brushRef="#br0" timeOffset="1513">1423 643 11558,'18'0'138,"-1"0"1,1 0 0,-1 0 0,1 0-182,-1 0 1,0 0 0,1 0 0,-1-2 5,1-4 0,3-3 0,-1-9 1,-5 1-177,1-1 0,-3 1 0,1-1 107,-3 1 1,-7-1-1,2 1-214,-4 0 0,-4 7 0,-6 4 16,-9 4 0,-1 4 0,-5 4 0,2 5 214,-2 5 1,3 3-1,-3 5 1,3 5 297,3 4 1,1-4 0,5 0 0,5 2 152,4 2 0,2-4 0,2-2 0,4-1-273,5-5 0,13-2 0,5-3 0,4-5-512,2-5 1,2-4-1,1-4 1,3-4-1083,-2-5 1506,-2-5 0,-2-9 0,0-2 0</inkml:trace>
  <inkml:trace contextRef="#ctx0" brushRef="#br0" timeOffset="2016">2209 661 8181,'12'-10'2015,"-3"2"-1366,-1 0 0,0 5-445,-2-9 1,-2 2-1,5-3-207,-1 1 0,-2 6-27,-6-5 0,-8 7 0,-3-2 0,-5 4-27,-1 2 0,-7 0 1,-1 2-1,0 4 140,0 5 0,1 5 1,7 1-1,-1 1-37,1-1 0,5 1 0,3 1 0,1 2-52,4 3 1,2-1 0,4-6 0,4 1-322,5-1 0,7-7 1,3-4-1,4-4-178,3-2 0,1-2 0,6-6 0,0-7 43,-1-7 1,-1-7 0,-3 4 0,-7-2 141,-4-4 1,-3-2 0,-5-2-1,-3 0 320,0 0 0,-6 6 0,4 0 0,-4 0 0,-2 1 0,0-3 0,2 8 0,1 2 0,3 1 0,2 3 0,-4-1 0,2 1 0,0 0 1897,-6-1-1030,0 8 1,0 5-1,-2 10-429,-4 7 1,2 4-1,-6 3 1,1 4-165,-1 6 1,0 6 0,-2 4 0,5 4-291,-1 1 0,6 3 0,-4 3 1,4-3-520,2-6 1,6-4 534,0-2 0,15-1 0,-1 1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0:36.93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0 210 8308,'0'-12'334,"0"1"1,0 5 2480,0-6-962,0 8-1511,0-4 0,0 10 1,0 4-61,0 6 0,0 3 0,0 5 1,0 1-230,0 2 0,0 6 1,2-3-1,2-1-109,2 0 1,9 4 0,1-5 0,7-5-90,4-5 0,-3-1 1,5-7-1,0-2 21,-2-2 1,4-10 0,-8-4-1,-1-5 15,-3-6 1,-3 1 0,-5-7 0,-3 0-97,0 2 1,-6-6 0,4 6 0,-4-2-114,-2 0 0,-6 7 0,-2 1 0,0 5-556,0 5 0,1 7-3,1-2 0,4 12 1,-4 7-1,6 7 877,6 3 0,-4 0 0,13 3 0,-5 1 0</inkml:trace>
  <inkml:trace contextRef="#ctx0" brushRef="#br0" timeOffset="403">769 192 8308,'9'-7'322,"-1"-3"318,-8-8 0,2 3 0,2 1 0,2 3-148,-2-3 1,-2 4 0,-2-1-226,0-3 0,0 4 0,0-1-302,0-3 0,-8 1 0,-4 1 1,-3 6-153,-3 4 1,1 2 0,-1 0-1,1 0-250,-1 0 1,-5 8 0,0 4 139,1 3 0,9 3 0,3-1 0,2 1 270,4-1 0,4 0 0,6 1 0,6-1 161,3 1 0,9-1 0,1 1 0,0-1 41,0 1 0,1-1 0,-5 3 0,2 1-79,-1 2 0,-5 2 0,-3-3 0,-5 1-86,-1-2 0,-2-1 0,-6-3 0,-4-1-177,-8-5 1,1-1 0,-14-6 0,-1 2-54,-3-2 0,2-8 0,0-4 0,0-2-482,0-3 0,5-3 1,1-1-856,7-1 1557,7 1 0,7-1 0,0 1 0</inkml:trace>
  <inkml:trace contextRef="#ctx0" brushRef="#br0" timeOffset="769">1118 262 8558,'2'-10'1079,"4"5"0,-2 1 1,7 0-932,3-2 0,1-2 1,3 4-1,-1-3-57,1-3 0,-1 4 1,1-5-1,-1-1-106,1 2 1,-7-5 0,1 3-1,0-4-132,-3-1 0,-1 5 0,-8 1 59,0-3 0,-8 6 1,-3 3-1,-5 3-85,-1 2 1,-9 2 0,-3 3-1,-2 7 289,2 4 1,4 1-1,7 0 1,1 3 172,-1 3 1,3-1 0,3 5 0,6-2-42,5-4 0,4 4 0,9-1 1,11-3-491,8-1 0,12-11 1,6-3-1,7-4-1685,8-2 1927,4 0 0,2-16 0,0-3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0:35.386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367 262 8222,'0'-23'0,"0"0"408,0-5 1,-5 9 0,-1-2 0,0-1-103,-2 3 1,6 0 0,-5 1-1,-1 1-111,-4-1 1,2 6 0,-1 3 0,-5 1-264,-5 4 0,2 2 1,-7 6-1,3 6-45,0 7 1,-6 14 0,5 4 0,1 10 17,-2 5 0,7 3 0,-1-1 0,7 0 101,5 1 1,1-1-1,6 1 1,2-3 10,3-3 0,7-5 1,11-7-1,8-2 17,8-4 0,-2-11 1,6-12-1,-2-4-165,-1-2 0,-1 0 0,-8-2 1,-4-4-1137,-1-6 1267,-3-3 0,-6-3 0,1 1 0</inkml:trace>
  <inkml:trace contextRef="#ctx0" brushRef="#br0" timeOffset="486">822 559 8222,'0'-17'676,"1"1"0,3 2-35,2 3 1,0 5-1,-6-6-160,0-1 0,0 3 0,0-2-26,0-1 0,0 3-350,0-1 0,-2 1 0,-4-2-349,-5 6 0,-7-1 1,-3 1-1,-2 2 17,1 2 0,1 4 1,-1 4-1,-1 5 154,2 5 1,-2 1 0,3 3 0,5 1 143,-1 2 0,6 6 0,1-5 0,1-1 8,4 2 0,2-5 0,4 1 0,4-5-27,6-5 1,5-7-1,6 2 1,4-4-74,1-2 1,5-2-1,-6-4 1,0-6-19,-4-3 0,2 3 0,-1 1 0,-5-3 112,-5-1 0,-1-3 0,-5 1 279,2-1 1,-6 6-373,1 1 0,-5 9 0,-3 2-151,-3 10 1,0 5 0,6 5-1,0 1-89,0 2 1,8 2 0,5-5 0,7-1-124,3-3 0,8-9 0,0 3 1,6-2-127,4-4 1,-1-8-1,-5-4 1,-2-2-705,-4-3 1213,-3-3 0,-1-9 0,2-2 0</inkml:trace>
  <inkml:trace contextRef="#ctx0" brushRef="#br0" timeOffset="869">1328 454 8222,'0'-11'2262,"0"-1"-816,0 0-1321,0 3 0,0 3 0,0 12 0,0 7 97,0 9 1,0-1-1,2 6 1,2 0-96,2 0 1,-1-5-1,-3 1 1,2-4-71,2-1 0,6-1 1,-4-1-1,1-4-59,5-7 1,1-3 0,3-2 0,1-2-69,4-3 1,-1-5 0,5-8-1,0-1-162,0-4 1,-5 3 0,1-3-1,-4 4-278,-1 1 1,-7 3 0,1 3 178,2 6 0,-7 6 0,1 6 368,0 6 1,-6 5 0,4 6 0,-2 5 5,1-1 0,3 4 1,6-6-1,-3 0-418,3 0 1,7-3 0,5-11 0,1-5 374,4-4 0,2-2 0,2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0:44.40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1 138 6877,'17'0'285,"-5"0"1,-3-2-1,1-2 245,0-2 0,-6-1 1,3 3 74,1-2 0,-4-8-14,8 3 1,-8-5-175,1-1 1,-3-1-320,-2 1 0,-2 7-260,-3 4 1,-5 6 0,-8 4-270,1 2 0,7 8 1,4-3 91,5 5 0,1-5 288,0 1 1,7-8 0,5 2-183,3-4 1,1-4 0,-2-2-1125,-3-2 1357,-7-7 0,4 3 0,-8-8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0:45.25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0 347 8168,'0'-17'261,"0"5"1937,0 1-1646,0 7 0,0 10 0,0 13-194,0 6 1,0 4-1,0 6 1,0 0-92,0 0 1,0 2-1,0 2 1,0 2-103,0-3 0,0-7 0,0-1 0,2-1-90,4-2 1,-2-4 67,8-11 1,-3-8 0,5-14 0,-4-9-327,-2-7 1,3-9 0,-3-7-1,0-1-125,-1 0 1,-1 3-1,-6 5 1,0 2-80,0 4 0,6-3 0,0 9 0,-2 2-176,-2 1 1,0 5 0,3 1 168,7 3 0,6 7 1,3-2-1,4 4-180,2 2 0,2 6 0,6 0 0,0 0 23,0 1 0,-2-5 551,-4 4 0,4 4 0,-6-1 0</inkml:trace>
  <inkml:trace contextRef="#ctx0" brushRef="#br0" timeOffset="500">682 522 8168,'2'-10'631,"1"3"-179,3-1 0,2 6 0,-4-6 143,2 0 0,7 5 26,-1-9 0,-4 6-224,-2-6 0,1 1-317,-1-7 0,-2 3 0,-10 3-227,-5 6 0,-7 4 1,-3 2-1,-3 0-54,3 0 0,2 2 1,1 4-1,1 8 189,-1 7 1,1 0 0,1 7 0,3-3 23,1-4 0,8 4 0,-2-1 0,4-1-15,2 2 0,0-5 0,2 1 4,4-7 0,4-7 0,9-7 0,3 0-110,1 0 1,0-7 0,-5-5 0,-1-4 33,1-1 0,-1-3 0,-1-1 0,-3-2 63,-1 1 0,-8 3 0,3 2 424,1-1-387,-6 1 1,4 9 0,-12 8 1,4 8-1,-4 11 1,4 2-26,2 3 0,0-1 1,2-6-1,2 3-215,2 3 0,8-9 0,-1 3 0,7-3-434,3-4 1,2-3 0,-3-7-1,1 0-446,-2 0 1,4-2 1093,-1-3 0,-1-5 0,-6-8 0</inkml:trace>
  <inkml:trace contextRef="#ctx0" brushRef="#br0" timeOffset="917">1171 417 8168,'0'-17'426,"0"5"0,0 1 186,0-3 0,0 4 13,0-1 1,0 9-459,0 2 0,-2 7 0,-2 11 1,-2 1 61,2 5 0,2-3 1,2 6-1,0 0-38,0 0 0,0-3 0,0 3 0,2-2-79,4-4 0,-2-3 0,7-4 0,3-5-144,2-1 0,1-2 1,2-6-1,5-2-239,5-4 1,-2-6 0,2-9 0,0-4 9,-2-2 0,0 3 0,-5-3 0,1 2-114,-2 4 1,-7-3 0,-4 5 0,-2 3-665,-5 1 974,-1 7 0,-7 4 0,-1 14 0,0 7 193,-2 3 1,6 5-1,-4 0 1,4 1-34,2-1 0,2 4 0,4-6 0,6-2-280,3-1 1,5-3 0,1-1 0,4-4-370,2-7 1,3-3 0,5-4 0,-1-3 553,1-7 0,-7-4 0,12-9 0,-3-2 0</inkml:trace>
  <inkml:trace contextRef="#ctx0" brushRef="#br0" timeOffset="1450">2114 505 8168,'2'-18'1065,"1"1"-440,3-1 1,0 7-1,-6-1 116,0-2 0,0-1-717,0-3 1,0 7 0,-2 1 0,-4 2-239,-5 4 0,-1 2 1,-3 2-1,-5 2 108,1 4 0,-1 4 1,1 7-1,-2 3 40,-3 3 0,1-2 0,7 9 0,3-1 160,1-2 0,8 6 0,-1-4 0,3 2-21,2-2 0,7 2 1,5-10-1,4-3-228,1-5 1,8-9 0,4 0-1,2-8-203,-1-7 0,2-7 0,-2-5 1,3-6 111,2-4 0,-6-4 0,-2-2 1,-2-2-124,-4 3 1,-3-5 0,-5 2 0,-3 0 106,-2-1 0,-2 5 0,-4-2 1,2 6 261,1 4 0,1 2 0,-4-2 0,2 5-37,2 5 0,0 2 0,-4 1 271,3 4 863,-3-3-765,6 13 0,-8-4 0,-2 12-104,-4 6 1,4-3 0,-5 3 0,1 3 146,0 7 1,-6-1 0,5 8 0,-1 4-143,0 6 1,-6 6 0,5 7-1,-1 2-122,4 5 1,-2-5-1,3 4 0,1-4-341,2-1 0,10-14 1,3-8-1,5-8-489,1-7 0,7-13 1,1-3-1,0-11 719,0-11 0,6-5 0,-4-8 0</inkml:trace>
  <inkml:trace contextRef="#ctx0" brushRef="#br0" timeOffset="1867">2777 470 8552,'0'-18'0,"0"1"361,0-1 0,2 7 0,2-1-49,2-2 0,0-1-76,-6-3 0,0 7-298,0-1 0,-2 8 71,-4-2 0,-4 6 0,-7 6 0,-1 6 99,1 3 0,-1 5 1,1 1-1,0 4 119,-1 3 0,8-5 1,3 4-1,1 0-62,0 0 0,0-5 0,8 1 0,2-4-313,2-1 1,9-3 0,1-1-1,7-4-90,4-3 0,0-3 1,4-9-1,-3-7 66,-3-4 1,4-1 0,-8-3 0,-3-1-63,-5-2 1,-7-2 0,4 3 0,-2-1 43,-4 2 1,-4-5 0,-6 3-1,-8 2-14,-7 1 1,1 3-1,-5 1 1,2 5-90,0 5 1,-1-2 0,7 2-1,-1 4 77,1 6 1,7 8 0,4 9-1,4 4 216,2 3 0,0 1 0,8 6 0,2 0 0</inkml:trace>
  <inkml:trace contextRef="#ctx0" brushRef="#br0" timeOffset="2433">3231 313 10044,'-7'9'387,"5"1"0,-4-4 0,4 5-186,2 5 1,-6 1-1,0 1 1,2-1-109,2 1 0,2-1 0,0 1 0,0-1-161,0 1 25,0-1 0,8-7 1,4-4-1,3-4-248,3-2 1,-7-8 0,1-4 0,2-5-78,1-7 0,3 5 1,-1-4-1,1 3 183,-1 3 1,1-1 0,-3 1 0,-1 1 0,-3 5 0,-5-3 406,6 8 0,-8 2 0,1 10 226,-3 6 0,-2 9 1,0 4-1,-2 1-51,-3-1 0,3 4 0,-4-6 0,4-1-182,2-3 1,0-1 0,2-3-225,4-3 1,-2-5 0,7-7-1,5 0-304,5 0 1,0-9 0,7-7-1,-1-5-13,0 0 0,-4-5 0,4 1 0,-1 0 17,-5 0 1,-2 1 0,-3 7 0,-3-1-200,-1 1 0,-8 5 516,2 1 0,-4 9 1,-2 2 127,0 9 1,-6 9-1,0 3 1,2 3 3,2-3 0,2 4 0,0-2 1,0-1 601,0-3 1,0-1 0,2-1-425,4 1 1,4-3 0,9-3 0,3-6-1000,1-5 0,6-2 1,-4-5-1,2-4 681,4 0 0,2-13 0,2 4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0:42.43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210 427 8331,'10'-8'77,"-1"0"0,-5-5 238,2 1 1,2 3 0,-4-5 0,2 2 262,-3-1 0,1-3 1,0-1-220,2-1 1,0 1 0,-6-1-143,0 1 1,0 5 0,-2 3 0,-4 1-125,-6 4 0,-3 2 0,-4 4 0,-3 2-307,-1 2 0,-8 13 0,4-2 0,0 3-210,3-1 0,5 5 0,1-1 1,3 0 203,3 2 0,4-5 0,8 3 1,2-4 151,4-1 1,6-6 0,11-1 0,6 1 117,4-2 0,2 5 1,2-5-1,2 1 51,2 1 0,-1-6 0,-7 6 1,-4-1-67,-5-1 0,-11 5 1,-3-3-1,-2 4 5,-4 1 0,-10-1 1,-8-3-1,-7-1-155,-8 1 0,-4 1 0,-4-2 0,-2-7-168,-2-3 1,1-2 0,7 0 0,4 0-244,5 0 1,7-2 0,5-3-1,6-7 526,4-4 0,2-1 0,0 0 0</inkml:trace>
  <inkml:trace contextRef="#ctx0" brushRef="#br0" timeOffset="383">612 584 8305,'-10'0'1406,"2"0"1,24-6-1,5-1-1221,4-3 0,3 0 0,-5-3 0,4 1-28,0-2 0,4-1 0,-8-3 0,-1 1-276,-3-1 0,-7 1 1,-2 0-1,-3-1-240,-3 1 0,-4 7 1,-6 2-1,-5 2 34,-5 1 0,-7-1 0,-2 8 1,-2 2 55,-5 1 1,1 11-1,0-1 1,4 7 259,2-1 0,2 6 0,7 0 0,5 3 251,5-1 1,4-6 0,4 4 0,4-2 49,5-3 1,12-3 0,7-3 0,5-3-282,5-1 0,-1-8 0,6 2 0,-3-5-545,-3-1 1,-2-1 0,-2-5 0,-2-4 533,-4 0 0,-4-13 0,-7 4 0</inkml:trace>
  <inkml:trace contextRef="#ctx0" brushRef="#br0" timeOffset="750">1205 497 8602,'0'-12'1244,"2"3"-761,4 1 1,4 2 0,7 6-226,1 0 0,-1-6 1,1 0-1,-1 2-259,1 2 1,1-5 0,2-3 0,3-2-148,-3 1 1,-1-1 0,-5-5 0,-1 1-221,-3 4 0,-7-3 0,2 3 219,-4-3 1,-4 3 0,-4 2-1,-7 3 238,-9 3 0,1 4 1,-6 6-1,0 5 11,-1 5 0,7 7 0,-2 2 0,5 1 45,7-1 1,-3 4 0,8-4-1,2 0-27,2 1 1,4-1 0,4-4 0,8 2-206,7-1 1,6-9-1,8-3 1,0-2-373,0-4 1,0-2-1,0-2 1,0 0-2162,0 0 2620,-8-8 0,6-10 0,-6-9 0</inkml:trace>
  <inkml:trace contextRef="#ctx0" brushRef="#br0" timeOffset="1099">2114 444 8312,'0'-17'905,"0"0"1,0 5 762,0 0-1500,0 1 1,-2 1 0,-4 4-1,-6 4-148,-3 2 1,-3 0 0,-1 0-1,-3 0-198,-1 0 1,-6 2-1,6 4 1,1 6-21,3 3 1,2 3 0,-1-1 0,3 0 164,3 1 0,4-1 1,8 1-1,0-1-61,0 1 0,8-1 0,4-1 0,5-3 15,6-1 0,3-8 1,5 2-1,-2-4-615,2-2 0,2-10 1,0-6-1,-4-5 694,-6 0 0,4-6 0,-7-1 0,5-7 0</inkml:trace>
  <inkml:trace contextRef="#ctx0" brushRef="#br0" timeOffset="1298">2271 60 8143,'0'-17'1309,"0"-1"0,0 7-990,0-1 0,0 10 0,0 4 35,0 14 0,0 9 1,-2 10-1,-2 4-129,-2 7 1,0 1 0,6 13 0,0-2-469,0 0 0,0 0 0,0-7 0,2-4-1045,4-7 1,4-5 1287,7-6 0,1-11 0,-1-10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0:49.60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18 577 10254,'-9'2'648,"3"4"1,4 4-1,2 7 1,0 1-578,0-1 1,0 0 0,0 1 0,0 1-226,0 5 1,0-3-1,0 6 1,0-2-625,0-3 0,6-3 0,1-1-1029,3-1 0,-4-7 1807,6-4 0,-9-5 0,5-1 0</inkml:trace>
  <inkml:trace contextRef="#ctx0" brushRef="#br0" timeOffset="183">18 350 8110,'0'-17'724,"0"5"0,0 0 1152,0-1-1881,0 5-1072,0 0 1,2 10 1076,4 4 0,-4 4 0,6 7 0</inkml:trace>
  <inkml:trace contextRef="#ctx0" brushRef="#br0" timeOffset="616">263 577 8110,'6'-12'176,"-1"1"1,7 5 527,-6-6 0,2 8-302,-2-1 1,-5 5-1,5 7-48,-4 11 0,-2 1 0,0 10 0,0 2-111,0 2 1,2 0 0,2-2 0,2-3-149,-2-3 1,5 4 0,3-8-136,4-5 1,1-6 0,1-12 0,1-4-132,4-6 0,2-13 0,7-8 1,-5-6-41,-2 0 1,-2 2-1,-5 4 1,-1 4 87,1 6 1,-9 4 0,-3 1 0,-2 3-160,2 3 0,-4 6 1,4 12 229,-4 6 1,-2 5-1,0 6 1,0 5 274,0-1 1,0 6 0,0-4 0,0 2-119,0-2 0,5 2 0,3-8 0,2-1-230,3-3 1,-3-9 0,2-4-1,1-4-309,3-2 1,7 0-1,0 0 1,-3-2-265,-7-4 1,3-2-1,-6-6 1,1 5 697,1 1 0,-8-6 0,4 5 0,-8-9 0</inkml:trace>
  <inkml:trace contextRef="#ctx0" brushRef="#br0" timeOffset="869">1066 542 8110,'2'-10'1894,"2"3"-431,2-1-1029,0 6 0,-6 2 0,0 12-167,0 3 0,0 8 0,0 3 0,0-1-209,0 0 0,0 4 1,0-5-1,0-3-668,0-2 1,0-1-1,0-1-743,0 1 1,2-9 171,3-3 0,-3-6 1181,4-6 0,4-11 0,0-10 0</inkml:trace>
  <inkml:trace contextRef="#ctx0" brushRef="#br0" timeOffset="1033">1154 141 8110,'0'-12'1212,"0"0"1775,0-1-2889,0 5 1,0-2-1405,0 4 1,0 6 1305,0 0 0,7 8 0,3 10 0</inkml:trace>
  <inkml:trace contextRef="#ctx0" brushRef="#br0" timeOffset="1336">1590 1 8835,'-12'0'601,"1"0"0,7 8 0,-2 5 1,4 8-242,2 9 0,-6 10 0,1 9 0,1 7-182,2 8 0,2 4 0,0 2 0,0 0-171,0 0 1,6-6-1,1-4 1,1-6-205,0-9 1,0-14-1,-3-8-934,7-3 1,-4-13 401,-2-7 0,-2-7 0,-1-11 1,3 1-83,-2-1 0,-4-1 811,-6-5 0,-3-3 0,-9-8 0</inkml:trace>
  <inkml:trace contextRef="#ctx0" brushRef="#br0" timeOffset="1500">1293 542 12420,'20'0'0,"3"0"92,6 0 1,4 0 0,4 0 0,4 0-227,5 0 0,7-6 1,3-1-1,2-1-520,-2 0 0,-7-5 654,-3 1 0,-7-4 0,4-1 0</inkml:trace>
  <inkml:trace contextRef="#ctx0" brushRef="#br0" timeOffset="1768">2027 542 8110,'0'-11'0,"2"1"0,2 0 423,1 0 1,1 5 0,-4-5 396,4 2 1,-4 4-1,4 12-539,-4 10 0,-2 1 1,0 10-1,0 2-198,0 2 0,0 2 0,0 0 1,0-2-339,0-4 1,0 2 0,0-8 0,0-1-668,0-3 1,0-7 0,2-3 203,3-1 0,3-12 0,6-13 0,-3-10 718,3-6 0,-6-10 0,0-2 0</inkml:trace>
  <inkml:trace contextRef="#ctx0" brushRef="#br0" timeOffset="1900">2097 245 9930,'17'18'0</inkml:trace>
  <inkml:trace contextRef="#ctx0" brushRef="#br0" timeOffset="2352">2551 612 8175,'11'0'828,"1"0"1,-6 0-1,3-2-630,-1-4 0,-2 2 1,-4-5-1,2-1-156,2 0 1,0-1 0,-6-7 52,0 1 1,-2 5 0,-4 2 0,-6 1 38,-3-1 0,-5 6 0,-1-2 0,-4 4-102,-3 2 0,5 8 0,-4 4 1,0 3 1,0 3 1,5 7-1,1 2 1,5 2 118,5 0 1,7 0 0,-2 4 0,4-3-155,2-7 0,8-4 0,5-3 0,7-5-31,3-5 0,6-4 1,-3-4-1,-1-4-168,0-5 1,4-5 0,-6-3 0,-1-3-76,-3-1 0,-1-2 0,-3 4 0,-3-3 64,-6 3 0,-3 2 1,1 1 80,2 1 0,-2 7 0,-10 4 76,-5 4 0,1 10 0,0 4 0,0 3 63,1 3 0,5 5 0,-2 2 1,4 0-147,2 1 1,0-3-1,2-6 1,4 1-97,6-1 1,3-1 0,4-5-1,3-5-158,1-4 0,8-2 0,-2-2 0,2-4-216,-2-5 0,2-13 607,-7-5 0,7-4 0,-4-2 0</inkml:trace>
  <inkml:trace contextRef="#ctx0" brushRef="#br0" timeOffset="2635">3162 106 8148,'-2'-16'431,"-4"4"334,4-3 0,-8 13-404,5-4 0,1 18 0,-6 7 0,2 6-133,4 6 1,1 10 0,-1 6 0,-4 5-27,-2 6 0,6-1 1,-1 5-1,3-2-83,2-4 0,0-1 1,0-5-1,0-3-129,0-7 0,0-11 0,2-7-500,3-9 1,-1-5-1,8-10 1,0-4-354,-3-5 0,5-5 0,-6-1 0,-1-1 863,1 1 0,6-1 0,-5 1 0</inkml:trace>
  <inkml:trace contextRef="#ctx0" brushRef="#br0" timeOffset="2867">3389 560 8110,'10'-18'280,"-3"1"860,-7-1 1,0 7-713,0-1 1,0 10 0,-2 0 0,-1 8-168,-3 4 1,0 7 0,6 8 0,0 1-130,0-1 0,0 6 0,0-4 0,0 2-328,0 0 0,0-7 1,0 1-1,0-2-601,0 2 0,6-9 1,2 2-1,-1-5-540,1-1 0,0-6 1337,-2 2 0,3-20 0,9-5 0</inkml:trace>
  <inkml:trace contextRef="#ctx0" brushRef="#br0" timeOffset="3033">3459 210 8110,'0'-11'1271,"0"-1"0,0 6-1909,0-5 638,0 7 0,8 4 0,1 9 0</inkml:trace>
  <inkml:trace contextRef="#ctx0" brushRef="#br0" timeOffset="3435">3773 402 9503,'0'-9'1478,"2"-5"1,4 8-1415,6 2 1,-3 3 0,3 1 0,3 0-95,7 0 0,-1 0 0,6 0 0,-1 0-96,-5 0 0,-2 1 0,-1 3 1,-1 4 47,1 2 1,-9 1-1,-3 9 307,-4 3 0,-8-1 0,-1 7 0,-5 0-22,-8-2 1,3 12 0,-4-4 0,5 2-37,5-1 1,7-8 0,-2-3-206,4 0 1,4-6 0,4 3 0,5-9-298,5-7 0,11-4 1,6-4-1,8-4-229,3-5 0,-3-5 1,4-1-1,-3-1-17,-3 1 0,-2-1 0,-4 1 0,-6-1-754,-9 1 1331,-9-1 0,-9 1 0,0 0 0</inkml:trace>
  <inkml:trace contextRef="#ctx0" brushRef="#br0" timeOffset="3684">3773 664 7975,'-11'-1'-375,"1"-5"637,2-6 0,-4 2 400,7-1 0,1 1 0,10-4-350,5 3 0,-1 7 0,2-2 0,1 2-53,3-2 1,1 4 0,2-3 0,3 3-294,1 2 1,0 0 0,-3 0-1,1 0-527,2 0 1,3-6 0,-5 0 0,2 2-1008,-1 2 1,-3 2 1567,-1 0 0,7-8 0,2-1 0</inkml:trace>
  <inkml:trace contextRef="#ctx0" brushRef="#br0" timeOffset="4185">4611 560 8202,'0'11'1869,"0"1"-1540,0-8 0,6-4-331,0-12 1,2 2 0,-4-1-167,2-3 1,-1 5 163,-5-3 0,-7 2 0,-5-1 126,-4 5 0,-7 4 1,-2 2-1,0 2 4,-1 4 1,-3 3 0,6 9 0,0-1-88,-2 1 1,7 5 0,-1 2-1,7 0 4,4 1 1,2-1-1,6-4 1,2 2-34,4-1 0,6-9 0,9-3 0,3-2-170,-3-4 0,6-2 1,0-2-1,2-2-26,0-4 0,-5-4 1,3-7-1,0-1 45,0 1 1,-7-3 0,-1-1 0,-7-2 92,-5 1 0,5 3 425,-6 2-370,0-1 1,-12 10 0,0 8-1,0 10 92,-2 6 1,7 1 0,-5 1 0,4-1 15,2 0 1,0 1 0,0-1-1,0 3-73,0 3 1,9-9 0,7 3 0,5-3-442,1-5 1,5 5 0,0-8 0,2-2-243,0-2 1,0-10 0,4-4 0,-4-3 640,-5-3 0,3-7 0,0-2 0</inkml:trace>
  <inkml:trace contextRef="#ctx0" brushRef="#br0" timeOffset="4468">5293 88 7975,'0'-17'495,"0"-1"1018,0 1-995,-8-1 0,4 9-244,-8 3 1,3 17 0,-3 9 0,4 5-1,0 6 0,1 4 0,-7 8 0,2 7-10,-1 6 1,3 5 0,0-5 0,3 2-103,3-2 1,2 4-1,2-1 1,0-5-195,0-5 0,2-9 0,2-11 1,3-7-772,3-9 1,2-5-77,5-8 0,-1-2 0,-5-4 0,-5-5-217,-4-5 1,-2-3 1095,0-5 0,-8-3 0,-1-8 0</inkml:trace>
  <inkml:trace contextRef="#ctx0" brushRef="#br0" timeOffset="4633">4908 490 11554,'18'0'286,"-1"0"0,1 0 0,1 0 0,4-2-482,7-4 0,4 4 0,5-6 0,4 3-521,2-1 1,-5 0 0,5 6 0,-2 0 716,-5 0 0,-1-8 0,-2-2 0</inkml:trace>
  <inkml:trace contextRef="#ctx0" brushRef="#br0" timeOffset="4866">5642 472 10543,'0'18'460,"0"-1"0,-6 3 1,0 3-1,2 6-603,2 4 1,2 2 0,0-2 0,0-2-833,0-2 0,0-8-294,0 3 1,2-13 584,4-5 1,-4-17 683,4-7 0,-4-11 0,-2 2 0</inkml:trace>
  <inkml:trace contextRef="#ctx0" brushRef="#br0" timeOffset="5033">5799 193 8004,'0'-18'1065,"0"7"0,-2 1-876,-4 2 1,4 1 0,-5 3-474,-1-2 284,6 0 0,-6 6 0</inkml:trace>
  <inkml:trace contextRef="#ctx0" brushRef="#br0" timeOffset="5466">6236 525 8080,'7'-18'167,"-5"7"0,4-1-145,-4-2 0,-4 5 1,-4-3 287,-5-2 0,-5 7 0,-1 1 0,-3 4 109,-3 2 1,2 2 0,-7 4 0,3 5-131,4 5 1,1 3 0,1 5 0,0 3 47,1 0 0,-3 6 1,11-4-1,0 2-46,5-2 0,3 2 1,2-8-1,2-1-365,3-3 0,11-1 0,9-3 1,2-3-397,4-6 0,8-4 0,2-4 0,-2-4-176,-2-6 1,-2-9 0,0-4 0,-2-3 223,-4-3 0,-6-2 1,-11-1-1,-7-1 290,-3 0 1,-4 6-1,-3 1 1,-7 3 178,-4 4 1,-9 3 0,-4 7 0,-4 5 137,-2 4 1,6 4-1,0 4 1,0 5-103,2 5 1,1 3-1,9 3 1,1 1-444,5-2 0,3 4 0,8-1 0,2-3-174,4-1 1,3-5-1,11-3 534,3-6 0,12-5 0,10-1 0</inkml:trace>
  <inkml:trace contextRef="#ctx0" brushRef="#br0" timeOffset="5833">6498 507 8004,'11'0'0,"1"0"523,1 0 0,-3 0 1679,2 0-1717,-8 0 0,3 8 0,-7 4-209,0 3 0,-5-1 0,-1 1 0,0 5-75,-2-1 1,6 6-1,-4 1 1,4-1-94,2 0 0,0-2 0,0-5 0,0-1-126,0 1 1,8-3-1,4-3 1,5-6-179,7-4 0,3-10 0,8-4 1,0-3-106,0-3 1,-6-7 0,-2-2 0,-2-2 74,-4 0 0,-1 7 1,-5-1-1,-3 4 239,-6 1 0,-4 6 14,-2 1 0,-2 7 1,-2 0-1,-4 8-23,-2 8 1,7 3 0,-3 3 0,6-1-267,6 1 1,5-1 0,13 0-1,5 1-639,4-1 0,4-1 901,3-4 0,5 3 0,7-5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1:07.26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0 593 8174,'0'-18'694,"0"1"0,0 5 102,0 0 1,0 7-429,0-7 1,0 10-1,0 2-102,0 10 0,0 5 0,0 5 0,0 3 130,0 6 0,0 6 0,2 6 0,4 7-38,6 8 1,3 1 0,3 5 0,-1 0-215,1 0 0,-1-6 0,-1 2 0,-3-5-150,-1-7 1,-2-11 0,1-11 0,-3-7-612,0-5 1,-6-8 350,4-16 1,-4-2 0,-2-13 0,-2 0-206,-4 0 0,2-2 1,-6-6-1,0-2 185,1-4 0,5 4 0,-4-3 1,2 3 137,1 2 0,-1 4 1,6-2-1,0-4-120,0 0 1,6-6 0,1 3 0,5 1-22,7 2 1,-1 4 0,7 2-1,-2 6 258,1 5 0,5 1 0,-6 13 0,-2 2 200,-1 2 0,-3 4 0,1 4 0,-1 8-6,1 7 0,-9-2 0,-3 5 0,-4-5-67,-2-2 0,0 3 0,-2 1 0,-4 3-68,-5-3 0,-5-4 1,-3-3-1,-3-2-404,-1 1 0,-2-3 0,4 0 0,-3-3-1427,3-3 1803,-6 6 0,0-8 0,-8 6 0</inkml:trace>
  <inkml:trace contextRef="#ctx0" brushRef="#br0" timeOffset="803">874 540 8158,'17'0'-401,"1"0"0,-7 0 891,1 0 0,-6 0-64,5 0 1,-7-2 0,4-2 0,-2-3 357,0-3 1,-1-2-313,-5-5 0,0-1 1,0 1-423,0-1 1,-7 9 0,-5 1 0,-3 2-130,-3 0 0,-1 0 1,-3 8-1,-3 2-31,-2 2 0,6 8 0,-3-3 0,5 7-67,1 5 1,1-4 0,1 5 0,3-5 85,1-1 1,8 5 0,-2 0 0,5-1 101,1-3 1,1-7 0,5-3 0,6 1 15,3 0 1,3-6-1,-1 1 1,1-3 32,-1-2 0,1-5 0,-1-3 0,1-2-60,-1-4 1,-1-1 0,-3-3 0,-1 1-87,2 0 0,-7 5 0,1 2-56,0 2 16,-6-5 1,6 21 0,-8 1 170,0 11 1,0 3 0,1-6 0,5 3-126,6 3 0,-2-3 0,1 1 0,3-6-225,1-3 1,5-8 0,1 2 0,4-4-127,3-2 1,-1-2 0,2-4 0,-4-6-131,0-3 0,-5-5 0,3-1 561,-4-2 0,-1-8 0,-1 4 0</inkml:trace>
  <inkml:trace contextRef="#ctx0" brushRef="#br0" timeOffset="1153">1398 400 8158,'9'-17'2367,"-3"0"-1889,4 7 0,-8 4 1,4 12-203,-4 5 1,-2 7 0,0 3-1,0 4-38,0 3 0,0 1 0,0 6 0,0-2 19,0-4 0,0-2 1,0-6-81,0 3 0,0-1-171,0-6 0,0-9 0,0-8 0,1-10-129,5-5 0,-2-5 0,6-3 0,0-4-138,-1 0 1,-3-4-1,4 6 1,-1-1-74,1 1 1,2 0 0,5 4-1,1-3 121,-1 3 1,3 2-1,1 3 1,4 4 2,2 7 1,2 3 0,8 2 0,2 0-114,2 0 0,0 0 1,-6 0-1,0 0-1596,-1 0 1919,-6 0 0,12 7 0,-3 3 0</inkml:trace>
  <inkml:trace contextRef="#ctx0" brushRef="#br0" timeOffset="1350">2253 540 7438,'-11'-6'-1355,"-1"1"1355,8-1 0,-11-10 0,5-3 0</inkml:trace>
  <inkml:trace contextRef="#ctx0" brushRef="#br0" timeOffset="1783">2236 453 9579,'0'-10'2698,"0"-5"0,0 11-2689,0-8 1,-2 8 0,-2-4-208,-2 1 1,-7 5 0,1-4 0,-5 4-82,-7 2 1,3 2-1,-6 4 1,0 5 216,-1 5 0,5 1 0,-4 3 0,4 1 183,7 2 0,1 7 0,9-5 0,2 0 5,2 0 1,2-2 0,2-5 0,4-3-123,5-3 1,5 2-1,1-8 1,3-3-62,3-1 0,-4-4 0,5-3 1,-5-7-147,-1-4 1,-1-1 0,1-2 0,-1-3 82,0-1 1,-5 0 0,-2 3 0,0-1 96,-1-2 0,-3 5 1,4 6 126,-2-1 0,-3 3-55,-5-1 0,0 9 1,-2 2-1,-1 9 52,-3 7 0,0 3 0,6 3 0,0 1-45,0-2 1,0 4 0,2-1 0,4-3-200,5-2 1,1-1-1,3-3 1,5-3-533,-1-6 1,1 2 0,-1-2 0,2-3-197,3-1 0,-1-4 0,-6-1 0,1-5 871,-1-2 0,-1-2 0,-4-5 0,3-1 0,-5 1 0</inkml:trace>
  <inkml:trace contextRef="#ctx0" brushRef="#br0" timeOffset="2350">2655 383 8191,'0'-10'1412,"0"3"0,0 20 1,0 7-1195,0 5 1,-2 2-1,-2 4 1,-2-2-143,2 2 1,3-4 0,1 0 0,0-1-141,0-5 1,0-2-1,1-1-101,5-1 1,4-7 0,7-4-1,1-6 31,-1-6 1,1-6 0,-1-9 0,1-2-10,-1 1 0,-5-3 0,0 0 0,1 0-220,3 0 0,-5-5 0,1 7 0,0 2 52,-3 1 0,5 9 262,-8-1 0,1 8 0,-3 0 199,2 8 0,0 6 0,-6 9 0,0 5 306,0 5 1,0-2 0,0 2 0,0 0-124,0-2 1,0 6-1,0-6 1,0 1-195,0-5 1,0-4 0,0-1 0,2-3-334,4-3 1,-2-4 0,7-10 0,3-4-202,1-6 0,5-5 0,1-6 0,4-7 281,2-3 0,-3 4 1,3 0-1,-2-2 21,-3-2 1,-1 6-1,-2 4 1,1 3 144,-5 3 1,-3 5 92,-1 1 1,-3 9 0,-8 2 53,0 9 1,-6 7 0,-1 3 0,-1 3 45,0 1 1,0 6-1,4-6 1,-1 1-149,1 1 1,2-6-1,2 4 1,2-3-480,4-3 1,-3-1 0,7-3 0,0-3-436,0-2 1,1-2 0,7-6 0,-1 0-290,1 0 1,5-10 1105,0-7 0,0-1 0,-5-7 0</inkml:trace>
  <inkml:trace contextRef="#ctx0" brushRef="#br0" timeOffset="2719">3476 627 9353,'0'-11'953,"0"-1"0,8 6 0,3-3-936,5 1 0,1 0 0,3 4 0,1-4-217,2-1 1,1-1-1,-5-3 1,2 1 26,3-2 1,-7-1 0,-5-3-1,-1 1-230,-1-1 0,-2 1 385,-8-1 0,-8 9 1,-6 3-1,-5 4 194,-4 2 1,-6 10 0,3 5 0,1 7-18,0-1 1,2 4 0,7 0 0,3 1-1,1-1 0,8 4 0,-2-4 0,4 0-176,2 1 1,8-3 0,6-6 0,5 1-318,4-1 1,8-7-1,-2-4 1,4-4-226,2-2 1,0-2 0,0-4 0,0-8 116,0-7 1,-8 2 0,-3-5 0,-5 3 441,-2-2 0,1 3 0,-1-5 0</inkml:trace>
  <inkml:trace contextRef="#ctx0" brushRef="#br0" timeOffset="2984">4227 16 8191,'0'-9'1015,"-2"3"0,-2 12-601,-2 5 0,-2 11 1,4 5-1,-1 4-90,1 6 0,-4 11 1,2 5-1,2 9-59,2 6 0,-3-1 1,-1-1-1,2-3-129,2-3 1,2-6 0,2-11-912,4-8 1,-2-20-4,7-3 1,-7-12-1,2-10 1,-4-7-195,-2-3 0,0-7 1,0 0 971,0 0 0,-16-14 0,-3 4 0</inkml:trace>
  <inkml:trace contextRef="#ctx0" brushRef="#br0" timeOffset="3150">3877 400 6302,'8'10'1834,"-4"0"1,8-6-1124,1 2 1,5-1-1,3-3 1,4 2-436,3 2 0,1 0 0,6-6 1,1 0-713,5 0 0,2-6 0,5-2 1,-3-1-872,-2-5 1,-3-2 1306,-5-1 0,8-8 0,2-2 0</inkml:trace>
  <inkml:trace contextRef="#ctx0" brushRef="#br0" timeOffset="3535">4454 558 10722,'11'-2'578,"1"-4"1,0 4 0,5-4-1,1 2-679,-1-2 1,8 3 0,3-7 0,1 0-224,0 0 1,-8-1-1,4-5 1,-1 3-89,-1 1 0,-2 0 0,-7-5 194,-3-1 0,-7 7 0,0 1 0,-8 0 159,-7 1 1,-5 5 0,-3-2 0,-5 4 47,-5 2 1,2 2 0,0 4 0,2 5 262,3 5 0,3 1 1,2 3-1,1 1 90,4 2 0,5 7 1,7-5-1,0 0-63,0 0 1,2 4 0,3-5-1,9-3-311,7-2 1,1-3 0,7-4 0,2-7-407,2-3 1,2-2 0,0-2 0,0-3-454,0-7 1,-6-4 0,-2-1 0,-2-2 890,-4-5 0,7-3 0,-1-8 0</inkml:trace>
  <inkml:trace contextRef="#ctx0" brushRef="#br0" timeOffset="3869">5083 331 8062,'0'-18'1315,"0"6"-733,0 1 1,0 9 0,0 2-204,0 10 0,0 7 1,0 6-1,0 6-179,0 4 1,0 2 0,0 0 0,0 0-70,0 0 1,0-6 0,0-2-1,0-1 364,0-5-404,0-2 1,1-9 0,3-6 0,4-10-231,2-11 0,-6-1 0,2-7 0,-3 0-176,3-4 0,-4 2 0,4-1 0,-4 3-105,-2 4 1,6 1 0,0 3 0,-3-1-233,-1 1 1,4 0 0,2-1 244,2 1 0,1-1 0,7 3 0,1 3 131,4 6 0,-3 4 1,3 2-1,-3 0 276,-3 0 0,0 0 0,-1 2 0,-4 4 0,3-4 0,-5 6 0</inkml:trace>
  <inkml:trace contextRef="#ctx0" brushRef="#br0" timeOffset="4202">5676 331 8062,'0'-18'888,"0"1"0,0-1-31,0 1 1,0 5-530,0 0 1,-7 3 0,-5-3-316,-4 6 1,-1 4 0,-1 2 29,1 0 0,0 8 0,1 4 0,4 3-37,7 3 0,3-1 0,2 1 0,0-1 43,0 1 0,2-1 0,3 1 0,7-1-95,4 0 1,1 1 0,2-1 0,3 1 0,1-1 0,0 1 0,-5-3 0,-3-1 106,-3-2 1,2-1 0,-9 7 0,-1-1 15,-2 1 0,-6-1 0,-5 0 0,-11 1-362,-5-1 0,-4 1 0,-6-3 0,0-3-664,0-6 1,6-4 948,0-2 0,0-16 0,-6-3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1:06.26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260 105 8220,'18'0'748,"-1"0"264,1 0 1,-9-2-138,-3-4 1,-4-4-542,-2-7 0,-2 0 0,-4 1 0,-5 4-164,-5 7 0,-1-3 0,-1 2 1,-1 2-202,-5 2 1,3 2 0,-6 0 0,0 2-204,0 4 1,5 4 0,-1 7 0,4 1 25,1-1 1,6 6 0,3 3-1,1 1 154,4 4 1,4-6-1,6 0 1,6-2 49,3 1 0,8-1 0,3-7 0,1-5-80,4-5 1,-4-4-1,0-2 1,0-2-46,0-4 1,-7-3-1,-1-11 1,-7-3-37,-4-6 0,3-2 0,-5 0 0,-2 3-85,-2 3 0,-10-4 0,-1 6 0,-3 1-70,0 3 1,-5 4-1,-7 3 1,1 6-66,-2 4 0,6 10 1,-5 4-1,7 5 70,5 6 0,-1-1 0,7 7 0,2 2 315,2 2 0,2 2 0,2-2 0,4-4 0,5-6 0,-3-3 0,15-3 0,-3 0 0</inkml:trace>
  <inkml:trace contextRef="#ctx0" brushRef="#br0" timeOffset="385">557 87 8220,'17'0'1909,"-7"2"0,-4 4-1692,-4 6 1,-2 3 0,-2 3-91,-4-1 1,4 7-1,-4-1 1,4-2-221,2-1 0,0-3-166,0 1 0,8-3 0,4-3-1,3-6 0,9-12 0,-1-6 0,0-3 40,2-3 0,-3-5 0,5 0 1,-2 1 9,-3 3 1,1 1 0,-4 1-1,-3-1 163,-1 1 1,1 7 147,1 4 1,-7 6-1,-4 8 212,-4 10 0,0 1 0,2 8 1,1 0-134,-1 1 1,-2-7 0,0 2 0,2-3-333,2-3 0,0-5 1,-4-1-1132,3 3 1,5-6-1010,8-3 2292,-1-3 0,1-17 0,-1-4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1:01.734"/>
    </inkml:context>
    <inkml:brush xml:id="br0">
      <inkml:brushProperty name="width" value="0.22857" units="cm"/>
      <inkml:brushProperty name="height" value="0.22857" units="cm"/>
    </inkml:brush>
    <inkml:brush xml:id="br1">
      <inkml:brushProperty name="width" value="0.17143" units="cm"/>
      <inkml:brushProperty name="height" value="0.17143" units="cm"/>
    </inkml:brush>
  </inkml:definitions>
  <inkml:trace contextRef="#ctx0" brushRef="#br0">18 375 9088,'0'12'-333,"0"-1"402,0-7 425,0 4 1236,0-8-1927,0-16 0,-2 12-191,-4-7 0,4 9 266,-4 8 1,4-2 104,2 7 1,0 1 324,0 5 0,2-7 4,4-4 1,-2-4-365,8-2 0,-6-2 11,5-4 1,-7-4-198,2-7 0,-6 7-331,-6 4 0,-2 6 0,-3 6 561,5 6 1,-4 3 0,0 3-1</inkml:trace>
  <inkml:trace contextRef="#ctx0" brushRef="#br1" timeOffset="917">786 183 7235,'0'-18'112,"0"1"708,0-1 1,0 7 96,0-1-495,0 8 1,0-2 0,0 12-3,0 6 0,-2 5 0,-2 5 0,-1 3-136,1 2 0,2 8 1,2 6-1,0 0-286,0 1 1,0-5 0,0 4 0,2-2-262,4 1 1,-4-9 0,5 2 0,-1-5-498,0-7 0,6-7 1,-5-5-800,3-1 1559,-6-2 0,11-22 0,-5-3 0</inkml:trace>
  <inkml:trace contextRef="#ctx0" brushRef="#br1" timeOffset="1233">542 148 8287,'0'-12'467,"2"3"-19,4 1 0,-3-4 1,9 6-1,2 2-214,1 3 0,10 1 1,5 0-1,4 0-246,7 0 0,4 0 1,7 0-1,1 0-20,-1 0 1,-2 0 0,-3 1 0,-6 5-226,-4 6 0,-10 3 0,-6 3 1,-7 1 96,-8 5 1,-4 3 0,-6 10 0,-6 1 270,-8 3 1,-5 6 0,0-5 0,-6 3-92,-4 4 0,4-1 0,0-1 0,-2-7-51,-2-3 1,-2-2-1,0-2 1,2-6-522,4-9 1,3-3-18,9-9 1,7-8 568,4-9 0,20-13 0,5-3 0</inkml:trace>
  <inkml:trace contextRef="#ctx0" brushRef="#br1" timeOffset="1633">1398 585 8098,'9'-8'0,"-1"4"1297,-8-8-503,0 1 0,2 1-575,4 4 0,3 4 0,9 2 1,-1 0-97,1 0 1,-1 0 0,1 0 0,-1-2-177,1-4 0,-1-3 1,1-9-1,-1 1-111,1-1 1,-3 1 0,-3-1 0,-6 1-130,-4-1 0,-2 1 1,0-1 169,0 1 1,-14 7 0,-4 4-1,-3 5 21,-4 1 0,4 7 0,-9 5 0,1 5 168,2 7 0,2 3 1,9 8-1,3 0 117,1 0 1,8 0 0,-2 0 0,6-3-70,6-2 1,6 1 0,11-10-1,8-5-337,8-9 0,0-5 1,7-2-1,1-2-429,-2-4 1,3-3 0,-7-11 651,-2-3 0,-2 4 0,-2-7 0</inkml:trace>
  <inkml:trace contextRef="#ctx0" brushRef="#br1" timeOffset="2133">2026 357 8464,'-9'12'784,"3"0"0,4 3-320,2 7 1,0 9 0,0 15-1,0 14-231,0 12 0,2 10 0,2 9 0,3 2-169,3-2 1,-4-9-1,4-10 1,-1-12 123,1-14-227,-6-15 0,4-15 1,-8-16-1,0-12-186,0-9 0,0 0 0,0-9 0,0-1-242,0-2 1,0-2-1,0 1 1,-2-1 49,-4 0 0,2 0 0,-6 0 1,3 0 157,3 0 0,-4 0 1,2 0-1,2-2 388,2-4 1,2 5 0,0-5 0,2 6 146,4 6 1,4-4 0,9 6 0,2-1-66,3 5 1,5 12 0,-4 5 0,2 4-99,4 2 1,2 2 0,2 4 0,-2 7-115,-4 8 1,-3-1 0,-9 3-1,-1-3-105,-5-3 0,-3 1 0,-10-1 0,-4 0 52,-5 1 1,-7-1-1,-5-1 1,-4-3-179,-1-1 0,-5-6 0,6 4 0,-2-1-295,0 1 1,8-6 0,-3 2-1,3-4 527,-2-2 0,3 0 0,-5 0 0</inkml:trace>
  <inkml:trace contextRef="#ctx0" brushRef="#br1" timeOffset="2533">2550 585 8046,'0'-10'717,"8"2"0,4 8-376,3 0 1,5 0 0,1 0 0,4 0-256,2 0 0,0 0 0,4-2 0,-1-2-28,1-2 1,-6-13 0,0 2 0,-4-3-188,-3 1 1,3-1-1,-11-1 1,0-2-54,-5 1 0,-5 9 0,-5 3 0,-9 2 128,-7 4 1,-1 2 0,-7 2 0,-2 2 47,-2 4 1,0 10 0,2 9 0,4 0 25,2 0 0,3 6 1,9-1-1,3 1 51,2-2 0,3 2 0,7-6 0,3 0-6,7 0 0,11-1 0,6-7 0,6-1-182,6-5 1,4-3-1,7-8 1,-1-2-329,-5-4 1,3-3 0,-11-9 0,-3 1-471,-4-1 1,-3-5 914,1 0 0,-4-8 0,-8 4 0</inkml:trace>
  <inkml:trace contextRef="#ctx0" brushRef="#br1" timeOffset="2900">3284 445 8046,'9'-2'2070,"-3"-4"-2061,-4 4 1,0-6 0,2 10 8,2 4 0,0 4 0,-6 7 0,0 1-91,0-1 1,2 6-1,1 1 1,5-1 69,2 2 0,-4-5 1,3 3-1,1-6 70,0-5 1,1 2-1,7-9 1,-1-1-179,1-2 0,1-2-1,3-2 1,1-3 25,-2-7 1,1-4 0,-3-1-1,0-1-194,-3 1 0,-2 1 0,1 3-582,-3 1 790,3 8 0,-13-1 0,4 10 0,-4 7 92,-2 4 1,0 1-1,0 0 1,0 1 49,0-1 1,8 1-1,3-1 1,7 1-298,5-1 1,-2-7 0,9-4 0,1-4 226,2-2 0,9-16 0,3-3 0</inkml:trace>
  <inkml:trace contextRef="#ctx0" brushRef="#br1" timeOffset="3436">4419 567 7920,'0'-17'253,"0"-1"1,0 6 0,0 1 523,0-3 1,0-1-690,0-3 1,-8 3 0,-4 3 0,-3 6-185,-3 4 0,1 2 0,-2 0 0,-3 0 32,-1 0 0,-6 8 0,6 6 0,1 5 24,3 4 0,1 6 1,1-3-1,1-1 98,5 0 0,3 6 1,8-4-1,0 2 6,0 1 1,2-9 0,4 2 0,5-3-149,5-3 1,3-7-1,3-4 1,3-4-259,2-2 0,2-8 0,6-6 1,-2-7 100,-4-8 0,4-4 0,-6-2 0,2 0 142,1 0 1,-9-6 0,2 0 0,-3 1 97,-3-3 1,-1 6-1,-3-4 1,-3 5 49,-2 1 1,-3 0 0,-5 2 0,0 2 111,0 2 1,0 1 0,2-3 0,2 4 255,2 2 1,0 2-40,-6 5 0,0 10-156,0 8 0,-2 10 1,-2 11-1,-4 5 73,-1 1 0,5 8 0,-2 7 1,4 1-125,2 0 1,0 5-1,0-1 1,0 3-193,0 3 0,0-1 0,2-1 1,4-5-276,5-5 1,5-6-1,3-6 1,3-8-391,1-7 1,0-6 0,-5-10 0,-1-4-1593,1-6 2278,-1-11 0,1-4 0,-1-8 0</inkml:trace>
  <inkml:trace contextRef="#ctx0" brushRef="#br1" timeOffset="3787">5205 375 7920,'6'-18'281,"-1"1"0,1 0 0,-6-1 591,0 1 1,0-1-1,0 1-353,0-1 0,-2 1 1,-4 1-517,-5 5 0,-5 3 0,-1 8 0,-1 2-71,1 4 1,-1 3 0,1 11 0,0 1-185,-1 2 0,6 1 1,3-5-1,1 2 229,4 3 1,2-1 0,2-6 0,2 1 146,4-1 0,4 1 0,7-1 1,1 1 43,-1-1 0,2-5 0,3-1 0,1 1-159,-2-2 1,-1 3 0,-3-5-17,1 2 0,-3 2 1,-3 5-1,-8-2-70,-8-3 1,-6 4 0,-7-7 0,-3 3-361,-3 0 0,-4-8 1,-6 1-1,2-3-644,2-2 0,2 0 1081,-3 0 0,-3-7 0,6-3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1:13.485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35 499 7885,'0'12'-33,"0"0"66,0-9 1,0 3 575,0-12-396,0-3 1,-2-7-141,-4 5 1,4 1 0,-5 6-270,-1-2 22,6 0 0,-6 14 164,8 4 1,0 3-1,2 1 82,4-5 0,-2 3 260,7-8-393,1 0 1,4-8-213,-5-4 0,-3-4 254,-8-7 0,-8 7 0,-1 2 64,-1 0 0,-6 8 107,5 0 1,3 2 0,2 10-137,4 2 0,2-5 0,0 3-58,0 2 0,2-7 1,4-1-125,6-4 0,3-4 1,3-2-1,-3-4-156,-3-1 1,-3-1 0,-5-3 0,2 1-626,-2-2 947,-2-1 0,-10-3 0,-1 1 0</inkml:trace>
  <inkml:trace contextRef="#ctx0" brushRef="#br0" timeOffset="698">821 185 7968,'10'-18'1205,"-4"1"-888,-5-1 1,-1 11 0,0 9-1,2 13 42,4 12 1,-4 12-1,4 6 1,-2 3-136,2 7 1,-2 1 0,5-2-1,1 3-256,0 1 0,-1-6 0,5-7 1,-2-5-620,1-7 1,-5-5 325,-2-11 1,2-15 0,-3-8 0,-1-9-147,-2-9 1,-10-3 0,-3-8 0,-5 0 17,-1 0 1,-3 6-1,-1 0 1,-4-4 452,-2-6 0,-2 10 0,-6-19 0,0 11 0</inkml:trace>
  <inkml:trace contextRef="#ctx0" brushRef="#br0" timeOffset="965">646 237 7968,'8'-9'335,"-6"-1"0,6 6 135,0-2 0,-5-2 0,9 5-100,2-3 0,7-6 0,6 6 0,4 2-332,6 2 1,12 2 0,3 0 0,8 0-182,2 0 1,4 10-1,-8 8 1,-1 9-128,-3 6 1,-5 2-1,-9 2 1,-12 1 128,-13 3 0,-7 8 0,-10-1 0,-6 6 193,-9 5 0,-9-7 0,-9-5 0,1-1 147,-1-1 0,0 1 1,0-9-1,0-6-107,0-4 1,6-5 0,2-9-1,1-3-343,5-2 0,4-4 0,5-10 0,6-8-293,4-7 0,4-4 0,4-6 1,8 2 543,7-2 0,6-2 0,8-2 0</inkml:trace>
  <inkml:trace contextRef="#ctx0" brushRef="#br0" timeOffset="1348">1607 604 8149,'12'0'815,"-1"-2"-593,3-4 0,1 4 0,5-4 0,1 5-215,2 1 1,6-8 0,-3-2 0,-1-2-37,0 1 0,-2-1 0,-5-5 0,-3-1-168,-3 1 0,-4-1 0,-8 1 139,0-1 1,-8 3-1,-4 3 1,-5 6 161,-6 4 1,1 2 0,-5 4 0,0 6 5,0 7 0,5 7 1,-1-1-1,6 4 42,5 0 1,4 6 0,8-4 0,0 4-79,0 2 1,14-5 0,7-3 0,8-2-417,8-4 0,10-9 0,-1-6 1,5-4-78,1-2 1,-7-2 0,-4-4-1,-6-8 419,-6-7 0,4-6 0,-6-8 0</inkml:trace>
  <inkml:trace contextRef="#ctx0" brushRef="#br0" timeOffset="1831">2271 394 7968,'9'-7'951,"1"5"-748,-4-4 1,-4 6 0,4 6 0,-5 7 13,-1 9 0,0 5 0,0 12 0,0 5 66,0 9 1,0 13 0,2 3 0,2 11-80,2 5 1,0 7 0,-4-7-1,2-11-195,2-12 1,5-16 0,-3-7 0,0-8-15,0-7 0,-3-15-94,-5-9 0,0-7 1,0-11-1,0 1-117,0-1 0,0-7 0,-2-4 0,-1-4-187,-3-2 1,-6 0 0,4-2 0,-1-4 34,-5-5 1,4-5 0,1 1 0,-1 1 317,0 3 0,6-1 0,-2-5 0,5 1 67,1 5 0,7 3 1,5 8-1,5 2 198,7 4 0,3 6 1,8 9-1,0 4 35,0 3 0,5 1 0,3 8 1,0 2-185,-1 2 0,-3 9 1,-10 1-1,-7 5-83,-9 0 0,1 5 0,-8-3 0,-4-2-46,-6-1 0,-8-3 0,-11 0 0,-6 1-96,-4-1 1,-2-1-1,-2-2 1,-2-5-176,-2-1 0,1 4 0,5-7 0,2 1-181,4 2 0,3-6 1,11 2 514,3-8 0,6 0 0,12-6 0,6 3 0,11-7 0,4 4 0</inkml:trace>
  <inkml:trace contextRef="#ctx0" brushRef="#br0" timeOffset="2531">2812 569 7968,'0'-12'924,"0"1"0,2 7-761,4-2 1,3 4 0,11 2 0,1 0-66,2 0 1,8 0 0,-3 0 0,1 0 13,0 0 0,-2 0 0,4 0 0,-4-2-236,-2-4 1,-1 3 0,-7-9 0,1-2 62,-1-1 1,-7-3 0,-4 1-7,-4-1 1,-4 3 0,-4 1-1,-6 5-16,-3 1 0,-9 2 0,-1 8 0,0 4-15,0 5 1,-4 5-1,5 1 1,3 3 137,2 3 0,7-4 0,2 7 1,2-3 183,5 0 1,1 1 0,4-7 0,5 0-27,11 1 0,7-3 0,12-1 1,2-4-171,1-2 0,9-3 0,-2-5 1,3-2-168,2-3 1,1-5 0,-3-8 0,-3-1-98,-6-4 1,-12 3 0,-6-3 0,-4 4 75,-1 1 0,-8 1 0,-5-1 0,-3 1 28,-2-1 1,-2 3-1,-2 1 1,-3 4 88,-3 3 0,4-5 369,-5 6-254,7 0 0,-4 14 1,8 4-1,0 3 282,0 3 1,0 5 0,2 0 0,4 1-68,5 1 0,-1-6 0,4 5 1,3-5-278,4-2 1,5 1 0,-5-3 0,4-3-166,2-6 1,1-4 0,3-2-1,-4-2-50,-2-4 0,-2-2 1,-5-7-1,-3-1-20,-3-3 1,3-2 0,-5 3 0,0 1 203,-4-1 1,-4 1-1,-2-1-114,0 1-79,0 7 0,-6 4 318,0 12 1,0-2 0,6 8 0,2 1 65,4 3 0,4 1 1,7-1-1,2-3-195,5-1 0,1 0 1,6 3-1,0-1-350,6-3 1,-2-7 0,8 4-1,-3-2-851,1 0 1226,0-1 0,-6-12 0,0-3 0</inkml:trace>
  <inkml:trace contextRef="#ctx0" brushRef="#br0" timeOffset="3031">4733 569 8246,'16'-2'611,"-5"-4"1,-1-1 0,-6-7-348,2 2 1,-1 7-329,-5-7 1,-7 0 0,-7-3 134,-7 3 0,-1-2 1,-7 9-1,-2 1 53,-2 2 0,-2 2 0,0 0 0,0 0-76,1 0 1,6 8 0,3 3-1,4 7 140,3 5 0,-1-2 0,13 7 0,2-3-136,2-4 0,10 0 0,6 1 0,7-1-243,8-5 1,6-1-1,4-9 1,3-2-99,3-2 1,-6-10 0,2-4 0,-4-3-23,-3-3 0,-1-7 0,-1-4 1,-5-4 217,-2-2 0,-4 0 0,-7 0 0,-3-2 141,3-3 0,-6-3 0,-2-4 0,-4 5 157,-2-1 0,0 6 0,0-4 0,0 6 101,0 6 1,-6 4-1,0 8 488,2-1-746,-6 9 1,6 10-1,-5 17 1,1 9 167,4 6 1,-4 4-1,3 4 1,1 5 117,2 5 1,4 9 0,3 2 0,7 0-221,4-4 1,3-3 0,4-3 0,6-2-1345,4-3 0,2-6 1230,0-12 0,8-4 0,2-7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1:27.868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245 70 7343,'0'-17'1294,"0"-1"0,0 7 0,-2 1-1253,-3 2 1,1 2 0,-8 6 107,-2 0 1,-1 0 0,-3 0 0,1 0-60,0 0 1,-1 2-1,1 2 1,-1 4-7,1 2 1,-1 7 0,3 6-1,1-1-121,2-3 0,9 0 0,-3 3 0,4 1-76,2-2 0,2-1 1,4-3-1,5 1-107,5-1 0,-5-5 1,1 0-1,2-1 14,1-1 1,3 3-1,-3-5 1,-1 0 176,-3 0 1,-5 3 0,4-3 180,-2 2 0,-3 1 0,-5 7-148,0-1 0,0 1 0,-1-3 0,-3-1-159,-2-2 1,-8-9 0,3 3-216,-5-4 1,-1-4 0,-1-4 0,1-5 369,-1-5 0,1-9 0,-1-2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1:29.9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1 620 12173,'2'19'0,"1"5"385,3 5 1,2 9 0,-4 5 0,4 2-143,1 3 1,-3 9-1,4 1 1,0-4-233,-1-5 1,-5-3 0,2-9 0,-4-6-392,-2-4 1,0-9-42,0-7 0,0-9 0,0-2 137,0-9 0,0-7 0,-2-1 0,-2-3-10,-2-3 1,0 2 0,6-9 0,0-1 198,0-2 0,-5-3 0,-1-3 0,2-2 204,2 2 1,2 0 0,0 1 0,0-5 79,0-2 1,2 1 0,4-3 0,5 6-47,5 4 0,3 3 0,3-1 0,3 2-169,2 3 1,2 7 0,6 12-1,0 5-43,0 4 1,0 4-1,-2 6 1,-4 9-53,-6 10 1,-3 6 0,-5 2 0,-3 0 137,-6 0 0,-4-2 0,-4-2 0,-4-4 47,-6-2 0,-3 4 0,-3-5 0,-1-3-50,-4-2 1,1-3 0,-7-2 0,-2-5-189,-2-1 0,0-2 0,2-6 1,4-2-265,2-4 1,1-2 0,9-5-1,3 1-1437,6-1 1875,4-11 0,10 5 0,2-6 0</inkml:trace>
  <inkml:trace contextRef="#ctx0" brushRef="#br0" timeOffset="500">1066 498 8250,'-2'-16'742,"-4"4"1,2-3-288,-7 3 1,5 4 0,-6 1 0,-1 1-317,-3 0 0,-1 0 0,-3 6 0,-1 2-136,-2 4 1,-7-2-1,5 8 1,0 3-30,0 6 0,-4 1 0,7 5 1,5 0 26,3 0 1,5-3 0,-3 3-1,6-2 113,4-4 1,4-1 0,4-3 0,8-1-19,7-5 1,4-3 0,6-8 0,-2 0-84,2 0 0,0-8 0,0-3 0,-3-5 3,-3-1 0,-2-1 0,-5 1 1,-1-1-13,0 1 1,-5-1-1,-2 1 129,-2-1 0,-3 7 1,-7 1-326,-3 2 1,1 4-1,-8 10 1,0 6 84,3 3 1,-1 9 0,6-1 0,-2 0-25,2 3 1,4-7-1,6 6 1,8-2-230,7 1 1,4-3-1,7-9 0,-3-5-295,2 1 0,2-6 1,2 2-1,0-6-1019,-1-4 1674,-6-15 0,-3 2 0,-8-16 0</inkml:trace>
  <inkml:trace contextRef="#ctx0" brushRef="#br0" timeOffset="850">1503 410 8250,'0'-9'1374,"0"20"1,0 14-991,0 5 1,0 1 0,0 2-1,0-2-335,0-2 1,0-8 0,0 2-1,1-3 150,5-3 0,-4-5 0,6-2-2,0-3 1,-6-3 0,5-10-1,-1-5-238,0-5 1,0-3 0,-4-3 0,2-3-127,2-2 0,-1 4 1,-3-4-1,2 1-91,2 5 0,6-4 0,-5 2-226,3 1 1,-4 5 0,6 5 50,1 6 0,3 4 1,1 2-1,1 2-139,-1 4 1,1-2-1,1 8 1,2 1 571,3 3 0,7 1 0,-4 1 0,8-1 0</inkml:trace>
  <inkml:trace contextRef="#ctx0" brushRef="#br0" timeOffset="1316">2236 550 8250,'12'-6'47,"-1"0"0,-5-5 1,4 3 444,-2-2 1,3-1-1,-5-7-121,-2 1 0,-2 5 1,-4 0-187,-4-1 0,2-1 1,-9 3-1,-5 5-70,-3 4 1,-2-4-1,3 0 1,-1 4-152,-2 6 1,-7 0 0,7 8 0,2 1 65,1 3 1,3 3 0,-1 2 0,1 5 61,0 1 0,7-4 1,4 4-1,4-1-20,2-5 1,0 4-1,4-4 1,6-3-23,7-4 1,6-11-1,1 3 1,3-4-213,0-2 0,6-8 0,-6-3 0,0-5-12,-3-1 1,1-7 0,-2 1-1,-2 0 79,-1-2 0,-10 5 0,-3-3 0,-1 4 41,0 1 0,0 6-72,-6 1 1,0 9 0,-2 2 0,-4 10 213,-6 5 1,3 5 0,-1 3-1,2 4 11,4 0 0,2 0 0,2-5 0,0 1-111,0-2 0,8 3 1,4-5-1,3-4-424,3 1 1,5-8-1,2-2 1,2-4-644,5-2 0,1-2 1079,1-4 0,1-12 0,0-9 0</inkml:trace>
  <inkml:trace contextRef="#ctx0" brushRef="#br0" timeOffset="1900">2742 445 8162,'-7'-10'452,"5"-5"1,-6 15 0,8 2-1,0 11-31,0 9 1,0 3 0,0-2 0,0 6-206,0 4 1,0-3-1,0-3 1,0-2 57,0-4 0,6 5 0,2-3-55,1-2 0,3-9 1,5-6-296,1-4 0,-1-4 0,-1-4 0,-3-8-187,-1-7 0,0 0 0,5-7 1,1 1-158,-1 0 1,1 0 0,-3-4 0,-1 4 5,-3 1 0,-1 3 1,4 6 72,-3-1 1,-1 5 483,2 7 1,-5 8-1,-7 17 1,0 4 276,0 7 0,0 1 1,-2 0-1,-1-2 28,-3 2 1,0-4-1,6 0 1,0-2-161,0-3 1,2-5 0,2-3 0,4-5-364,1-1 1,3-2-1,5-6 1,3-2-154,3-4 0,-2-3 0,7-9 0,-3 1 16,-4-1 0,-2-1 1,-1-3-1,-1-1-132,1 2 0,-1-4 0,-1 1 0,-3 3 56,-1 2 0,-6 3 1,4 2 82,-3 3 0,-1 5 295,-6-6 1,0 18 0,-2 4 0,-2 11 240,-1 6 0,-7-3 1,6 3-1,2 0 81,2 0 1,2-4 0,0 5-1,0-3-422,0-4 0,8-1 0,4-5 0,5-1-549,6-3 1,3-7 0,5 2 0,-4-4-188,-2-2 1,4-8-1,-6-3 746,-1-5 0,-3-9 0,-1-2 0</inkml:trace>
  <inkml:trace contextRef="#ctx0" brushRef="#br0" timeOffset="2249">3703 655 8098,'12'-6'-302,"-3"-2"1260,-1-2 0,6 5 0,-3-5-721,5 2 1,-1 0-1,-1 5 1,-2-5-305,1-2 1,3 4 0,1-5-203,1-3 0,-3 4 0,-1-1-82,-3-3 0,-7 4 383,2-1 0,-12 1 0,-5-2 0,-5 7 205,-1 3 0,-7 4 1,1 3-1,2 7-13,1 4 0,3 7 1,1 0-1,3 0 100,1 3 0,8-7 1,-2 6-1,4-1-324,2-1 0,2 0 1,4-5-1,6-1-347,3 1 0,11-9 0,5-3 0,6-4-187,3-2 0,7 0 0,-6-2 0,-1-6-526,3-9 0,-8-3 1060,0-9 0,8-8 0,-7-7 0</inkml:trace>
  <inkml:trace contextRef="#ctx0" brushRef="#br0" timeOffset="2533">4384 61 8250,'6'-17'281,"0"-1"0,0 6 684,-6 1 0,0 9-613,0 2 1,0 15-1,-2 14 1,-2 6-66,-2 6 0,-6 4 0,5 9 0,-1 2 26,0 3 0,-4 1 0,7-4 0,1 2-239,2-2 0,2-7 0,0-4 0,2-5-379,4-7 0,1-5 0,7-11 0,-3-1-283,3-5 1,-4-3 0,-1-10 0,1-2-176,0-2 0,-6-7 1,2-1-1,-4-5 763,-2-5 0,-8-7 0,-2 4 0</inkml:trace>
  <inkml:trace contextRef="#ctx0" brushRef="#br0" timeOffset="2699">4175 358 12646,'17'0'408,"2"0"1,3 0-1,3 0-671,2 0 1,2 0-1,6 0 1,0-2-476,0-4 1,2 4 0,2-6 0,1 3-2116,-1-1 2853,-2-8 0,6 4 0,1-7 0</inkml:trace>
  <inkml:trace contextRef="#ctx0" brushRef="#br0" timeOffset="3049">4733 515 9026,'0'-17'826,"2"7"0,2 2 0,4 2-452,2 0 1,1-1 0,7 3-1,1-2-420,5 2 0,1-4 0,6 1 1,-4-1-348,-2 0 1,-2-4-1,-5 7 1,-1-1-301,1-2 0,-8 4 451,-5-7 1,-7 1-1,-7-2 1,-11 6 424,-5 4 1,-2 8-1,-4 4 1,2 4 89,-2 5 0,6 4 0,1 0 0,5 7-18,1 3 1,3-4 0,3 0 0,6 2-229,4 2 0,10-4 0,6-2 0,7-2-267,8-3 1,10-11 0,4-5 0,1-4-402,5-2 0,-1 0 1,-1-2-1,-6-6 641,-4-9 0,-3-8 0,1-10 0</inkml:trace>
  <inkml:trace contextRef="#ctx0" brushRef="#br0" timeOffset="3416">5275 375 8214,'11'-5'809,"1"-1"0,-6 0-229,6 6 1,-9 2 0,3 4-1,-4 5-185,-2 5 0,0 7 1,0 2-1,0 2-107,0 5 0,2-5 0,2 0 1,2-2-174,-2-4 1,-2 5 0,-2-3 232,0-2 0,5-7-243,1-2 0,2-9 0,-4 1 0,2-8-267,-2-7 0,-2-5 1,0-3-1,1-3-112,3-1 0,0-2 1,-6 4-1,0-3 108,0 3 1,0-4-1,0 1 1,2 3-44,4 2 1,-4 1 0,6 3-1,-3 1-137,1 3 0,8 5 0,-3-4 0,5 2-74,1 4 1,3 2 0,1 2 0,4 0-222,3 0 0,-5 0 1,6 2-1,0 2 641,-2 2 0,6 8 0,-6-5 0</inkml:trace>
  <inkml:trace contextRef="#ctx0" brushRef="#br0" timeOffset="3749">6008 375 8307,'6'-17'753,"0"-1"1,0 7-304,-6-1 1,-2 8-420,-4-2 1,-4 4 0,-7 2 0,-3 0-30,-3 0 0,4 0 0,-5 2 0,3 2 140,-2 2 1,3 8-1,-3-5 0,4 1 1,9 6 0,4-5-98,4 5 0,4-1 1,6-1-1,8-2-103,5 1 0,10 3 0,-4 1 1,2 1 29,0-1 1,-7 1 0,1-1 0,-4 0 46,-1 1 1,-7-1 0,-1 1-1,-2-1-11,-4 1 1,-16-1-1,-7-1 1,-7-3-334,-5-1 1,4-6 0,-2 3-1,0-1-1198,2-4 1523,2-2 0,7-2 0,1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1:28.68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175 148 8250,'0'-11'386,"0"-1"1,0 6 0,0-5 5,0-3 1,0 4-187,0-1 1,2 1 0,2-4 96,2 3 0,0 5-235,-6-6 0,-8 8 1,-4-1-191,-3 3 1,-3 4 0,-1 3-1,-3 7 76,-1 4 0,0 9 0,7 2 0,3 2 29,1 0 0,8 0 0,-2 4 0,6-2 13,6-2 1,4-7-1,9-1 1,5-7-13,5-9 1,4 3 0,4-2 0,1-4-20,3-6 0,-6 0 0,-8-7 0,-2-5 38,-3-5 1,-5 1 0,-5-5-1,-6 2-3,-4 0 1,-2-7 0,-2 7 0,-4 0-65,-6-2 1,-11 5 0,-6-3-1,-4 5-48,-2 7 0,-2 3 1,-2 8-1,0 0-210,6 0 1,0 10 0,10 7 0,4 10-625,5 6 0,6 2 946,8 0 0,8 0 0,2 0 0</inkml:trace>
  <inkml:trace contextRef="#ctx0" brushRef="#br0" timeOffset="417">542 78 8250,'10'-7'1464,"3"3"-1071,-7-8 0,0 10 0,-6 2-172,0 10 1,0 5 0,0 5 0,0 1-34,0 2 1,0 7 0,0-5 0,2 0-141,4 0 0,-3-1 0,9-9-64,2-3 0,1-5 0,3-7 0,1-1-106,4-5 0,-3-6 0,3-11 0,-4-4 0,-1-1 1,5-5 0,0 4 0,-3-2 91,-7 2 1,1-2 0,-8 8 71,-2 2 0,2 11-93,-6 10 1,3 15 0,-8 16 0,3 6-17,2 4 1,0 0 0,2-6 0,5-2-359,11-4 0,9-4 0,14-9 0,5-5 425,5-5 0,9-20 0,2-5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2:24.828"/>
    </inkml:context>
    <inkml:brush xml:id="br0">
      <inkml:brushProperty name="width" value="0.22857" units="cm"/>
      <inkml:brushProperty name="height" value="0.22857" units="cm"/>
    </inkml:brush>
  </inkml:definitions>
  <inkml:trace contextRef="#ctx0" brushRef="#br0">87 43 14304,'0'-17'-3178,"0"5"4006,0 0 0,0 10 1,-2 2-239,-3 10 0,3 13 0,-6 7 0,2 4-261,0 7 1,-5 4 0,3 9 0,0 4-157,0 6 1,1 6-1,3 2 1,-2 0 23,2-4 1,2-12 0,2-4 0,0-9-1967,0-6 0,2-16 552,4-3 0,4-12 0,5-2 111,-3-8 0,-5-6 1166,-7-8 0,8 1 0,2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2:25.280"/>
    </inkml:context>
    <inkml:brush xml:id="br0">
      <inkml:brushProperty name="width" value="0.22857" units="cm"/>
      <inkml:brushProperty name="height" value="0.22857" units="cm"/>
    </inkml:brush>
  </inkml:definitions>
  <inkml:trace contextRef="#ctx0" brushRef="#br0">192 210 14578,'8'-17'-532,"-4"-1"0,6 1 914,-2-1 1,-3 7-1,-3 1 1,2 0-49,2 1 0,0 3 1,-6-6-568,0-1 0,0 3 1,0-2 109,0-1 0,-8 5 0,-2 0 0,-1 2 79,-1 0 0,-5 1 0,-7 5 0,3 2 90,2 3 1,1 5 0,1 8 0,-1 1 20,1 4 0,1-1 0,3 5 1,3 0 22,2 0 1,2-4 0,6 5-1,0-3-122,0-4 1,2-3 0,4-5 0,6-3 88,3-2 0,10-3 0,3-6 0,1-5 43,0-6 0,-2-9 0,4-3 0,-4 1-24,-2-2 1,-1 4 0,-7-7 0,-1 3-232,-5 4 0,-1 3 0,-6 5 12,2 1 1,-2 8 0,-10 0 0,-4 10 109,0 12 0,-5 1 1,5 10-1,1 0 37,3-2 1,4 6-1,2-5 1,0-1-117,0-4 0,9-4 1,7-1-1,7-3-304,4-3 0,8-4 0,6-8 1,-2-2-1689,-2-4 2149,-2-4 0,7-7 1,3-1-1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2:25.682"/>
    </inkml:context>
    <inkml:brush xml:id="br0">
      <inkml:brushProperty name="width" value="0.22857" units="cm"/>
      <inkml:brushProperty name="height" value="0.22857" units="cm"/>
    </inkml:brush>
  </inkml:definitions>
  <inkml:trace contextRef="#ctx0" brushRef="#br0">0 88 11489,'0'17'1501,"0"0"-1123,0 1 0,0 1 1,0 3-1,0 1-220,0-2 0,6 1 0,0-1 0,0 2-320,1-1 0,-3-9-154,8-1 0,-1-8 1,5 0 123,-4-8 0,-5-6 0,-5-7 0,2-3-15,2-3 0,0 2 1,-6-7-1,0 1 34,0 0 1,0 6-1,0-3 1,0 5-239,0 2 1,8-1-1,3 3 77,5 3 1,1-2 0,1 8 0,1 3 21,4 1 0,-1 2 0,7 0 0,2 0 386,2 0 1,2 0 0,0 0-25,0 0 1,7-8-1,3-2 1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2:26.261"/>
    </inkml:context>
    <inkml:brush xml:id="br0">
      <inkml:brushProperty name="width" value="0.22857" units="cm"/>
      <inkml:brushProperty name="height" value="0.22857" units="cm"/>
    </inkml:brush>
  </inkml:definitions>
  <inkml:trace contextRef="#ctx0" brushRef="#br0">333 123 10656,'0'-12'-641,"0"1"638,0-3 1,0 4-1,0-1 719,0-3 1,-8 4-559,-4-1 0,-3 1 0,-3-2 0,1 7-184,-1 3 0,-1 2 1,-3 0-1,-1 2 24,2 3 0,1 3 0,3 6 0,0-1-84,-1 7 1,6-9-1,3 7 1,1-3-41,4 1 0,2 1 0,2 1 1,2-1 115,4 1 0,4-7 0,7-1 0,2-2 45,5-4 0,-5-2 1,4 0-1,-3 2-10,-3 1 0,1 1 1,-1-6-1,1 2 47,-1 4 0,-5-2 1,-3 7-1,-1 3 150,-4 2 0,0 9 0,0 4 0,2 6-70,-2 6 1,-4 5 0,-4 12 0,-4 6 90,-2 4 0,-1 2 0,-7-2 1,3-2-139,3-2 1,-4-17-1,5-7 1,-3-12-116,3-9 1,-5-9 0,4-5-1,-3-5-60,-3-5 0,-5-7 1,0-9-1,2-5-237,1-1 0,3 4 0,1-6 1,4 0-219,7 2 0,3-6 1,2 5-1,0 1 3,0 4 0,7-2 0,5 0 1,6-1 240,5 1 0,-2-4 0,8 4 0,4 0 296,6-1 1,0 1 0,7 4-1,1-3 127,-2 3 1,5 2 0,-5 1 0,-1 1-190,-3-1 0,-4 1 0,-4 1 0,-4 3 84,-6 1 0,5-7 1,-1-8-1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2:26.530"/>
    </inkml:context>
    <inkml:brush xml:id="br0">
      <inkml:brushProperty name="width" value="0.22857" units="cm"/>
      <inkml:brushProperty name="height" value="0.22857" units="cm"/>
    </inkml:brush>
  </inkml:definitions>
  <inkml:trace contextRef="#ctx0" brushRef="#br0">16 193 10656,'-2'-12'1450,"-3"0"-1186,3 9 0,-4-5 81,12 8 1,3 0 0,11 0 0,1-2-195,2-4 1,6 2-1,-5-6 1,-1 1-382,2-1 1,-5 4 0,3-3 0,-6-1-184,-5 0 0,2-1 1,-9-7 25,-1 1 1,-4 1 0,-6 4-1,-7 7 532,-8 3 1,-1 2 0,-5 2 0,2 3 170,3 7 0,3 6 0,4 3 0,3 4-38,6 2 1,4 0 0,4 4 0,6-3-264,9-3 1,10 4 0,16-8-1,11-3-528,14-5 1,12-9 0,11 2 501,2-4 0,-39-8 1,1-4-1,-2 1 0,1-1 1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2:18.164"/>
    </inkml:context>
    <inkml:brush xml:id="br0">
      <inkml:brushProperty name="width" value="0.17143" units="cm"/>
      <inkml:brushProperty name="height" value="0.17143" units="cm"/>
    </inkml:brush>
    <inkml:brush xml:id="br1">
      <inkml:brushProperty name="width" value="0.22857" units="cm"/>
      <inkml:brushProperty name="height" value="0.22857" units="cm"/>
    </inkml:brush>
  </inkml:definitions>
  <inkml:trace contextRef="#ctx0" brushRef="#br0">176 627 8152,'7'-9'1176,"-5"1"-809,6 0 0,-8-1 20,0-9 1,-2 8-396,-4 5 1,2 3 0,-7 2 0,-3 0-38,-1 0 1,3 7 0,0 5 0,-1 4 9,-3 1 1,5 0 0,1 1 0,2-1 55,4 1 1,-4-1 0,3 1 0,3-3 101,6-3 0,-1 2 0,9-9 0,2-1-24,1-2 1,5-2-1,1-2 1,2-4-109,-1-5 0,-3-5 0,-3-3 0,-3-2 7,-1-3 1,-8-1 0,1 4-55,-3-3 1,-9 3-1,-5 9 1,-4 7-103,-1 3 0,-8 2 1,-2 3-1,-3 7 36,1 8 0,8 5 0,-2-2 1,5 3-79,7-3 1,3 4-1,8-2 1,2-3-524,4-7 723,3-5 0,17 0 0,1 2 0</inkml:trace>
  <inkml:trace contextRef="#ctx0" brushRef="#br0" timeOffset="2134">1206 400 8534,'0'-17'163,"0"5"0,0 1 272,0-3 1,0 4 0,0-1 56,0-3 1,0-1 0,0-3-96,0 1 1,0-1-26,0 1 1,-8-1-279,-3 1 0,-5 7 0,-1 4 0,-1 6-227,1 6 0,-3 4 0,-3 9 0,-6 6 56,-4 10 0,-2 2 0,0 10 1,0 3 171,0 7 1,2-1-1,4 8 1,6 0 50,3-2 0,11 0 0,3-8 0,6-1-192,6-9 1,11-12 0,12-11-1,6-6-204,6-3 0,3-8 0,9 0 0,-1-8-366,1-8 0,-3-3 1,-3-3-1,-7 1-1051,-3-1 1,-10-1 1666,-3-4 0,-5-4 0,-1-8 0</inkml:trace>
  <inkml:trace contextRef="#ctx0" brushRef="#br0" timeOffset="2653">1677 645 11062,'0'-12'685,"0"1"0,0 5 0,-1-4-631,-5 2 1,-2 1 0,-6 3-1,3-2-165,-3 2 1,-1 2 0,-3 2-1,-1 0-33,-5 0 0,3 6 0,-6 2 0,2 3 121,3 9 0,3-3 1,1 8-1,3 1 61,3 3 1,-1-2 0,7 0 0,2-2 3,2-3 1,10-3 0,3-1-1,5-3-12,1-3 0,7-5 0,1-7 0,2 0-51,4 0 0,-4-9 1,2-7-1,3-7-126,1-4 0,-4-2 1,-2-6-1,-2 0-47,-4 0 1,-3 6 0,-5 2 0,-3 1 654,-2 5-349,-2 2 0,-12 17 0,-2 7 0,0 11 9,1 7 1,1 4 0,6 6-1,0-1-168,0-3 1,2-2-1,4 2 1,5-6-46,5-3 0,3-3 0,2 1 1,5-3-522,1-3 0,2-5 0,6-9 0,0-1-479,0-3 0,-6-8 1092,0 3 0,-8-13 0,5-3 0</inkml:trace>
  <inkml:trace contextRef="#ctx0" brushRef="#br0" timeOffset="3018">2271 593 8514,'-6'-18'1470,"1"1"0,-1 5-1225,6 0 1,-6 10-1,0 2 1,2 10-309,2 6 1,0 3 0,-2 4 0,-1 4 101,1 1 0,2 5 0,2-6 0,0 0 71,0-4 1,6-1-1,1-1 1,3 0-6,4-5 0,3-1 0,5-9 0,3-2-38,2-2 1,-6-4 0,4-4-1,-1-5-169,-1-5 0,6-3 1,-6-3-1,-1-1-91,-3 2 1,-3-5 0,-3 3 0,-3 2-139,-2 1 1,-2 9-16,-6-1 0,0 10 0,0 2 249,0 10 1,0 7 0,0 5 0,2 1-38,3-2 0,5-1 0,9-3 0,5 1-278,5-1 1,6-5-1,6-3 412,5-1 0,5-2 0,1-6 0</inkml:trace>
  <inkml:trace contextRef="#ctx0" brushRef="#br0" timeOffset="3983">3599 191 8455,'1'-18'18,"3"1"281,2-1 0,0 1 347,-6 0 0,6 5-396,0 0 0,-1 10 0,-5 2-27,0 10 0,-1 13 0,-3 8 0,-2 8-22,2 8 1,2 3 0,0 5-1,-2 1-116,-2 2 1,1 0-1,5-3 1,1-1-56,5-2 0,-2-3 1,8-16-1,3-6-13,7-10 0,-1-1 0,8-10 1,2-4-55,2-6 0,2-14 1,2-11-1,0-4-118,-2-2 1,-4 0 0,-14 2-1,1 2-242,-1 2 1,-5 2 0,-2-2-360,-3 6 569,-1 3 1,-12 13 0,-1 7 0,-1 11 20,0 11 0,-4-1 0,5 6 0,-1 0 202,0 0 0,2-5 1,6 3-1,0-2 119,0 1 1,2-3 0,4-8 0,6-3-123,3-2 1,8-2 0,3-6 0,1 0-405,4 0 1,2-8 0,2-4-1,0-3-844,0-3 0,-8 1 1215,-4-1 0,4-7 0,0-2 0</inkml:trace>
  <inkml:trace contextRef="#ctx0" brushRef="#br0" timeOffset="4466">4611 610 8455,'2'-16'0,"2"3"467,2 1 0,2 6 0,-4-5 160,2-3 0,-1 5 0,-3-1-234,4 2 1,-4-6-289,4 3 1,-4 1 0,-4 0-226,-4 3 0,-4 1 1,-7 6-1,-1 0-138,1 0 0,-8 2 0,-2 4 0,-3 5 168,1 5 0,2 1 0,-4 1 0,4 1 179,2 4 1,3-3-1,11 3 1,5-2 153,4 3 0,2-5 0,4 4-127,8-3 0,1-5 0,16-3 0,2-6-109,2-4 1,2-2 0,0-2 0,-2-4-34,-4-6 0,4-3 0,-6-3 0,1 1-140,-5-1 1,-4-1 0,-1-2 0,-3-3 17,-3 3 1,-4 2 0,-8 1 289,0 1 0,-2 7-177,-4 4 1,-2 6-1,-5 6 1,3 6-77,2 3 0,2 3 0,6-1 74,0 1 0,2 3 1,4-2-1,6-3 21,3-1 0,8-5 0,3 2 1,1-1-189,4-1 1,2-2-1,2-8 1,-2 0-449,-4 0 0,4 0 0,-6 0 0,0 0 652,-3 0 0,-5-8 0,-2-2 0</inkml:trace>
  <inkml:trace contextRef="#ctx0" brushRef="#br0" timeOffset="4850">5205 470 8574,'0'-17'2446,"0"-1"-2409,0 9 0,0 3 0,0 12 0,0 5 29,0 5 0,0 3 0,0 3 0,0 3 56,0 2 1,0-4-1,0 4 1,2-1-7,4-5 1,-2-2 0,8-1 0,1-1-48,3 1 1,1-9-1,2-3 1,3-4-98,1-2 1,8-2 0,-2-4 0,2-7-94,-2-8 1,2-1-1,-7-5 1,-3 0-239,-1 0 1,-5 5-1,-3-1-889,-7 4 1018,5 1 0,-10 10 0,2 8 0,-6 10 150,0 6 1,-3 3-1,1 2 1,2 3 184,2-3 0,4 4 0,2-1 0,4-3-115,1-2 0,3-3 0,7-3 0,3-3-313,1-2 0,8-2 0,-2-6 0,6 0 43,6 0 1,-6-8 279,0-4 0,7-3 0,-5-3 0</inkml:trace>
  <inkml:trace contextRef="#ctx0" brushRef="#br0" timeOffset="5383">6271 645 9136,'0'-18'931,"0"1"1,0 0 0,0-1-813,0 1 1,-8-1-1,-4 3-189,-3 3 1,-5-2-1,-1 9 1,-2 1-26,1 2 1,-5 2 0,0 2 0,0 4-136,3 5 1,5 7-1,2 3 1,1 2 157,4-1 0,5 3 0,7-2 0,0-2 210,0-1 1,7-5-1,5-1 1,6-4-168,5-3 1,-2-1-1,8-6 1,2 0-165,2 0 0,2-2 0,-2-4 1,-2-5 29,-2-5 1,-1-7-1,3-2 1,-4-2-180,-2-4 0,-2 3 0,-5-1 1,-3-2-62,-3-2 1,3-7 0,-5-1 0,2 2 402,-1 2 0,-5-4 0,4 1 0,0 3 0,-1 6 0,-5 0 0,2 5 0,-4 1 99,-2 0 0,0 2 785,0 5 1,-2 9-367,-4 3 0,2 6 0,-5 6-353,1 5 1,2 5 0,6 3 0,0 4-20,0 6 0,-6 4 0,0 4 1,3 4 79,1 6 0,2 3 0,0 3 0,0-1-153,0 0 1,0-1 0,2-5 0,1-5-227,3-4 0,8-2 0,-3-4 0,5-6-403,1-7 1,1-13 0,-1 1 0,1-6-277,-1-6 0,1-9 0,-3-10 832,-3-2 0,3-3 0,-5-5 0</inkml:trace>
  <inkml:trace contextRef="#ctx0" brushRef="#br0" timeOffset="5665">6952 86 8904,'0'-17'831,"0"-1"0,0 1 1189,0-1-2118,0 9 0,0 5 0,0 13 1,0 9 68,0 1 1,0 8 0,-2 2-1,-2 4 50,-2 2 0,-2 6 0,4 0 0,-1-2-99,1-2 1,2-2 0,2-1 0,0 1-72,0 0 1,6-8-1,1-3 1,3-5-599,4-1 0,1-3 1,5-3-1,1-6 747,2-4 0,8-10 0,-4-2 0</inkml:trace>
  <inkml:trace contextRef="#ctx0" brushRef="#br0" timeOffset="5949">7126 453 8455,'2'10'690,"4"-5"0,-2-3 0,8-2-325,1 0 1,-3 0 0,2 0 0,3-2-167,6-3 0,-1 1 1,5-8-1,-2 0-160,1 3 0,-1-7 0,-6 4 1,-1-3-458,-5-2 0,-3-1 0,-8 1 167,0-1 1,-8 8 0,-3 5 0,-7 3 258,-5 2 0,4 2 1,-5 3-1,5 9 186,2 7 0,-1 1 1,3 7-1,3 2 101,6 2 1,4 2-1,6 2 1,8 1-438,11 3 1,12-6-1,11-8 1,13-1 141,7-5 0,19-2 0,4-1 0</inkml:trace>
  <inkml:trace contextRef="#ctx0" brushRef="#br1" timeOffset="10547">1014 1728 10656,'0'-18'90,"0"1"0,0-1 1,-2 1-1,-2-1 581,-2 1 1,0-1-1,6 1-289,0 0 0,-5-1 1,-3 1-88,-2-1 1,-2 8 0,-5 5-299,-1 3 1,1 4-1,0 5 1,-1 9-101,1 5 0,-7 10 0,1 0 0,4 6-7,5 4 0,0 0 1,9-6-1,1 0 58,2 0 0,2-3 0,2 0 0,4-5 46,5-2 0,7-8 0,3-7 0,4-2-651,2-4 0,1-2 0,3-4 0,-4-4-185,-2-6 0,4-3 1,-6-5-1,-3-3 930,-7-6 0,1-4-115,-8-2 0,7-8 0,-3-1 0</inkml:trace>
  <inkml:trace contextRef="#ctx0" brushRef="#br1" timeOffset="10797">1119 1344 10378,'0'-18'156,"0"7"1,0-1 575,0-1 1,0 3 0,0-2-120,0-1 1,0 3-96,0-2 0,0 6-348,0-5 0,0 15 1,0 3-1,0 13-196,0 9 0,-2 12 0,-2 5 0,-4 5-198,-2 1 0,6 6 0,-3 2 0,1 1-184,0-1 1,0-4 0,6-9 0,0-9-419,0-7 1,2-7 0,4-13 845,6-5 0,3-4 1,3-2-1</inkml:trace>
  <inkml:trace contextRef="#ctx0" brushRef="#br1" timeOffset="11347">1660 1588 13069,'-12'0'552,"1"0"0,5 0 1,-4-2-452,2-3 0,-5 3 0,1-4 32,-3 4 0,3 2 0,0 0 0,-1 2-10,-3 4 1,-1 3 0,-1 11 0,1 3-26,-1 6 0,3 2 0,3 0 0,6-2-248,4 2 0,2 0 1,2 0-1,4-5-135,6-7 1,5 1 0,5-15 0,3-1-164,2-2 1,-4-4 0,5-4 0,-3-5 97,-4-5 1,-1-7 0,-5-2 0,-1-2 208,-3-4 0,-5-1 0,4 1 1,-2 4 94,-5 2 1,5-4 0,-2 6 0,-2 1 216,-2 3 0,-4 9 0,-4 4 147,-6 4 1,3 6 0,-1 6 0,2 9-148,4 7 0,-3-3 1,1 4-1,2 0-236,2 0 0,2-5 0,2 3 1,4-4-179,5-3 1,11 1 0,3-13 0,2-2-237,4-2 1,4-2 0,4 0 0,2-2-1409,-3-4 1934,-8-4 1,3-7-1,-6-1 1</inkml:trace>
  <inkml:trace contextRef="#ctx0" brushRef="#br1" timeOffset="11830">2393 1029 11815,'-9'-7'1031,"1"7"0,2 9-595,0 7 0,1 15 1,3 6-1,-2 8-315,-2 9 1,0 8 0,4 12 0,-2 3-168,-2 3 1,1-1 0,5 1 0,0-10-301,0-10 1,7-13 0,3-9 0,2-7-449,-1-7 1,-5-13 0,6-5-88,1-4 0,-5-4 0,-2-4 0,-4-7 842,-2-9 0,0-5 0,0-8 0</inkml:trace>
  <inkml:trace contextRef="#ctx0" brushRef="#br1" timeOffset="11997">2114 1571 10884,'2'-10'1328,"4"4"-731,5 4 1,5-3 0,3-3 0,5 0-442,5 0 0,4 1 1,4 3-1,1-2-1494,3 2 1,2 0 0,-4 0 1348,1-2 0,9-7 0,-4 3 0</inkml:trace>
  <inkml:trace contextRef="#ctx0" brushRef="#br1" timeOffset="12430">3005 1623 10464,'7'-17'-91,"-5"5"0,6 2 0,-2 1 489,0-1 0,0 4 0,-4-3 1,1-1 42,3 0 0,0 4 0,-4-3-378,4 1 1,-4 0-1,2 4-43,-8-2 0,-6 1 0,-9 5 41,-5 0 0,5 0 0,-6 2 0,2 3-113,-1 7 0,-5 3 0,6 3 0,1 1 132,3 5 0,4-3 1,1 6-1,4 0 70,3 0 1,1-3 0,6 3 0,2-2-158,3-3 0,7-9 1,9-3-1,5-2-113,1-5 1,0-1 0,4-4 0,-4-1-121,-2-3 1,-1-10-1,-7 1 1,1-7 91,-1 1 1,1 2 0,-3 1 0,-3 1 25,-6-1 1,-4 1 119,-2-1 1,0 11-1,0 7-47,0 9 0,0 13 1,0 3-1,0 0-216,0 0 1,1 4 0,5-5-1,6-3-2,3-2 1,11-3 0,1-4-1,2-7-149,0-3 1,0-2 0,6-2 412,0-3 0,0-13 0,0-9 1</inkml:trace>
  <inkml:trace contextRef="#ctx0" brushRef="#br0" timeOffset="12830">3738 1553 7765,'0'-17'557,"0"-1"0,0 7-120,0-1 0,-8 3 0,-3-3-378,-5 6 1,-1 4 0,-3 2 0,-1 0-248,-2 0 0,-2 6 1,3 2-1,-1 1 231,2 5 0,3-4 1,5 1-1,3 3 134,2 1 1,2 3-1,8-1-16,4 1 0,4-1 0,7-1 0,3-3-35,3-1 1,-2 0 0,6 5 0,1 1-129,-1-1 0,-4-3 1,4-1-1,-2 3-119,-3-3 1,-9 1 0,-3 3 0,0 1-57,-1-1 1,-7 1 0,-2-1 6,-9 1 0,-7-7 0,-3-1 1,-5-2-275,-5-4 1,2-2-1,-2-2 1,0 0 14,2 0 0,2-6 0,7-2 0,1-2 429,-1-3 0,8-11 0,3-3 0</inkml:trace>
  <inkml:trace contextRef="#ctx0" brushRef="#br0" timeOffset="13230">4105 1658 8613,'17'0'-290,"-5"0"663,0 0 1,-1 0 0,7 0 0,-1 0-458,1 0 1,-1 0 0,1-2-1,-1-2-53,1-1 1,-1-3 0,1 2-9,-1-6 0,-1-3 0,-5-3 0,-5 1 123,-4-1 0,-2 7 1,-2-1-1,-4 0 78,-5 3 0,-13 1 0,-3 8 0,-2 0 237,0 0 1,2 8 0,-4 3-1,3 7-54,3 5 1,8-3 0,7 5 0,0-2-52,1 0 1,5 6 0,0-5 0,8-1-96,7 2 1,13-5 0,7 1 0,6-7-354,3-9 0,7-3 0,-4-2 0,-1 0-329,1 0 1,2 0-1,-8 0 1,-4-2-176,0-3 1,-8 1 0,-2-6 763,-4 2 0,-1-5 0,-1 3 0</inkml:trace>
  <inkml:trace contextRef="#ctx0" brushRef="#br0" timeOffset="13546">4821 1291 7765,'0'-17'482,"0"5"-359,0 1 1,0 5 1593,0-6-1415,0 8 0,0-1 0,0 10 1,0 7-2,0 4 1,0 9-1,0 6 1,0 8-70,0 7 1,0 5-1,0 1 1,0 0-96,0 1 1,2-1 0,2-1 0,4-5-432,1-5 1,-3-12 0,4-6 0,-2-3-957,-5-3 0,5-9 480,-2-8 0,0-8 0,-6-9 0,0-3-503,0-3 1273,-8 4 0,-2-14 0,-7 6 0</inkml:trace>
  <inkml:trace contextRef="#ctx0" brushRef="#br0" timeOffset="13713">4629 1553 7765,'2'-11'124,"4"-1"1,5 8 0,11-4-1,3 3 357,2-1 0,8-6 0,8 6 1,1 1-948,5-3 0,-1 4 0,1-6 0,-3 1 466,3-1 0,-6 6 0,-1-4 0</inkml:trace>
  <inkml:trace contextRef="#ctx0" brushRef="#br0" timeOffset="14047">5589 1414 7710,'0'-12'0,"0"0"712,0-1 1,0 3 123,0-2 1,-2 9-747,-3-3 1,-5 4 0,-7 2-1,-1 2-119,1 4 1,-1-3 0,1 9 0,-1 2 140,1 1 1,-1 1-1,1-3 1,-1-1 102,1 2 0,5 7 1,3 2-1,1-1 77,4-3 0,4-2 1,8 1-1,9 1-235,10 5 1,0-5-1,3 4 1,1-3-126,2-3 1,0 1 0,-2-1 0,-4 1-119,-2-1 1,-9-5 0,-11-1 0,-3 3-18,-2 1 0,-2-3 1,-5-2-1,-11-1-146,-9 1 0,-8-4 1,-4 4-1,-3-3-357,-3-3 0,8-2 0,0-2 706,6 0 0,2 0 0,-6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2:41.462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260 751 7661,'18'0'718,"-1"0"1,-5 0 0,0 0 323,1 0 0,-3 0-219,1 0 0,-1-7-682,2-5 0,-4-4 0,-8-1-302,0-1 0,-2 1 0,-4 0 0,-6-1 6,-3 1 1,-3-1 0,-1 3 0,-4 3 40,-7 6 1,3 4-1,-2 2 1,0 4 207,2 8 0,-4-1 0,8 15 0,-1 1 230,-1 8 1,11 0 0,-1 7-1,5-1-27,6 0 0,10 2 0,6-7 1,5-1-265,7-8 0,3-7 1,8-8-1,0-7-140,0-3 0,-1-11 1,1-9-1,0-9 57,0-6 0,0-10 0,0-3 0,-2-5 4,-4-1 0,2-6 0,-8-3 1,-1-1-118,-3-4 1,-1 4 0,-3 0 0,-1 0-97,-3 0 0,-7 6 1,2-1-1,-4 9 113,-2 7 0,-2 20 0,-4 9 206,-5 8 1,-5 14-1,-1 9 1,-3 14 115,-3 12 1,4 13 0,-5 6 0,5 4 94,1 2 0,3 2 0,1 2 0,5 3-185,1 3 0,2-12 0,8-2 1,4-8-410,5-8 0,5-15 1,3-4-1,3-9-244,1-13 0,2-5 0,-3-6 1,1-5-423,-2-11 1,-1-1 0,-3-10 0,1-2 988,-1-2 0,0-10 0,1-2 0</inkml:trace>
  <inkml:trace contextRef="#ctx0" brushRef="#br0" timeOffset="500">994 681 7661,'6'-17'943,"-1"0"0,1 5 0,-6 0-389,0-1 1,0 3-264,0-2 0,0 7-60,0-7 0,-7 2 0,-7-1-95,-7 5 1,1 6 0,-3 6 0,4 7-31,1 8 0,-5 1 0,-1 7 0,3 4 96,2 6 1,3-2 0,3 5-1,3-1-113,2 0 1,2-2-1,8-8 1,4-4-175,6-2 0,9-9 0,4-11 0,2-3-159,5-2 0,-1-9 0,0-9 0,-2-9-55,2-6 0,-6-4 0,-2-2 0,-3-1 214,-3 1 1,1-4 0,-3 2 0,-3 4 341,-6 6 0,-4 6 1,-2 8-115,0-1 1,-2 9 0,-2 5 0,-4 9-183,-2 13 1,1 7 0,-5 10-1,4 0 59,3 0 1,1 0-1,6 0 1,0 0 42,0 0 1,0-2-1,2-4 1,3-6-107,7-4 1,4-1-1,1-3 1,1-3-499,-1-6 1,0-4-1,1-4 1,-1-4-423,1-6 0,-1-3 1,-1-3-1,-3-1-551,-1-4 1514,-8 3 0,12-13 0,-7 6 0</inkml:trace>
  <inkml:trace contextRef="#ctx0" brushRef="#br0" timeOffset="800">1623 158 7661,'0'-18'0,"0"1"781,0-1 0,-6 7 443,0-1-1052,0 0 0,6 4 0,-2 8 1,-2 10 37,-2 6 0,-1 9 0,3 6 1,-4 8 247,-2 7 0,1 7 0,-5 3 0,2 4-65,-1 2 0,3-4 0,0 6 0,1 1-123,-1-3 0,6-4 1,-2-12-1,4-5-536,2-4 0,2-10-728,4-4 1,4-11 0,5-8-140,-3-8 1,-2-6 0,-6-7 0,1-2-2,-1-5 1,-2 3 1133,-2-8 0,-8 0 0,-1-6 0</inkml:trace>
  <inkml:trace contextRef="#ctx0" brushRef="#br0" timeOffset="965">1308 559 7661,'0'-11'1493,"0"-1"0,0 6 0,2-4-1153,4 3 0,6 1 1,9 6-1,4 0-403,2 0 0,2 0 0,6 0 0,0 0-664,0 0 1,0 0 0,0 0-1,0 0-1156,0 0 1,0-6 1882,0 0 0,0-7 0,0 3 0</inkml:trace>
  <inkml:trace contextRef="#ctx0" brushRef="#br0" timeOffset="1466">2146 612 8097,'0'-18'3033,"0"1"-2544,0-1 1,0 1-529,0-1 0,-1 1-76,-5-1 0,2 7 0,-8 1 119,-1 2 0,-5 2 1,-3 6-1,-4 2 218,-3 4 1,5 4 0,-6 9 0,-2 5 336,-2 5 0,4 6 0,2 3 0,1 3-220,5-2 0,4 4 1,5-3-1,6-1-329,4-2 1,4-4 0,4-4 0,8-7-238,7-9 0,6-5 0,6-8 0,-2 0-114,-2 0 1,-2-14 0,4-3 0,-1-5 122,1-3 0,-6-2 0,-2-8 0,-3 0 152,-3 0 1,-5 2 0,-3 2 0,1 2 10,0-2 0,-6 6 0,1 2-149,-3 3 0,-4 11 146,-3 3 1,-3 17 0,-6 9 0,5 5 196,1 6 1,2-4-1,6 2 1,0 2-44,0 2 1,0 0-1,0-2 1,0-3-388,0-3 1,8-2 0,3-7 0,5-5-159,1-5 1,1-4-1,-1-2 1,1-4-2731,-1-8 3179,9 1 0,-7-22 0,6 6 0</inkml:trace>
  <inkml:trace contextRef="#ctx0" brushRef="#br0" timeOffset="1814">2688 507 8053,'0'-18'578,"0"1"0,0 5 41,0 1 0,0-1-537,0-6 1,-8 9-1,-2 1-63,1 0 1,-7 6 0,5-3 0,-7 5 144,-5 5 0,3 3 1,-3 6-1,4-3 148,1 3 1,3 1 0,1 3 0,4-1-53,3 1 1,1 5 0,6 0 0,0-1-184,0-3 1,8-1 0,3-1 0,7 1-49,5-1 0,-4 4 0,7 1 1,-3-5-225,0-1 0,0 3 0,-5-7 48,-1 3 0,-5 1 0,-2-3 223,-2-1 1,-10-2 0,-10 3 0,-4-1-131,-1 2 0,-2-1 0,-5 1 1,-3-3-322,0 3 0,-4-4 1,8-1-1,1-1-792,3-4 1,1-2-1,1-2 183,-1 0 0,9-8 984,3-4 0,-4-3 0,1-3 0</inkml:trace>
  <inkml:trace contextRef="#ctx0" brushRef="#br0" timeOffset="2198">2740 681 7717,'12'0'2420,"0"0"-1964,1 0 0,3 0 1,1 0-1,1-1-314,-1-5 1,6 4-1,1-6 1,-3 2-52,-2 0 0,-1-5 0,-1 3 0,-1-2-66,-5-3 1,3 3 0,-8-2 0,-2-1-187,-2-3 1,-2 5-1,-2-1 1,-4 0 112,-6 3 1,-9 1 0,-4 8 0,0 0 74,-1 0 1,-5 8-1,4 5 1,0 7 102,4 3 0,5 8 0,5-2 0,3 6 286,2 6 1,2-4-1,6 3 1,2-3-161,4-2 1,6-2 0,11-4-1,6-6-566,4-3 1,2-10 0,0-5-1,2-3-240,4-2 0,-5-7 1,7-5-1,-2-6 550,0-5 0,-1-4 0,-5-8 0</inkml:trace>
  <inkml:trace contextRef="#ctx0" brushRef="#br0" timeOffset="2498">3474 35 7689,'-2'-7'1074,"-4"7"0,2 15 1,-8 14-1,-1 6-584,-3 6 1,-1 3-1,-1 11 1,3 5-47,3 10 1,-3 0 0,5 5 0,0-5-170,5-6 0,3 2 0,2-10 0,2-5-272,3-8 0,-1-14 0,6-6 0,0-6-491,-1-5 1,-3-4-1,4-10-484,-2-4 1,3-4 0,-3-7-1,0-1-429,0 1 0,-3-6 1401,-5-1 0,0-14 0,0 1 0</inkml:trace>
  <inkml:trace contextRef="#ctx0" brushRef="#br0" timeOffset="2664">3212 507 7689,'-10'0'4200,"2"-2"-3868,8-4 0,8 4 0,4-4 0,5 4-547,7 2 0,3-5 0,8-1 0,1 0-760,5-2 0,-2 6 0,6-6 975,-3 1 0,15-3 0,-3-8 0</inkml:trace>
  <inkml:trace contextRef="#ctx0" brushRef="#br0" timeOffset="3048">4033 489 7689,'-8'-17'442,"4"1"1,-6 3 480,3 1 0,-7 8 1,2-2-776,-3 4 1,3 2-1,0 2 1,-1 4-100,-3 6 1,-1 3 0,-1 3 0,1-1 283,0 1 1,5-1 0,2 3 0,2 1-61,5 2 0,1 1 1,2-7-1,2 1-127,3-1 1,7 4 0,11-1 0,4-5-6,1 1 1,5-1-1,-4 3 1,2-1-47,-2 1 1,-2-7 0,-8 1 0,1 2 85,-5 1 0,-3 5 0,0 1 1,-10 2-50,-12-2 1,-4 7-1,-15 1 1,-4 2-324,-6-2 1,3-4 0,-5-9 0,4-5-564,2-5 0,0-4 0,2-4 0,2-6-2428,2-9 3182,8-8 0,-5-18 0,9-2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2:38.143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1 486 7661,'8'-17'58,"-6"5"1,3 0-1,-3-1 372,-2-3 1,6 5 0,0-1 271,-2-2 0,-2 5 0,0-1-230,4 2 1,-4 6-1,3 12 1,-3 9-165,-2 6 1,-2 10-1,-1 6 1,-3 0-245,2 2 1,2-7 0,2 3-1,0-6-88,0-4 0,0-7 0,0 1 0,0-4-213,0-1 0,2-8 103,4-5 0,-2-5 1,7-7-1,3-9 45,1-5 0,-3-8 0,0 3 0,1-1 0,3-4 1,-5 4 0,1 0 0,2 0-102,1 0-1,1 5 1,-3-1 0,-1 4-92,1 1 1,1 6-1,0 3 99,-3 1 0,1 4 1,3 10 203,-3 6 0,-4 3 0,-6 3 0,2 1 321,1 4 0,1 2 1,-6 6-1,0-3 16,0-3 1,0 0-1,0-4 1,0 3 37,0-3 0,0-2-251,0-1 0,2-8 0,4-6-161,6-8 1,3-6 0,3-9 0,1-5-182,4-5 0,-3-2 0,5 0 0,-2 2 34,1-2 0,5-2 0,-6-2 1,-2 2-162,-1 4 1,-3 2-1,1 7 1,-1 1-41,1 3 0,-9 13 533,-3 3 1,-4 9 0,-4 15 0,-4 5 98,-5 4 0,1 2 0,0-1 1,2 1-147,5 0 1,1-2 0,2-2 0,0-3-462,0-3 1,0-2-1,0-6-651,0 1 0,7-8 0,5-6-1739,4-8 2729,-7 2 0,7-22 0,-7 5 0</inkml:trace>
  <inkml:trace contextRef="#ctx0" brushRef="#br0" timeOffset="400">909 573 11899,'18'0'57,"-1"0"0,0 0 1,1 0-1,-1 0-39,1 0 0,5-2 1,0-3-1,-1-7-187,-3-4 1,-1-1 0,-1-1 0,-1 1-91,-5 0 1,3-1 0,-8 1 0,-2-1 179,-2 1 0,-4 7 0,-4 2 1,-6 2 136,-3 1 0,-9 1 1,-1 11-1,-2 9 96,-4 5 0,4 10 0,0-2 0,1 4 138,5 2 1,9 0 0,5-2 0,1-2-82,0-2 0,8-5 0,9 3 0,7-4-370,5-7 1,4 1 0,8-7 0,0 0-588,0-5 1,0-3-1,0-2 1,0-2-2164,0-3 2909,-8-5 0,6-8 0,-6 1 0</inkml:trace>
  <inkml:trace contextRef="#ctx0" brushRef="#br0" timeOffset="936">1765 591 7661,'0'-12'783,"0"0"0,2 9 0,2-5-526,1 0 0,1-2 1,-6-7 126,0-1 1,0 7-1,0-1-181,0-1 1,-7 5 0,-5 2-1,-4 4-200,-1 2 1,-6 0-1,-1 4 1,1 6 98,-2 7 1,0 12 0,-5 0 0,9 4 67,8 2 0,-1-2 0,8-2 0,2-2-152,2 2 1,4-5 0,4-3 0,8-6-131,7-5 0,0-4 0,7-10 0,-1-4-292,0-6 1,-4-5 0,4-6 0,0-6 22,1-4 0,-7-2 0,4-2 0,-1-4 26,-1-6 0,0 3 1,-5-3-1,-1-1 182,0-3 0,1 1 0,-1 1 0,-1 5 203,-4 1 1,1 4 0,-7 8 0,-2 4 1264,-2 2-959,-2 1 0,-2 15 1,-2 5-1,-4 8-51,-1 7 0,-3 13 0,-6 3 0,1 4-95,-1 4 1,3-4 0,1 12 0,5-3-173,1 1 0,-4 6 0,6-5 0,3 3-326,1 3 0,2-5 1,0-2-1,2-6-60,3-6 1,5 2 0,8-8 0,-1-3-2022,0-7 2389,1-5 0,7-8 0,2 0 0</inkml:trace>
  <inkml:trace contextRef="#ctx0" brushRef="#br0" timeOffset="1335">2376 469 9685,'-12'1'1107,"1"5"1,7-2 0,-4 8 0,2 1-918,1 3 1,-3 7-1,4 2 1,-2 1-338,2-1 0,2 0 0,2-4 0,0 3-447,0-3 1,6-7 0,2-5 0,2-1-554,3-4 0,-3-4 0,1-6 0,1-5 1147,-2-5 0,5-17 0,-5-4 0</inkml:trace>
  <inkml:trace contextRef="#ctx0" brushRef="#br0" timeOffset="1484">2498 137 7661,'-2'-18'1581,"-1"1"137,-3-1 0,-2 9-1999,2 3-1765,4 4 2046,2 17 0,10-3 0,7 13 0</inkml:trace>
  <inkml:trace contextRef="#ctx0" brushRef="#br0" timeOffset="1852">2743 469 7661,'0'-12'713,"0"0"0,-2 3-245,-4-3 0,4 6 0,-6 12 0,1 6-147,-5 3 0,2 4 0,1 3 0,1 3-165,4 2 1,2 2-1,2 6 1,0-2-101,0-4 1,2-1 0,4-7 0,5 0-98,5-5 1,3-1 0,3-9 0,3-2-211,2-2 1,-4-10 0,4-4-1,-1-5 17,-5-6 0,0 1 0,1-7 0,1-2 101,-2-2 1,-7 4 0,-4 0 0,-1 0-79,1 2 0,-6-4 0,4 7 1,-2 3-681,-1 2 0,-1 9 0,-10 4 891,-5 4 0,-5 2 0,-1 0 0</inkml:trace>
  <inkml:trace contextRef="#ctx0" brushRef="#br0" timeOffset="2467">3302 469 8544,'-12'0'919,"0"0"1,9 1-1,-5 3 1,2 4-794,0 2 0,0 7 1,4 7-1,-2-1 29,-1 2 0,-1-4 0,6 7 0,0-1-113,0 0 1,0-6-1,0 3-315,0-5 1,8-4 13,3-3 0,5-6 1,1-12 68,1-6 0,-5-3 1,1-4-1,1-5 28,-1-5 1,1-2-1,7 0 1,1 2 129,-2-2 1,-7 0-1,-2 2 1,-1 4 147,-1-1 1,4 13 157,-9-5 0,1 16 0,-8 6 9,-4 12 0,-1 11 0,-5-2 0,4 2 119,1 4 0,5-4 0,-4 1 1,4-3-271,2-4 1,0-1-1,0-3-141,0 1 1,8-7 0,3-1 0,5-2-212,1-4 0,1-8 0,-1-6 0,1-4-159,-1-5 0,3-2 0,-1 1 0,2-1 20,1-2 1,-13-7 0,9 5 0,-5 0-27,-3 0 1,6 0 0,-7 3 270,1-1 1,0 2-1,-6 7 343,1 2 0,1 10-107,-6 2 0,0 14 1,0 9-1,0-1-27,0-3 0,2 4 1,4 3-1,6-1-238,3 0 0,3 0 1,-1-3-1,2 1-1544,5-2 1687,3-1 0,23-3 0,5 1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2:36.627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260 16 7661,'2'-9'1181,"4"3"0,-4 6-614,4 6 0,-4 5 0,-2 15 0,0 9-409,0 9 0,-2 14 1,-2 6-1,-4 6-151,-2 6 0,6 2 0,-3 1 0,1-9-175,0-10 1,0-11-1,6-7 1,0-5-1878,0-10 919,0-5 1,0-14 0,0-8 1125,0-10 0,0-6 0,-8-1 0,-1-1 0</inkml:trace>
  <inkml:trace contextRef="#ctx0" brushRef="#br0" timeOffset="200">16 488 8361,'-8'-17'2252,"6"5"-1728,-4 0 1,6 8 0,6-1-427,6 3 1,5 0-1,6-2 1,6-2-341,4 2 0,4 2 0,2 0 0,4-2-596,1-1 0,-3-3 0,4 4 0,-3-2-1280,-3 2 2118,-2 2 0,-2-6 0,0-1 0</inkml:trace>
  <inkml:trace contextRef="#ctx0" brushRef="#br0" timeOffset="585">732 488 7661,'-10'-2'1376,"4"-4"1,-2 2-507,3-7 0,-1 5-1249,6-6 0,-2 8 1,-4-1 15,-6 3 1,3-4-1,-3 0 1,-2 2 353,-1 2 0,-3 10 0,-1 4 1,-2 3 272,-3 3 1,-1 7-1,6 4 1,-1 6 88,5 6 1,3-5-1,0 5 1,7-6-63,3-6 0,17 2 0,9-7 0,7-5-398,4-5 1,7-7 0,3-9-1,1-3-12,1-7 1,-10-9 0,0-5 0,-8-3-89,-4-8 1,-4 2 0,-9-5 0,-6 3 159,-4 2 1,-6 0-1,-6 0 1,-11 2 38,-10 4 0,-2 4 0,-12 9 0,1 5-236,-1 5 0,0 6 0,-1 7 0,5 11-356,4 9 1,12 8 0,7 4 0,11 2 599,5-3 0,2-1 0,0-2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2:22:33.460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105 515 9462,'-12'-2'188,"1"-2"-81,-3-2 1,5 0-1,-3 8 55,-2 4 1,1 4-1,1 7 1,6 1 48,4-1 1,2 1-1,2-1-126,4 1 0,4-7 0,9-1 0,3-2-70,1-4 1,0-2 0,-5-2 0,-1 0-134,0 0 0,1-8 0,-3-4 0,-3-3 20,-6-3 1,-4 1 0,-2-1 99,0 1 1,-8 1-1,-4 5 1,-5 5 83,-6 4 0,3 2 0,-5 2 0,2 4 9,0 5 1,-1 7 0,9 3-1,3 2-101,6-1 1,4-3 0,2-1 0,4-1-161,8 0 1,1-7-1,17-4 1,1-6-397,2-6 1,0-4-1,-2-7 1,-6 0-1008,-6-1 1569,3 1 0,-13-9 0,9-1 0</inkml:trace>
  <inkml:trace contextRef="#ctx0" brushRef="#br0" timeOffset="886">1170 358 7484,'0'-12'844,"0"0"0,0 1 0,0-7-642,0 1 0,0 5 1,0 1-1,0-3-166,0-2 0,0 5 0,0-1-101,0-1 1,-2-1 0,-1 0 0,-5 5-10,-2 1 1,-2 2-1,-7 6 1,-2 2-40,-3 4 0,1 4 0,4 9 0,-3 2 140,-1 3 0,6 5 0,7-4 1,2 0 115,4 0 1,2 6 0,2-3 0,0 1 40,0 0 1,8-2-1,4 6 1,5-2-50,7 0 0,-11 6 1,5-6-1,-3 6-70,1 4 0,-7-1 0,-3-5 1,-4-2-79,-2-4 0,0 2 0,-2-7 0,-4-3-14,-5-2 1,-7-3 0,-3-4 0,-4-7-92,-3-3 0,1-15 1,-4-7-1,4-7-258,2-10 0,2 2 0,5-7 0,1 1-133,-1 0 0,8 2 0,5 10 0,3 6 58,2 4 0,0 1 1,2 3-1,3 3 451,7 6 0,4 20 0,1 5 0</inkml:trace>
  <inkml:trace contextRef="#ctx0" brushRef="#br0" timeOffset="1500">1345 532 7661,'10'0'298,"-1"-2"1761,-3-3-867,-4 3-948,6-6 1,-8 10 0,0 4 0,0 5-80,0 5 0,-2 3 1,-2 3-1,-2 3-79,2 2 1,3 0 0,1 2 0,0-4-138,0 1 0,0-7 0,0 4-53,0-3 0,0-9 0,1-1-30,5-2 0,-2-2 0,6-8 0,0-6 49,-1-9 1,-3-1 0,6-7-1,1 2-40,3-1 1,-1-5 0,-1 4 0,-2 0-85,1-1 0,3 3 1,1 6 18,1-1 0,-1 9 323,1 3 1,-3 12 0,-3 7 0,-6 8 260,-5 9 1,-1-3 0,2 2 0,2 0-109,2-2 1,0 4 0,-6-8 0,0-1-114,0-3 1,2-9-1,4-4-191,5-4 0,5-4 0,1-4 0,1-6-167,-1-3 1,1-10-1,-1-3 1,1-1-34,-1 0 1,1 0-1,-1-4 1,1 2 28,-1 2 0,-5 8 0,-1-3 0,3 5-225,1 1 1,-3 9 338,0 3 1,-7 6 0,5 8 0,-2 7 212,-4 6 0,-2 5 1,-2-3-1,0 4 49,0 0 0,0 1 0,0-7 0,0 2-53,0-2 0,0-1 0,0-3-446,0 1 0,2-8 1,2-3-526,1 1 1,3-6 0,-2 4-1694,6-4 2530,-5-2 0,9-8 0,-6-2 0</inkml:trace>
  <inkml:trace contextRef="#ctx0" brushRef="#br0" timeOffset="2003">2585 637 7661,'0'-12'901,"-2"3"-403,-4 1 1,4-6-457,-4 3 0,5 1 0,1-2 57,0-1 0,-2 3 0,-4-2 135,-6-1 0,2 5 0,-1 2 0,-3 4-22,-1 2 0,-3 0 1,-1 0-1,-3 2-199,-1 4 0,-6 6 0,6 9 1,1 4 35,3 3 0,2-5 0,1 6 0,2 2 54,3 2 0,7-4 0,-2-2 0,6 0-79,6 1 0,4-9 0,7 0 0,1-7-25,-1-4 0,6-2 1,1-6-1,-1-2-99,2-4 1,-5-4-1,5-9 1,-2-5 25,0-5 0,3 2 0,-5-2 0,0 0 24,-5 2 1,1 0 0,-7 5-1,2-1 171,-1 2-17,-7 9 1,2 6 0,-10 14 0,-4 9-25,-1 11 0,3-1 0,-4 2 0,2 0-186,4-2 1,2 4-1,2-8 1,2-1-498,4-3 0,4-3 0,7-5 6,1-5 0,1-4 0,3-2 0,1-2 143,-2-4 0,-1-3 0,-3-11 0,-1-1 454,-5-2 0,5-8 0,-6 3 0</inkml:trace>
  <inkml:trace contextRef="#ctx0" brushRef="#br0" timeOffset="2286">3057 148 7661,'9'-19'128,"-3"-3"1,-4-1 128,-2 2 1,6 7 0,0 3 1525,-2-3-1630,-3 6 0,-1 2 0,0 12 0,0 8 107,0 7 0,-1 8 0,-3 10 0,-4 4 74,-2 1 1,4 9-1,-3 7 1,1 2-49,4 4 1,-4-6 0,2-2 0,3-3-121,1-3 1,2-2 0,2-3 0,1-8-523,3-8 0,8-6 0,-3-9-560,5-5 0,1-5 0,-1-14 0,-2-7 138,-3-7 0,-7-9 0,4 2 0,-2-4 103,0-2 0,-1 0 675,-5 1 0,-7-9 0,-3-2 0</inkml:trace>
  <inkml:trace contextRef="#ctx0" brushRef="#br0" timeOffset="2501">3406 96 7661,'0'-18'427,"0"1"0,0-1 716,0 1 1,0 5-300,0 1 0,0 9-430,0 2 0,0 15 1,0 18-1,-2 10-220,-4 9 0,4 18 0,-4 2 0,4 4-128,2 1 1,-5 5 0,-1-9 0,2-5-305,2-8 1,8-13 0,1-8 0,3-8-854,4-8 1,1-11 0,3-8 1090,-1-8 0,1-14 0,-1-9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3:31:06.54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1 507 8362,'9'-7'901,"-1"3"21,-8-8 1,2 8 437,4-2 1,-4 6-772,4 6 0,-5 10 1,-1 9-1,0 2-94,0 4 0,6 2 0,0 2 0,-2 0-302,-2 0 1,-2 0 0,0-2 0,0-4-69,0-6 0,0-3 1,0-3 170,0 1 0,0-11 0,0-7-619,0-9 1,0-15 0,0-5 0,0-4 62,0-2 1,6-5 0,0-1 0,-3 2-98,-1 2 0,6 8 0,2 0 0,2-2-129,-1-2 1,7 6-1,7 3 1,2 5-47,4 2 0,2 1 1,2 2-1,2 5-58,4 1 1,-5 2 0,7 6 0,-2 0-768,0 0 1,3 0 1356,-9 0 0,4 0 0,-12 0 0</inkml:trace>
  <inkml:trace contextRef="#ctx0" brushRef="#br0" timeOffset="1">524 647 12329,'8'10'541,"4"-4"1,3-5 0,5-1-1,3 0-224,6 0 1,4 0 0,2 0 0,0-1-57,0-5 0,-2 2 1,-2-8-1,-4-1-228,-2-3 0,-1 4 1,-7 1-1,-1-3-385,-5-1 1,-3-3 0,-8 1-1,-2 1-232,-4 5 0,-5-3 1,-13 8-1,-5 2-42,-4 2 1,-4 2-1,-1 0 1,-3 4 386,2 8 0,8 0 0,4 13 0,0 0 626,0 4 0,11 4 0,0 2 1,7 0 30,5 0 0,4-6 1,8-2-1,11-2-214,14-3 1,4-5 0,9-5-1,3-6-649,1-4 1,3-2-1,-1 0 1,1-2-1124,-1-4 0,-5-10 1568,-1-7 0,1-8 0,5 4 0</inkml:trace>
  <inkml:trace contextRef="#ctx0" brushRef="#br0" timeOffset="2">1607 612 8140,'0'-12'1526,"0"1"0,0 5 1,0-6-1255,0-1 1,0 3 0,-2 0 0,-4 3-231,-5 3 1,-1-4-1,-3 2 1,-5 2-108,1 2 1,-1 2-1,1 0 1,-2 2-77,-3 4 1,-5 10-1,6 9 1,2 2 121,1 4 0,5 2 0,3 2 0,6 0-2,4 0 1,4-6 0,4-2 0,8-4-81,7-7 0,6-6 0,10-10 0,2-2-48,2-4 0,-1-10 0,-5-9 1,0-2 44,0-4 1,-2-2 0,-2-4 0,-4-2 201,-1-2 0,-3-7 0,-6 1 0,1-5 38,-1-6 1,1 3-1,-3-3 1,-3 6-59,-6 5 1,2 6-1,-3 12 1,-1 6-137,-2 4 0,-4 11 47,-4 8 1,3 10 0,-9 13-1,-2 6 85,-1 4 0,-3 10 0,1 3 0,-1 7 303,1 5 1,1-4-1,3 4 1,3-3-296,2-3 1,3 2 0,5 1-1,0-1-354,0-3 1,13-16 0,5-2 0,3-6-648,4-6 0,-4-9 1,9-7-1,1-5-730,2-5 0,-4-7 1649,0-11 0,-8-4 0,4-8 0</inkml:trace>
  <inkml:trace contextRef="#ctx0" brushRef="#br0" timeOffset="3">2376 507 8176,'0'-17'1473,"0"-1"-830,0 1 0,0 5-297,0 1-435,0 7 1,-8 10-1,-4 11 426,-3 2 1,-3 9 0,3 1-1,1 4 158,3 2 1,5 0-1,-4-1 1,2 1-94,4 0 1,4-2-1,6-2 1,8-5-256,7-7 0,6 0 0,8-13 0,0-2-276,0-2 0,0-10 0,0-5 0,0-9-232,0-7 0,-8-4 0,-4-4 1,-3-1 78,-3-3 1,-7 0 0,-4 6 0,-4 2-137,-2 4 0,0-2 0,-2 10 0,-2 3-6,-2 5 0,-8 9 1,5 0-268,-1 8 0,0 5 1,6 11-1,-1 1 691,1 2 0,4 3 0,5-3 0,5-4 0,8 7 0</inkml:trace>
  <inkml:trace contextRef="#ctx0" brushRef="#br0" timeOffset="4">3249 525 12375,'0'-12'939,"0"0"0,-2 9-1006,-4-3 1,-4 4 0,-7 2 0,-2 0 83,-5 0 0,3 8 0,-6 5 0,0 7 204,-1 3 0,7 10 0,-2 0 0,5 6-84,7-1 0,3 5 0,8-2 0,2-4-243,4-6 0,9-2 0,10-12 0,3-7-211,3-6 1,7-4 0,3-2 0,0-6-225,2-9 0,-6-6 0,5-9 0,-1 1 250,0-5 0,-1 6 0,-7-4 0,-1 1 217,-3 0 1,0-2 0,4 2 0,-4 2-7,-6 1 0,-3 3 0,-3-4 0,0 2 55,1-2 1,-1-2 0,-1-2 0,-3 0 56,-1 0 0,-8-2 0,2 1 1,-4-1 139,-2 4 1,0 9-1,0 1 1,0 4 127,0 1 1,-8 9-1,-4 3-102,-3 4 0,3 10 0,1 5 0,-3 9 2,-2 7 1,-1 4 0,1 2-1,3 1 212,1 5 0,3 4 0,-3 9 0,4 2 24,0 3 1,6 1 0,-3-2 0,3 4-266,2 0 0,2-2 0,1-7 0,5-1-460,2 1 0,4-15 0,7-7 1,2-7-378,-2-9 0,-1-9 1,-3-2-1,1-8-376,-1-8 0,-7-9 0,-2-4 0,-2-2 1042,-1-4 0,-7-10 0,-7-4 0</inkml:trace>
  <inkml:trace contextRef="#ctx0" brushRef="#br0" timeOffset="5">3511 455 8176,'12'-12'3249,"-1"3"-2556,3 1 1,1 0 0,3 4 0,1-4-495,4-1 1,-1 3-1,7-6 1,4 1-1000,6 1 1,-2-4-1,5 7 1,-1-1 799,0 0 0,7-6 0,-3 5 0</inkml:trace>
  <inkml:trace contextRef="#ctx0" brushRef="#br0" timeOffset="6">4349 507 8053,'0'-17'1339,"-2"7"1,-2 6 0,-3 8-1099,-3 8 0,6 9 1,-2 4-1,4 1-274,2-1 1,0 4 0,0-6-1,0-1-509,0-3 1,0-2-1,0 1-2795,0-1 3337,0-7 0,8-2 0,2-8 0</inkml:trace>
  <inkml:trace contextRef="#ctx0" brushRef="#br0" timeOffset="7">4471 210 7980,'0'-17'0,"-2"1"0,-1 3 3754,-3 1-4591,0 8 0,8-2-2549,4 12 3386,-4-4 0,13 14 0,-5-7 0</inkml:trace>
  <inkml:trace contextRef="#ctx0" brushRef="#br0" timeOffset="8">5118 577 7996,'5'-17'6,"1"-1"197,-2 1 1,-2 5-1,-4 2 403,-4 3 0,-3-5 0,-9 6 0,1 2-282,-1 2 1,-5 2-1,-2 2 1,-1 4-183,1 6 0,0 3 1,4 5-1,-3 1 165,3 2 0,2 8 1,1-2-1,3 6-18,3 6 1,-2-2 0,9 6 0,1-5-329,2-7 0,11 0 0,7-7 0,7-3-185,4-4 1,3-5 0,6-14-1,3-4-385,2-8 0,6-7 0,-7-16 1,-1-2 215,-2-4 1,-10 3 0,-4-9 0,-5 0 362,-6 3 1,-5-5 0,-11 9 0,-7 3 139,-13 6 0,-14 5 0,-9 11 0,-3 3 97,-3 6 0,1 14 0,-2 10 0,-1 9-128,3 6 0,5 9 1,18 3-1,6 2-635,3-1 1,11-1-1,5 1 1,8-7 94,7-8 1,15-7-1,7-11 1,5-3 460,1-2 0,6-10 0,-1-8 0</inkml:trace>
  <inkml:trace contextRef="#ctx0" brushRef="#br0" timeOffset="9">5572 490 11174,'-2'-8'1983,"-4"10"-1666,-6 14 0,3 3 0,-3 10 0,0 2-256,3 2 1,1 2 0,8 0 0,0 0 6,0 0 0,0-8 0,0-4 1,2-3-181,4-3 0,3-7 0,9-4 0,1-4-199,4-2 0,-1-2 0,7-6 1,0-8 53,-2-5 1,6-8 0,-6 4-1,2-1 48,1 1 1,-9-4 0,2 6-1,-3 1 200,-3 3 1,-7 7 0,-3 3 82,1 1 1,-8 2-1,2 8 1,-8 6 126,-3 9 1,-1 3 0,-2 7 0,6 0-273,5 0 1,2-3 0,7 3 0,10-2-479,9-4 0,21-3 0,11-7 549,7-5 0,19-4 0,4-2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2T13:31:06.559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3756 373 8180,'-6'-18'1007,"0"1"0,-2 7-651,2 4 0,4 12 1,-5 8-1,1 9-16,0 12 1,0 4 0,4 11-1,-2 5-265,-2-1 0,1 6 0,5-4 1,0-5-131,0-8 0,0-7 0,0-3 0,0-3-1288,0-7 503,0-12 0,5-11 1,1-11 839,-2-5 0,-2-9 0,-2-2 0</inkml:trace>
  <inkml:trace contextRef="#ctx0" brushRef="#br0" timeOffset="1">3459 321 8405,'0'-18'635,"0"1"1,0 5 0,0 0-42,0-1 1,7-1 0,5 1 0,5 1-402,7-2 0,5-1 0,14-3 0,7 3-86,6 3 1,10 4-1,-4 8 1,2 2-66,0 4 0,-7 6 0,-1 11 0,-9 8-193,-13 8 0,-8 11 0,-15 12 1,-5 4 56,-4 6 1,-17 2 0,-9-4 0,-9 2 93,-7 3 0,-5-5 1,-7 0-1,-1-10 157,1-5 0,-1-3 1,-1 0-1,0-1-60,1-5 1,-3-11 0,11-11-1,3-5-299,7-2 1,8-7 0,11-6 0,3-8-351,1-8 0,8-5 1,-2-6 551,4-6 0,10-4 0,2-2 0</inkml:trace>
  <inkml:trace contextRef="#ctx0" brushRef="#br0" timeOffset="2">4559 635 8153,'-12'0'970,"1"0"1,1 2-1,-4 4 1,5 7-471,1 9 1,-4 5 0,4 8 0,1 2-361,-1 3 1,2-1-1,4 6 1,-2-5-405,-2-7 0,1 0 1,5-9-1,2-5-811,3-5 0,5-7 0,8-10 1075,-1-9 0,0-7 0,1-16 0</inkml:trace>
  <inkml:trace contextRef="#ctx0" brushRef="#br0" timeOffset="3">4559 268 8913,'-8'-17'2348,"6"-1"-2237,-4 1 0,6 7-111,6 4 0,12-4 0,9 1 0</inkml:trace>
  <inkml:trace contextRef="#ctx0" brushRef="#br0" timeOffset="4">4943 705 8533,'0'-18'2604,"0"7"-1976,0-1 1,0 10 0,0 2-189,0 10 1,0 5 0,0 7 0,0 5-351,0 8 1,0 4-1,0-5 1,0 1-157,0 0 1,0-6 0,0-1 0,2-3-185,4-4 0,-2-9 0,7-8-6,3-8 1,1-8 0,1-9 0,-2-4 11,-3-3 0,1-3 1,5-7-1,1-3-27,-1 2 0,7 2 0,-1 4 1,-2 2 96,-1 2 0,3 2 1,0 0-1,-2 7 234,-1 7 1,-3 9-1,-1 0 151,-4 8 0,-5 13 0,-7 12 1,0 6 220,0 6 0,0 2 0,0 5 0,-2-3-74,-3-2 1,1-3 0,-6-7-1,2-4-108,4-5 0,2-5-235,2-1 0,2-11 0,4-7 0,6-11-263,3-11 1,9-5 0,-1-10 0,0-2 25,2-1 0,-3-1 1,5 6-1,0 0 28,0 0 1,-5-4-1,1 3 1,-4 4-156,-1 5 0,-3 10 0,-1 5 105,-3-1 1,-7 7 0,2 6 241,-4 9 0,-2 9 0,0 3 0,0 5 403,0 1 1,0 2 0,0 8-1,0 1-141,0 3 1,0-6 0,0-6 0,0 0-445,0-1 1,2 1 0,2-10 0,4-5-485,1-5 1,5-3-1,7-8-1488,3-4 2156,-1-3 0,2-17 0,2-1 0</inkml:trace>
  <inkml:trace contextRef="#ctx0" brushRef="#br0" timeOffset="5">6061 792 8054,'0'-12'1067,"0"1"-818,0-3 0,8 6 0,3 1 0,5 1 116,1 0 0,3-2 0,3 4 0,4-1-391,0 1 1,6-4-1,-6 0 1,2-2-191,1-3 1,-11 3 0,0-1-1,-7-3-141,-4-2 0,-2-1 0,-8-1 249,-4 1 1,-10 1 0,-9 5 0,-2 5 273,-4 4 0,0 2 1,0 0-1,2 4 11,-2 8 1,3-1-1,1 14 1,4 1 106,7 3 0,7 4 1,9 4-1,0 1-50,0 3 1,4 0 0,5-8-1,11-2-182,5-2 0,6-9 1,8-1-1,4-7-232,1-5 1,-3-1-1,4-8 1,-3-4-281,-3-5 1,-4-7 0,-6-3 0,-6-4-1532,-3-2 1991,-3-3 0,1-4 0,-1-1 0</inkml:trace>
  <inkml:trace contextRef="#ctx0" brushRef="#br0" timeOffset="6">6794 530 8270,'0'-17'1671,"0"-1"-234,0 1 1,-2 7-1323,-3 4 0,3 6 0,-6 8 0,2 9-105,0 11 1,-5 5 0,5 3 0,0 3-21,-2 2 0,6 6 1,-4-7-1,4-1-74,2-2 0,0-4 0,0-4 1,2-6 31,4-3 0,6-11 0,9-3 0,4-6-14,3-6 1,-5-5 0,4-12-1,0-7-80,0-3 0,-3-3 0,3-1 0,-2 0 16,-4 4 1,-1 2 0,-5-2 0,-1 2-275,-2 2 1,-9 7 0,3-1-387,-4 4 751,-2 9 1,0 10-1,-2 12 1,-2 5 415,-1 6 1,-1 3-1,6 5 1,0-2 23,0 2 0,0 2 1,0 0-1,2-2-194,3-2 1,5-8 0,8 2-1,-1-3-507,1-3 1,1-7 0,2-4 0,5-6-513,1-6 0,2-4 1,6-9 811,0-4 0,0-4 0,0-8 0</inkml:trace>
  <inkml:trace contextRef="#ctx0" brushRef="#br0" timeOffset="7">8017 443 8118,'0'-18'183,"-2"1"0,-2-1 472,-2 1 1,-7 1 0,1 5 0,-4 5-437,-1 4 1,-1-4-1,1 0 1,0 2-228,-1 3 0,-5 6 1,-2 3-1,-1 2-97,1 3 0,2 3 0,5 1 0,1 1 103,-1-1 0,9 1 1,3-1-1,4 1 180,2-1 1,0-5 0,0-1 0,0 3 49,0 2 1,10-5-1,5 1 1,7-1-192,-1-1 0,0 6 0,1-7 1,1 3-308,-2 0 0,-1-1 1,-3 7 105,1-1 0,-9 1 1,-3 1-1,-4 2 93,-2 3 1,-8-1 0,-3-5 0,-7-1-47,-5 0 0,1-1 0,-5-2 0,0-5-204,0-1 1,6-2-1,-3-8 1,5-2-1354,1-2 1674,1-7 0,0-5 0,-1-9 0</inkml:trace>
  <inkml:trace contextRef="#ctx0" brushRef="#br0" timeOffset="8">8384 478 8101,'-10'0'1308,"-6"0"0,9 13 0,-5 7 0,4 3-1193,0 2 1,4 6 0,-5-2 0,1 4-492,4 2 0,2-2 1,2-4-1,0-5-2047,0-5 2423,0-1 0,8-1 0,2 0 0</inkml:trace>
  <inkml:trace contextRef="#ctx0" brushRef="#br0" timeOffset="9">8506 111 8101,'-10'-2'745,"2"-2"1730,1-2 1,5-1-1567,-4 1-909,4 4 0,2-6 0</inkml:trace>
  <inkml:trace contextRef="#ctx0" brushRef="#br0" timeOffset="10">1537 581 8323,'0'-17'-70,"0"0"1,1 1 0,3 2-178,2 3 1,2-1 0,-4-5-1,2-1 606,-2 1 0,-1 5 0,1 0 0,4-1 180,2-3 0,-6-1 1,3 1 270,1 5 0,-4-5 551,8 5-952,-8 3 0,3 8 0,-7 11 0,0 5 102,0 1 0,0 9 0,0 3 0,0 4-388,0 2 1,-5-2 0,-1-2 0,2-2-61,2 2 0,2-6 1,2-2-1,2-3-229,2-3 0,13-5 0,0-2 0,7-3-214,5-3 0,2-2 0,2-4 1,1-4-73,5-5 0,-4 1 1,2 0-1,-6 1-216,-4-1 1,-8 4 0,3-4 0,-5 3 667,-2 3 0,1-14 0,-1-1 0</inkml:trace>
  <inkml:trace contextRef="#ctx0" brushRef="#br0" timeOffset="11">2026 250 8209,'0'-18'1636,"0"7"-557,0-1 0,0 10-707,0 2 1,0 10 0,0 13 0,-2 8-72,-4 8 0,2 7 0,-6 15 0,0 6-240,1 7 1,3 4-1,-4-4 1,1 1-490,-1-1 0,6-4 0,-2-8 0,4-12-2596,2-13 3024,0-10 0,8-9 0,2-1 0</inkml:trace>
  <inkml:trace contextRef="#ctx0" brushRef="#br0" timeOffset="12">35 599 8107,'-12'0'1523,"0"0"269,8 0-779,-3 0 0,9-8-541,3-3 0,5-3 0,6 0 1,-3 3-227,-1-3 1,0 4 0,5-1 0,2-3-275,5-1 1,-5-1 0,6 3 0,-1 1-236,-1-2 0,8 7 0,-2 1 0,2 4-154,-2 2 1,2 4 0,-7 5-1,-5 9 355,-5 1 0,-7 8 0,-7 3 0,-2 4 232,-3 7 1,-7 4 0,-11 5 0,-7-1 85,-2-3 0,-3-1 0,0 4 0,-2-5-15,-4-1 1,10-2 0,-2-6 0,6-2 23,5-4 0,3-4-270,2-8 1,9-7 0,8-4 0,11-4-44,11-2 0,-1 0 0,8 0 0,4-2-36,6-4 0,0-2 1,4-5-1,-3 3-104,-1 2 0,-12 0 1,8 5-1,-2-3-278,0 2 1,0 2 0,-4 2-1,-5 0 466,-5 0 0,-2 8 0,1 1 0</inkml:trace>
  <inkml:trace contextRef="#ctx0" brushRef="#br0" timeOffset="13">960 1088 6864,'0'-10'1695,"0"2"-1695,0 8 0,0-7 0,0-3 0</inkml:trace>
  <inkml:trace contextRef="#ctx0" brushRef="#br0" timeOffset="14">9100 670 8250,'0'-18'315,"5"7"422,1-1 1,2 0-228,-2-5 1,-4-1-1,4 1-247,-5 0 0,-1 5 1,-1 0-106,-5-1 0,-4 5 0,-7 2 1,-3 4-269,-3 2 0,-4 8 0,-8 4 0,0 3-117,0 3 0,2 5 0,2 2 0,4 2 94,1 4 0,3 2 0,8 2 0,3-2 152,6-4 0,4 2 0,6-7 0,6-3 97,7-2 1,10-3 0,-1-4-1,1-7 84,4-3 1,0-2-1,0-2 1,-4-5-144,-2-11 1,5 1 0,-7-9 0,-4 1-101,-5-4 0,-1-2 0,-7 0 0,-2 2-217,-2-2 1,-4 6-1,-4-1 1,-7 5-287,-9 4 1,1-3-1,-8 14 1,0 2-1642,2 3 2187,-6 8 0,5 11 0,-6 9 0</inkml:trace>
  <inkml:trace contextRef="#ctx0" brushRef="#br0" timeOffset="15">9466 513 11374,'0'17'469,"0"1"1,-2 1-1,-2 4-315,-1 6 1,-7 6 0,6 4 0,0 2-339,-1-2 1,5-4 0,-2-6 0,8-6-12,7-4 0,5-9 1,3-4-1,5-8-46,5-10 0,9-3 0,3-18 1,-2-4 169,-2 0 1,-2 0 0,-2 2-1,-4 0 224,-6 0 0,-3 2 0,-5 4 1,-3 6 254,-6 4 1,1 7-320,-1 0 0,-6 10 0,-8 2 0,1 12-204,-1 9 1,-4 7 0,4 6 0,1 3-67,-1 4 0,2-4 0,8 6 1,2-3-120,2 1 1,13-2-1,1-8 1,5-4-100,6-2 1,2-9 0,4-10 0,2-4-207,1-2 0,7-8 605,-6-4 0,7-11 0,-3-4 0</inkml:trace>
  <inkml:trace contextRef="#ctx0" brushRef="#br0" timeOffset="16">10759 635 8170,'0'-18'185,"0"1"292,0-1 0,0 1 0,0 0 628,0-1 0,5 6-1060,1 1 1,-2 5 0,-10-4-154,-5 3 0,-5 1 1,-3 6-1,-3 0 6,-1 0 0,-8 0 0,2 2 0,-2 3 148,2 7 1,-4 9-1,4 5 1,-2-1 109,2 0 0,3 6 0,9-2 1,-1 4-21,1 2 1,7 0 0,4 0 0,5-2-141,1-4 1,7-4 0,7-9 0,7-4-169,8-7 1,4-3 0,2-4 0,0-5-28,0-11 0,0 1 1,-2-9-1,-4 3 142,-6 0 0,-3-6 1,-3 5-1,-1 3 142,-5 2 1,-1 1 0,-6 1 46,2-1 1,-2 9-1,-10 3 1,-4 6-114,1 6 0,-7 5 1,6 13-1,1 3-242,3 0 0,4 6 1,2-6-1,0 2-58,0 0 0,8-7 0,5 1 0,7-4-174,3-1 0,8-9 0,0-3 1,6-4 454,4-2 0,-1-8 0,-5-1 0</inkml:trace>
  <inkml:trace contextRef="#ctx0" brushRef="#br0" timeOffset="17">11230 757 8579,'18'-2'608,"-1"-4"1,3-1 0,3-9 0,6 1-437,4-5 1,10-9 0,3-2 0,5-6-244,1-4 1,-7-7 0,-5 1 0,-3-3-9,-2-3 0,-8 1 0,-5 0 1,-9 1 33,-7 5 1,-4 5-1,-4 10 1,-4 6 186,-5 5 0,-5 7 0,-3 13 0,-5 2-97,-5 3 0,2 13 1,-2 13-1,0 8 56,2 7 0,0 1 0,5 3 0,-1 5 34,2-1 1,7 8-1,4 0 1,3 2-38,3 0 1,4-2-1,6 0 1,7-9-159,8-11 0,7-7 0,7-7 0,-1-11-23,1-9 0,0-6 0,0-4 0,0-6-187,0-9 0,0-9 0,0-9 0,-2 1-53,-4-1 1,4 0-1,-4 0 1,2 0 145,-2 0 0,2 2 0,-7 2 0,-3 6 156,-2 5 1,-1-5 0,-1 13 0,1 5 28,-1 3 1,-5 4 159,0 0 0,-3 7 1,3 5-1,-6 4 287,-4 1 1,-2 6 0,0 3 0,2 1-34,3 4 1,-3-4 0,4 0 0,-2 0-251,2 0 1,-4-5-1,6-1 1,-3-5-815,1-5 0,8-1-472,-3 2 0,5-5-470,1-7 1,-5 0 1583,0 0 0,-8 8 0,3 2 0</inkml:trace>
  <inkml:trace contextRef="#ctx0" brushRef="#br0" timeOffset="18">12383 146 7983,'-10'-18'2,"0"1"0,7-1 952,-3 1 0,0 5 666,6 1-1632,0 7 1,0-2-208,0 12 0,2 2 0,2 5 219,2-1 0,-1-1 0,-5 7 0</inkml:trace>
  <inkml:trace contextRef="#ctx0" brushRef="#br0" timeOffset="19">12732 59 8009,'0'-18'347,"0"1"456,0-1 1,0 12-193,0 12 0,0 6 0,0 17 0,0 4-297,0 6 1,0 7-1,0 12 1,0 7-129,0 2 1,0 5 0,0 2 0,0 2-31,0-3 1,0-3-1,0-8 1,0-9-330,0-11 1,6-7-1,2-7-577,1-11 0,-3-7 1,4-12-303,-2-4 0,-2-6 0,-6-9 1052,0-2 0,-8-8 0,-2 3 0</inkml:trace>
  <inkml:trace contextRef="#ctx0" brushRef="#br0" timeOffset="20">12488 513 11235,'17'0'880,"1"0"0,-1 0-1053,0 0 1,3 0 0,3 0 0,6 0-686,4 0 1,2-6 857,0 0 0,8-8 0,1 5 0</inkml:trace>
  <inkml:trace contextRef="#ctx0" brushRef="#br0" timeOffset="21">13274 600 8780,'0'-18'2148,"0"1"-1702,0 0 0,0 9 1,0 8-264,0 9 0,0 9 0,0 3 1,0 5-139,0 1 1,0 0 0,0 4 0,0-4-51,0-2 0,5-1 1,3-7-1,2 1-34,3-1 0,3-7 1,1-5-1,3-3-145,3-2 0,-2-2 0,7-5 0,-3-9-5,-4-5 0,-1-4 1,-3 3-1,0-1 16,1 2 0,-6-5 0,-3 3 0,-1 2-175,-4 1 1,0 3 166,2-1 1,-4 11 0,3 9 417,-3 13 1,-2 10 0,0 12 0,2 6 223,4 9 1,-2 10 0,8 14 0,1 8 58,3 7 1,-10-41 0,-1 3 0,1 3 0,-2 0-1,0 0 1,0 1-185,-1-1 1,-2 0 0,-3 2 0,-2-1 0,-2-4 0,-2-1 0,-13 45 0,-8-6 1,-6-12 0,-4-5 0,-4-10-454,-1-12 1,5-17 0,-2-17-1,6-12-197,6-10 1,-2-16-1,8-15 1,2-11-587,1-10 0,10-1 0,5-9 0,7-3-184,9-5 1,12-2 0,22 4 0,11-3 467,-24 34 1,2 0 0,6-2 0,2 1 303,6-2 0,3 0 0,3 1 0,2-1 0,2 0 1,-1 1-1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D00E1-4438-2441-8930-5C08DCB2F35D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096E1A-48C0-8240-8C96-1AE841BF2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43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Interpretability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96E1A-48C0-8240-8C96-1AE841BF2D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03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96E1A-48C0-8240-8C96-1AE841BF2D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20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CA" dirty="0">
                <a:solidFill>
                  <a:srgbClr val="C7C7C7"/>
                </a:solidFill>
                <a:effectLst/>
              </a:rPr>
              <a:t>PCA is a versatile </a:t>
            </a:r>
            <a:r>
              <a:rPr lang="en-CA" b="1" dirty="0">
                <a:solidFill>
                  <a:srgbClr val="C7C7C7"/>
                </a:solidFill>
                <a:effectLst/>
              </a:rPr>
              <a:t>linear statistical method</a:t>
            </a:r>
            <a:r>
              <a:rPr lang="en-CA" dirty="0">
                <a:solidFill>
                  <a:srgbClr val="C7C7C7"/>
                </a:solidFill>
                <a:effectLst/>
              </a:rPr>
              <a:t> used to reduce a complex data table to its essential features, known as </a:t>
            </a:r>
            <a:r>
              <a:rPr lang="en-CA" b="1" dirty="0">
                <a:solidFill>
                  <a:srgbClr val="C7C7C7"/>
                </a:solidFill>
                <a:effectLst/>
              </a:rPr>
              <a:t>principal components</a:t>
            </a:r>
            <a:r>
              <a:rPr lang="en-CA" dirty="0">
                <a:solidFill>
                  <a:srgbClr val="C7C7C7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 i="0" dirty="0">
                <a:solidFill>
                  <a:srgbClr val="C7C7C7"/>
                </a:solidFill>
                <a:effectLst/>
                <a:latin typeface="Google Sans Text"/>
              </a:rPr>
              <a:t>Mechanism:</a:t>
            </a:r>
            <a:r>
              <a:rPr lang="en-CA" b="0" i="0" dirty="0">
                <a:solidFill>
                  <a:srgbClr val="C7C7C7"/>
                </a:solidFill>
                <a:effectLst/>
                <a:latin typeface="Google Sans Text"/>
              </a:rPr>
              <a:t> It identifies a small number of linear combinations of the original variables that </a:t>
            </a:r>
            <a:r>
              <a:rPr lang="en-CA" b="1" i="0" dirty="0">
                <a:solidFill>
                  <a:srgbClr val="C7C7C7"/>
                </a:solidFill>
                <a:effectLst/>
                <a:latin typeface="Google Sans Text"/>
              </a:rPr>
              <a:t>maximally explain the total variance</a:t>
            </a:r>
            <a:r>
              <a:rPr lang="en-CA" b="0" i="0" dirty="0">
                <a:solidFill>
                  <a:srgbClr val="C7C7C7"/>
                </a:solidFill>
                <a:effectLst/>
                <a:latin typeface="Google Sans Text"/>
              </a:rPr>
              <a:t> in the data. The first principal component (PC1) accounts for the greatest variation, with subsequent components (PC2, PC3, etc.) explaining the remaining residual variance while remaining uncorrelated with previous components.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 i="0" dirty="0">
                <a:solidFill>
                  <a:srgbClr val="C7C7C7"/>
                </a:solidFill>
                <a:effectLst/>
                <a:latin typeface="Google Sans Text"/>
              </a:rPr>
              <a:t>Computation:</a:t>
            </a:r>
            <a:r>
              <a:rPr lang="en-CA" b="0" i="0" dirty="0">
                <a:solidFill>
                  <a:srgbClr val="C7C7C7"/>
                </a:solidFill>
                <a:effectLst/>
                <a:latin typeface="Google Sans Text"/>
              </a:rPr>
              <a:t> The process typically involves an </a:t>
            </a:r>
            <a:r>
              <a:rPr lang="en-CA" b="1" i="0" dirty="0">
                <a:solidFill>
                  <a:srgbClr val="C7C7C7"/>
                </a:solidFill>
                <a:effectLst/>
                <a:latin typeface="Google Sans Text"/>
              </a:rPr>
              <a:t>eigenvalue decomposition (EVD)</a:t>
            </a:r>
            <a:r>
              <a:rPr lang="en-CA" b="0" i="0" dirty="0">
                <a:solidFill>
                  <a:srgbClr val="C7C7C7"/>
                </a:solidFill>
                <a:effectLst/>
                <a:latin typeface="Google Sans Text"/>
              </a:rPr>
              <a:t> of the covariance matrix or a </a:t>
            </a:r>
            <a:r>
              <a:rPr lang="en-CA" b="1" i="0" dirty="0">
                <a:solidFill>
                  <a:srgbClr val="C7C7C7"/>
                </a:solidFill>
                <a:effectLst/>
                <a:latin typeface="Google Sans Text"/>
              </a:rPr>
              <a:t>singular value decomposition (SVD)</a:t>
            </a:r>
            <a:r>
              <a:rPr lang="en-CA" b="0" i="0" dirty="0">
                <a:solidFill>
                  <a:srgbClr val="C7C7C7"/>
                </a:solidFill>
                <a:effectLst/>
                <a:latin typeface="Google Sans Text"/>
              </a:rPr>
              <a:t> of the data matrix.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 i="0" dirty="0">
                <a:solidFill>
                  <a:srgbClr val="C7C7C7"/>
                </a:solidFill>
                <a:effectLst/>
                <a:latin typeface="Google Sans Text"/>
              </a:rPr>
              <a:t>Applications:</a:t>
            </a:r>
            <a:r>
              <a:rPr lang="en-CA" b="0" i="0" dirty="0">
                <a:solidFill>
                  <a:srgbClr val="C7C7C7"/>
                </a:solidFill>
                <a:effectLst/>
                <a:latin typeface="Google Sans Text"/>
              </a:rPr>
              <a:t> It is often used for data visualization through </a:t>
            </a:r>
            <a:r>
              <a:rPr lang="en-CA" b="1" i="0" dirty="0">
                <a:solidFill>
                  <a:srgbClr val="C7C7C7"/>
                </a:solidFill>
                <a:effectLst/>
                <a:latin typeface="Google Sans Text"/>
              </a:rPr>
              <a:t>biplots</a:t>
            </a:r>
            <a:r>
              <a:rPr lang="en-CA" b="0" i="0" dirty="0">
                <a:solidFill>
                  <a:srgbClr val="C7C7C7"/>
                </a:solidFill>
                <a:effectLst/>
                <a:latin typeface="Google Sans Text"/>
              </a:rPr>
              <a:t>, which map both the cases (subjects) and the original variables to interpret relationships and correlations.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 i="0" dirty="0">
                <a:solidFill>
                  <a:srgbClr val="C7C7C7"/>
                </a:solidFill>
                <a:effectLst/>
                <a:latin typeface="Google Sans Text"/>
              </a:rPr>
              <a:t>Limitations:</a:t>
            </a:r>
            <a:r>
              <a:rPr lang="en-CA" b="0" i="0" dirty="0">
                <a:solidFill>
                  <a:srgbClr val="C7C7C7"/>
                </a:solidFill>
                <a:effectLst/>
                <a:latin typeface="Google Sans Text"/>
              </a:rPr>
              <a:t> As a linear technique, PCA may fail to adequately capture the structure of </a:t>
            </a:r>
            <a:r>
              <a:rPr lang="en-CA" b="1" i="0" dirty="0">
                <a:solidFill>
                  <a:srgbClr val="C7C7C7"/>
                </a:solidFill>
                <a:effectLst/>
                <a:latin typeface="Google Sans Text"/>
              </a:rPr>
              <a:t>complex nonlinear manifolds</a:t>
            </a:r>
            <a:r>
              <a:rPr lang="en-CA" b="0" i="0" dirty="0">
                <a:solidFill>
                  <a:srgbClr val="C7C7C7"/>
                </a:solidFill>
                <a:effectLst/>
                <a:latin typeface="Google Sans Text"/>
              </a:rPr>
              <a:t>, such as the "Swiss roll" dataset.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96E1A-48C0-8240-8C96-1AE841BF2D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14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Informally, the algorithm places all points on the 2D plane, initially at random positions, and lets them interact as if they were physical particles. The interaction is governed by two laws: first, all points are repelled from each other; second, each point is attracted to its nearest neighbours (see Methods for a mathematical description). The most important parameter of t-SNE, called perplexity, controls the width of the Gaussian kernel used to compute similarities between points and effectively governs how many of its nearest neighbours each point is attracted to.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96E1A-48C0-8240-8C96-1AE841BF2DA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08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96E1A-48C0-8240-8C96-1AE841BF2DA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057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E9649-3D3F-7ECC-CF70-140AFA40D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5B5EC-0BE6-7551-2C7A-B46CADBDB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F8A1D-04BB-55F9-29DD-CF6C82DF3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8798-BD08-CB46-B780-655EFC477499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42220-19C3-B792-511A-F69D8D89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D7797-579A-3D3A-6B66-188C857D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EABD-888A-AC4F-A9CB-E46DEE780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04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8A38-55A4-DFBA-3EA6-05BAB8733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8AB7D-FA68-7D5B-91FF-9E0AAFB32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9DDA5-F5A7-248C-EDF5-136D0531E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8798-BD08-CB46-B780-655EFC477499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2A7EB-3D34-1FA8-D95A-4DDA43958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3A4A6-87D9-92A5-3EC3-DA093FB7A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EABD-888A-AC4F-A9CB-E46DEE780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21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07782-FD25-1D89-6226-04B5B5837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1EB58-BD93-A673-C61B-29D51C491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A4D8D-6441-2457-2A62-0A1E9980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8798-BD08-CB46-B780-655EFC477499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1C92D-D500-550E-80A2-B25E97C77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0F074-0B35-B5D0-1C33-07387C073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EABD-888A-AC4F-A9CB-E46DEE780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0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B696C-55C4-91F3-2B38-9B074B207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0C613-80AB-7C5F-B227-DE84E7536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BCB9B-B32C-E80E-BFEA-5F7050BE8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5F14E-29C9-29A2-F56F-A9AF5BCD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8798-BD08-CB46-B780-655EFC477499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A6708-D242-9FB4-57F4-EB47AB20F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10B76-E7F7-9E04-20AB-EB666AA63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EABD-888A-AC4F-A9CB-E46DEE780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23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3FAC8-6870-7987-382B-97DC44E7E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18CFB-1C9A-27DB-D675-9C7F095C9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51277-43F9-749E-63A2-39FAFB708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07DEA-7437-B658-EC2E-B23910F7E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71D7AF-A48B-0ED4-B7BE-C36473358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D20966-7B07-55BD-7144-3741E8DF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8798-BD08-CB46-B780-655EFC477499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8328DC-FDAB-5513-7B22-D1CBDEDED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969B3A-4C29-4D75-C20C-C9D4FD259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EABD-888A-AC4F-A9CB-E46DEE780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78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28860-8AEB-703A-CFBB-F7607234D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C75C76-3064-372B-4019-0BDDC6831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8798-BD08-CB46-B780-655EFC477499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02DAB-A533-9410-7591-F9E6C9017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A964E2-CDF7-E1CF-C204-E38F5E409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EABD-888A-AC4F-A9CB-E46DEE780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02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84D557-C887-E910-67BB-17F1ECA5A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8798-BD08-CB46-B780-655EFC477499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3D1B9-01BB-8964-08E4-468E5091A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3661D-9D28-A266-E991-67DD7DE0C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EABD-888A-AC4F-A9CB-E46DEE780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45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A4CB7-D52C-060B-4C03-8ABE1225A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2D00F-C669-6B62-4835-E7A39CA76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40228-E385-BFAA-A1DD-08AA7F68D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47B6F-27D5-21B1-A0C2-8581D1127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8798-BD08-CB46-B780-655EFC477499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B963C-DEB7-52AF-B20B-721F873F1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C03F7-E1AB-417F-59E1-154E1F768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EABD-888A-AC4F-A9CB-E46DEE780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54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437CD-7A51-A950-0B02-F4AA3244D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B0E6E8-0754-4E9A-49BF-05B660EEFD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3D367-D79B-36E0-797A-C5CB746A6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FDA16-31CC-87F7-15BA-5DA3C7164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8798-BD08-CB46-B780-655EFC477499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47405-BED8-21BD-2ECF-3ECD0F92F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C265B-6FDA-1DBA-8E74-E4675769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EABD-888A-AC4F-A9CB-E46DEE780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35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E8A3D-E334-3582-2DBC-E9A83DC1F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8F1DA6-DFC3-9DEC-1476-AF5815171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E6907-CB4E-4B54-018E-324D478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8798-BD08-CB46-B780-655EFC477499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CB0A6-E861-D436-6327-ED761D2E9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6D373-8E2D-416D-B089-7FC824E39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EABD-888A-AC4F-A9CB-E46DEE780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36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B4E906-CB81-DEF2-63C4-DCAECDFD80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B793E-C87B-83EC-0064-A357C9169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28003-0943-D855-4ACE-3C502DA93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8798-BD08-CB46-B780-655EFC477499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30088-6FBB-6802-7F4C-5C642A2F7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54F5A-A23E-1C68-A239-9DD89E514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EABD-888A-AC4F-A9CB-E46DEE780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50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1401E4-68CE-D328-731C-5BF73B2BE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1BBE5-DA18-2258-8E39-E84AF58EE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6C29C-FBFA-F077-D7DE-ED63A9BB74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08798-BD08-CB46-B780-655EFC477499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4EE73-6898-70AF-5C7A-B04A96C87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9AD1D-8BC6-342D-01C6-995E2AAFC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DEABD-888A-AC4F-A9CB-E46DEE780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81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8.png"/><Relationship Id="rId42" Type="http://schemas.openxmlformats.org/officeDocument/2006/relationships/customXml" Target="../ink/ink21.xml"/><Relationship Id="rId47" Type="http://schemas.openxmlformats.org/officeDocument/2006/relationships/image" Target="../media/image31.png"/><Relationship Id="rId63" Type="http://schemas.openxmlformats.org/officeDocument/2006/relationships/image" Target="../media/image39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52.png"/><Relationship Id="rId16" Type="http://schemas.openxmlformats.org/officeDocument/2006/relationships/customXml" Target="../ink/ink8.xml"/><Relationship Id="rId11" Type="http://schemas.openxmlformats.org/officeDocument/2006/relationships/image" Target="../media/image13.png"/><Relationship Id="rId32" Type="http://schemas.openxmlformats.org/officeDocument/2006/relationships/customXml" Target="../ink/ink16.xml"/><Relationship Id="rId37" Type="http://schemas.openxmlformats.org/officeDocument/2006/relationships/image" Target="../media/image26.png"/><Relationship Id="rId53" Type="http://schemas.openxmlformats.org/officeDocument/2006/relationships/image" Target="../media/image34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47.png"/><Relationship Id="rId102" Type="http://schemas.openxmlformats.org/officeDocument/2006/relationships/customXml" Target="../ink/ink51.xml"/><Relationship Id="rId5" Type="http://schemas.openxmlformats.org/officeDocument/2006/relationships/image" Target="../media/image10.png"/><Relationship Id="rId90" Type="http://schemas.openxmlformats.org/officeDocument/2006/relationships/customXml" Target="../ink/ink45.xml"/><Relationship Id="rId95" Type="http://schemas.openxmlformats.org/officeDocument/2006/relationships/image" Target="../media/image55.png"/><Relationship Id="rId22" Type="http://schemas.openxmlformats.org/officeDocument/2006/relationships/customXml" Target="../ink/ink11.xml"/><Relationship Id="rId27" Type="http://schemas.openxmlformats.org/officeDocument/2006/relationships/image" Target="../media/image21.png"/><Relationship Id="rId43" Type="http://schemas.openxmlformats.org/officeDocument/2006/relationships/image" Target="../media/image29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42.png"/><Relationship Id="rId80" Type="http://schemas.openxmlformats.org/officeDocument/2006/relationships/customXml" Target="../ink/ink40.xml"/><Relationship Id="rId85" Type="http://schemas.openxmlformats.org/officeDocument/2006/relationships/image" Target="../media/image50.png"/><Relationship Id="rId12" Type="http://schemas.openxmlformats.org/officeDocument/2006/relationships/customXml" Target="../ink/ink6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37.png"/><Relationship Id="rId67" Type="http://schemas.openxmlformats.org/officeDocument/2006/relationships/image" Target="../media/image41.png"/><Relationship Id="rId103" Type="http://schemas.openxmlformats.org/officeDocument/2006/relationships/image" Target="../media/image59.png"/><Relationship Id="rId20" Type="http://schemas.openxmlformats.org/officeDocument/2006/relationships/customXml" Target="../ink/ink10.xml"/><Relationship Id="rId41" Type="http://schemas.openxmlformats.org/officeDocument/2006/relationships/image" Target="../media/image28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45.png"/><Relationship Id="rId83" Type="http://schemas.openxmlformats.org/officeDocument/2006/relationships/image" Target="../media/image49.png"/><Relationship Id="rId88" Type="http://schemas.openxmlformats.org/officeDocument/2006/relationships/customXml" Target="../ink/ink44.xml"/><Relationship Id="rId91" Type="http://schemas.openxmlformats.org/officeDocument/2006/relationships/image" Target="../media/image53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32.png"/><Relationship Id="rId57" Type="http://schemas.openxmlformats.org/officeDocument/2006/relationships/image" Target="../media/image36.png"/><Relationship Id="rId10" Type="http://schemas.openxmlformats.org/officeDocument/2006/relationships/customXml" Target="../ink/ink5.xml"/><Relationship Id="rId31" Type="http://schemas.openxmlformats.org/officeDocument/2006/relationships/image" Target="../media/image23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40.png"/><Relationship Id="rId73" Type="http://schemas.openxmlformats.org/officeDocument/2006/relationships/image" Target="../media/image44.png"/><Relationship Id="rId78" Type="http://schemas.openxmlformats.org/officeDocument/2006/relationships/customXml" Target="../ink/ink39.xml"/><Relationship Id="rId81" Type="http://schemas.openxmlformats.org/officeDocument/2006/relationships/image" Target="../media/image48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57.png"/><Relationship Id="rId101" Type="http://schemas.openxmlformats.org/officeDocument/2006/relationships/image" Target="../media/image58.png"/><Relationship Id="rId4" Type="http://schemas.openxmlformats.org/officeDocument/2006/relationships/customXml" Target="../ink/ink2.xml"/><Relationship Id="rId9" Type="http://schemas.openxmlformats.org/officeDocument/2006/relationships/image" Target="../media/image12.png"/><Relationship Id="rId13" Type="http://schemas.openxmlformats.org/officeDocument/2006/relationships/image" Target="../media/image14.png"/><Relationship Id="rId18" Type="http://schemas.openxmlformats.org/officeDocument/2006/relationships/customXml" Target="../ink/ink9.xml"/><Relationship Id="rId39" Type="http://schemas.openxmlformats.org/officeDocument/2006/relationships/image" Target="../media/image27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35.png"/><Relationship Id="rId76" Type="http://schemas.openxmlformats.org/officeDocument/2006/relationships/customXml" Target="../ink/ink38.xml"/><Relationship Id="rId97" Type="http://schemas.openxmlformats.org/officeDocument/2006/relationships/image" Target="../media/image56.png"/><Relationship Id="rId7" Type="http://schemas.openxmlformats.org/officeDocument/2006/relationships/image" Target="../media/image11.png"/><Relationship Id="rId71" Type="http://schemas.openxmlformats.org/officeDocument/2006/relationships/image" Target="../media/image43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22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30.png"/><Relationship Id="rId66" Type="http://schemas.openxmlformats.org/officeDocument/2006/relationships/customXml" Target="../ink/ink33.xml"/><Relationship Id="rId87" Type="http://schemas.openxmlformats.org/officeDocument/2006/relationships/image" Target="../media/image51.png"/><Relationship Id="rId61" Type="http://schemas.openxmlformats.org/officeDocument/2006/relationships/image" Target="../media/image38.png"/><Relationship Id="rId82" Type="http://schemas.openxmlformats.org/officeDocument/2006/relationships/customXml" Target="../ink/ink41.xml"/><Relationship Id="rId19" Type="http://schemas.openxmlformats.org/officeDocument/2006/relationships/image" Target="../media/image17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25.png"/><Relationship Id="rId56" Type="http://schemas.openxmlformats.org/officeDocument/2006/relationships/customXml" Target="../ink/ink28.xml"/><Relationship Id="rId77" Type="http://schemas.openxmlformats.org/officeDocument/2006/relationships/image" Target="../media/image46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51" Type="http://schemas.openxmlformats.org/officeDocument/2006/relationships/image" Target="../media/image33.png"/><Relationship Id="rId72" Type="http://schemas.openxmlformats.org/officeDocument/2006/relationships/customXml" Target="../ink/ink36.xml"/><Relationship Id="rId93" Type="http://schemas.openxmlformats.org/officeDocument/2006/relationships/image" Target="../media/image54.png"/><Relationship Id="rId98" Type="http://schemas.openxmlformats.org/officeDocument/2006/relationships/customXml" Target="../ink/ink49.xml"/><Relationship Id="rId3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4.xml"/><Relationship Id="rId21" Type="http://schemas.openxmlformats.org/officeDocument/2006/relationships/image" Target="../media/image69.png"/><Relationship Id="rId42" Type="http://schemas.openxmlformats.org/officeDocument/2006/relationships/customXml" Target="../ink/ink72.xml"/><Relationship Id="rId47" Type="http://schemas.openxmlformats.org/officeDocument/2006/relationships/image" Target="../media/image82.png"/><Relationship Id="rId63" Type="http://schemas.openxmlformats.org/officeDocument/2006/relationships/image" Target="../media/image90.png"/><Relationship Id="rId68" Type="http://schemas.openxmlformats.org/officeDocument/2006/relationships/customXml" Target="../ink/ink85.xml"/><Relationship Id="rId84" Type="http://schemas.openxmlformats.org/officeDocument/2006/relationships/customXml" Target="../ink/ink93.xml"/><Relationship Id="rId89" Type="http://schemas.openxmlformats.org/officeDocument/2006/relationships/image" Target="../media/image103.png"/><Relationship Id="rId16" Type="http://schemas.openxmlformats.org/officeDocument/2006/relationships/customXml" Target="../ink/ink59.xml"/><Relationship Id="rId11" Type="http://schemas.openxmlformats.org/officeDocument/2006/relationships/image" Target="../media/image64.png"/><Relationship Id="rId32" Type="http://schemas.openxmlformats.org/officeDocument/2006/relationships/customXml" Target="../ink/ink67.xml"/><Relationship Id="rId37" Type="http://schemas.openxmlformats.org/officeDocument/2006/relationships/image" Target="../media/image77.png"/><Relationship Id="rId53" Type="http://schemas.openxmlformats.org/officeDocument/2006/relationships/image" Target="../media/image85.png"/><Relationship Id="rId58" Type="http://schemas.openxmlformats.org/officeDocument/2006/relationships/customXml" Target="../ink/ink80.xml"/><Relationship Id="rId74" Type="http://schemas.openxmlformats.org/officeDocument/2006/relationships/customXml" Target="../ink/ink88.xml"/><Relationship Id="rId79" Type="http://schemas.openxmlformats.org/officeDocument/2006/relationships/image" Target="../media/image98.png"/><Relationship Id="rId5" Type="http://schemas.openxmlformats.org/officeDocument/2006/relationships/image" Target="../media/image61.png"/><Relationship Id="rId90" Type="http://schemas.openxmlformats.org/officeDocument/2006/relationships/customXml" Target="../ink/ink96.xml"/><Relationship Id="rId95" Type="http://schemas.openxmlformats.org/officeDocument/2006/relationships/image" Target="../media/image106.png"/><Relationship Id="rId22" Type="http://schemas.openxmlformats.org/officeDocument/2006/relationships/customXml" Target="../ink/ink62.xml"/><Relationship Id="rId27" Type="http://schemas.openxmlformats.org/officeDocument/2006/relationships/image" Target="../media/image72.png"/><Relationship Id="rId43" Type="http://schemas.openxmlformats.org/officeDocument/2006/relationships/image" Target="../media/image80.png"/><Relationship Id="rId48" Type="http://schemas.openxmlformats.org/officeDocument/2006/relationships/customXml" Target="../ink/ink75.xml"/><Relationship Id="rId64" Type="http://schemas.openxmlformats.org/officeDocument/2006/relationships/customXml" Target="../ink/ink83.xml"/><Relationship Id="rId69" Type="http://schemas.openxmlformats.org/officeDocument/2006/relationships/image" Target="../media/image93.png"/><Relationship Id="rId80" Type="http://schemas.openxmlformats.org/officeDocument/2006/relationships/customXml" Target="../ink/ink91.xml"/><Relationship Id="rId85" Type="http://schemas.openxmlformats.org/officeDocument/2006/relationships/image" Target="../media/image101.png"/><Relationship Id="rId3" Type="http://schemas.openxmlformats.org/officeDocument/2006/relationships/image" Target="../media/image60.png"/><Relationship Id="rId12" Type="http://schemas.openxmlformats.org/officeDocument/2006/relationships/customXml" Target="../ink/ink57.xml"/><Relationship Id="rId17" Type="http://schemas.openxmlformats.org/officeDocument/2006/relationships/image" Target="../media/image67.png"/><Relationship Id="rId25" Type="http://schemas.openxmlformats.org/officeDocument/2006/relationships/image" Target="../media/image71.png"/><Relationship Id="rId33" Type="http://schemas.openxmlformats.org/officeDocument/2006/relationships/image" Target="../media/image75.png"/><Relationship Id="rId38" Type="http://schemas.openxmlformats.org/officeDocument/2006/relationships/customXml" Target="../ink/ink70.xml"/><Relationship Id="rId46" Type="http://schemas.openxmlformats.org/officeDocument/2006/relationships/customXml" Target="../ink/ink74.xml"/><Relationship Id="rId59" Type="http://schemas.openxmlformats.org/officeDocument/2006/relationships/image" Target="../media/image88.png"/><Relationship Id="rId67" Type="http://schemas.openxmlformats.org/officeDocument/2006/relationships/image" Target="../media/image92.png"/><Relationship Id="rId20" Type="http://schemas.openxmlformats.org/officeDocument/2006/relationships/customXml" Target="../ink/ink61.xml"/><Relationship Id="rId41" Type="http://schemas.openxmlformats.org/officeDocument/2006/relationships/image" Target="../media/image79.png"/><Relationship Id="rId54" Type="http://schemas.openxmlformats.org/officeDocument/2006/relationships/customXml" Target="../ink/ink78.xml"/><Relationship Id="rId62" Type="http://schemas.openxmlformats.org/officeDocument/2006/relationships/customXml" Target="../ink/ink82.xml"/><Relationship Id="rId70" Type="http://schemas.openxmlformats.org/officeDocument/2006/relationships/customXml" Target="../ink/ink86.xml"/><Relationship Id="rId75" Type="http://schemas.openxmlformats.org/officeDocument/2006/relationships/image" Target="../media/image96.png"/><Relationship Id="rId83" Type="http://schemas.openxmlformats.org/officeDocument/2006/relationships/image" Target="../media/image100.png"/><Relationship Id="rId88" Type="http://schemas.openxmlformats.org/officeDocument/2006/relationships/customXml" Target="../ink/ink95.xml"/><Relationship Id="rId91" Type="http://schemas.openxmlformats.org/officeDocument/2006/relationships/image" Target="../media/image104.png"/><Relationship Id="rId96" Type="http://schemas.openxmlformats.org/officeDocument/2006/relationships/customXml" Target="../ink/ink9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4.xml"/><Relationship Id="rId15" Type="http://schemas.openxmlformats.org/officeDocument/2006/relationships/image" Target="../media/image66.png"/><Relationship Id="rId23" Type="http://schemas.openxmlformats.org/officeDocument/2006/relationships/image" Target="../media/image70.png"/><Relationship Id="rId28" Type="http://schemas.openxmlformats.org/officeDocument/2006/relationships/customXml" Target="../ink/ink65.xml"/><Relationship Id="rId36" Type="http://schemas.openxmlformats.org/officeDocument/2006/relationships/customXml" Target="../ink/ink69.xml"/><Relationship Id="rId49" Type="http://schemas.openxmlformats.org/officeDocument/2006/relationships/image" Target="../media/image83.png"/><Relationship Id="rId57" Type="http://schemas.openxmlformats.org/officeDocument/2006/relationships/image" Target="../media/image87.png"/><Relationship Id="rId10" Type="http://schemas.openxmlformats.org/officeDocument/2006/relationships/customXml" Target="../ink/ink56.xml"/><Relationship Id="rId31" Type="http://schemas.openxmlformats.org/officeDocument/2006/relationships/image" Target="../media/image74.png"/><Relationship Id="rId44" Type="http://schemas.openxmlformats.org/officeDocument/2006/relationships/customXml" Target="../ink/ink73.xml"/><Relationship Id="rId52" Type="http://schemas.openxmlformats.org/officeDocument/2006/relationships/customXml" Target="../ink/ink77.xml"/><Relationship Id="rId60" Type="http://schemas.openxmlformats.org/officeDocument/2006/relationships/customXml" Target="../ink/ink81.xml"/><Relationship Id="rId65" Type="http://schemas.openxmlformats.org/officeDocument/2006/relationships/image" Target="../media/image91.png"/><Relationship Id="rId73" Type="http://schemas.openxmlformats.org/officeDocument/2006/relationships/image" Target="../media/image95.png"/><Relationship Id="rId78" Type="http://schemas.openxmlformats.org/officeDocument/2006/relationships/customXml" Target="../ink/ink90.xml"/><Relationship Id="rId81" Type="http://schemas.openxmlformats.org/officeDocument/2006/relationships/image" Target="../media/image99.png"/><Relationship Id="rId86" Type="http://schemas.openxmlformats.org/officeDocument/2006/relationships/customXml" Target="../ink/ink94.xml"/><Relationship Id="rId94" Type="http://schemas.openxmlformats.org/officeDocument/2006/relationships/customXml" Target="../ink/ink98.xml"/><Relationship Id="rId99" Type="http://schemas.openxmlformats.org/officeDocument/2006/relationships/image" Target="../media/image108.png"/><Relationship Id="rId4" Type="http://schemas.openxmlformats.org/officeDocument/2006/relationships/customXml" Target="../ink/ink53.xml"/><Relationship Id="rId9" Type="http://schemas.openxmlformats.org/officeDocument/2006/relationships/image" Target="../media/image63.png"/><Relationship Id="rId13" Type="http://schemas.openxmlformats.org/officeDocument/2006/relationships/image" Target="../media/image65.png"/><Relationship Id="rId18" Type="http://schemas.openxmlformats.org/officeDocument/2006/relationships/customXml" Target="../ink/ink60.xml"/><Relationship Id="rId39" Type="http://schemas.openxmlformats.org/officeDocument/2006/relationships/image" Target="../media/image78.png"/><Relationship Id="rId34" Type="http://schemas.openxmlformats.org/officeDocument/2006/relationships/customXml" Target="../ink/ink68.xml"/><Relationship Id="rId50" Type="http://schemas.openxmlformats.org/officeDocument/2006/relationships/customXml" Target="../ink/ink76.xml"/><Relationship Id="rId55" Type="http://schemas.openxmlformats.org/officeDocument/2006/relationships/image" Target="../media/image86.png"/><Relationship Id="rId76" Type="http://schemas.openxmlformats.org/officeDocument/2006/relationships/customXml" Target="../ink/ink89.xml"/><Relationship Id="rId97" Type="http://schemas.openxmlformats.org/officeDocument/2006/relationships/image" Target="../media/image107.png"/><Relationship Id="rId7" Type="http://schemas.openxmlformats.org/officeDocument/2006/relationships/image" Target="../media/image62.png"/><Relationship Id="rId71" Type="http://schemas.openxmlformats.org/officeDocument/2006/relationships/image" Target="../media/image94.png"/><Relationship Id="rId92" Type="http://schemas.openxmlformats.org/officeDocument/2006/relationships/customXml" Target="../ink/ink97.xml"/><Relationship Id="rId2" Type="http://schemas.openxmlformats.org/officeDocument/2006/relationships/customXml" Target="../ink/ink52.xml"/><Relationship Id="rId29" Type="http://schemas.openxmlformats.org/officeDocument/2006/relationships/image" Target="../media/image73.png"/><Relationship Id="rId24" Type="http://schemas.openxmlformats.org/officeDocument/2006/relationships/customXml" Target="../ink/ink63.xml"/><Relationship Id="rId40" Type="http://schemas.openxmlformats.org/officeDocument/2006/relationships/customXml" Target="../ink/ink71.xml"/><Relationship Id="rId45" Type="http://schemas.openxmlformats.org/officeDocument/2006/relationships/image" Target="../media/image81.png"/><Relationship Id="rId66" Type="http://schemas.openxmlformats.org/officeDocument/2006/relationships/customXml" Target="../ink/ink84.xml"/><Relationship Id="rId87" Type="http://schemas.openxmlformats.org/officeDocument/2006/relationships/image" Target="../media/image102.png"/><Relationship Id="rId61" Type="http://schemas.openxmlformats.org/officeDocument/2006/relationships/image" Target="../media/image89.png"/><Relationship Id="rId82" Type="http://schemas.openxmlformats.org/officeDocument/2006/relationships/customXml" Target="../ink/ink92.xml"/><Relationship Id="rId19" Type="http://schemas.openxmlformats.org/officeDocument/2006/relationships/image" Target="../media/image68.png"/><Relationship Id="rId14" Type="http://schemas.openxmlformats.org/officeDocument/2006/relationships/customXml" Target="../ink/ink58.xml"/><Relationship Id="rId30" Type="http://schemas.openxmlformats.org/officeDocument/2006/relationships/customXml" Target="../ink/ink66.xml"/><Relationship Id="rId35" Type="http://schemas.openxmlformats.org/officeDocument/2006/relationships/image" Target="../media/image76.png"/><Relationship Id="rId56" Type="http://schemas.openxmlformats.org/officeDocument/2006/relationships/customXml" Target="../ink/ink79.xml"/><Relationship Id="rId77" Type="http://schemas.openxmlformats.org/officeDocument/2006/relationships/image" Target="../media/image97.png"/><Relationship Id="rId8" Type="http://schemas.openxmlformats.org/officeDocument/2006/relationships/customXml" Target="../ink/ink55.xml"/><Relationship Id="rId51" Type="http://schemas.openxmlformats.org/officeDocument/2006/relationships/image" Target="../media/image84.png"/><Relationship Id="rId72" Type="http://schemas.openxmlformats.org/officeDocument/2006/relationships/customXml" Target="../ink/ink87.xml"/><Relationship Id="rId93" Type="http://schemas.openxmlformats.org/officeDocument/2006/relationships/image" Target="../media/image105.png"/><Relationship Id="rId98" Type="http://schemas.openxmlformats.org/officeDocument/2006/relationships/customXml" Target="../ink/ink100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0.png"/><Relationship Id="rId21" Type="http://schemas.openxmlformats.org/officeDocument/2006/relationships/customXml" Target="../ink/ink110.xml"/><Relationship Id="rId42" Type="http://schemas.openxmlformats.org/officeDocument/2006/relationships/image" Target="../media/image128.png"/><Relationship Id="rId47" Type="http://schemas.openxmlformats.org/officeDocument/2006/relationships/customXml" Target="../ink/ink123.xml"/><Relationship Id="rId63" Type="http://schemas.openxmlformats.org/officeDocument/2006/relationships/customXml" Target="../ink/ink131.xml"/><Relationship Id="rId68" Type="http://schemas.openxmlformats.org/officeDocument/2006/relationships/image" Target="../media/image141.png"/><Relationship Id="rId84" Type="http://schemas.openxmlformats.org/officeDocument/2006/relationships/image" Target="../media/image149.png"/><Relationship Id="rId89" Type="http://schemas.openxmlformats.org/officeDocument/2006/relationships/customXml" Target="../ink/ink144.xml"/><Relationship Id="rId16" Type="http://schemas.openxmlformats.org/officeDocument/2006/relationships/image" Target="../media/image115.png"/><Relationship Id="rId107" Type="http://schemas.openxmlformats.org/officeDocument/2006/relationships/customXml" Target="../ink/ink153.xml"/><Relationship Id="rId11" Type="http://schemas.openxmlformats.org/officeDocument/2006/relationships/customXml" Target="../ink/ink105.xml"/><Relationship Id="rId32" Type="http://schemas.openxmlformats.org/officeDocument/2006/relationships/image" Target="../media/image123.png"/><Relationship Id="rId37" Type="http://schemas.openxmlformats.org/officeDocument/2006/relationships/customXml" Target="../ink/ink118.xml"/><Relationship Id="rId53" Type="http://schemas.openxmlformats.org/officeDocument/2006/relationships/customXml" Target="../ink/ink126.xml"/><Relationship Id="rId58" Type="http://schemas.openxmlformats.org/officeDocument/2006/relationships/image" Target="../media/image136.png"/><Relationship Id="rId74" Type="http://schemas.openxmlformats.org/officeDocument/2006/relationships/image" Target="../media/image144.png"/><Relationship Id="rId79" Type="http://schemas.openxmlformats.org/officeDocument/2006/relationships/customXml" Target="../ink/ink139.xml"/><Relationship Id="rId102" Type="http://schemas.openxmlformats.org/officeDocument/2006/relationships/image" Target="../media/image158.png"/><Relationship Id="rId5" Type="http://schemas.openxmlformats.org/officeDocument/2006/relationships/customXml" Target="../ink/ink102.xml"/><Relationship Id="rId90" Type="http://schemas.openxmlformats.org/officeDocument/2006/relationships/image" Target="../media/image152.png"/><Relationship Id="rId95" Type="http://schemas.openxmlformats.org/officeDocument/2006/relationships/customXml" Target="../ink/ink147.xml"/><Relationship Id="rId22" Type="http://schemas.openxmlformats.org/officeDocument/2006/relationships/image" Target="../media/image118.png"/><Relationship Id="rId27" Type="http://schemas.openxmlformats.org/officeDocument/2006/relationships/customXml" Target="../ink/ink113.xml"/><Relationship Id="rId43" Type="http://schemas.openxmlformats.org/officeDocument/2006/relationships/customXml" Target="../ink/ink121.xml"/><Relationship Id="rId48" Type="http://schemas.openxmlformats.org/officeDocument/2006/relationships/image" Target="../media/image131.png"/><Relationship Id="rId64" Type="http://schemas.openxmlformats.org/officeDocument/2006/relationships/image" Target="../media/image139.png"/><Relationship Id="rId69" Type="http://schemas.openxmlformats.org/officeDocument/2006/relationships/customXml" Target="../ink/ink134.xml"/><Relationship Id="rId80" Type="http://schemas.openxmlformats.org/officeDocument/2006/relationships/image" Target="../media/image147.png"/><Relationship Id="rId85" Type="http://schemas.openxmlformats.org/officeDocument/2006/relationships/customXml" Target="../ink/ink142.xml"/><Relationship Id="rId12" Type="http://schemas.openxmlformats.org/officeDocument/2006/relationships/image" Target="../media/image113.png"/><Relationship Id="rId17" Type="http://schemas.openxmlformats.org/officeDocument/2006/relationships/customXml" Target="../ink/ink108.xml"/><Relationship Id="rId33" Type="http://schemas.openxmlformats.org/officeDocument/2006/relationships/customXml" Target="../ink/ink116.xml"/><Relationship Id="rId38" Type="http://schemas.openxmlformats.org/officeDocument/2006/relationships/image" Target="../media/image126.png"/><Relationship Id="rId59" Type="http://schemas.openxmlformats.org/officeDocument/2006/relationships/customXml" Target="../ink/ink129.xml"/><Relationship Id="rId103" Type="http://schemas.openxmlformats.org/officeDocument/2006/relationships/customXml" Target="../ink/ink151.xml"/><Relationship Id="rId108" Type="http://schemas.openxmlformats.org/officeDocument/2006/relationships/image" Target="../media/image161.png"/><Relationship Id="rId20" Type="http://schemas.openxmlformats.org/officeDocument/2006/relationships/image" Target="../media/image117.png"/><Relationship Id="rId41" Type="http://schemas.openxmlformats.org/officeDocument/2006/relationships/customXml" Target="../ink/ink120.xml"/><Relationship Id="rId54" Type="http://schemas.openxmlformats.org/officeDocument/2006/relationships/image" Target="../media/image134.png"/><Relationship Id="rId62" Type="http://schemas.openxmlformats.org/officeDocument/2006/relationships/image" Target="../media/image138.png"/><Relationship Id="rId70" Type="http://schemas.openxmlformats.org/officeDocument/2006/relationships/image" Target="../media/image142.png"/><Relationship Id="rId75" Type="http://schemas.openxmlformats.org/officeDocument/2006/relationships/customXml" Target="../ink/ink137.xml"/><Relationship Id="rId83" Type="http://schemas.openxmlformats.org/officeDocument/2006/relationships/customXml" Target="../ink/ink141.xml"/><Relationship Id="rId88" Type="http://schemas.openxmlformats.org/officeDocument/2006/relationships/image" Target="../media/image151.png"/><Relationship Id="rId91" Type="http://schemas.openxmlformats.org/officeDocument/2006/relationships/customXml" Target="../ink/ink145.xml"/><Relationship Id="rId96" Type="http://schemas.openxmlformats.org/officeDocument/2006/relationships/image" Target="../media/image1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5" Type="http://schemas.openxmlformats.org/officeDocument/2006/relationships/customXml" Target="../ink/ink107.xml"/><Relationship Id="rId23" Type="http://schemas.openxmlformats.org/officeDocument/2006/relationships/customXml" Target="../ink/ink111.xml"/><Relationship Id="rId28" Type="http://schemas.openxmlformats.org/officeDocument/2006/relationships/image" Target="../media/image121.png"/><Relationship Id="rId36" Type="http://schemas.openxmlformats.org/officeDocument/2006/relationships/image" Target="../media/image125.png"/><Relationship Id="rId49" Type="http://schemas.openxmlformats.org/officeDocument/2006/relationships/customXml" Target="../ink/ink124.xml"/><Relationship Id="rId57" Type="http://schemas.openxmlformats.org/officeDocument/2006/relationships/customXml" Target="../ink/ink128.xml"/><Relationship Id="rId106" Type="http://schemas.openxmlformats.org/officeDocument/2006/relationships/image" Target="../media/image160.png"/><Relationship Id="rId10" Type="http://schemas.openxmlformats.org/officeDocument/2006/relationships/image" Target="../media/image112.png"/><Relationship Id="rId31" Type="http://schemas.openxmlformats.org/officeDocument/2006/relationships/customXml" Target="../ink/ink115.xml"/><Relationship Id="rId44" Type="http://schemas.openxmlformats.org/officeDocument/2006/relationships/image" Target="../media/image129.png"/><Relationship Id="rId52" Type="http://schemas.openxmlformats.org/officeDocument/2006/relationships/image" Target="../media/image133.png"/><Relationship Id="rId60" Type="http://schemas.openxmlformats.org/officeDocument/2006/relationships/image" Target="../media/image137.png"/><Relationship Id="rId65" Type="http://schemas.openxmlformats.org/officeDocument/2006/relationships/customXml" Target="../ink/ink132.xml"/><Relationship Id="rId73" Type="http://schemas.openxmlformats.org/officeDocument/2006/relationships/customXml" Target="../ink/ink136.xml"/><Relationship Id="rId78" Type="http://schemas.openxmlformats.org/officeDocument/2006/relationships/image" Target="../media/image146.png"/><Relationship Id="rId81" Type="http://schemas.openxmlformats.org/officeDocument/2006/relationships/customXml" Target="../ink/ink140.xml"/><Relationship Id="rId86" Type="http://schemas.openxmlformats.org/officeDocument/2006/relationships/image" Target="../media/image150.png"/><Relationship Id="rId94" Type="http://schemas.openxmlformats.org/officeDocument/2006/relationships/image" Target="../media/image154.png"/><Relationship Id="rId99" Type="http://schemas.openxmlformats.org/officeDocument/2006/relationships/customXml" Target="../ink/ink149.xml"/><Relationship Id="rId101" Type="http://schemas.openxmlformats.org/officeDocument/2006/relationships/customXml" Target="../ink/ink150.xml"/><Relationship Id="rId4" Type="http://schemas.openxmlformats.org/officeDocument/2006/relationships/image" Target="../media/image109.png"/><Relationship Id="rId9" Type="http://schemas.openxmlformats.org/officeDocument/2006/relationships/customXml" Target="../ink/ink104.xml"/><Relationship Id="rId13" Type="http://schemas.openxmlformats.org/officeDocument/2006/relationships/customXml" Target="../ink/ink106.xml"/><Relationship Id="rId18" Type="http://schemas.openxmlformats.org/officeDocument/2006/relationships/image" Target="../media/image116.png"/><Relationship Id="rId39" Type="http://schemas.openxmlformats.org/officeDocument/2006/relationships/customXml" Target="../ink/ink119.xml"/><Relationship Id="rId34" Type="http://schemas.openxmlformats.org/officeDocument/2006/relationships/image" Target="../media/image124.png"/><Relationship Id="rId50" Type="http://schemas.openxmlformats.org/officeDocument/2006/relationships/image" Target="../media/image132.png"/><Relationship Id="rId55" Type="http://schemas.openxmlformats.org/officeDocument/2006/relationships/customXml" Target="../ink/ink127.xml"/><Relationship Id="rId76" Type="http://schemas.openxmlformats.org/officeDocument/2006/relationships/image" Target="../media/image145.png"/><Relationship Id="rId97" Type="http://schemas.openxmlformats.org/officeDocument/2006/relationships/customXml" Target="../ink/ink148.xml"/><Relationship Id="rId104" Type="http://schemas.openxmlformats.org/officeDocument/2006/relationships/image" Target="../media/image159.png"/><Relationship Id="rId7" Type="http://schemas.openxmlformats.org/officeDocument/2006/relationships/customXml" Target="../ink/ink103.xml"/><Relationship Id="rId71" Type="http://schemas.openxmlformats.org/officeDocument/2006/relationships/customXml" Target="../ink/ink135.xml"/><Relationship Id="rId92" Type="http://schemas.openxmlformats.org/officeDocument/2006/relationships/image" Target="../media/image153.png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114.xml"/><Relationship Id="rId24" Type="http://schemas.openxmlformats.org/officeDocument/2006/relationships/image" Target="../media/image119.png"/><Relationship Id="rId40" Type="http://schemas.openxmlformats.org/officeDocument/2006/relationships/image" Target="../media/image127.png"/><Relationship Id="rId45" Type="http://schemas.openxmlformats.org/officeDocument/2006/relationships/customXml" Target="../ink/ink122.xml"/><Relationship Id="rId66" Type="http://schemas.openxmlformats.org/officeDocument/2006/relationships/image" Target="../media/image140.png"/><Relationship Id="rId87" Type="http://schemas.openxmlformats.org/officeDocument/2006/relationships/customXml" Target="../ink/ink143.xml"/><Relationship Id="rId61" Type="http://schemas.openxmlformats.org/officeDocument/2006/relationships/customXml" Target="../ink/ink130.xml"/><Relationship Id="rId82" Type="http://schemas.openxmlformats.org/officeDocument/2006/relationships/image" Target="../media/image148.png"/><Relationship Id="rId19" Type="http://schemas.openxmlformats.org/officeDocument/2006/relationships/customXml" Target="../ink/ink109.xml"/><Relationship Id="rId14" Type="http://schemas.openxmlformats.org/officeDocument/2006/relationships/image" Target="../media/image114.png"/><Relationship Id="rId30" Type="http://schemas.openxmlformats.org/officeDocument/2006/relationships/image" Target="../media/image122.png"/><Relationship Id="rId35" Type="http://schemas.openxmlformats.org/officeDocument/2006/relationships/customXml" Target="../ink/ink117.xml"/><Relationship Id="rId56" Type="http://schemas.openxmlformats.org/officeDocument/2006/relationships/image" Target="../media/image135.png"/><Relationship Id="rId77" Type="http://schemas.openxmlformats.org/officeDocument/2006/relationships/customXml" Target="../ink/ink138.xml"/><Relationship Id="rId100" Type="http://schemas.openxmlformats.org/officeDocument/2006/relationships/image" Target="../media/image157.png"/><Relationship Id="rId105" Type="http://schemas.openxmlformats.org/officeDocument/2006/relationships/customXml" Target="../ink/ink152.xml"/><Relationship Id="rId8" Type="http://schemas.openxmlformats.org/officeDocument/2006/relationships/image" Target="../media/image111.png"/><Relationship Id="rId51" Type="http://schemas.openxmlformats.org/officeDocument/2006/relationships/customXml" Target="../ink/ink125.xml"/><Relationship Id="rId72" Type="http://schemas.openxmlformats.org/officeDocument/2006/relationships/image" Target="../media/image143.png"/><Relationship Id="rId93" Type="http://schemas.openxmlformats.org/officeDocument/2006/relationships/customXml" Target="../ink/ink146.xml"/><Relationship Id="rId98" Type="http://schemas.openxmlformats.org/officeDocument/2006/relationships/image" Target="../media/image156.png"/><Relationship Id="rId3" Type="http://schemas.openxmlformats.org/officeDocument/2006/relationships/customXml" Target="../ink/ink101.xml"/><Relationship Id="rId25" Type="http://schemas.openxmlformats.org/officeDocument/2006/relationships/customXml" Target="../ink/ink112.xml"/><Relationship Id="rId46" Type="http://schemas.openxmlformats.org/officeDocument/2006/relationships/image" Target="../media/image130.png"/><Relationship Id="rId67" Type="http://schemas.openxmlformats.org/officeDocument/2006/relationships/customXml" Target="../ink/ink133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7.png"/><Relationship Id="rId18" Type="http://schemas.openxmlformats.org/officeDocument/2006/relationships/customXml" Target="../ink/ink162.xml"/><Relationship Id="rId26" Type="http://schemas.openxmlformats.org/officeDocument/2006/relationships/customXml" Target="../ink/ink166.xml"/><Relationship Id="rId39" Type="http://schemas.openxmlformats.org/officeDocument/2006/relationships/image" Target="../media/image180.png"/><Relationship Id="rId21" Type="http://schemas.openxmlformats.org/officeDocument/2006/relationships/image" Target="../media/image171.png"/><Relationship Id="rId34" Type="http://schemas.openxmlformats.org/officeDocument/2006/relationships/customXml" Target="../ink/ink170.xml"/><Relationship Id="rId42" Type="http://schemas.openxmlformats.org/officeDocument/2006/relationships/customXml" Target="../ink/ink174.xml"/><Relationship Id="rId47" Type="http://schemas.openxmlformats.org/officeDocument/2006/relationships/image" Target="../media/image184.png"/><Relationship Id="rId50" Type="http://schemas.openxmlformats.org/officeDocument/2006/relationships/customXml" Target="../ink/ink178.xml"/><Relationship Id="rId55" Type="http://schemas.openxmlformats.org/officeDocument/2006/relationships/image" Target="../media/image188.png"/><Relationship Id="rId7" Type="http://schemas.openxmlformats.org/officeDocument/2006/relationships/image" Target="../media/image164.png"/><Relationship Id="rId2" Type="http://schemas.openxmlformats.org/officeDocument/2006/relationships/customXml" Target="../ink/ink154.xml"/><Relationship Id="rId16" Type="http://schemas.openxmlformats.org/officeDocument/2006/relationships/customXml" Target="../ink/ink161.xml"/><Relationship Id="rId29" Type="http://schemas.openxmlformats.org/officeDocument/2006/relationships/image" Target="../media/image175.png"/><Relationship Id="rId11" Type="http://schemas.openxmlformats.org/officeDocument/2006/relationships/image" Target="../media/image166.png"/><Relationship Id="rId24" Type="http://schemas.openxmlformats.org/officeDocument/2006/relationships/customXml" Target="../ink/ink165.xml"/><Relationship Id="rId32" Type="http://schemas.openxmlformats.org/officeDocument/2006/relationships/customXml" Target="../ink/ink169.xml"/><Relationship Id="rId37" Type="http://schemas.openxmlformats.org/officeDocument/2006/relationships/image" Target="../media/image179.png"/><Relationship Id="rId40" Type="http://schemas.openxmlformats.org/officeDocument/2006/relationships/customXml" Target="../ink/ink173.xml"/><Relationship Id="rId45" Type="http://schemas.openxmlformats.org/officeDocument/2006/relationships/image" Target="../media/image183.png"/><Relationship Id="rId53" Type="http://schemas.openxmlformats.org/officeDocument/2006/relationships/image" Target="../media/image187.png"/><Relationship Id="rId58" Type="http://schemas.openxmlformats.org/officeDocument/2006/relationships/customXml" Target="../ink/ink182.xml"/><Relationship Id="rId5" Type="http://schemas.openxmlformats.org/officeDocument/2006/relationships/image" Target="../media/image163.png"/><Relationship Id="rId19" Type="http://schemas.openxmlformats.org/officeDocument/2006/relationships/image" Target="../media/image170.png"/><Relationship Id="rId4" Type="http://schemas.openxmlformats.org/officeDocument/2006/relationships/customXml" Target="../ink/ink155.xml"/><Relationship Id="rId9" Type="http://schemas.openxmlformats.org/officeDocument/2006/relationships/image" Target="../media/image165.png"/><Relationship Id="rId14" Type="http://schemas.openxmlformats.org/officeDocument/2006/relationships/customXml" Target="../ink/ink160.xml"/><Relationship Id="rId22" Type="http://schemas.openxmlformats.org/officeDocument/2006/relationships/customXml" Target="../ink/ink164.xml"/><Relationship Id="rId27" Type="http://schemas.openxmlformats.org/officeDocument/2006/relationships/image" Target="../media/image174.png"/><Relationship Id="rId30" Type="http://schemas.openxmlformats.org/officeDocument/2006/relationships/customXml" Target="../ink/ink168.xml"/><Relationship Id="rId35" Type="http://schemas.openxmlformats.org/officeDocument/2006/relationships/image" Target="../media/image178.png"/><Relationship Id="rId43" Type="http://schemas.openxmlformats.org/officeDocument/2006/relationships/image" Target="../media/image182.png"/><Relationship Id="rId48" Type="http://schemas.openxmlformats.org/officeDocument/2006/relationships/customXml" Target="../ink/ink177.xml"/><Relationship Id="rId56" Type="http://schemas.openxmlformats.org/officeDocument/2006/relationships/customXml" Target="../ink/ink181.xml"/><Relationship Id="rId8" Type="http://schemas.openxmlformats.org/officeDocument/2006/relationships/customXml" Target="../ink/ink157.xml"/><Relationship Id="rId51" Type="http://schemas.openxmlformats.org/officeDocument/2006/relationships/image" Target="../media/image186.png"/><Relationship Id="rId3" Type="http://schemas.openxmlformats.org/officeDocument/2006/relationships/image" Target="../media/image162.png"/><Relationship Id="rId12" Type="http://schemas.openxmlformats.org/officeDocument/2006/relationships/customXml" Target="../ink/ink159.xml"/><Relationship Id="rId17" Type="http://schemas.openxmlformats.org/officeDocument/2006/relationships/image" Target="../media/image169.png"/><Relationship Id="rId25" Type="http://schemas.openxmlformats.org/officeDocument/2006/relationships/image" Target="../media/image173.png"/><Relationship Id="rId33" Type="http://schemas.openxmlformats.org/officeDocument/2006/relationships/image" Target="../media/image177.png"/><Relationship Id="rId38" Type="http://schemas.openxmlformats.org/officeDocument/2006/relationships/customXml" Target="../ink/ink172.xml"/><Relationship Id="rId46" Type="http://schemas.openxmlformats.org/officeDocument/2006/relationships/customXml" Target="../ink/ink176.xml"/><Relationship Id="rId59" Type="http://schemas.openxmlformats.org/officeDocument/2006/relationships/image" Target="../media/image190.png"/><Relationship Id="rId20" Type="http://schemas.openxmlformats.org/officeDocument/2006/relationships/customXml" Target="../ink/ink163.xml"/><Relationship Id="rId41" Type="http://schemas.openxmlformats.org/officeDocument/2006/relationships/image" Target="../media/image181.png"/><Relationship Id="rId54" Type="http://schemas.openxmlformats.org/officeDocument/2006/relationships/customXml" Target="../ink/ink18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6.xml"/><Relationship Id="rId15" Type="http://schemas.openxmlformats.org/officeDocument/2006/relationships/image" Target="../media/image168.png"/><Relationship Id="rId23" Type="http://schemas.openxmlformats.org/officeDocument/2006/relationships/image" Target="../media/image172.png"/><Relationship Id="rId28" Type="http://schemas.openxmlformats.org/officeDocument/2006/relationships/customXml" Target="../ink/ink167.xml"/><Relationship Id="rId36" Type="http://schemas.openxmlformats.org/officeDocument/2006/relationships/customXml" Target="../ink/ink171.xml"/><Relationship Id="rId49" Type="http://schemas.openxmlformats.org/officeDocument/2006/relationships/image" Target="../media/image185.png"/><Relationship Id="rId57" Type="http://schemas.openxmlformats.org/officeDocument/2006/relationships/image" Target="../media/image189.png"/><Relationship Id="rId10" Type="http://schemas.openxmlformats.org/officeDocument/2006/relationships/customXml" Target="../ink/ink158.xml"/><Relationship Id="rId31" Type="http://schemas.openxmlformats.org/officeDocument/2006/relationships/image" Target="../media/image176.png"/><Relationship Id="rId44" Type="http://schemas.openxmlformats.org/officeDocument/2006/relationships/customXml" Target="../ink/ink175.xml"/><Relationship Id="rId52" Type="http://schemas.openxmlformats.org/officeDocument/2006/relationships/customXml" Target="../ink/ink179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5.xml"/><Relationship Id="rId21" Type="http://schemas.openxmlformats.org/officeDocument/2006/relationships/image" Target="../media/image200.png"/><Relationship Id="rId42" Type="http://schemas.openxmlformats.org/officeDocument/2006/relationships/customXml" Target="../ink/ink203.xml"/><Relationship Id="rId47" Type="http://schemas.openxmlformats.org/officeDocument/2006/relationships/image" Target="../media/image213.png"/><Relationship Id="rId63" Type="http://schemas.openxmlformats.org/officeDocument/2006/relationships/image" Target="../media/image221.png"/><Relationship Id="rId68" Type="http://schemas.openxmlformats.org/officeDocument/2006/relationships/customXml" Target="../ink/ink216.xml"/><Relationship Id="rId84" Type="http://schemas.openxmlformats.org/officeDocument/2006/relationships/customXml" Target="../ink/ink224.xml"/><Relationship Id="rId89" Type="http://schemas.openxmlformats.org/officeDocument/2006/relationships/image" Target="../media/image234.png"/><Relationship Id="rId112" Type="http://schemas.openxmlformats.org/officeDocument/2006/relationships/customXml" Target="../ink/ink238.xml"/><Relationship Id="rId16" Type="http://schemas.openxmlformats.org/officeDocument/2006/relationships/customXml" Target="../ink/ink190.xml"/><Relationship Id="rId107" Type="http://schemas.openxmlformats.org/officeDocument/2006/relationships/image" Target="../media/image243.png"/><Relationship Id="rId11" Type="http://schemas.openxmlformats.org/officeDocument/2006/relationships/image" Target="../media/image195.png"/><Relationship Id="rId32" Type="http://schemas.openxmlformats.org/officeDocument/2006/relationships/customXml" Target="../ink/ink198.xml"/><Relationship Id="rId37" Type="http://schemas.openxmlformats.org/officeDocument/2006/relationships/image" Target="../media/image208.png"/><Relationship Id="rId53" Type="http://schemas.openxmlformats.org/officeDocument/2006/relationships/image" Target="../media/image216.png"/><Relationship Id="rId58" Type="http://schemas.openxmlformats.org/officeDocument/2006/relationships/customXml" Target="../ink/ink211.xml"/><Relationship Id="rId74" Type="http://schemas.openxmlformats.org/officeDocument/2006/relationships/customXml" Target="../ink/ink219.xml"/><Relationship Id="rId79" Type="http://schemas.openxmlformats.org/officeDocument/2006/relationships/image" Target="../media/image229.png"/><Relationship Id="rId102" Type="http://schemas.openxmlformats.org/officeDocument/2006/relationships/customXml" Target="../ink/ink233.xml"/><Relationship Id="rId5" Type="http://schemas.openxmlformats.org/officeDocument/2006/relationships/image" Target="../media/image192.png"/><Relationship Id="rId90" Type="http://schemas.openxmlformats.org/officeDocument/2006/relationships/customXml" Target="../ink/ink227.xml"/><Relationship Id="rId95" Type="http://schemas.openxmlformats.org/officeDocument/2006/relationships/image" Target="../media/image237.png"/><Relationship Id="rId22" Type="http://schemas.openxmlformats.org/officeDocument/2006/relationships/customXml" Target="../ink/ink193.xml"/><Relationship Id="rId27" Type="http://schemas.openxmlformats.org/officeDocument/2006/relationships/image" Target="../media/image203.png"/><Relationship Id="rId43" Type="http://schemas.openxmlformats.org/officeDocument/2006/relationships/image" Target="../media/image211.png"/><Relationship Id="rId48" Type="http://schemas.openxmlformats.org/officeDocument/2006/relationships/customXml" Target="../ink/ink206.xml"/><Relationship Id="rId64" Type="http://schemas.openxmlformats.org/officeDocument/2006/relationships/customXml" Target="../ink/ink214.xml"/><Relationship Id="rId69" Type="http://schemas.openxmlformats.org/officeDocument/2006/relationships/image" Target="../media/image224.png"/><Relationship Id="rId113" Type="http://schemas.openxmlformats.org/officeDocument/2006/relationships/image" Target="../media/image246.png"/><Relationship Id="rId80" Type="http://schemas.openxmlformats.org/officeDocument/2006/relationships/customXml" Target="../ink/ink222.xml"/><Relationship Id="rId85" Type="http://schemas.openxmlformats.org/officeDocument/2006/relationships/image" Target="../media/image232.png"/><Relationship Id="rId12" Type="http://schemas.openxmlformats.org/officeDocument/2006/relationships/customXml" Target="../ink/ink188.xml"/><Relationship Id="rId17" Type="http://schemas.openxmlformats.org/officeDocument/2006/relationships/image" Target="../media/image198.png"/><Relationship Id="rId33" Type="http://schemas.openxmlformats.org/officeDocument/2006/relationships/image" Target="../media/image206.png"/><Relationship Id="rId38" Type="http://schemas.openxmlformats.org/officeDocument/2006/relationships/customXml" Target="../ink/ink201.xml"/><Relationship Id="rId59" Type="http://schemas.openxmlformats.org/officeDocument/2006/relationships/image" Target="../media/image219.png"/><Relationship Id="rId103" Type="http://schemas.openxmlformats.org/officeDocument/2006/relationships/image" Target="../media/image241.png"/><Relationship Id="rId108" Type="http://schemas.openxmlformats.org/officeDocument/2006/relationships/customXml" Target="../ink/ink236.xml"/><Relationship Id="rId54" Type="http://schemas.openxmlformats.org/officeDocument/2006/relationships/customXml" Target="../ink/ink209.xml"/><Relationship Id="rId70" Type="http://schemas.openxmlformats.org/officeDocument/2006/relationships/customXml" Target="../ink/ink217.xml"/><Relationship Id="rId75" Type="http://schemas.openxmlformats.org/officeDocument/2006/relationships/image" Target="../media/image227.png"/><Relationship Id="rId91" Type="http://schemas.openxmlformats.org/officeDocument/2006/relationships/image" Target="../media/image235.png"/><Relationship Id="rId96" Type="http://schemas.openxmlformats.org/officeDocument/2006/relationships/customXml" Target="../ink/ink23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5.xml"/><Relationship Id="rId15" Type="http://schemas.openxmlformats.org/officeDocument/2006/relationships/image" Target="../media/image197.png"/><Relationship Id="rId23" Type="http://schemas.openxmlformats.org/officeDocument/2006/relationships/image" Target="../media/image201.png"/><Relationship Id="rId28" Type="http://schemas.openxmlformats.org/officeDocument/2006/relationships/customXml" Target="../ink/ink196.xml"/><Relationship Id="rId36" Type="http://schemas.openxmlformats.org/officeDocument/2006/relationships/customXml" Target="../ink/ink200.xml"/><Relationship Id="rId49" Type="http://schemas.openxmlformats.org/officeDocument/2006/relationships/image" Target="../media/image214.png"/><Relationship Id="rId57" Type="http://schemas.openxmlformats.org/officeDocument/2006/relationships/image" Target="../media/image218.png"/><Relationship Id="rId106" Type="http://schemas.openxmlformats.org/officeDocument/2006/relationships/customXml" Target="../ink/ink235.xml"/><Relationship Id="rId10" Type="http://schemas.openxmlformats.org/officeDocument/2006/relationships/customXml" Target="../ink/ink187.xml"/><Relationship Id="rId31" Type="http://schemas.openxmlformats.org/officeDocument/2006/relationships/image" Target="../media/image205.png"/><Relationship Id="rId44" Type="http://schemas.openxmlformats.org/officeDocument/2006/relationships/customXml" Target="../ink/ink204.xml"/><Relationship Id="rId52" Type="http://schemas.openxmlformats.org/officeDocument/2006/relationships/customXml" Target="../ink/ink208.xml"/><Relationship Id="rId60" Type="http://schemas.openxmlformats.org/officeDocument/2006/relationships/customXml" Target="../ink/ink212.xml"/><Relationship Id="rId65" Type="http://schemas.openxmlformats.org/officeDocument/2006/relationships/image" Target="../media/image222.png"/><Relationship Id="rId73" Type="http://schemas.openxmlformats.org/officeDocument/2006/relationships/image" Target="../media/image226.png"/><Relationship Id="rId78" Type="http://schemas.openxmlformats.org/officeDocument/2006/relationships/customXml" Target="../ink/ink221.xml"/><Relationship Id="rId81" Type="http://schemas.openxmlformats.org/officeDocument/2006/relationships/image" Target="../media/image230.png"/><Relationship Id="rId86" Type="http://schemas.openxmlformats.org/officeDocument/2006/relationships/customXml" Target="../ink/ink225.xml"/><Relationship Id="rId94" Type="http://schemas.openxmlformats.org/officeDocument/2006/relationships/customXml" Target="../ink/ink229.xml"/><Relationship Id="rId99" Type="http://schemas.openxmlformats.org/officeDocument/2006/relationships/image" Target="../media/image239.png"/><Relationship Id="rId101" Type="http://schemas.openxmlformats.org/officeDocument/2006/relationships/image" Target="../media/image240.png"/><Relationship Id="rId4" Type="http://schemas.openxmlformats.org/officeDocument/2006/relationships/customXml" Target="../ink/ink184.xml"/><Relationship Id="rId9" Type="http://schemas.openxmlformats.org/officeDocument/2006/relationships/image" Target="../media/image194.png"/><Relationship Id="rId13" Type="http://schemas.openxmlformats.org/officeDocument/2006/relationships/image" Target="../media/image196.png"/><Relationship Id="rId18" Type="http://schemas.openxmlformats.org/officeDocument/2006/relationships/customXml" Target="../ink/ink191.xml"/><Relationship Id="rId39" Type="http://schemas.openxmlformats.org/officeDocument/2006/relationships/image" Target="../media/image209.png"/><Relationship Id="rId109" Type="http://schemas.openxmlformats.org/officeDocument/2006/relationships/image" Target="../media/image244.png"/><Relationship Id="rId34" Type="http://schemas.openxmlformats.org/officeDocument/2006/relationships/customXml" Target="../ink/ink199.xml"/><Relationship Id="rId50" Type="http://schemas.openxmlformats.org/officeDocument/2006/relationships/customXml" Target="../ink/ink207.xml"/><Relationship Id="rId55" Type="http://schemas.openxmlformats.org/officeDocument/2006/relationships/image" Target="../media/image217.png"/><Relationship Id="rId76" Type="http://schemas.openxmlformats.org/officeDocument/2006/relationships/customXml" Target="../ink/ink220.xml"/><Relationship Id="rId97" Type="http://schemas.openxmlformats.org/officeDocument/2006/relationships/image" Target="../media/image238.png"/><Relationship Id="rId104" Type="http://schemas.openxmlformats.org/officeDocument/2006/relationships/customXml" Target="../ink/ink234.xml"/><Relationship Id="rId7" Type="http://schemas.openxmlformats.org/officeDocument/2006/relationships/image" Target="../media/image193.png"/><Relationship Id="rId71" Type="http://schemas.openxmlformats.org/officeDocument/2006/relationships/image" Target="../media/image225.png"/><Relationship Id="rId92" Type="http://schemas.openxmlformats.org/officeDocument/2006/relationships/customXml" Target="../ink/ink228.xml"/><Relationship Id="rId2" Type="http://schemas.openxmlformats.org/officeDocument/2006/relationships/customXml" Target="../ink/ink183.xml"/><Relationship Id="rId29" Type="http://schemas.openxmlformats.org/officeDocument/2006/relationships/image" Target="../media/image204.png"/><Relationship Id="rId24" Type="http://schemas.openxmlformats.org/officeDocument/2006/relationships/customXml" Target="../ink/ink194.xml"/><Relationship Id="rId40" Type="http://schemas.openxmlformats.org/officeDocument/2006/relationships/customXml" Target="../ink/ink202.xml"/><Relationship Id="rId45" Type="http://schemas.openxmlformats.org/officeDocument/2006/relationships/image" Target="../media/image212.png"/><Relationship Id="rId66" Type="http://schemas.openxmlformats.org/officeDocument/2006/relationships/customXml" Target="../ink/ink215.xml"/><Relationship Id="rId87" Type="http://schemas.openxmlformats.org/officeDocument/2006/relationships/image" Target="../media/image233.png"/><Relationship Id="rId110" Type="http://schemas.openxmlformats.org/officeDocument/2006/relationships/customXml" Target="../ink/ink237.xml"/><Relationship Id="rId61" Type="http://schemas.openxmlformats.org/officeDocument/2006/relationships/image" Target="../media/image220.png"/><Relationship Id="rId82" Type="http://schemas.openxmlformats.org/officeDocument/2006/relationships/customXml" Target="../ink/ink223.xml"/><Relationship Id="rId19" Type="http://schemas.openxmlformats.org/officeDocument/2006/relationships/image" Target="../media/image199.png"/><Relationship Id="rId14" Type="http://schemas.openxmlformats.org/officeDocument/2006/relationships/customXml" Target="../ink/ink189.xml"/><Relationship Id="rId30" Type="http://schemas.openxmlformats.org/officeDocument/2006/relationships/customXml" Target="../ink/ink197.xml"/><Relationship Id="rId35" Type="http://schemas.openxmlformats.org/officeDocument/2006/relationships/image" Target="../media/image207.png"/><Relationship Id="rId56" Type="http://schemas.openxmlformats.org/officeDocument/2006/relationships/customXml" Target="../ink/ink210.xml"/><Relationship Id="rId77" Type="http://schemas.openxmlformats.org/officeDocument/2006/relationships/image" Target="../media/image228.png"/><Relationship Id="rId100" Type="http://schemas.openxmlformats.org/officeDocument/2006/relationships/customXml" Target="../ink/ink232.xml"/><Relationship Id="rId105" Type="http://schemas.openxmlformats.org/officeDocument/2006/relationships/image" Target="../media/image242.png"/><Relationship Id="rId8" Type="http://schemas.openxmlformats.org/officeDocument/2006/relationships/customXml" Target="../ink/ink186.xml"/><Relationship Id="rId51" Type="http://schemas.openxmlformats.org/officeDocument/2006/relationships/image" Target="../media/image215.png"/><Relationship Id="rId72" Type="http://schemas.openxmlformats.org/officeDocument/2006/relationships/customXml" Target="../ink/ink218.xml"/><Relationship Id="rId93" Type="http://schemas.openxmlformats.org/officeDocument/2006/relationships/image" Target="../media/image236.png"/><Relationship Id="rId98" Type="http://schemas.openxmlformats.org/officeDocument/2006/relationships/customXml" Target="../ink/ink231.xml"/><Relationship Id="rId3" Type="http://schemas.openxmlformats.org/officeDocument/2006/relationships/image" Target="../media/image191.png"/><Relationship Id="rId25" Type="http://schemas.openxmlformats.org/officeDocument/2006/relationships/image" Target="../media/image202.png"/><Relationship Id="rId46" Type="http://schemas.openxmlformats.org/officeDocument/2006/relationships/customXml" Target="../ink/ink205.xml"/><Relationship Id="rId67" Type="http://schemas.openxmlformats.org/officeDocument/2006/relationships/image" Target="../media/image223.png"/><Relationship Id="rId20" Type="http://schemas.openxmlformats.org/officeDocument/2006/relationships/customXml" Target="../ink/ink192.xml"/><Relationship Id="rId41" Type="http://schemas.openxmlformats.org/officeDocument/2006/relationships/image" Target="../media/image210.png"/><Relationship Id="rId62" Type="http://schemas.openxmlformats.org/officeDocument/2006/relationships/customXml" Target="../ink/ink213.xml"/><Relationship Id="rId83" Type="http://schemas.openxmlformats.org/officeDocument/2006/relationships/image" Target="../media/image231.png"/><Relationship Id="rId88" Type="http://schemas.openxmlformats.org/officeDocument/2006/relationships/customXml" Target="../ink/ink226.xml"/><Relationship Id="rId111" Type="http://schemas.openxmlformats.org/officeDocument/2006/relationships/image" Target="../media/image245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1.xml"/><Relationship Id="rId117" Type="http://schemas.openxmlformats.org/officeDocument/2006/relationships/image" Target="../media/image304.png"/><Relationship Id="rId21" Type="http://schemas.openxmlformats.org/officeDocument/2006/relationships/image" Target="../media/image256.png"/><Relationship Id="rId42" Type="http://schemas.openxmlformats.org/officeDocument/2006/relationships/customXml" Target="../ink/ink259.xml"/><Relationship Id="rId47" Type="http://schemas.openxmlformats.org/officeDocument/2006/relationships/image" Target="../media/image269.png"/><Relationship Id="rId63" Type="http://schemas.openxmlformats.org/officeDocument/2006/relationships/image" Target="../media/image277.png"/><Relationship Id="rId68" Type="http://schemas.openxmlformats.org/officeDocument/2006/relationships/customXml" Target="../ink/ink272.xml"/><Relationship Id="rId84" Type="http://schemas.openxmlformats.org/officeDocument/2006/relationships/customXml" Target="../ink/ink280.xml"/><Relationship Id="rId89" Type="http://schemas.openxmlformats.org/officeDocument/2006/relationships/image" Target="../media/image290.png"/><Relationship Id="rId112" Type="http://schemas.openxmlformats.org/officeDocument/2006/relationships/customXml" Target="../ink/ink294.xml"/><Relationship Id="rId16" Type="http://schemas.openxmlformats.org/officeDocument/2006/relationships/customXml" Target="../ink/ink246.xml"/><Relationship Id="rId107" Type="http://schemas.openxmlformats.org/officeDocument/2006/relationships/image" Target="../media/image299.png"/><Relationship Id="rId11" Type="http://schemas.openxmlformats.org/officeDocument/2006/relationships/image" Target="../media/image251.png"/><Relationship Id="rId32" Type="http://schemas.openxmlformats.org/officeDocument/2006/relationships/customXml" Target="../ink/ink254.xml"/><Relationship Id="rId37" Type="http://schemas.openxmlformats.org/officeDocument/2006/relationships/image" Target="../media/image264.png"/><Relationship Id="rId53" Type="http://schemas.openxmlformats.org/officeDocument/2006/relationships/image" Target="../media/image272.png"/><Relationship Id="rId58" Type="http://schemas.openxmlformats.org/officeDocument/2006/relationships/customXml" Target="../ink/ink267.xml"/><Relationship Id="rId74" Type="http://schemas.openxmlformats.org/officeDocument/2006/relationships/customXml" Target="../ink/ink275.xml"/><Relationship Id="rId79" Type="http://schemas.openxmlformats.org/officeDocument/2006/relationships/image" Target="../media/image285.png"/><Relationship Id="rId102" Type="http://schemas.openxmlformats.org/officeDocument/2006/relationships/customXml" Target="../ink/ink289.xml"/><Relationship Id="rId123" Type="http://schemas.openxmlformats.org/officeDocument/2006/relationships/image" Target="../media/image307.png"/><Relationship Id="rId5" Type="http://schemas.openxmlformats.org/officeDocument/2006/relationships/image" Target="../media/image248.png"/><Relationship Id="rId90" Type="http://schemas.openxmlformats.org/officeDocument/2006/relationships/customXml" Target="../ink/ink283.xml"/><Relationship Id="rId95" Type="http://schemas.openxmlformats.org/officeDocument/2006/relationships/image" Target="../media/image293.png"/><Relationship Id="rId22" Type="http://schemas.openxmlformats.org/officeDocument/2006/relationships/customXml" Target="../ink/ink249.xml"/><Relationship Id="rId27" Type="http://schemas.openxmlformats.org/officeDocument/2006/relationships/image" Target="../media/image259.png"/><Relationship Id="rId43" Type="http://schemas.openxmlformats.org/officeDocument/2006/relationships/image" Target="../media/image267.png"/><Relationship Id="rId48" Type="http://schemas.openxmlformats.org/officeDocument/2006/relationships/customXml" Target="../ink/ink262.xml"/><Relationship Id="rId64" Type="http://schemas.openxmlformats.org/officeDocument/2006/relationships/customXml" Target="../ink/ink270.xml"/><Relationship Id="rId69" Type="http://schemas.openxmlformats.org/officeDocument/2006/relationships/image" Target="../media/image280.png"/><Relationship Id="rId113" Type="http://schemas.openxmlformats.org/officeDocument/2006/relationships/image" Target="../media/image302.png"/><Relationship Id="rId118" Type="http://schemas.openxmlformats.org/officeDocument/2006/relationships/customXml" Target="../ink/ink297.xml"/><Relationship Id="rId80" Type="http://schemas.openxmlformats.org/officeDocument/2006/relationships/customXml" Target="../ink/ink278.xml"/><Relationship Id="rId85" Type="http://schemas.openxmlformats.org/officeDocument/2006/relationships/image" Target="../media/image288.png"/><Relationship Id="rId12" Type="http://schemas.openxmlformats.org/officeDocument/2006/relationships/customXml" Target="../ink/ink244.xml"/><Relationship Id="rId17" Type="http://schemas.openxmlformats.org/officeDocument/2006/relationships/image" Target="../media/image254.png"/><Relationship Id="rId33" Type="http://schemas.openxmlformats.org/officeDocument/2006/relationships/image" Target="../media/image262.png"/><Relationship Id="rId38" Type="http://schemas.openxmlformats.org/officeDocument/2006/relationships/customXml" Target="../ink/ink257.xml"/><Relationship Id="rId59" Type="http://schemas.openxmlformats.org/officeDocument/2006/relationships/image" Target="../media/image275.png"/><Relationship Id="rId103" Type="http://schemas.openxmlformats.org/officeDocument/2006/relationships/image" Target="../media/image297.png"/><Relationship Id="rId108" Type="http://schemas.openxmlformats.org/officeDocument/2006/relationships/customXml" Target="../ink/ink292.xml"/><Relationship Id="rId124" Type="http://schemas.openxmlformats.org/officeDocument/2006/relationships/customXml" Target="../ink/ink300.xml"/><Relationship Id="rId54" Type="http://schemas.openxmlformats.org/officeDocument/2006/relationships/customXml" Target="../ink/ink265.xml"/><Relationship Id="rId70" Type="http://schemas.openxmlformats.org/officeDocument/2006/relationships/customXml" Target="../ink/ink273.xml"/><Relationship Id="rId75" Type="http://schemas.openxmlformats.org/officeDocument/2006/relationships/image" Target="../media/image283.png"/><Relationship Id="rId91" Type="http://schemas.openxmlformats.org/officeDocument/2006/relationships/image" Target="../media/image291.png"/><Relationship Id="rId96" Type="http://schemas.openxmlformats.org/officeDocument/2006/relationships/customXml" Target="../ink/ink28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1.xml"/><Relationship Id="rId23" Type="http://schemas.openxmlformats.org/officeDocument/2006/relationships/image" Target="../media/image257.png"/><Relationship Id="rId28" Type="http://schemas.openxmlformats.org/officeDocument/2006/relationships/customXml" Target="../ink/ink252.xml"/><Relationship Id="rId49" Type="http://schemas.openxmlformats.org/officeDocument/2006/relationships/image" Target="../media/image270.png"/><Relationship Id="rId114" Type="http://schemas.openxmlformats.org/officeDocument/2006/relationships/customXml" Target="../ink/ink295.xml"/><Relationship Id="rId119" Type="http://schemas.openxmlformats.org/officeDocument/2006/relationships/image" Target="../media/image305.png"/><Relationship Id="rId44" Type="http://schemas.openxmlformats.org/officeDocument/2006/relationships/customXml" Target="../ink/ink260.xml"/><Relationship Id="rId60" Type="http://schemas.openxmlformats.org/officeDocument/2006/relationships/customXml" Target="../ink/ink268.xml"/><Relationship Id="rId65" Type="http://schemas.openxmlformats.org/officeDocument/2006/relationships/image" Target="../media/image278.png"/><Relationship Id="rId81" Type="http://schemas.openxmlformats.org/officeDocument/2006/relationships/image" Target="../media/image286.png"/><Relationship Id="rId86" Type="http://schemas.openxmlformats.org/officeDocument/2006/relationships/customXml" Target="../ink/ink281.xml"/><Relationship Id="rId13" Type="http://schemas.openxmlformats.org/officeDocument/2006/relationships/image" Target="../media/image252.png"/><Relationship Id="rId18" Type="http://schemas.openxmlformats.org/officeDocument/2006/relationships/customXml" Target="../ink/ink247.xml"/><Relationship Id="rId39" Type="http://schemas.openxmlformats.org/officeDocument/2006/relationships/image" Target="../media/image265.png"/><Relationship Id="rId109" Type="http://schemas.openxmlformats.org/officeDocument/2006/relationships/image" Target="../media/image300.png"/><Relationship Id="rId34" Type="http://schemas.openxmlformats.org/officeDocument/2006/relationships/customXml" Target="../ink/ink255.xml"/><Relationship Id="rId50" Type="http://schemas.openxmlformats.org/officeDocument/2006/relationships/customXml" Target="../ink/ink263.xml"/><Relationship Id="rId55" Type="http://schemas.openxmlformats.org/officeDocument/2006/relationships/image" Target="../media/image273.png"/><Relationship Id="rId76" Type="http://schemas.openxmlformats.org/officeDocument/2006/relationships/customXml" Target="../ink/ink276.xml"/><Relationship Id="rId97" Type="http://schemas.openxmlformats.org/officeDocument/2006/relationships/image" Target="../media/image294.png"/><Relationship Id="rId104" Type="http://schemas.openxmlformats.org/officeDocument/2006/relationships/customXml" Target="../ink/ink290.xml"/><Relationship Id="rId120" Type="http://schemas.openxmlformats.org/officeDocument/2006/relationships/customXml" Target="../ink/ink298.xml"/><Relationship Id="rId125" Type="http://schemas.openxmlformats.org/officeDocument/2006/relationships/image" Target="../media/image308.png"/><Relationship Id="rId7" Type="http://schemas.openxmlformats.org/officeDocument/2006/relationships/image" Target="../media/image249.png"/><Relationship Id="rId71" Type="http://schemas.openxmlformats.org/officeDocument/2006/relationships/image" Target="../media/image281.png"/><Relationship Id="rId92" Type="http://schemas.openxmlformats.org/officeDocument/2006/relationships/customXml" Target="../ink/ink284.xml"/><Relationship Id="rId2" Type="http://schemas.openxmlformats.org/officeDocument/2006/relationships/customXml" Target="../ink/ink239.xml"/><Relationship Id="rId29" Type="http://schemas.openxmlformats.org/officeDocument/2006/relationships/image" Target="../media/image260.png"/><Relationship Id="rId24" Type="http://schemas.openxmlformats.org/officeDocument/2006/relationships/customXml" Target="../ink/ink250.xml"/><Relationship Id="rId40" Type="http://schemas.openxmlformats.org/officeDocument/2006/relationships/customXml" Target="../ink/ink258.xml"/><Relationship Id="rId45" Type="http://schemas.openxmlformats.org/officeDocument/2006/relationships/image" Target="../media/image268.png"/><Relationship Id="rId66" Type="http://schemas.openxmlformats.org/officeDocument/2006/relationships/customXml" Target="../ink/ink271.xml"/><Relationship Id="rId87" Type="http://schemas.openxmlformats.org/officeDocument/2006/relationships/image" Target="../media/image289.png"/><Relationship Id="rId110" Type="http://schemas.openxmlformats.org/officeDocument/2006/relationships/customXml" Target="../ink/ink293.xml"/><Relationship Id="rId115" Type="http://schemas.openxmlformats.org/officeDocument/2006/relationships/image" Target="../media/image303.png"/><Relationship Id="rId61" Type="http://schemas.openxmlformats.org/officeDocument/2006/relationships/image" Target="../media/image276.png"/><Relationship Id="rId82" Type="http://schemas.openxmlformats.org/officeDocument/2006/relationships/customXml" Target="../ink/ink279.xml"/><Relationship Id="rId19" Type="http://schemas.openxmlformats.org/officeDocument/2006/relationships/image" Target="../media/image255.png"/><Relationship Id="rId14" Type="http://schemas.openxmlformats.org/officeDocument/2006/relationships/customXml" Target="../ink/ink245.xml"/><Relationship Id="rId30" Type="http://schemas.openxmlformats.org/officeDocument/2006/relationships/customXml" Target="../ink/ink253.xml"/><Relationship Id="rId35" Type="http://schemas.openxmlformats.org/officeDocument/2006/relationships/image" Target="../media/image263.png"/><Relationship Id="rId56" Type="http://schemas.openxmlformats.org/officeDocument/2006/relationships/customXml" Target="../ink/ink266.xml"/><Relationship Id="rId77" Type="http://schemas.openxmlformats.org/officeDocument/2006/relationships/image" Target="../media/image284.png"/><Relationship Id="rId100" Type="http://schemas.openxmlformats.org/officeDocument/2006/relationships/customXml" Target="../ink/ink288.xml"/><Relationship Id="rId105" Type="http://schemas.openxmlformats.org/officeDocument/2006/relationships/image" Target="../media/image298.png"/><Relationship Id="rId8" Type="http://schemas.openxmlformats.org/officeDocument/2006/relationships/customXml" Target="../ink/ink242.xml"/><Relationship Id="rId51" Type="http://schemas.openxmlformats.org/officeDocument/2006/relationships/image" Target="../media/image271.png"/><Relationship Id="rId72" Type="http://schemas.openxmlformats.org/officeDocument/2006/relationships/customXml" Target="../ink/ink274.xml"/><Relationship Id="rId93" Type="http://schemas.openxmlformats.org/officeDocument/2006/relationships/image" Target="../media/image292.png"/><Relationship Id="rId98" Type="http://schemas.openxmlformats.org/officeDocument/2006/relationships/customXml" Target="../ink/ink287.xml"/><Relationship Id="rId121" Type="http://schemas.openxmlformats.org/officeDocument/2006/relationships/image" Target="../media/image306.png"/><Relationship Id="rId3" Type="http://schemas.openxmlformats.org/officeDocument/2006/relationships/image" Target="../media/image247.png"/><Relationship Id="rId25" Type="http://schemas.openxmlformats.org/officeDocument/2006/relationships/image" Target="../media/image258.png"/><Relationship Id="rId46" Type="http://schemas.openxmlformats.org/officeDocument/2006/relationships/customXml" Target="../ink/ink261.xml"/><Relationship Id="rId67" Type="http://schemas.openxmlformats.org/officeDocument/2006/relationships/image" Target="../media/image279.png"/><Relationship Id="rId116" Type="http://schemas.openxmlformats.org/officeDocument/2006/relationships/customXml" Target="../ink/ink296.xml"/><Relationship Id="rId20" Type="http://schemas.openxmlformats.org/officeDocument/2006/relationships/customXml" Target="../ink/ink248.xml"/><Relationship Id="rId41" Type="http://schemas.openxmlformats.org/officeDocument/2006/relationships/image" Target="../media/image266.png"/><Relationship Id="rId62" Type="http://schemas.openxmlformats.org/officeDocument/2006/relationships/customXml" Target="../ink/ink269.xml"/><Relationship Id="rId83" Type="http://schemas.openxmlformats.org/officeDocument/2006/relationships/image" Target="../media/image287.png"/><Relationship Id="rId88" Type="http://schemas.openxmlformats.org/officeDocument/2006/relationships/customXml" Target="../ink/ink282.xml"/><Relationship Id="rId111" Type="http://schemas.openxmlformats.org/officeDocument/2006/relationships/image" Target="../media/image301.png"/><Relationship Id="rId15" Type="http://schemas.openxmlformats.org/officeDocument/2006/relationships/image" Target="../media/image253.png"/><Relationship Id="rId36" Type="http://schemas.openxmlformats.org/officeDocument/2006/relationships/customXml" Target="../ink/ink256.xml"/><Relationship Id="rId57" Type="http://schemas.openxmlformats.org/officeDocument/2006/relationships/image" Target="../media/image274.png"/><Relationship Id="rId106" Type="http://schemas.openxmlformats.org/officeDocument/2006/relationships/customXml" Target="../ink/ink291.xml"/><Relationship Id="rId10" Type="http://schemas.openxmlformats.org/officeDocument/2006/relationships/customXml" Target="../ink/ink243.xml"/><Relationship Id="rId31" Type="http://schemas.openxmlformats.org/officeDocument/2006/relationships/image" Target="../media/image261.png"/><Relationship Id="rId52" Type="http://schemas.openxmlformats.org/officeDocument/2006/relationships/customXml" Target="../ink/ink264.xml"/><Relationship Id="rId73" Type="http://schemas.openxmlformats.org/officeDocument/2006/relationships/image" Target="../media/image282.png"/><Relationship Id="rId78" Type="http://schemas.openxmlformats.org/officeDocument/2006/relationships/customXml" Target="../ink/ink277.xml"/><Relationship Id="rId94" Type="http://schemas.openxmlformats.org/officeDocument/2006/relationships/customXml" Target="../ink/ink285.xml"/><Relationship Id="rId99" Type="http://schemas.openxmlformats.org/officeDocument/2006/relationships/image" Target="../media/image295.png"/><Relationship Id="rId101" Type="http://schemas.openxmlformats.org/officeDocument/2006/relationships/image" Target="../media/image296.png"/><Relationship Id="rId122" Type="http://schemas.openxmlformats.org/officeDocument/2006/relationships/customXml" Target="../ink/ink299.xml"/><Relationship Id="rId4" Type="http://schemas.openxmlformats.org/officeDocument/2006/relationships/customXml" Target="../ink/ink240.xml"/><Relationship Id="rId9" Type="http://schemas.openxmlformats.org/officeDocument/2006/relationships/image" Target="../media/image250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35.png"/><Relationship Id="rId21" Type="http://schemas.openxmlformats.org/officeDocument/2006/relationships/image" Target="../media/image1587.png"/><Relationship Id="rId63" Type="http://schemas.openxmlformats.org/officeDocument/2006/relationships/image" Target="../media/image1608.png"/><Relationship Id="rId159" Type="http://schemas.openxmlformats.org/officeDocument/2006/relationships/image" Target="../media/image1656.png"/><Relationship Id="rId324" Type="http://schemas.openxmlformats.org/officeDocument/2006/relationships/customXml" Target="../ink/ink462.xml"/><Relationship Id="rId366" Type="http://schemas.openxmlformats.org/officeDocument/2006/relationships/customXml" Target="../ink/ink483.xml"/><Relationship Id="rId170" Type="http://schemas.openxmlformats.org/officeDocument/2006/relationships/customXml" Target="../ink/ink385.xml"/><Relationship Id="rId226" Type="http://schemas.openxmlformats.org/officeDocument/2006/relationships/customXml" Target="../ink/ink413.xml"/><Relationship Id="rId433" Type="http://schemas.openxmlformats.org/officeDocument/2006/relationships/image" Target="../media/image1791.png"/><Relationship Id="rId268" Type="http://schemas.openxmlformats.org/officeDocument/2006/relationships/customXml" Target="../ink/ink434.xml"/><Relationship Id="rId475" Type="http://schemas.openxmlformats.org/officeDocument/2006/relationships/image" Target="../media/image1812.png"/><Relationship Id="rId32" Type="http://schemas.openxmlformats.org/officeDocument/2006/relationships/customXml" Target="../ink/ink316.xml"/><Relationship Id="rId74" Type="http://schemas.openxmlformats.org/officeDocument/2006/relationships/customXml" Target="../ink/ink337.xml"/><Relationship Id="rId128" Type="http://schemas.openxmlformats.org/officeDocument/2006/relationships/customXml" Target="../ink/ink364.xml"/><Relationship Id="rId335" Type="http://schemas.openxmlformats.org/officeDocument/2006/relationships/image" Target="../media/image1742.png"/><Relationship Id="rId377" Type="http://schemas.openxmlformats.org/officeDocument/2006/relationships/image" Target="../media/image1763.png"/><Relationship Id="rId500" Type="http://schemas.openxmlformats.org/officeDocument/2006/relationships/customXml" Target="../ink/ink550.xml"/><Relationship Id="rId5" Type="http://schemas.openxmlformats.org/officeDocument/2006/relationships/image" Target="../media/image1579.png"/><Relationship Id="rId181" Type="http://schemas.openxmlformats.org/officeDocument/2006/relationships/image" Target="../media/image1666.png"/><Relationship Id="rId237" Type="http://schemas.openxmlformats.org/officeDocument/2006/relationships/image" Target="../media/image1693.png"/><Relationship Id="rId402" Type="http://schemas.openxmlformats.org/officeDocument/2006/relationships/customXml" Target="../ink/ink501.xml"/><Relationship Id="rId279" Type="http://schemas.openxmlformats.org/officeDocument/2006/relationships/image" Target="../media/image1714.png"/><Relationship Id="rId444" Type="http://schemas.openxmlformats.org/officeDocument/2006/relationships/customXml" Target="../ink/ink522.xml"/><Relationship Id="rId486" Type="http://schemas.openxmlformats.org/officeDocument/2006/relationships/customXml" Target="../ink/ink543.xml"/><Relationship Id="rId43" Type="http://schemas.openxmlformats.org/officeDocument/2006/relationships/image" Target="../media/image1598.png"/><Relationship Id="rId139" Type="http://schemas.openxmlformats.org/officeDocument/2006/relationships/image" Target="../media/image1646.png"/><Relationship Id="rId290" Type="http://schemas.openxmlformats.org/officeDocument/2006/relationships/customXml" Target="../ink/ink445.xml"/><Relationship Id="rId304" Type="http://schemas.openxmlformats.org/officeDocument/2006/relationships/customXml" Target="../ink/ink452.xml"/><Relationship Id="rId346" Type="http://schemas.openxmlformats.org/officeDocument/2006/relationships/customXml" Target="../ink/ink473.xml"/><Relationship Id="rId388" Type="http://schemas.openxmlformats.org/officeDocument/2006/relationships/customXml" Target="../ink/ink494.xml"/><Relationship Id="rId511" Type="http://schemas.openxmlformats.org/officeDocument/2006/relationships/image" Target="../media/image1830.png"/><Relationship Id="rId85" Type="http://schemas.openxmlformats.org/officeDocument/2006/relationships/image" Target="../media/image1619.png"/><Relationship Id="rId150" Type="http://schemas.openxmlformats.org/officeDocument/2006/relationships/customXml" Target="../ink/ink375.xml"/><Relationship Id="rId192" Type="http://schemas.openxmlformats.org/officeDocument/2006/relationships/customXml" Target="../ink/ink396.xml"/><Relationship Id="rId206" Type="http://schemas.openxmlformats.org/officeDocument/2006/relationships/customXml" Target="../ink/ink403.xml"/><Relationship Id="rId413" Type="http://schemas.openxmlformats.org/officeDocument/2006/relationships/image" Target="../media/image1781.png"/><Relationship Id="rId248" Type="http://schemas.openxmlformats.org/officeDocument/2006/relationships/customXml" Target="../ink/ink424.xml"/><Relationship Id="rId455" Type="http://schemas.openxmlformats.org/officeDocument/2006/relationships/image" Target="../media/image1802.png"/><Relationship Id="rId497" Type="http://schemas.openxmlformats.org/officeDocument/2006/relationships/image" Target="../media/image1823.png"/><Relationship Id="rId12" Type="http://schemas.openxmlformats.org/officeDocument/2006/relationships/customXml" Target="../ink/ink306.xml"/><Relationship Id="rId108" Type="http://schemas.openxmlformats.org/officeDocument/2006/relationships/customXml" Target="../ink/ink354.xml"/><Relationship Id="rId315" Type="http://schemas.openxmlformats.org/officeDocument/2006/relationships/image" Target="../media/image1732.png"/><Relationship Id="rId357" Type="http://schemas.openxmlformats.org/officeDocument/2006/relationships/image" Target="../media/image1753.png"/><Relationship Id="rId54" Type="http://schemas.openxmlformats.org/officeDocument/2006/relationships/customXml" Target="../ink/ink327.xml"/><Relationship Id="rId96" Type="http://schemas.openxmlformats.org/officeDocument/2006/relationships/customXml" Target="../ink/ink348.xml"/><Relationship Id="rId161" Type="http://schemas.openxmlformats.org/officeDocument/2006/relationships/image" Target="../media/image1657.png"/><Relationship Id="rId217" Type="http://schemas.openxmlformats.org/officeDocument/2006/relationships/image" Target="../media/image1683.png"/><Relationship Id="rId399" Type="http://schemas.openxmlformats.org/officeDocument/2006/relationships/image" Target="../media/image1774.png"/><Relationship Id="rId259" Type="http://schemas.openxmlformats.org/officeDocument/2006/relationships/image" Target="../media/image1704.png"/><Relationship Id="rId424" Type="http://schemas.openxmlformats.org/officeDocument/2006/relationships/customXml" Target="../ink/ink512.xml"/><Relationship Id="rId466" Type="http://schemas.openxmlformats.org/officeDocument/2006/relationships/customXml" Target="../ink/ink533.xml"/><Relationship Id="rId23" Type="http://schemas.openxmlformats.org/officeDocument/2006/relationships/image" Target="../media/image1588.png"/><Relationship Id="rId119" Type="http://schemas.openxmlformats.org/officeDocument/2006/relationships/image" Target="../media/image1636.png"/><Relationship Id="rId270" Type="http://schemas.openxmlformats.org/officeDocument/2006/relationships/customXml" Target="../ink/ink435.xml"/><Relationship Id="rId326" Type="http://schemas.openxmlformats.org/officeDocument/2006/relationships/customXml" Target="../ink/ink463.xml"/><Relationship Id="rId65" Type="http://schemas.openxmlformats.org/officeDocument/2006/relationships/image" Target="../media/image1609.png"/><Relationship Id="rId130" Type="http://schemas.openxmlformats.org/officeDocument/2006/relationships/customXml" Target="../ink/ink365.xml"/><Relationship Id="rId368" Type="http://schemas.openxmlformats.org/officeDocument/2006/relationships/customXml" Target="../ink/ink484.xml"/><Relationship Id="rId172" Type="http://schemas.openxmlformats.org/officeDocument/2006/relationships/customXml" Target="../ink/ink386.xml"/><Relationship Id="rId228" Type="http://schemas.openxmlformats.org/officeDocument/2006/relationships/customXml" Target="../ink/ink414.xml"/><Relationship Id="rId435" Type="http://schemas.openxmlformats.org/officeDocument/2006/relationships/image" Target="../media/image1792.png"/><Relationship Id="rId477" Type="http://schemas.openxmlformats.org/officeDocument/2006/relationships/image" Target="../media/image1813.png"/><Relationship Id="rId281" Type="http://schemas.openxmlformats.org/officeDocument/2006/relationships/image" Target="../media/image1715.png"/><Relationship Id="rId337" Type="http://schemas.openxmlformats.org/officeDocument/2006/relationships/image" Target="../media/image1743.png"/><Relationship Id="rId502" Type="http://schemas.openxmlformats.org/officeDocument/2006/relationships/customXml" Target="../ink/ink551.xml"/><Relationship Id="rId34" Type="http://schemas.openxmlformats.org/officeDocument/2006/relationships/customXml" Target="../ink/ink317.xml"/><Relationship Id="rId76" Type="http://schemas.openxmlformats.org/officeDocument/2006/relationships/customXml" Target="../ink/ink338.xml"/><Relationship Id="rId141" Type="http://schemas.openxmlformats.org/officeDocument/2006/relationships/image" Target="../media/image1647.png"/><Relationship Id="rId379" Type="http://schemas.openxmlformats.org/officeDocument/2006/relationships/image" Target="../media/image1764.png"/><Relationship Id="rId7" Type="http://schemas.openxmlformats.org/officeDocument/2006/relationships/image" Target="../media/image1580.png"/><Relationship Id="rId183" Type="http://schemas.openxmlformats.org/officeDocument/2006/relationships/image" Target="../media/image1667.png"/><Relationship Id="rId239" Type="http://schemas.openxmlformats.org/officeDocument/2006/relationships/image" Target="../media/image1694.png"/><Relationship Id="rId390" Type="http://schemas.openxmlformats.org/officeDocument/2006/relationships/customXml" Target="../ink/ink495.xml"/><Relationship Id="rId404" Type="http://schemas.openxmlformats.org/officeDocument/2006/relationships/customXml" Target="../ink/ink502.xml"/><Relationship Id="rId446" Type="http://schemas.openxmlformats.org/officeDocument/2006/relationships/customXml" Target="../ink/ink523.xml"/><Relationship Id="rId250" Type="http://schemas.openxmlformats.org/officeDocument/2006/relationships/customXml" Target="../ink/ink425.xml"/><Relationship Id="rId292" Type="http://schemas.openxmlformats.org/officeDocument/2006/relationships/customXml" Target="../ink/ink446.xml"/><Relationship Id="rId306" Type="http://schemas.openxmlformats.org/officeDocument/2006/relationships/customXml" Target="../ink/ink453.xml"/><Relationship Id="rId488" Type="http://schemas.openxmlformats.org/officeDocument/2006/relationships/customXml" Target="../ink/ink544.xml"/><Relationship Id="rId45" Type="http://schemas.openxmlformats.org/officeDocument/2006/relationships/image" Target="../media/image1599.png"/><Relationship Id="rId87" Type="http://schemas.openxmlformats.org/officeDocument/2006/relationships/image" Target="../media/image1620.png"/><Relationship Id="rId110" Type="http://schemas.openxmlformats.org/officeDocument/2006/relationships/customXml" Target="../ink/ink355.xml"/><Relationship Id="rId348" Type="http://schemas.openxmlformats.org/officeDocument/2006/relationships/customXml" Target="../ink/ink474.xml"/><Relationship Id="rId513" Type="http://schemas.openxmlformats.org/officeDocument/2006/relationships/image" Target="../media/image1831.png"/><Relationship Id="rId152" Type="http://schemas.openxmlformats.org/officeDocument/2006/relationships/customXml" Target="../ink/ink376.xml"/><Relationship Id="rId194" Type="http://schemas.openxmlformats.org/officeDocument/2006/relationships/customXml" Target="../ink/ink397.xml"/><Relationship Id="rId208" Type="http://schemas.openxmlformats.org/officeDocument/2006/relationships/customXml" Target="../ink/ink404.xml"/><Relationship Id="rId415" Type="http://schemas.openxmlformats.org/officeDocument/2006/relationships/image" Target="../media/image1782.png"/><Relationship Id="rId457" Type="http://schemas.openxmlformats.org/officeDocument/2006/relationships/image" Target="../media/image1803.png"/><Relationship Id="rId261" Type="http://schemas.openxmlformats.org/officeDocument/2006/relationships/image" Target="../media/image1705.png"/><Relationship Id="rId499" Type="http://schemas.openxmlformats.org/officeDocument/2006/relationships/image" Target="../media/image1824.png"/><Relationship Id="rId14" Type="http://schemas.openxmlformats.org/officeDocument/2006/relationships/customXml" Target="../ink/ink307.xml"/><Relationship Id="rId56" Type="http://schemas.openxmlformats.org/officeDocument/2006/relationships/customXml" Target="../ink/ink328.xml"/><Relationship Id="rId317" Type="http://schemas.openxmlformats.org/officeDocument/2006/relationships/image" Target="../media/image1733.png"/><Relationship Id="rId359" Type="http://schemas.openxmlformats.org/officeDocument/2006/relationships/image" Target="../media/image1754.png"/><Relationship Id="rId98" Type="http://schemas.openxmlformats.org/officeDocument/2006/relationships/customXml" Target="../ink/ink349.xml"/><Relationship Id="rId121" Type="http://schemas.openxmlformats.org/officeDocument/2006/relationships/image" Target="../media/image1637.png"/><Relationship Id="rId163" Type="http://schemas.openxmlformats.org/officeDocument/2006/relationships/image" Target="../media/image1658.png"/><Relationship Id="rId219" Type="http://schemas.openxmlformats.org/officeDocument/2006/relationships/image" Target="../media/image1684.png"/><Relationship Id="rId370" Type="http://schemas.openxmlformats.org/officeDocument/2006/relationships/customXml" Target="../ink/ink485.xml"/><Relationship Id="rId426" Type="http://schemas.openxmlformats.org/officeDocument/2006/relationships/customXml" Target="../ink/ink513.xml"/><Relationship Id="rId230" Type="http://schemas.openxmlformats.org/officeDocument/2006/relationships/customXml" Target="../ink/ink415.xml"/><Relationship Id="rId468" Type="http://schemas.openxmlformats.org/officeDocument/2006/relationships/customXml" Target="../ink/ink534.xml"/><Relationship Id="rId25" Type="http://schemas.openxmlformats.org/officeDocument/2006/relationships/image" Target="../media/image1589.png"/><Relationship Id="rId67" Type="http://schemas.openxmlformats.org/officeDocument/2006/relationships/image" Target="../media/image1610.png"/><Relationship Id="rId272" Type="http://schemas.openxmlformats.org/officeDocument/2006/relationships/customXml" Target="../ink/ink436.xml"/><Relationship Id="rId328" Type="http://schemas.openxmlformats.org/officeDocument/2006/relationships/customXml" Target="../ink/ink464.xml"/><Relationship Id="rId132" Type="http://schemas.openxmlformats.org/officeDocument/2006/relationships/customXml" Target="../ink/ink366.xml"/><Relationship Id="rId174" Type="http://schemas.openxmlformats.org/officeDocument/2006/relationships/customXml" Target="../ink/ink387.xml"/><Relationship Id="rId381" Type="http://schemas.openxmlformats.org/officeDocument/2006/relationships/image" Target="../media/image1765.png"/><Relationship Id="rId241" Type="http://schemas.openxmlformats.org/officeDocument/2006/relationships/image" Target="../media/image1695.png"/><Relationship Id="rId437" Type="http://schemas.openxmlformats.org/officeDocument/2006/relationships/image" Target="../media/image1793.png"/><Relationship Id="rId479" Type="http://schemas.openxmlformats.org/officeDocument/2006/relationships/image" Target="../media/image1814.png"/><Relationship Id="rId36" Type="http://schemas.openxmlformats.org/officeDocument/2006/relationships/customXml" Target="../ink/ink318.xml"/><Relationship Id="rId283" Type="http://schemas.openxmlformats.org/officeDocument/2006/relationships/image" Target="../media/image1716.png"/><Relationship Id="rId339" Type="http://schemas.openxmlformats.org/officeDocument/2006/relationships/image" Target="../media/image1744.png"/><Relationship Id="rId490" Type="http://schemas.openxmlformats.org/officeDocument/2006/relationships/customXml" Target="../ink/ink545.xml"/><Relationship Id="rId504" Type="http://schemas.openxmlformats.org/officeDocument/2006/relationships/customXml" Target="../ink/ink552.xml"/><Relationship Id="rId78" Type="http://schemas.openxmlformats.org/officeDocument/2006/relationships/customXml" Target="../ink/ink339.xml"/><Relationship Id="rId101" Type="http://schemas.openxmlformats.org/officeDocument/2006/relationships/image" Target="../media/image1627.png"/><Relationship Id="rId143" Type="http://schemas.openxmlformats.org/officeDocument/2006/relationships/image" Target="../media/image1648.png"/><Relationship Id="rId185" Type="http://schemas.openxmlformats.org/officeDocument/2006/relationships/image" Target="../media/image1668.png"/><Relationship Id="rId350" Type="http://schemas.openxmlformats.org/officeDocument/2006/relationships/customXml" Target="../ink/ink475.xml"/><Relationship Id="rId406" Type="http://schemas.openxmlformats.org/officeDocument/2006/relationships/customXml" Target="../ink/ink503.xml"/><Relationship Id="rId9" Type="http://schemas.openxmlformats.org/officeDocument/2006/relationships/image" Target="../media/image1581.png"/><Relationship Id="rId210" Type="http://schemas.openxmlformats.org/officeDocument/2006/relationships/customXml" Target="../ink/ink405.xml"/><Relationship Id="rId392" Type="http://schemas.openxmlformats.org/officeDocument/2006/relationships/customXml" Target="../ink/ink496.xml"/><Relationship Id="rId448" Type="http://schemas.openxmlformats.org/officeDocument/2006/relationships/customXml" Target="../ink/ink524.xml"/><Relationship Id="rId252" Type="http://schemas.openxmlformats.org/officeDocument/2006/relationships/customXml" Target="../ink/ink426.xml"/><Relationship Id="rId294" Type="http://schemas.openxmlformats.org/officeDocument/2006/relationships/customXml" Target="../ink/ink447.xml"/><Relationship Id="rId308" Type="http://schemas.openxmlformats.org/officeDocument/2006/relationships/customXml" Target="../ink/ink454.xml"/><Relationship Id="rId515" Type="http://schemas.openxmlformats.org/officeDocument/2006/relationships/image" Target="../media/image1832.png"/><Relationship Id="rId47" Type="http://schemas.openxmlformats.org/officeDocument/2006/relationships/image" Target="../media/image1600.png"/><Relationship Id="rId89" Type="http://schemas.openxmlformats.org/officeDocument/2006/relationships/image" Target="../media/image1621.png"/><Relationship Id="rId112" Type="http://schemas.openxmlformats.org/officeDocument/2006/relationships/customXml" Target="../ink/ink356.xml"/><Relationship Id="rId154" Type="http://schemas.openxmlformats.org/officeDocument/2006/relationships/customXml" Target="../ink/ink377.xml"/><Relationship Id="rId361" Type="http://schemas.openxmlformats.org/officeDocument/2006/relationships/image" Target="../media/image1755.png"/><Relationship Id="rId196" Type="http://schemas.openxmlformats.org/officeDocument/2006/relationships/customXml" Target="../ink/ink398.xml"/><Relationship Id="rId417" Type="http://schemas.openxmlformats.org/officeDocument/2006/relationships/image" Target="../media/image1783.png"/><Relationship Id="rId459" Type="http://schemas.openxmlformats.org/officeDocument/2006/relationships/image" Target="../media/image1804.png"/><Relationship Id="rId16" Type="http://schemas.openxmlformats.org/officeDocument/2006/relationships/customXml" Target="../ink/ink308.xml"/><Relationship Id="rId221" Type="http://schemas.openxmlformats.org/officeDocument/2006/relationships/image" Target="../media/image1685.png"/><Relationship Id="rId263" Type="http://schemas.openxmlformats.org/officeDocument/2006/relationships/image" Target="../media/image1706.png"/><Relationship Id="rId319" Type="http://schemas.openxmlformats.org/officeDocument/2006/relationships/image" Target="../media/image1734.png"/><Relationship Id="rId470" Type="http://schemas.openxmlformats.org/officeDocument/2006/relationships/customXml" Target="../ink/ink535.xml"/><Relationship Id="rId58" Type="http://schemas.openxmlformats.org/officeDocument/2006/relationships/customXml" Target="../ink/ink329.xml"/><Relationship Id="rId123" Type="http://schemas.openxmlformats.org/officeDocument/2006/relationships/image" Target="../media/image1638.png"/><Relationship Id="rId330" Type="http://schemas.openxmlformats.org/officeDocument/2006/relationships/customXml" Target="../ink/ink465.xml"/><Relationship Id="rId165" Type="http://schemas.openxmlformats.org/officeDocument/2006/relationships/image" Target="../media/image1659.png"/><Relationship Id="rId372" Type="http://schemas.openxmlformats.org/officeDocument/2006/relationships/customXml" Target="../ink/ink486.xml"/><Relationship Id="rId428" Type="http://schemas.openxmlformats.org/officeDocument/2006/relationships/customXml" Target="../ink/ink514.xml"/><Relationship Id="rId232" Type="http://schemas.openxmlformats.org/officeDocument/2006/relationships/customXml" Target="../ink/ink416.xml"/><Relationship Id="rId274" Type="http://schemas.openxmlformats.org/officeDocument/2006/relationships/customXml" Target="../ink/ink437.xml"/><Relationship Id="rId481" Type="http://schemas.openxmlformats.org/officeDocument/2006/relationships/image" Target="../media/image1815.png"/><Relationship Id="rId27" Type="http://schemas.openxmlformats.org/officeDocument/2006/relationships/image" Target="../media/image1590.png"/><Relationship Id="rId69" Type="http://schemas.openxmlformats.org/officeDocument/2006/relationships/image" Target="../media/image1611.png"/><Relationship Id="rId134" Type="http://schemas.openxmlformats.org/officeDocument/2006/relationships/customXml" Target="../ink/ink367.xml"/><Relationship Id="rId80" Type="http://schemas.openxmlformats.org/officeDocument/2006/relationships/customXml" Target="../ink/ink340.xml"/><Relationship Id="rId176" Type="http://schemas.openxmlformats.org/officeDocument/2006/relationships/customXml" Target="../ink/ink388.xml"/><Relationship Id="rId341" Type="http://schemas.openxmlformats.org/officeDocument/2006/relationships/image" Target="../media/image1745.png"/><Relationship Id="rId383" Type="http://schemas.openxmlformats.org/officeDocument/2006/relationships/image" Target="../media/image1766.png"/><Relationship Id="rId439" Type="http://schemas.openxmlformats.org/officeDocument/2006/relationships/image" Target="../media/image1794.png"/><Relationship Id="rId201" Type="http://schemas.openxmlformats.org/officeDocument/2006/relationships/image" Target="../media/image1675.png"/><Relationship Id="rId243" Type="http://schemas.openxmlformats.org/officeDocument/2006/relationships/image" Target="../media/image1696.png"/><Relationship Id="rId285" Type="http://schemas.openxmlformats.org/officeDocument/2006/relationships/image" Target="../media/image1717.png"/><Relationship Id="rId450" Type="http://schemas.openxmlformats.org/officeDocument/2006/relationships/customXml" Target="../ink/ink525.xml"/><Relationship Id="rId506" Type="http://schemas.openxmlformats.org/officeDocument/2006/relationships/customXml" Target="../ink/ink553.xml"/><Relationship Id="rId38" Type="http://schemas.openxmlformats.org/officeDocument/2006/relationships/customXml" Target="../ink/ink319.xml"/><Relationship Id="rId103" Type="http://schemas.openxmlformats.org/officeDocument/2006/relationships/image" Target="../media/image1628.png"/><Relationship Id="rId310" Type="http://schemas.openxmlformats.org/officeDocument/2006/relationships/customXml" Target="../ink/ink455.xml"/><Relationship Id="rId492" Type="http://schemas.openxmlformats.org/officeDocument/2006/relationships/customXml" Target="../ink/ink546.xml"/><Relationship Id="rId91" Type="http://schemas.openxmlformats.org/officeDocument/2006/relationships/image" Target="../media/image1622.png"/><Relationship Id="rId145" Type="http://schemas.openxmlformats.org/officeDocument/2006/relationships/image" Target="../media/image1649.png"/><Relationship Id="rId187" Type="http://schemas.openxmlformats.org/officeDocument/2006/relationships/image" Target="../media/image1669.png"/><Relationship Id="rId352" Type="http://schemas.openxmlformats.org/officeDocument/2006/relationships/customXml" Target="../ink/ink476.xml"/><Relationship Id="rId394" Type="http://schemas.openxmlformats.org/officeDocument/2006/relationships/customXml" Target="../ink/ink497.xml"/><Relationship Id="rId408" Type="http://schemas.openxmlformats.org/officeDocument/2006/relationships/customXml" Target="../ink/ink504.xml"/><Relationship Id="rId212" Type="http://schemas.openxmlformats.org/officeDocument/2006/relationships/customXml" Target="../ink/ink406.xml"/><Relationship Id="rId254" Type="http://schemas.openxmlformats.org/officeDocument/2006/relationships/customXml" Target="../ink/ink427.xml"/><Relationship Id="rId49" Type="http://schemas.openxmlformats.org/officeDocument/2006/relationships/image" Target="../media/image1601.png"/><Relationship Id="rId114" Type="http://schemas.openxmlformats.org/officeDocument/2006/relationships/customXml" Target="../ink/ink357.xml"/><Relationship Id="rId296" Type="http://schemas.openxmlformats.org/officeDocument/2006/relationships/customXml" Target="../ink/ink448.xml"/><Relationship Id="rId461" Type="http://schemas.openxmlformats.org/officeDocument/2006/relationships/image" Target="../media/image1805.png"/><Relationship Id="rId60" Type="http://schemas.openxmlformats.org/officeDocument/2006/relationships/customXml" Target="../ink/ink330.xml"/><Relationship Id="rId156" Type="http://schemas.openxmlformats.org/officeDocument/2006/relationships/customXml" Target="../ink/ink378.xml"/><Relationship Id="rId198" Type="http://schemas.openxmlformats.org/officeDocument/2006/relationships/customXml" Target="../ink/ink399.xml"/><Relationship Id="rId321" Type="http://schemas.openxmlformats.org/officeDocument/2006/relationships/image" Target="../media/image1735.png"/><Relationship Id="rId363" Type="http://schemas.openxmlformats.org/officeDocument/2006/relationships/image" Target="../media/image1756.png"/><Relationship Id="rId419" Type="http://schemas.openxmlformats.org/officeDocument/2006/relationships/image" Target="../media/image1784.png"/><Relationship Id="rId223" Type="http://schemas.openxmlformats.org/officeDocument/2006/relationships/image" Target="../media/image1686.png"/><Relationship Id="rId430" Type="http://schemas.openxmlformats.org/officeDocument/2006/relationships/customXml" Target="../ink/ink515.xml"/><Relationship Id="rId18" Type="http://schemas.openxmlformats.org/officeDocument/2006/relationships/customXml" Target="../ink/ink309.xml"/><Relationship Id="rId265" Type="http://schemas.openxmlformats.org/officeDocument/2006/relationships/image" Target="../media/image1707.png"/><Relationship Id="rId472" Type="http://schemas.openxmlformats.org/officeDocument/2006/relationships/customXml" Target="../ink/ink536.xml"/><Relationship Id="rId125" Type="http://schemas.openxmlformats.org/officeDocument/2006/relationships/image" Target="../media/image1639.png"/><Relationship Id="rId167" Type="http://schemas.openxmlformats.org/officeDocument/2006/relationships/image" Target="../media/image1660.png"/><Relationship Id="rId332" Type="http://schemas.openxmlformats.org/officeDocument/2006/relationships/customXml" Target="../ink/ink466.xml"/><Relationship Id="rId374" Type="http://schemas.openxmlformats.org/officeDocument/2006/relationships/customXml" Target="../ink/ink487.xml"/><Relationship Id="rId71" Type="http://schemas.openxmlformats.org/officeDocument/2006/relationships/image" Target="../media/image1612.png"/><Relationship Id="rId234" Type="http://schemas.openxmlformats.org/officeDocument/2006/relationships/customXml" Target="../ink/ink417.xml"/><Relationship Id="rId2" Type="http://schemas.openxmlformats.org/officeDocument/2006/relationships/customXml" Target="../ink/ink301.xml"/><Relationship Id="rId29" Type="http://schemas.openxmlformats.org/officeDocument/2006/relationships/image" Target="../media/image1591.png"/><Relationship Id="rId276" Type="http://schemas.openxmlformats.org/officeDocument/2006/relationships/customXml" Target="../ink/ink438.xml"/><Relationship Id="rId441" Type="http://schemas.openxmlformats.org/officeDocument/2006/relationships/image" Target="../media/image1795.png"/><Relationship Id="rId483" Type="http://schemas.openxmlformats.org/officeDocument/2006/relationships/image" Target="../media/image1816.png"/><Relationship Id="rId40" Type="http://schemas.openxmlformats.org/officeDocument/2006/relationships/customXml" Target="../ink/ink320.xml"/><Relationship Id="rId136" Type="http://schemas.openxmlformats.org/officeDocument/2006/relationships/customXml" Target="../ink/ink368.xml"/><Relationship Id="rId178" Type="http://schemas.openxmlformats.org/officeDocument/2006/relationships/customXml" Target="../ink/ink389.xml"/><Relationship Id="rId301" Type="http://schemas.openxmlformats.org/officeDocument/2006/relationships/image" Target="../media/image1725.png"/><Relationship Id="rId343" Type="http://schemas.openxmlformats.org/officeDocument/2006/relationships/image" Target="../media/image1746.png"/><Relationship Id="rId82" Type="http://schemas.openxmlformats.org/officeDocument/2006/relationships/customXml" Target="../ink/ink341.xml"/><Relationship Id="rId203" Type="http://schemas.openxmlformats.org/officeDocument/2006/relationships/image" Target="../media/image1676.png"/><Relationship Id="rId385" Type="http://schemas.openxmlformats.org/officeDocument/2006/relationships/image" Target="../media/image1767.png"/><Relationship Id="rId245" Type="http://schemas.openxmlformats.org/officeDocument/2006/relationships/image" Target="../media/image1697.png"/><Relationship Id="rId287" Type="http://schemas.openxmlformats.org/officeDocument/2006/relationships/image" Target="../media/image1718.png"/><Relationship Id="rId410" Type="http://schemas.openxmlformats.org/officeDocument/2006/relationships/customXml" Target="../ink/ink505.xml"/><Relationship Id="rId452" Type="http://schemas.openxmlformats.org/officeDocument/2006/relationships/customXml" Target="../ink/ink526.xml"/><Relationship Id="rId494" Type="http://schemas.openxmlformats.org/officeDocument/2006/relationships/customXml" Target="../ink/ink547.xml"/><Relationship Id="rId508" Type="http://schemas.openxmlformats.org/officeDocument/2006/relationships/customXml" Target="../ink/ink554.xml"/><Relationship Id="rId105" Type="http://schemas.openxmlformats.org/officeDocument/2006/relationships/image" Target="../media/image1629.png"/><Relationship Id="rId147" Type="http://schemas.openxmlformats.org/officeDocument/2006/relationships/image" Target="../media/image1650.png"/><Relationship Id="rId312" Type="http://schemas.openxmlformats.org/officeDocument/2006/relationships/customXml" Target="../ink/ink456.xml"/><Relationship Id="rId354" Type="http://schemas.openxmlformats.org/officeDocument/2006/relationships/customXml" Target="../ink/ink477.xml"/><Relationship Id="rId51" Type="http://schemas.openxmlformats.org/officeDocument/2006/relationships/image" Target="../media/image1602.png"/><Relationship Id="rId93" Type="http://schemas.openxmlformats.org/officeDocument/2006/relationships/image" Target="../media/image1623.png"/><Relationship Id="rId189" Type="http://schemas.openxmlformats.org/officeDocument/2006/relationships/image" Target="../media/image1402.png"/><Relationship Id="rId396" Type="http://schemas.openxmlformats.org/officeDocument/2006/relationships/customXml" Target="../ink/ink498.xml"/><Relationship Id="rId214" Type="http://schemas.openxmlformats.org/officeDocument/2006/relationships/customXml" Target="../ink/ink407.xml"/><Relationship Id="rId256" Type="http://schemas.openxmlformats.org/officeDocument/2006/relationships/customXml" Target="../ink/ink428.xml"/><Relationship Id="rId298" Type="http://schemas.openxmlformats.org/officeDocument/2006/relationships/customXml" Target="../ink/ink449.xml"/><Relationship Id="rId421" Type="http://schemas.openxmlformats.org/officeDocument/2006/relationships/image" Target="../media/image1785.png"/><Relationship Id="rId463" Type="http://schemas.openxmlformats.org/officeDocument/2006/relationships/image" Target="../media/image1806.png"/><Relationship Id="rId116" Type="http://schemas.openxmlformats.org/officeDocument/2006/relationships/customXml" Target="../ink/ink358.xml"/><Relationship Id="rId158" Type="http://schemas.openxmlformats.org/officeDocument/2006/relationships/customXml" Target="../ink/ink379.xml"/><Relationship Id="rId323" Type="http://schemas.openxmlformats.org/officeDocument/2006/relationships/image" Target="../media/image1736.png"/><Relationship Id="rId20" Type="http://schemas.openxmlformats.org/officeDocument/2006/relationships/customXml" Target="../ink/ink310.xml"/><Relationship Id="rId62" Type="http://schemas.openxmlformats.org/officeDocument/2006/relationships/customXml" Target="../ink/ink331.xml"/><Relationship Id="rId365" Type="http://schemas.openxmlformats.org/officeDocument/2006/relationships/image" Target="../media/image1757.png"/><Relationship Id="rId225" Type="http://schemas.openxmlformats.org/officeDocument/2006/relationships/image" Target="../media/image1687.png"/><Relationship Id="rId267" Type="http://schemas.openxmlformats.org/officeDocument/2006/relationships/image" Target="../media/image1708.png"/><Relationship Id="rId432" Type="http://schemas.openxmlformats.org/officeDocument/2006/relationships/customXml" Target="../ink/ink516.xml"/><Relationship Id="rId474" Type="http://schemas.openxmlformats.org/officeDocument/2006/relationships/customXml" Target="../ink/ink537.xml"/><Relationship Id="rId127" Type="http://schemas.openxmlformats.org/officeDocument/2006/relationships/image" Target="../media/image1640.png"/><Relationship Id="rId31" Type="http://schemas.openxmlformats.org/officeDocument/2006/relationships/image" Target="../media/image1592.png"/><Relationship Id="rId73" Type="http://schemas.openxmlformats.org/officeDocument/2006/relationships/image" Target="../media/image1613.png"/><Relationship Id="rId169" Type="http://schemas.openxmlformats.org/officeDocument/2006/relationships/image" Target="../media/image1661.png"/><Relationship Id="rId334" Type="http://schemas.openxmlformats.org/officeDocument/2006/relationships/customXml" Target="../ink/ink467.xml"/><Relationship Id="rId376" Type="http://schemas.openxmlformats.org/officeDocument/2006/relationships/customXml" Target="../ink/ink488.xml"/><Relationship Id="rId4" Type="http://schemas.openxmlformats.org/officeDocument/2006/relationships/customXml" Target="../ink/ink302.xml"/><Relationship Id="rId180" Type="http://schemas.openxmlformats.org/officeDocument/2006/relationships/customXml" Target="../ink/ink390.xml"/><Relationship Id="rId236" Type="http://schemas.openxmlformats.org/officeDocument/2006/relationships/customXml" Target="../ink/ink418.xml"/><Relationship Id="rId278" Type="http://schemas.openxmlformats.org/officeDocument/2006/relationships/customXml" Target="../ink/ink439.xml"/><Relationship Id="rId401" Type="http://schemas.openxmlformats.org/officeDocument/2006/relationships/image" Target="../media/image1775.png"/><Relationship Id="rId443" Type="http://schemas.openxmlformats.org/officeDocument/2006/relationships/image" Target="../media/image1796.png"/><Relationship Id="rId303" Type="http://schemas.openxmlformats.org/officeDocument/2006/relationships/image" Target="../media/image1726.png"/><Relationship Id="rId485" Type="http://schemas.openxmlformats.org/officeDocument/2006/relationships/image" Target="../media/image1817.png"/><Relationship Id="rId42" Type="http://schemas.openxmlformats.org/officeDocument/2006/relationships/customXml" Target="../ink/ink321.xml"/><Relationship Id="rId84" Type="http://schemas.openxmlformats.org/officeDocument/2006/relationships/customXml" Target="../ink/ink342.xml"/><Relationship Id="rId138" Type="http://schemas.openxmlformats.org/officeDocument/2006/relationships/customXml" Target="../ink/ink369.xml"/><Relationship Id="rId345" Type="http://schemas.openxmlformats.org/officeDocument/2006/relationships/image" Target="../media/image1747.png"/><Relationship Id="rId387" Type="http://schemas.openxmlformats.org/officeDocument/2006/relationships/image" Target="../media/image1768.png"/><Relationship Id="rId510" Type="http://schemas.openxmlformats.org/officeDocument/2006/relationships/customXml" Target="../ink/ink555.xml"/><Relationship Id="rId191" Type="http://schemas.openxmlformats.org/officeDocument/2006/relationships/image" Target="../media/image1670.png"/><Relationship Id="rId205" Type="http://schemas.openxmlformats.org/officeDocument/2006/relationships/image" Target="../media/image1677.png"/><Relationship Id="rId247" Type="http://schemas.openxmlformats.org/officeDocument/2006/relationships/image" Target="../media/image1698.png"/><Relationship Id="rId412" Type="http://schemas.openxmlformats.org/officeDocument/2006/relationships/customXml" Target="../ink/ink506.xml"/><Relationship Id="rId107" Type="http://schemas.openxmlformats.org/officeDocument/2006/relationships/image" Target="../media/image1630.png"/><Relationship Id="rId289" Type="http://schemas.openxmlformats.org/officeDocument/2006/relationships/image" Target="../media/image1719.png"/><Relationship Id="rId454" Type="http://schemas.openxmlformats.org/officeDocument/2006/relationships/customXml" Target="../ink/ink527.xml"/><Relationship Id="rId496" Type="http://schemas.openxmlformats.org/officeDocument/2006/relationships/customXml" Target="../ink/ink548.xml"/><Relationship Id="rId11" Type="http://schemas.openxmlformats.org/officeDocument/2006/relationships/image" Target="../media/image1582.png"/><Relationship Id="rId53" Type="http://schemas.openxmlformats.org/officeDocument/2006/relationships/image" Target="../media/image1603.png"/><Relationship Id="rId149" Type="http://schemas.openxmlformats.org/officeDocument/2006/relationships/image" Target="../media/image1651.png"/><Relationship Id="rId314" Type="http://schemas.openxmlformats.org/officeDocument/2006/relationships/customXml" Target="../ink/ink457.xml"/><Relationship Id="rId356" Type="http://schemas.openxmlformats.org/officeDocument/2006/relationships/customXml" Target="../ink/ink478.xml"/><Relationship Id="rId398" Type="http://schemas.openxmlformats.org/officeDocument/2006/relationships/customXml" Target="../ink/ink499.xml"/><Relationship Id="rId95" Type="http://schemas.openxmlformats.org/officeDocument/2006/relationships/image" Target="../media/image1624.png"/><Relationship Id="rId160" Type="http://schemas.openxmlformats.org/officeDocument/2006/relationships/customXml" Target="../ink/ink380.xml"/><Relationship Id="rId216" Type="http://schemas.openxmlformats.org/officeDocument/2006/relationships/customXml" Target="../ink/ink408.xml"/><Relationship Id="rId423" Type="http://schemas.openxmlformats.org/officeDocument/2006/relationships/image" Target="../media/image1786.png"/><Relationship Id="rId258" Type="http://schemas.openxmlformats.org/officeDocument/2006/relationships/customXml" Target="../ink/ink429.xml"/><Relationship Id="rId465" Type="http://schemas.openxmlformats.org/officeDocument/2006/relationships/image" Target="../media/image1807.png"/><Relationship Id="rId22" Type="http://schemas.openxmlformats.org/officeDocument/2006/relationships/customXml" Target="../ink/ink311.xml"/><Relationship Id="rId64" Type="http://schemas.openxmlformats.org/officeDocument/2006/relationships/customXml" Target="../ink/ink332.xml"/><Relationship Id="rId118" Type="http://schemas.openxmlformats.org/officeDocument/2006/relationships/customXml" Target="../ink/ink359.xml"/><Relationship Id="rId325" Type="http://schemas.openxmlformats.org/officeDocument/2006/relationships/image" Target="../media/image1737.png"/><Relationship Id="rId367" Type="http://schemas.openxmlformats.org/officeDocument/2006/relationships/image" Target="../media/image1758.png"/><Relationship Id="rId171" Type="http://schemas.openxmlformats.org/officeDocument/2006/relationships/image" Target="../media/image1662.png"/><Relationship Id="rId227" Type="http://schemas.openxmlformats.org/officeDocument/2006/relationships/image" Target="../media/image1688.png"/><Relationship Id="rId269" Type="http://schemas.openxmlformats.org/officeDocument/2006/relationships/image" Target="../media/image1709.png"/><Relationship Id="rId434" Type="http://schemas.openxmlformats.org/officeDocument/2006/relationships/customXml" Target="../ink/ink517.xml"/><Relationship Id="rId476" Type="http://schemas.openxmlformats.org/officeDocument/2006/relationships/customXml" Target="../ink/ink538.xml"/><Relationship Id="rId33" Type="http://schemas.openxmlformats.org/officeDocument/2006/relationships/image" Target="../media/image1593.png"/><Relationship Id="rId129" Type="http://schemas.openxmlformats.org/officeDocument/2006/relationships/image" Target="../media/image1641.png"/><Relationship Id="rId280" Type="http://schemas.openxmlformats.org/officeDocument/2006/relationships/customXml" Target="../ink/ink440.xml"/><Relationship Id="rId336" Type="http://schemas.openxmlformats.org/officeDocument/2006/relationships/customXml" Target="../ink/ink468.xml"/><Relationship Id="rId501" Type="http://schemas.openxmlformats.org/officeDocument/2006/relationships/image" Target="../media/image1825.png"/><Relationship Id="rId75" Type="http://schemas.openxmlformats.org/officeDocument/2006/relationships/image" Target="../media/image1614.png"/><Relationship Id="rId140" Type="http://schemas.openxmlformats.org/officeDocument/2006/relationships/customXml" Target="../ink/ink370.xml"/><Relationship Id="rId182" Type="http://schemas.openxmlformats.org/officeDocument/2006/relationships/customXml" Target="../ink/ink391.xml"/><Relationship Id="rId378" Type="http://schemas.openxmlformats.org/officeDocument/2006/relationships/customXml" Target="../ink/ink489.xml"/><Relationship Id="rId403" Type="http://schemas.openxmlformats.org/officeDocument/2006/relationships/image" Target="../media/image1776.png"/><Relationship Id="rId6" Type="http://schemas.openxmlformats.org/officeDocument/2006/relationships/customXml" Target="../ink/ink303.xml"/><Relationship Id="rId238" Type="http://schemas.openxmlformats.org/officeDocument/2006/relationships/customXml" Target="../ink/ink419.xml"/><Relationship Id="rId445" Type="http://schemas.openxmlformats.org/officeDocument/2006/relationships/image" Target="../media/image1797.png"/><Relationship Id="rId487" Type="http://schemas.openxmlformats.org/officeDocument/2006/relationships/image" Target="../media/image1818.png"/><Relationship Id="rId291" Type="http://schemas.openxmlformats.org/officeDocument/2006/relationships/image" Target="../media/image1720.png"/><Relationship Id="rId305" Type="http://schemas.openxmlformats.org/officeDocument/2006/relationships/image" Target="../media/image1727.png"/><Relationship Id="rId347" Type="http://schemas.openxmlformats.org/officeDocument/2006/relationships/image" Target="../media/image1748.png"/><Relationship Id="rId512" Type="http://schemas.openxmlformats.org/officeDocument/2006/relationships/customXml" Target="../ink/ink556.xml"/><Relationship Id="rId44" Type="http://schemas.openxmlformats.org/officeDocument/2006/relationships/customXml" Target="../ink/ink322.xml"/><Relationship Id="rId86" Type="http://schemas.openxmlformats.org/officeDocument/2006/relationships/customXml" Target="../ink/ink343.xml"/><Relationship Id="rId151" Type="http://schemas.openxmlformats.org/officeDocument/2006/relationships/image" Target="../media/image1652.png"/><Relationship Id="rId389" Type="http://schemas.openxmlformats.org/officeDocument/2006/relationships/image" Target="../media/image1769.png"/><Relationship Id="rId193" Type="http://schemas.openxmlformats.org/officeDocument/2006/relationships/image" Target="../media/image1671.png"/><Relationship Id="rId207" Type="http://schemas.openxmlformats.org/officeDocument/2006/relationships/image" Target="../media/image1678.png"/><Relationship Id="rId249" Type="http://schemas.openxmlformats.org/officeDocument/2006/relationships/image" Target="../media/image1699.png"/><Relationship Id="rId414" Type="http://schemas.openxmlformats.org/officeDocument/2006/relationships/customXml" Target="../ink/ink507.xml"/><Relationship Id="rId456" Type="http://schemas.openxmlformats.org/officeDocument/2006/relationships/customXml" Target="../ink/ink528.xml"/><Relationship Id="rId498" Type="http://schemas.openxmlformats.org/officeDocument/2006/relationships/customXml" Target="../ink/ink549.xml"/><Relationship Id="rId13" Type="http://schemas.openxmlformats.org/officeDocument/2006/relationships/image" Target="../media/image1583.png"/><Relationship Id="rId109" Type="http://schemas.openxmlformats.org/officeDocument/2006/relationships/image" Target="../media/image1631.png"/><Relationship Id="rId260" Type="http://schemas.openxmlformats.org/officeDocument/2006/relationships/customXml" Target="../ink/ink430.xml"/><Relationship Id="rId316" Type="http://schemas.openxmlformats.org/officeDocument/2006/relationships/customXml" Target="../ink/ink458.xml"/><Relationship Id="rId55" Type="http://schemas.openxmlformats.org/officeDocument/2006/relationships/image" Target="../media/image1604.png"/><Relationship Id="rId97" Type="http://schemas.openxmlformats.org/officeDocument/2006/relationships/image" Target="../media/image1625.png"/><Relationship Id="rId120" Type="http://schemas.openxmlformats.org/officeDocument/2006/relationships/customXml" Target="../ink/ink360.xml"/><Relationship Id="rId358" Type="http://schemas.openxmlformats.org/officeDocument/2006/relationships/customXml" Target="../ink/ink479.xml"/><Relationship Id="rId162" Type="http://schemas.openxmlformats.org/officeDocument/2006/relationships/customXml" Target="../ink/ink381.xml"/><Relationship Id="rId218" Type="http://schemas.openxmlformats.org/officeDocument/2006/relationships/customXml" Target="../ink/ink409.xml"/><Relationship Id="rId425" Type="http://schemas.openxmlformats.org/officeDocument/2006/relationships/image" Target="../media/image1787.png"/><Relationship Id="rId467" Type="http://schemas.openxmlformats.org/officeDocument/2006/relationships/image" Target="../media/image1808.png"/><Relationship Id="rId271" Type="http://schemas.openxmlformats.org/officeDocument/2006/relationships/image" Target="../media/image1710.png"/><Relationship Id="rId24" Type="http://schemas.openxmlformats.org/officeDocument/2006/relationships/customXml" Target="../ink/ink312.xml"/><Relationship Id="rId66" Type="http://schemas.openxmlformats.org/officeDocument/2006/relationships/customXml" Target="../ink/ink333.xml"/><Relationship Id="rId131" Type="http://schemas.openxmlformats.org/officeDocument/2006/relationships/image" Target="../media/image1642.png"/><Relationship Id="rId327" Type="http://schemas.openxmlformats.org/officeDocument/2006/relationships/image" Target="../media/image1738.png"/><Relationship Id="rId369" Type="http://schemas.openxmlformats.org/officeDocument/2006/relationships/image" Target="../media/image1759.png"/><Relationship Id="rId173" Type="http://schemas.openxmlformats.org/officeDocument/2006/relationships/image" Target="../media/image1663.png"/><Relationship Id="rId229" Type="http://schemas.openxmlformats.org/officeDocument/2006/relationships/image" Target="../media/image1689.png"/><Relationship Id="rId380" Type="http://schemas.openxmlformats.org/officeDocument/2006/relationships/customXml" Target="../ink/ink490.xml"/><Relationship Id="rId436" Type="http://schemas.openxmlformats.org/officeDocument/2006/relationships/customXml" Target="../ink/ink518.xml"/><Relationship Id="rId240" Type="http://schemas.openxmlformats.org/officeDocument/2006/relationships/customXml" Target="../ink/ink420.xml"/><Relationship Id="rId478" Type="http://schemas.openxmlformats.org/officeDocument/2006/relationships/customXml" Target="../ink/ink539.xml"/><Relationship Id="rId35" Type="http://schemas.openxmlformats.org/officeDocument/2006/relationships/image" Target="../media/image1594.png"/><Relationship Id="rId77" Type="http://schemas.openxmlformats.org/officeDocument/2006/relationships/image" Target="../media/image1615.png"/><Relationship Id="rId100" Type="http://schemas.openxmlformats.org/officeDocument/2006/relationships/customXml" Target="../ink/ink350.xml"/><Relationship Id="rId282" Type="http://schemas.openxmlformats.org/officeDocument/2006/relationships/customXml" Target="../ink/ink441.xml"/><Relationship Id="rId338" Type="http://schemas.openxmlformats.org/officeDocument/2006/relationships/customXml" Target="../ink/ink469.xml"/><Relationship Id="rId503" Type="http://schemas.openxmlformats.org/officeDocument/2006/relationships/image" Target="../media/image1826.png"/><Relationship Id="rId8" Type="http://schemas.openxmlformats.org/officeDocument/2006/relationships/customXml" Target="../ink/ink304.xml"/><Relationship Id="rId142" Type="http://schemas.openxmlformats.org/officeDocument/2006/relationships/customXml" Target="../ink/ink371.xml"/><Relationship Id="rId184" Type="http://schemas.openxmlformats.org/officeDocument/2006/relationships/customXml" Target="../ink/ink392.xml"/><Relationship Id="rId391" Type="http://schemas.openxmlformats.org/officeDocument/2006/relationships/image" Target="../media/image1770.png"/><Relationship Id="rId405" Type="http://schemas.openxmlformats.org/officeDocument/2006/relationships/image" Target="../media/image1777.png"/><Relationship Id="rId447" Type="http://schemas.openxmlformats.org/officeDocument/2006/relationships/image" Target="../media/image1798.png"/><Relationship Id="rId251" Type="http://schemas.openxmlformats.org/officeDocument/2006/relationships/image" Target="../media/image1700.png"/><Relationship Id="rId489" Type="http://schemas.openxmlformats.org/officeDocument/2006/relationships/image" Target="../media/image1819.png"/><Relationship Id="rId46" Type="http://schemas.openxmlformats.org/officeDocument/2006/relationships/customXml" Target="../ink/ink323.xml"/><Relationship Id="rId293" Type="http://schemas.openxmlformats.org/officeDocument/2006/relationships/image" Target="../media/image1721.png"/><Relationship Id="rId307" Type="http://schemas.openxmlformats.org/officeDocument/2006/relationships/image" Target="../media/image1728.png"/><Relationship Id="rId349" Type="http://schemas.openxmlformats.org/officeDocument/2006/relationships/image" Target="../media/image1749.png"/><Relationship Id="rId514" Type="http://schemas.openxmlformats.org/officeDocument/2006/relationships/customXml" Target="../ink/ink557.xml"/><Relationship Id="rId88" Type="http://schemas.openxmlformats.org/officeDocument/2006/relationships/customXml" Target="../ink/ink344.xml"/><Relationship Id="rId111" Type="http://schemas.openxmlformats.org/officeDocument/2006/relationships/image" Target="../media/image1632.png"/><Relationship Id="rId153" Type="http://schemas.openxmlformats.org/officeDocument/2006/relationships/image" Target="../media/image1653.png"/><Relationship Id="rId195" Type="http://schemas.openxmlformats.org/officeDocument/2006/relationships/image" Target="../media/image1672.png"/><Relationship Id="rId209" Type="http://schemas.openxmlformats.org/officeDocument/2006/relationships/image" Target="../media/image1679.png"/><Relationship Id="rId360" Type="http://schemas.openxmlformats.org/officeDocument/2006/relationships/customXml" Target="../ink/ink480.xml"/><Relationship Id="rId416" Type="http://schemas.openxmlformats.org/officeDocument/2006/relationships/customXml" Target="../ink/ink508.xml"/><Relationship Id="rId220" Type="http://schemas.openxmlformats.org/officeDocument/2006/relationships/customXml" Target="../ink/ink410.xml"/><Relationship Id="rId458" Type="http://schemas.openxmlformats.org/officeDocument/2006/relationships/customXml" Target="../ink/ink529.xml"/><Relationship Id="rId15" Type="http://schemas.openxmlformats.org/officeDocument/2006/relationships/image" Target="../media/image1584.png"/><Relationship Id="rId57" Type="http://schemas.openxmlformats.org/officeDocument/2006/relationships/image" Target="../media/image1605.png"/><Relationship Id="rId262" Type="http://schemas.openxmlformats.org/officeDocument/2006/relationships/customXml" Target="../ink/ink431.xml"/><Relationship Id="rId318" Type="http://schemas.openxmlformats.org/officeDocument/2006/relationships/customXml" Target="../ink/ink459.xml"/><Relationship Id="rId99" Type="http://schemas.openxmlformats.org/officeDocument/2006/relationships/image" Target="../media/image1626.png"/><Relationship Id="rId122" Type="http://schemas.openxmlformats.org/officeDocument/2006/relationships/customXml" Target="../ink/ink361.xml"/><Relationship Id="rId164" Type="http://schemas.openxmlformats.org/officeDocument/2006/relationships/customXml" Target="../ink/ink382.xml"/><Relationship Id="rId371" Type="http://schemas.openxmlformats.org/officeDocument/2006/relationships/image" Target="../media/image1760.png"/><Relationship Id="rId427" Type="http://schemas.openxmlformats.org/officeDocument/2006/relationships/image" Target="../media/image1788.png"/><Relationship Id="rId469" Type="http://schemas.openxmlformats.org/officeDocument/2006/relationships/image" Target="../media/image1809.png"/><Relationship Id="rId26" Type="http://schemas.openxmlformats.org/officeDocument/2006/relationships/customXml" Target="../ink/ink313.xml"/><Relationship Id="rId231" Type="http://schemas.openxmlformats.org/officeDocument/2006/relationships/image" Target="../media/image1690.png"/><Relationship Id="rId273" Type="http://schemas.openxmlformats.org/officeDocument/2006/relationships/image" Target="../media/image1711.png"/><Relationship Id="rId329" Type="http://schemas.openxmlformats.org/officeDocument/2006/relationships/image" Target="../media/image1739.png"/><Relationship Id="rId480" Type="http://schemas.openxmlformats.org/officeDocument/2006/relationships/customXml" Target="../ink/ink540.xml"/><Relationship Id="rId68" Type="http://schemas.openxmlformats.org/officeDocument/2006/relationships/customXml" Target="../ink/ink334.xml"/><Relationship Id="rId133" Type="http://schemas.openxmlformats.org/officeDocument/2006/relationships/image" Target="../media/image1643.png"/><Relationship Id="rId175" Type="http://schemas.openxmlformats.org/officeDocument/2006/relationships/image" Target="../media/image1664.png"/><Relationship Id="rId340" Type="http://schemas.openxmlformats.org/officeDocument/2006/relationships/customXml" Target="../ink/ink470.xml"/><Relationship Id="rId200" Type="http://schemas.openxmlformats.org/officeDocument/2006/relationships/customXml" Target="../ink/ink400.xml"/><Relationship Id="rId382" Type="http://schemas.openxmlformats.org/officeDocument/2006/relationships/customXml" Target="../ink/ink491.xml"/><Relationship Id="rId438" Type="http://schemas.openxmlformats.org/officeDocument/2006/relationships/customXml" Target="../ink/ink519.xml"/><Relationship Id="rId242" Type="http://schemas.openxmlformats.org/officeDocument/2006/relationships/customXml" Target="../ink/ink421.xml"/><Relationship Id="rId284" Type="http://schemas.openxmlformats.org/officeDocument/2006/relationships/customXml" Target="../ink/ink442.xml"/><Relationship Id="rId491" Type="http://schemas.openxmlformats.org/officeDocument/2006/relationships/image" Target="../media/image1820.png"/><Relationship Id="rId505" Type="http://schemas.openxmlformats.org/officeDocument/2006/relationships/image" Target="../media/image1827.png"/><Relationship Id="rId37" Type="http://schemas.openxmlformats.org/officeDocument/2006/relationships/image" Target="../media/image1595.png"/><Relationship Id="rId79" Type="http://schemas.openxmlformats.org/officeDocument/2006/relationships/image" Target="../media/image1616.png"/><Relationship Id="rId102" Type="http://schemas.openxmlformats.org/officeDocument/2006/relationships/customXml" Target="../ink/ink351.xml"/><Relationship Id="rId144" Type="http://schemas.openxmlformats.org/officeDocument/2006/relationships/customXml" Target="../ink/ink372.xml"/><Relationship Id="rId90" Type="http://schemas.openxmlformats.org/officeDocument/2006/relationships/customXml" Target="../ink/ink345.xml"/><Relationship Id="rId186" Type="http://schemas.openxmlformats.org/officeDocument/2006/relationships/customXml" Target="../ink/ink393.xml"/><Relationship Id="rId351" Type="http://schemas.openxmlformats.org/officeDocument/2006/relationships/image" Target="../media/image1750.png"/><Relationship Id="rId393" Type="http://schemas.openxmlformats.org/officeDocument/2006/relationships/image" Target="../media/image1771.png"/><Relationship Id="rId407" Type="http://schemas.openxmlformats.org/officeDocument/2006/relationships/image" Target="../media/image1778.png"/><Relationship Id="rId449" Type="http://schemas.openxmlformats.org/officeDocument/2006/relationships/image" Target="../media/image1799.png"/><Relationship Id="rId211" Type="http://schemas.openxmlformats.org/officeDocument/2006/relationships/image" Target="../media/image1680.png"/><Relationship Id="rId253" Type="http://schemas.openxmlformats.org/officeDocument/2006/relationships/image" Target="../media/image1701.png"/><Relationship Id="rId295" Type="http://schemas.openxmlformats.org/officeDocument/2006/relationships/image" Target="../media/image1722.png"/><Relationship Id="rId309" Type="http://schemas.openxmlformats.org/officeDocument/2006/relationships/image" Target="../media/image1729.png"/><Relationship Id="rId460" Type="http://schemas.openxmlformats.org/officeDocument/2006/relationships/customXml" Target="../ink/ink530.xml"/><Relationship Id="rId48" Type="http://schemas.openxmlformats.org/officeDocument/2006/relationships/customXml" Target="../ink/ink324.xml"/><Relationship Id="rId113" Type="http://schemas.openxmlformats.org/officeDocument/2006/relationships/image" Target="../media/image1633.png"/><Relationship Id="rId320" Type="http://schemas.openxmlformats.org/officeDocument/2006/relationships/customXml" Target="../ink/ink460.xml"/><Relationship Id="rId155" Type="http://schemas.openxmlformats.org/officeDocument/2006/relationships/image" Target="../media/image1654.png"/><Relationship Id="rId197" Type="http://schemas.openxmlformats.org/officeDocument/2006/relationships/image" Target="../media/image1673.png"/><Relationship Id="rId362" Type="http://schemas.openxmlformats.org/officeDocument/2006/relationships/customXml" Target="../ink/ink481.xml"/><Relationship Id="rId418" Type="http://schemas.openxmlformats.org/officeDocument/2006/relationships/customXml" Target="../ink/ink509.xml"/><Relationship Id="rId222" Type="http://schemas.openxmlformats.org/officeDocument/2006/relationships/customXml" Target="../ink/ink411.xml"/><Relationship Id="rId264" Type="http://schemas.openxmlformats.org/officeDocument/2006/relationships/customXml" Target="../ink/ink432.xml"/><Relationship Id="rId471" Type="http://schemas.openxmlformats.org/officeDocument/2006/relationships/image" Target="../media/image1810.png"/><Relationship Id="rId17" Type="http://schemas.openxmlformats.org/officeDocument/2006/relationships/image" Target="../media/image1585.png"/><Relationship Id="rId59" Type="http://schemas.openxmlformats.org/officeDocument/2006/relationships/image" Target="../media/image1606.png"/><Relationship Id="rId124" Type="http://schemas.openxmlformats.org/officeDocument/2006/relationships/customXml" Target="../ink/ink362.xml"/><Relationship Id="rId70" Type="http://schemas.openxmlformats.org/officeDocument/2006/relationships/customXml" Target="../ink/ink335.xml"/><Relationship Id="rId166" Type="http://schemas.openxmlformats.org/officeDocument/2006/relationships/customXml" Target="../ink/ink383.xml"/><Relationship Id="rId331" Type="http://schemas.openxmlformats.org/officeDocument/2006/relationships/image" Target="../media/image1740.png"/><Relationship Id="rId373" Type="http://schemas.openxmlformats.org/officeDocument/2006/relationships/image" Target="../media/image1761.png"/><Relationship Id="rId429" Type="http://schemas.openxmlformats.org/officeDocument/2006/relationships/image" Target="../media/image1789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691.png"/><Relationship Id="rId440" Type="http://schemas.openxmlformats.org/officeDocument/2006/relationships/customXml" Target="../ink/ink520.xml"/><Relationship Id="rId28" Type="http://schemas.openxmlformats.org/officeDocument/2006/relationships/customXml" Target="../ink/ink314.xml"/><Relationship Id="rId275" Type="http://schemas.openxmlformats.org/officeDocument/2006/relationships/image" Target="../media/image1712.png"/><Relationship Id="rId300" Type="http://schemas.openxmlformats.org/officeDocument/2006/relationships/customXml" Target="../ink/ink450.xml"/><Relationship Id="rId482" Type="http://schemas.openxmlformats.org/officeDocument/2006/relationships/customXml" Target="../ink/ink541.xml"/><Relationship Id="rId81" Type="http://schemas.openxmlformats.org/officeDocument/2006/relationships/image" Target="../media/image1617.png"/><Relationship Id="rId135" Type="http://schemas.openxmlformats.org/officeDocument/2006/relationships/image" Target="../media/image1644.png"/><Relationship Id="rId177" Type="http://schemas.openxmlformats.org/officeDocument/2006/relationships/image" Target="../media/image1665.png"/><Relationship Id="rId342" Type="http://schemas.openxmlformats.org/officeDocument/2006/relationships/customXml" Target="../ink/ink471.xml"/><Relationship Id="rId384" Type="http://schemas.openxmlformats.org/officeDocument/2006/relationships/customXml" Target="../ink/ink492.xml"/><Relationship Id="rId202" Type="http://schemas.openxmlformats.org/officeDocument/2006/relationships/customXml" Target="../ink/ink401.xml"/><Relationship Id="rId244" Type="http://schemas.openxmlformats.org/officeDocument/2006/relationships/customXml" Target="../ink/ink422.xml"/><Relationship Id="rId39" Type="http://schemas.openxmlformats.org/officeDocument/2006/relationships/image" Target="../media/image1596.png"/><Relationship Id="rId286" Type="http://schemas.openxmlformats.org/officeDocument/2006/relationships/customXml" Target="../ink/ink443.xml"/><Relationship Id="rId451" Type="http://schemas.openxmlformats.org/officeDocument/2006/relationships/image" Target="../media/image1800.png"/><Relationship Id="rId493" Type="http://schemas.openxmlformats.org/officeDocument/2006/relationships/image" Target="../media/image1821.png"/><Relationship Id="rId507" Type="http://schemas.openxmlformats.org/officeDocument/2006/relationships/image" Target="../media/image1828.png"/><Relationship Id="rId50" Type="http://schemas.openxmlformats.org/officeDocument/2006/relationships/customXml" Target="../ink/ink325.xml"/><Relationship Id="rId104" Type="http://schemas.openxmlformats.org/officeDocument/2006/relationships/customXml" Target="../ink/ink352.xml"/><Relationship Id="rId146" Type="http://schemas.openxmlformats.org/officeDocument/2006/relationships/customXml" Target="../ink/ink373.xml"/><Relationship Id="rId188" Type="http://schemas.openxmlformats.org/officeDocument/2006/relationships/customXml" Target="../ink/ink394.xml"/><Relationship Id="rId311" Type="http://schemas.openxmlformats.org/officeDocument/2006/relationships/image" Target="../media/image1730.png"/><Relationship Id="rId353" Type="http://schemas.openxmlformats.org/officeDocument/2006/relationships/image" Target="../media/image1751.png"/><Relationship Id="rId395" Type="http://schemas.openxmlformats.org/officeDocument/2006/relationships/image" Target="../media/image1772.png"/><Relationship Id="rId409" Type="http://schemas.openxmlformats.org/officeDocument/2006/relationships/image" Target="../media/image1779.png"/><Relationship Id="rId92" Type="http://schemas.openxmlformats.org/officeDocument/2006/relationships/customXml" Target="../ink/ink346.xml"/><Relationship Id="rId213" Type="http://schemas.openxmlformats.org/officeDocument/2006/relationships/image" Target="../media/image1681.png"/><Relationship Id="rId420" Type="http://schemas.openxmlformats.org/officeDocument/2006/relationships/customXml" Target="../ink/ink510.xml"/><Relationship Id="rId255" Type="http://schemas.openxmlformats.org/officeDocument/2006/relationships/image" Target="../media/image1702.png"/><Relationship Id="rId297" Type="http://schemas.openxmlformats.org/officeDocument/2006/relationships/image" Target="../media/image1723.png"/><Relationship Id="rId462" Type="http://schemas.openxmlformats.org/officeDocument/2006/relationships/customXml" Target="../ink/ink531.xml"/><Relationship Id="rId115" Type="http://schemas.openxmlformats.org/officeDocument/2006/relationships/image" Target="../media/image1634.png"/><Relationship Id="rId157" Type="http://schemas.openxmlformats.org/officeDocument/2006/relationships/image" Target="../media/image1655.png"/><Relationship Id="rId322" Type="http://schemas.openxmlformats.org/officeDocument/2006/relationships/customXml" Target="../ink/ink461.xml"/><Relationship Id="rId364" Type="http://schemas.openxmlformats.org/officeDocument/2006/relationships/customXml" Target="../ink/ink482.xml"/><Relationship Id="rId61" Type="http://schemas.openxmlformats.org/officeDocument/2006/relationships/image" Target="../media/image1607.png"/><Relationship Id="rId199" Type="http://schemas.openxmlformats.org/officeDocument/2006/relationships/image" Target="../media/image1674.png"/><Relationship Id="rId19" Type="http://schemas.openxmlformats.org/officeDocument/2006/relationships/image" Target="../media/image1586.png"/><Relationship Id="rId224" Type="http://schemas.openxmlformats.org/officeDocument/2006/relationships/customXml" Target="../ink/ink412.xml"/><Relationship Id="rId266" Type="http://schemas.openxmlformats.org/officeDocument/2006/relationships/customXml" Target="../ink/ink433.xml"/><Relationship Id="rId431" Type="http://schemas.openxmlformats.org/officeDocument/2006/relationships/image" Target="../media/image1790.png"/><Relationship Id="rId473" Type="http://schemas.openxmlformats.org/officeDocument/2006/relationships/image" Target="../media/image1811.png"/><Relationship Id="rId30" Type="http://schemas.openxmlformats.org/officeDocument/2006/relationships/customXml" Target="../ink/ink315.xml"/><Relationship Id="rId126" Type="http://schemas.openxmlformats.org/officeDocument/2006/relationships/customXml" Target="../ink/ink363.xml"/><Relationship Id="rId168" Type="http://schemas.openxmlformats.org/officeDocument/2006/relationships/customXml" Target="../ink/ink384.xml"/><Relationship Id="rId333" Type="http://schemas.openxmlformats.org/officeDocument/2006/relationships/image" Target="../media/image1741.png"/><Relationship Id="rId72" Type="http://schemas.openxmlformats.org/officeDocument/2006/relationships/customXml" Target="../ink/ink336.xml"/><Relationship Id="rId375" Type="http://schemas.openxmlformats.org/officeDocument/2006/relationships/image" Target="../media/image1762.png"/><Relationship Id="rId3" Type="http://schemas.openxmlformats.org/officeDocument/2006/relationships/image" Target="../media/image1578.png"/><Relationship Id="rId235" Type="http://schemas.openxmlformats.org/officeDocument/2006/relationships/image" Target="../media/image1692.png"/><Relationship Id="rId277" Type="http://schemas.openxmlformats.org/officeDocument/2006/relationships/image" Target="../media/image1713.png"/><Relationship Id="rId400" Type="http://schemas.openxmlformats.org/officeDocument/2006/relationships/customXml" Target="../ink/ink500.xml"/><Relationship Id="rId442" Type="http://schemas.openxmlformats.org/officeDocument/2006/relationships/customXml" Target="../ink/ink521.xml"/><Relationship Id="rId484" Type="http://schemas.openxmlformats.org/officeDocument/2006/relationships/customXml" Target="../ink/ink542.xml"/><Relationship Id="rId137" Type="http://schemas.openxmlformats.org/officeDocument/2006/relationships/image" Target="../media/image1645.png"/><Relationship Id="rId302" Type="http://schemas.openxmlformats.org/officeDocument/2006/relationships/customXml" Target="../ink/ink451.xml"/><Relationship Id="rId344" Type="http://schemas.openxmlformats.org/officeDocument/2006/relationships/customXml" Target="../ink/ink472.xml"/><Relationship Id="rId41" Type="http://schemas.openxmlformats.org/officeDocument/2006/relationships/image" Target="../media/image1597.png"/><Relationship Id="rId83" Type="http://schemas.openxmlformats.org/officeDocument/2006/relationships/image" Target="../media/image1618.png"/><Relationship Id="rId179" Type="http://schemas.openxmlformats.org/officeDocument/2006/relationships/image" Target="../media/image892.png"/><Relationship Id="rId386" Type="http://schemas.openxmlformats.org/officeDocument/2006/relationships/customXml" Target="../ink/ink493.xml"/><Relationship Id="rId190" Type="http://schemas.openxmlformats.org/officeDocument/2006/relationships/customXml" Target="../ink/ink395.xml"/><Relationship Id="rId204" Type="http://schemas.openxmlformats.org/officeDocument/2006/relationships/customXml" Target="../ink/ink402.xml"/><Relationship Id="rId246" Type="http://schemas.openxmlformats.org/officeDocument/2006/relationships/customXml" Target="../ink/ink423.xml"/><Relationship Id="rId288" Type="http://schemas.openxmlformats.org/officeDocument/2006/relationships/customXml" Target="../ink/ink444.xml"/><Relationship Id="rId411" Type="http://schemas.openxmlformats.org/officeDocument/2006/relationships/image" Target="../media/image1780.png"/><Relationship Id="rId453" Type="http://schemas.openxmlformats.org/officeDocument/2006/relationships/image" Target="../media/image1801.png"/><Relationship Id="rId509" Type="http://schemas.openxmlformats.org/officeDocument/2006/relationships/image" Target="../media/image1829.png"/><Relationship Id="rId106" Type="http://schemas.openxmlformats.org/officeDocument/2006/relationships/customXml" Target="../ink/ink353.xml"/><Relationship Id="rId313" Type="http://schemas.openxmlformats.org/officeDocument/2006/relationships/image" Target="../media/image1731.png"/><Relationship Id="rId495" Type="http://schemas.openxmlformats.org/officeDocument/2006/relationships/image" Target="../media/image1822.png"/><Relationship Id="rId10" Type="http://schemas.openxmlformats.org/officeDocument/2006/relationships/customXml" Target="../ink/ink305.xml"/><Relationship Id="rId52" Type="http://schemas.openxmlformats.org/officeDocument/2006/relationships/customXml" Target="../ink/ink326.xml"/><Relationship Id="rId94" Type="http://schemas.openxmlformats.org/officeDocument/2006/relationships/customXml" Target="../ink/ink347.xml"/><Relationship Id="rId148" Type="http://schemas.openxmlformats.org/officeDocument/2006/relationships/customXml" Target="../ink/ink374.xml"/><Relationship Id="rId355" Type="http://schemas.openxmlformats.org/officeDocument/2006/relationships/image" Target="../media/image1752.png"/><Relationship Id="rId397" Type="http://schemas.openxmlformats.org/officeDocument/2006/relationships/image" Target="../media/image1773.png"/><Relationship Id="rId215" Type="http://schemas.openxmlformats.org/officeDocument/2006/relationships/image" Target="../media/image1682.png"/><Relationship Id="rId257" Type="http://schemas.openxmlformats.org/officeDocument/2006/relationships/image" Target="../media/image1703.png"/><Relationship Id="rId422" Type="http://schemas.openxmlformats.org/officeDocument/2006/relationships/customXml" Target="../ink/ink511.xml"/><Relationship Id="rId464" Type="http://schemas.openxmlformats.org/officeDocument/2006/relationships/customXml" Target="../ink/ink532.xml"/><Relationship Id="rId299" Type="http://schemas.openxmlformats.org/officeDocument/2006/relationships/image" Target="../media/image1724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86.png"/><Relationship Id="rId21" Type="http://schemas.openxmlformats.org/officeDocument/2006/relationships/image" Target="../media/image1841.png"/><Relationship Id="rId324" Type="http://schemas.openxmlformats.org/officeDocument/2006/relationships/customXml" Target="../ink/ink719.xml"/><Relationship Id="rId531" Type="http://schemas.openxmlformats.org/officeDocument/2006/relationships/image" Target="../media/image2092.png"/><Relationship Id="rId629" Type="http://schemas.openxmlformats.org/officeDocument/2006/relationships/image" Target="../media/image2141.png"/><Relationship Id="rId170" Type="http://schemas.openxmlformats.org/officeDocument/2006/relationships/customXml" Target="../ink/ink642.xml"/><Relationship Id="rId268" Type="http://schemas.openxmlformats.org/officeDocument/2006/relationships/customXml" Target="../ink/ink691.xml"/><Relationship Id="rId475" Type="http://schemas.openxmlformats.org/officeDocument/2006/relationships/image" Target="../media/image2064.png"/><Relationship Id="rId32" Type="http://schemas.openxmlformats.org/officeDocument/2006/relationships/customXml" Target="../ink/ink573.xml"/><Relationship Id="rId128" Type="http://schemas.openxmlformats.org/officeDocument/2006/relationships/customXml" Target="../ink/ink621.xml"/><Relationship Id="rId335" Type="http://schemas.openxmlformats.org/officeDocument/2006/relationships/image" Target="../media/image1994.png"/><Relationship Id="rId542" Type="http://schemas.openxmlformats.org/officeDocument/2006/relationships/customXml" Target="../ink/ink828.xml"/><Relationship Id="rId181" Type="http://schemas.openxmlformats.org/officeDocument/2006/relationships/image" Target="../media/image1917.png"/><Relationship Id="rId402" Type="http://schemas.openxmlformats.org/officeDocument/2006/relationships/customXml" Target="../ink/ink758.xml"/><Relationship Id="rId279" Type="http://schemas.openxmlformats.org/officeDocument/2006/relationships/image" Target="../media/image1966.png"/><Relationship Id="rId486" Type="http://schemas.openxmlformats.org/officeDocument/2006/relationships/customXml" Target="../ink/ink800.xml"/><Relationship Id="rId43" Type="http://schemas.openxmlformats.org/officeDocument/2006/relationships/image" Target="../media/image1852.png"/><Relationship Id="rId139" Type="http://schemas.openxmlformats.org/officeDocument/2006/relationships/image" Target="../media/image616.png"/><Relationship Id="rId346" Type="http://schemas.openxmlformats.org/officeDocument/2006/relationships/customXml" Target="../ink/ink730.xml"/><Relationship Id="rId553" Type="http://schemas.openxmlformats.org/officeDocument/2006/relationships/image" Target="../media/image2103.png"/><Relationship Id="rId192" Type="http://schemas.openxmlformats.org/officeDocument/2006/relationships/customXml" Target="../ink/ink653.xml"/><Relationship Id="rId206" Type="http://schemas.openxmlformats.org/officeDocument/2006/relationships/customXml" Target="../ink/ink660.xml"/><Relationship Id="rId413" Type="http://schemas.openxmlformats.org/officeDocument/2006/relationships/image" Target="../media/image2033.png"/><Relationship Id="rId497" Type="http://schemas.openxmlformats.org/officeDocument/2006/relationships/image" Target="../media/image2075.png"/><Relationship Id="rId620" Type="http://schemas.openxmlformats.org/officeDocument/2006/relationships/customXml" Target="../ink/ink867.xml"/><Relationship Id="rId357" Type="http://schemas.openxmlformats.org/officeDocument/2006/relationships/image" Target="../media/image2005.png"/><Relationship Id="rId54" Type="http://schemas.openxmlformats.org/officeDocument/2006/relationships/customXml" Target="../ink/ink584.xml"/><Relationship Id="rId217" Type="http://schemas.openxmlformats.org/officeDocument/2006/relationships/image" Target="../media/image1935.png"/><Relationship Id="rId564" Type="http://schemas.openxmlformats.org/officeDocument/2006/relationships/customXml" Target="../ink/ink839.xml"/><Relationship Id="rId424" Type="http://schemas.openxmlformats.org/officeDocument/2006/relationships/customXml" Target="../ink/ink769.xml"/><Relationship Id="rId631" Type="http://schemas.openxmlformats.org/officeDocument/2006/relationships/image" Target="../media/image2142.png"/><Relationship Id="rId270" Type="http://schemas.openxmlformats.org/officeDocument/2006/relationships/customXml" Target="../ink/ink692.xml"/><Relationship Id="rId65" Type="http://schemas.openxmlformats.org/officeDocument/2006/relationships/image" Target="../media/image1861.png"/><Relationship Id="rId130" Type="http://schemas.openxmlformats.org/officeDocument/2006/relationships/customXml" Target="../ink/ink622.xml"/><Relationship Id="rId368" Type="http://schemas.openxmlformats.org/officeDocument/2006/relationships/customXml" Target="../ink/ink741.xml"/><Relationship Id="rId575" Type="http://schemas.openxmlformats.org/officeDocument/2006/relationships/image" Target="../media/image2114.png"/><Relationship Id="rId228" Type="http://schemas.openxmlformats.org/officeDocument/2006/relationships/customXml" Target="../ink/ink671.xml"/><Relationship Id="rId435" Type="http://schemas.openxmlformats.org/officeDocument/2006/relationships/image" Target="../media/image2044.png"/><Relationship Id="rId642" Type="http://schemas.openxmlformats.org/officeDocument/2006/relationships/customXml" Target="../ink/ink878.xml"/><Relationship Id="rId281" Type="http://schemas.openxmlformats.org/officeDocument/2006/relationships/image" Target="../media/image1967.png"/><Relationship Id="rId502" Type="http://schemas.openxmlformats.org/officeDocument/2006/relationships/customXml" Target="../ink/ink808.xml"/><Relationship Id="rId76" Type="http://schemas.openxmlformats.org/officeDocument/2006/relationships/customXml" Target="../ink/ink595.xml"/><Relationship Id="rId141" Type="http://schemas.openxmlformats.org/officeDocument/2006/relationships/image" Target="../media/image1897.png"/><Relationship Id="rId379" Type="http://schemas.openxmlformats.org/officeDocument/2006/relationships/image" Target="../media/image2016.png"/><Relationship Id="rId586" Type="http://schemas.openxmlformats.org/officeDocument/2006/relationships/customXml" Target="../ink/ink850.xml"/><Relationship Id="rId7" Type="http://schemas.openxmlformats.org/officeDocument/2006/relationships/image" Target="../media/image1835.png"/><Relationship Id="rId239" Type="http://schemas.openxmlformats.org/officeDocument/2006/relationships/image" Target="../media/image1946.png"/><Relationship Id="rId446" Type="http://schemas.openxmlformats.org/officeDocument/2006/relationships/customXml" Target="../ink/ink780.xml"/><Relationship Id="rId653" Type="http://schemas.openxmlformats.org/officeDocument/2006/relationships/image" Target="../media/image2153.png"/><Relationship Id="rId292" Type="http://schemas.openxmlformats.org/officeDocument/2006/relationships/customXml" Target="../ink/ink703.xml"/><Relationship Id="rId306" Type="http://schemas.openxmlformats.org/officeDocument/2006/relationships/customXml" Target="../ink/ink710.xml"/><Relationship Id="rId87" Type="http://schemas.openxmlformats.org/officeDocument/2006/relationships/image" Target="../media/image1871.png"/><Relationship Id="rId513" Type="http://schemas.openxmlformats.org/officeDocument/2006/relationships/image" Target="../media/image2083.png"/><Relationship Id="rId597" Type="http://schemas.openxmlformats.org/officeDocument/2006/relationships/image" Target="../media/image2125.png"/><Relationship Id="rId152" Type="http://schemas.openxmlformats.org/officeDocument/2006/relationships/customXml" Target="../ink/ink633.xml"/><Relationship Id="rId457" Type="http://schemas.openxmlformats.org/officeDocument/2006/relationships/image" Target="../media/image2055.png"/><Relationship Id="rId14" Type="http://schemas.openxmlformats.org/officeDocument/2006/relationships/customXml" Target="../ink/ink564.xml"/><Relationship Id="rId317" Type="http://schemas.openxmlformats.org/officeDocument/2006/relationships/image" Target="../media/image1985.png"/><Relationship Id="rId524" Type="http://schemas.openxmlformats.org/officeDocument/2006/relationships/customXml" Target="../ink/ink819.xml"/><Relationship Id="rId98" Type="http://schemas.openxmlformats.org/officeDocument/2006/relationships/customXml" Target="../ink/ink606.xml"/><Relationship Id="rId163" Type="http://schemas.openxmlformats.org/officeDocument/2006/relationships/image" Target="../media/image1908.png"/><Relationship Id="rId370" Type="http://schemas.openxmlformats.org/officeDocument/2006/relationships/customXml" Target="../ink/ink742.xml"/><Relationship Id="rId230" Type="http://schemas.openxmlformats.org/officeDocument/2006/relationships/customXml" Target="../ink/ink672.xml"/><Relationship Id="rId468" Type="http://schemas.openxmlformats.org/officeDocument/2006/relationships/customXml" Target="../ink/ink791.xml"/><Relationship Id="rId25" Type="http://schemas.openxmlformats.org/officeDocument/2006/relationships/image" Target="../media/image1843.png"/><Relationship Id="rId328" Type="http://schemas.openxmlformats.org/officeDocument/2006/relationships/customXml" Target="../ink/ink721.xml"/><Relationship Id="rId535" Type="http://schemas.openxmlformats.org/officeDocument/2006/relationships/image" Target="../media/image2094.png"/><Relationship Id="rId174" Type="http://schemas.openxmlformats.org/officeDocument/2006/relationships/customXml" Target="../ink/ink644.xml"/><Relationship Id="rId381" Type="http://schemas.openxmlformats.org/officeDocument/2006/relationships/image" Target="../media/image2017.png"/><Relationship Id="rId602" Type="http://schemas.openxmlformats.org/officeDocument/2006/relationships/customXml" Target="../ink/ink858.xml"/><Relationship Id="rId241" Type="http://schemas.openxmlformats.org/officeDocument/2006/relationships/image" Target="../media/image1947.png"/><Relationship Id="rId479" Type="http://schemas.openxmlformats.org/officeDocument/2006/relationships/image" Target="../media/image2066.png"/><Relationship Id="rId36" Type="http://schemas.openxmlformats.org/officeDocument/2006/relationships/customXml" Target="../ink/ink575.xml"/><Relationship Id="rId339" Type="http://schemas.openxmlformats.org/officeDocument/2006/relationships/image" Target="../media/image1996.png"/><Relationship Id="rId546" Type="http://schemas.openxmlformats.org/officeDocument/2006/relationships/customXml" Target="../ink/ink830.xml"/><Relationship Id="rId101" Type="http://schemas.openxmlformats.org/officeDocument/2006/relationships/image" Target="../media/image1878.png"/><Relationship Id="rId185" Type="http://schemas.openxmlformats.org/officeDocument/2006/relationships/image" Target="../media/image1919.png"/><Relationship Id="rId406" Type="http://schemas.openxmlformats.org/officeDocument/2006/relationships/customXml" Target="../ink/ink760.xml"/><Relationship Id="rId392" Type="http://schemas.openxmlformats.org/officeDocument/2006/relationships/customXml" Target="../ink/ink753.xml"/><Relationship Id="rId613" Type="http://schemas.openxmlformats.org/officeDocument/2006/relationships/image" Target="../media/image2133.png"/><Relationship Id="rId252" Type="http://schemas.openxmlformats.org/officeDocument/2006/relationships/customXml" Target="../ink/ink683.xml"/><Relationship Id="rId47" Type="http://schemas.openxmlformats.org/officeDocument/2006/relationships/image" Target="../media/image1853.png"/><Relationship Id="rId112" Type="http://schemas.openxmlformats.org/officeDocument/2006/relationships/customXml" Target="../ink/ink613.xml"/><Relationship Id="rId557" Type="http://schemas.openxmlformats.org/officeDocument/2006/relationships/image" Target="../media/image2105.png"/><Relationship Id="rId196" Type="http://schemas.openxmlformats.org/officeDocument/2006/relationships/customXml" Target="../ink/ink655.xml"/><Relationship Id="rId417" Type="http://schemas.openxmlformats.org/officeDocument/2006/relationships/image" Target="../media/image2035.png"/><Relationship Id="rId624" Type="http://schemas.openxmlformats.org/officeDocument/2006/relationships/customXml" Target="../ink/ink869.xml"/><Relationship Id="rId263" Type="http://schemas.openxmlformats.org/officeDocument/2006/relationships/image" Target="../media/image1958.png"/><Relationship Id="rId470" Type="http://schemas.openxmlformats.org/officeDocument/2006/relationships/customXml" Target="../ink/ink792.xml"/><Relationship Id="rId58" Type="http://schemas.openxmlformats.org/officeDocument/2006/relationships/customXml" Target="../ink/ink586.xml"/><Relationship Id="rId123" Type="http://schemas.openxmlformats.org/officeDocument/2006/relationships/image" Target="../media/image1889.png"/><Relationship Id="rId330" Type="http://schemas.openxmlformats.org/officeDocument/2006/relationships/customXml" Target="../ink/ink722.xml"/><Relationship Id="rId568" Type="http://schemas.openxmlformats.org/officeDocument/2006/relationships/customXml" Target="../ink/ink841.xml"/><Relationship Id="rId428" Type="http://schemas.openxmlformats.org/officeDocument/2006/relationships/customXml" Target="../ink/ink771.xml"/><Relationship Id="rId635" Type="http://schemas.openxmlformats.org/officeDocument/2006/relationships/image" Target="../media/image2144.png"/><Relationship Id="rId232" Type="http://schemas.openxmlformats.org/officeDocument/2006/relationships/customXml" Target="../ink/ink673.xml"/><Relationship Id="rId274" Type="http://schemas.openxmlformats.org/officeDocument/2006/relationships/customXml" Target="../ink/ink694.xml"/><Relationship Id="rId481" Type="http://schemas.openxmlformats.org/officeDocument/2006/relationships/image" Target="../media/image2067.png"/><Relationship Id="rId27" Type="http://schemas.openxmlformats.org/officeDocument/2006/relationships/image" Target="../media/image1844.png"/><Relationship Id="rId69" Type="http://schemas.openxmlformats.org/officeDocument/2006/relationships/image" Target="../media/image1862.png"/><Relationship Id="rId134" Type="http://schemas.openxmlformats.org/officeDocument/2006/relationships/customXml" Target="../ink/ink624.xml"/><Relationship Id="rId537" Type="http://schemas.openxmlformats.org/officeDocument/2006/relationships/image" Target="../media/image2095.png"/><Relationship Id="rId579" Type="http://schemas.openxmlformats.org/officeDocument/2006/relationships/image" Target="../media/image2116.png"/><Relationship Id="rId80" Type="http://schemas.openxmlformats.org/officeDocument/2006/relationships/customXml" Target="../ink/ink597.xml"/><Relationship Id="rId176" Type="http://schemas.openxmlformats.org/officeDocument/2006/relationships/customXml" Target="../ink/ink645.xml"/><Relationship Id="rId341" Type="http://schemas.openxmlformats.org/officeDocument/2006/relationships/image" Target="../media/image1997.png"/><Relationship Id="rId383" Type="http://schemas.openxmlformats.org/officeDocument/2006/relationships/image" Target="../media/image2018.png"/><Relationship Id="rId439" Type="http://schemas.openxmlformats.org/officeDocument/2006/relationships/image" Target="../media/image2046.png"/><Relationship Id="rId590" Type="http://schemas.openxmlformats.org/officeDocument/2006/relationships/customXml" Target="../ink/ink852.xml"/><Relationship Id="rId604" Type="http://schemas.openxmlformats.org/officeDocument/2006/relationships/customXml" Target="../ink/ink859.xml"/><Relationship Id="rId646" Type="http://schemas.openxmlformats.org/officeDocument/2006/relationships/customXml" Target="../ink/ink880.xml"/><Relationship Id="rId201" Type="http://schemas.openxmlformats.org/officeDocument/2006/relationships/image" Target="../media/image1927.png"/><Relationship Id="rId243" Type="http://schemas.openxmlformats.org/officeDocument/2006/relationships/image" Target="../media/image1948.png"/><Relationship Id="rId285" Type="http://schemas.openxmlformats.org/officeDocument/2006/relationships/image" Target="../media/image1969.png"/><Relationship Id="rId450" Type="http://schemas.openxmlformats.org/officeDocument/2006/relationships/customXml" Target="../ink/ink782.xml"/><Relationship Id="rId506" Type="http://schemas.openxmlformats.org/officeDocument/2006/relationships/customXml" Target="../ink/ink810.xml"/><Relationship Id="rId38" Type="http://schemas.openxmlformats.org/officeDocument/2006/relationships/customXml" Target="../ink/ink576.xml"/><Relationship Id="rId103" Type="http://schemas.openxmlformats.org/officeDocument/2006/relationships/image" Target="../media/image1879.png"/><Relationship Id="rId310" Type="http://schemas.openxmlformats.org/officeDocument/2006/relationships/customXml" Target="../ink/ink712.xml"/><Relationship Id="rId492" Type="http://schemas.openxmlformats.org/officeDocument/2006/relationships/customXml" Target="../ink/ink803.xml"/><Relationship Id="rId548" Type="http://schemas.openxmlformats.org/officeDocument/2006/relationships/customXml" Target="../ink/ink831.xml"/><Relationship Id="rId91" Type="http://schemas.openxmlformats.org/officeDocument/2006/relationships/image" Target="../media/image1873.png"/><Relationship Id="rId145" Type="http://schemas.openxmlformats.org/officeDocument/2006/relationships/image" Target="../media/image1899.png"/><Relationship Id="rId187" Type="http://schemas.openxmlformats.org/officeDocument/2006/relationships/image" Target="../media/image1920.png"/><Relationship Id="rId352" Type="http://schemas.openxmlformats.org/officeDocument/2006/relationships/customXml" Target="../ink/ink733.xml"/><Relationship Id="rId394" Type="http://schemas.openxmlformats.org/officeDocument/2006/relationships/customXml" Target="../ink/ink754.xml"/><Relationship Id="rId408" Type="http://schemas.openxmlformats.org/officeDocument/2006/relationships/customXml" Target="../ink/ink761.xml"/><Relationship Id="rId615" Type="http://schemas.openxmlformats.org/officeDocument/2006/relationships/image" Target="../media/image2134.png"/><Relationship Id="rId212" Type="http://schemas.openxmlformats.org/officeDocument/2006/relationships/customXml" Target="../ink/ink663.xml"/><Relationship Id="rId254" Type="http://schemas.openxmlformats.org/officeDocument/2006/relationships/customXml" Target="../ink/ink684.xml"/><Relationship Id="rId657" Type="http://schemas.openxmlformats.org/officeDocument/2006/relationships/image" Target="../media/image2155.png"/><Relationship Id="rId49" Type="http://schemas.openxmlformats.org/officeDocument/2006/relationships/image" Target="../media/image1854.png"/><Relationship Id="rId114" Type="http://schemas.openxmlformats.org/officeDocument/2006/relationships/customXml" Target="../ink/ink614.xml"/><Relationship Id="rId296" Type="http://schemas.openxmlformats.org/officeDocument/2006/relationships/customXml" Target="../ink/ink705.xml"/><Relationship Id="rId461" Type="http://schemas.openxmlformats.org/officeDocument/2006/relationships/image" Target="../media/image2057.png"/><Relationship Id="rId517" Type="http://schemas.openxmlformats.org/officeDocument/2006/relationships/image" Target="../media/image2085.png"/><Relationship Id="rId559" Type="http://schemas.openxmlformats.org/officeDocument/2006/relationships/image" Target="../media/image2106.png"/><Relationship Id="rId60" Type="http://schemas.openxmlformats.org/officeDocument/2006/relationships/customXml" Target="../ink/ink587.xml"/><Relationship Id="rId156" Type="http://schemas.openxmlformats.org/officeDocument/2006/relationships/customXml" Target="../ink/ink635.xml"/><Relationship Id="rId198" Type="http://schemas.openxmlformats.org/officeDocument/2006/relationships/customXml" Target="../ink/ink656.xml"/><Relationship Id="rId321" Type="http://schemas.openxmlformats.org/officeDocument/2006/relationships/image" Target="../media/image1987.png"/><Relationship Id="rId363" Type="http://schemas.openxmlformats.org/officeDocument/2006/relationships/image" Target="../media/image2008.png"/><Relationship Id="rId419" Type="http://schemas.openxmlformats.org/officeDocument/2006/relationships/image" Target="../media/image2036.png"/><Relationship Id="rId570" Type="http://schemas.openxmlformats.org/officeDocument/2006/relationships/customXml" Target="../ink/ink842.xml"/><Relationship Id="rId626" Type="http://schemas.openxmlformats.org/officeDocument/2006/relationships/customXml" Target="../ink/ink870.xml"/><Relationship Id="rId223" Type="http://schemas.openxmlformats.org/officeDocument/2006/relationships/image" Target="../media/image1938.png"/><Relationship Id="rId430" Type="http://schemas.openxmlformats.org/officeDocument/2006/relationships/customXml" Target="../ink/ink772.xml"/><Relationship Id="rId18" Type="http://schemas.openxmlformats.org/officeDocument/2006/relationships/customXml" Target="../ink/ink566.xml"/><Relationship Id="rId265" Type="http://schemas.openxmlformats.org/officeDocument/2006/relationships/image" Target="../media/image1959.png"/><Relationship Id="rId472" Type="http://schemas.openxmlformats.org/officeDocument/2006/relationships/customXml" Target="../ink/ink793.xml"/><Relationship Id="rId528" Type="http://schemas.openxmlformats.org/officeDocument/2006/relationships/customXml" Target="../ink/ink821.xml"/><Relationship Id="rId125" Type="http://schemas.openxmlformats.org/officeDocument/2006/relationships/image" Target="../media/image1890.png"/><Relationship Id="rId167" Type="http://schemas.openxmlformats.org/officeDocument/2006/relationships/image" Target="../media/image1910.png"/><Relationship Id="rId332" Type="http://schemas.openxmlformats.org/officeDocument/2006/relationships/customXml" Target="../ink/ink723.xml"/><Relationship Id="rId374" Type="http://schemas.openxmlformats.org/officeDocument/2006/relationships/customXml" Target="../ink/ink744.xml"/><Relationship Id="rId581" Type="http://schemas.openxmlformats.org/officeDocument/2006/relationships/image" Target="../media/image2117.png"/><Relationship Id="rId71" Type="http://schemas.openxmlformats.org/officeDocument/2006/relationships/image" Target="../media/image1863.png"/><Relationship Id="rId234" Type="http://schemas.openxmlformats.org/officeDocument/2006/relationships/customXml" Target="../ink/ink674.xml"/><Relationship Id="rId637" Type="http://schemas.openxmlformats.org/officeDocument/2006/relationships/image" Target="../media/image2145.png"/><Relationship Id="rId2" Type="http://schemas.openxmlformats.org/officeDocument/2006/relationships/customXml" Target="../ink/ink558.xml"/><Relationship Id="rId29" Type="http://schemas.openxmlformats.org/officeDocument/2006/relationships/image" Target="../media/image1845.png"/><Relationship Id="rId276" Type="http://schemas.openxmlformats.org/officeDocument/2006/relationships/customXml" Target="../ink/ink695.xml"/><Relationship Id="rId441" Type="http://schemas.openxmlformats.org/officeDocument/2006/relationships/image" Target="../media/image2047.png"/><Relationship Id="rId483" Type="http://schemas.openxmlformats.org/officeDocument/2006/relationships/image" Target="../media/image2068.png"/><Relationship Id="rId539" Type="http://schemas.openxmlformats.org/officeDocument/2006/relationships/image" Target="../media/image2096.png"/><Relationship Id="rId40" Type="http://schemas.openxmlformats.org/officeDocument/2006/relationships/customXml" Target="../ink/ink577.xml"/><Relationship Id="rId136" Type="http://schemas.openxmlformats.org/officeDocument/2006/relationships/customXml" Target="../ink/ink625.xml"/><Relationship Id="rId178" Type="http://schemas.openxmlformats.org/officeDocument/2006/relationships/customXml" Target="../ink/ink646.xml"/><Relationship Id="rId301" Type="http://schemas.openxmlformats.org/officeDocument/2006/relationships/image" Target="../media/image1977.png"/><Relationship Id="rId343" Type="http://schemas.openxmlformats.org/officeDocument/2006/relationships/image" Target="../media/image1998.png"/><Relationship Id="rId550" Type="http://schemas.openxmlformats.org/officeDocument/2006/relationships/customXml" Target="../ink/ink832.xml"/><Relationship Id="rId82" Type="http://schemas.openxmlformats.org/officeDocument/2006/relationships/customXml" Target="../ink/ink598.xml"/><Relationship Id="rId203" Type="http://schemas.openxmlformats.org/officeDocument/2006/relationships/image" Target="../media/image1928.png"/><Relationship Id="rId385" Type="http://schemas.openxmlformats.org/officeDocument/2006/relationships/image" Target="../media/image2019.png"/><Relationship Id="rId592" Type="http://schemas.openxmlformats.org/officeDocument/2006/relationships/customXml" Target="../ink/ink853.xml"/><Relationship Id="rId606" Type="http://schemas.openxmlformats.org/officeDocument/2006/relationships/customXml" Target="../ink/ink860.xml"/><Relationship Id="rId648" Type="http://schemas.openxmlformats.org/officeDocument/2006/relationships/customXml" Target="../ink/ink881.xml"/><Relationship Id="rId245" Type="http://schemas.openxmlformats.org/officeDocument/2006/relationships/image" Target="../media/image1949.png"/><Relationship Id="rId287" Type="http://schemas.openxmlformats.org/officeDocument/2006/relationships/image" Target="../media/image1970.png"/><Relationship Id="rId410" Type="http://schemas.openxmlformats.org/officeDocument/2006/relationships/customXml" Target="../ink/ink762.xml"/><Relationship Id="rId452" Type="http://schemas.openxmlformats.org/officeDocument/2006/relationships/customXml" Target="../ink/ink783.xml"/><Relationship Id="rId494" Type="http://schemas.openxmlformats.org/officeDocument/2006/relationships/customXml" Target="../ink/ink804.xml"/><Relationship Id="rId508" Type="http://schemas.openxmlformats.org/officeDocument/2006/relationships/customXml" Target="../ink/ink811.xml"/><Relationship Id="rId105" Type="http://schemas.openxmlformats.org/officeDocument/2006/relationships/image" Target="../media/image1880.png"/><Relationship Id="rId147" Type="http://schemas.openxmlformats.org/officeDocument/2006/relationships/image" Target="../media/image1900.png"/><Relationship Id="rId312" Type="http://schemas.openxmlformats.org/officeDocument/2006/relationships/customXml" Target="../ink/ink713.xml"/><Relationship Id="rId354" Type="http://schemas.openxmlformats.org/officeDocument/2006/relationships/customXml" Target="../ink/ink734.xml"/><Relationship Id="rId51" Type="http://schemas.openxmlformats.org/officeDocument/2006/relationships/image" Target="../media/image1679.png"/><Relationship Id="rId93" Type="http://schemas.openxmlformats.org/officeDocument/2006/relationships/image" Target="../media/image1874.png"/><Relationship Id="rId189" Type="http://schemas.openxmlformats.org/officeDocument/2006/relationships/image" Target="../media/image1921.png"/><Relationship Id="rId396" Type="http://schemas.openxmlformats.org/officeDocument/2006/relationships/customXml" Target="../ink/ink755.xml"/><Relationship Id="rId561" Type="http://schemas.openxmlformats.org/officeDocument/2006/relationships/image" Target="../media/image2107.png"/><Relationship Id="rId617" Type="http://schemas.openxmlformats.org/officeDocument/2006/relationships/image" Target="../media/image2135.png"/><Relationship Id="rId659" Type="http://schemas.openxmlformats.org/officeDocument/2006/relationships/image" Target="../media/image2156.png"/><Relationship Id="rId214" Type="http://schemas.openxmlformats.org/officeDocument/2006/relationships/customXml" Target="../ink/ink664.xml"/><Relationship Id="rId256" Type="http://schemas.openxmlformats.org/officeDocument/2006/relationships/customXml" Target="../ink/ink685.xml"/><Relationship Id="rId298" Type="http://schemas.openxmlformats.org/officeDocument/2006/relationships/customXml" Target="../ink/ink706.xml"/><Relationship Id="rId421" Type="http://schemas.openxmlformats.org/officeDocument/2006/relationships/image" Target="../media/image2037.png"/><Relationship Id="rId463" Type="http://schemas.openxmlformats.org/officeDocument/2006/relationships/image" Target="../media/image2058.png"/><Relationship Id="rId519" Type="http://schemas.openxmlformats.org/officeDocument/2006/relationships/image" Target="../media/image2086.png"/><Relationship Id="rId116" Type="http://schemas.openxmlformats.org/officeDocument/2006/relationships/customXml" Target="../ink/ink615.xml"/><Relationship Id="rId158" Type="http://schemas.openxmlformats.org/officeDocument/2006/relationships/customXml" Target="../ink/ink636.xml"/><Relationship Id="rId323" Type="http://schemas.openxmlformats.org/officeDocument/2006/relationships/image" Target="../media/image1988.png"/><Relationship Id="rId530" Type="http://schemas.openxmlformats.org/officeDocument/2006/relationships/customXml" Target="../ink/ink822.xml"/><Relationship Id="rId20" Type="http://schemas.openxmlformats.org/officeDocument/2006/relationships/customXml" Target="../ink/ink567.xml"/><Relationship Id="rId62" Type="http://schemas.openxmlformats.org/officeDocument/2006/relationships/customXml" Target="../ink/ink588.xml"/><Relationship Id="rId365" Type="http://schemas.openxmlformats.org/officeDocument/2006/relationships/image" Target="../media/image2009.png"/><Relationship Id="rId572" Type="http://schemas.openxmlformats.org/officeDocument/2006/relationships/customXml" Target="../ink/ink843.xml"/><Relationship Id="rId628" Type="http://schemas.openxmlformats.org/officeDocument/2006/relationships/customXml" Target="../ink/ink871.xml"/><Relationship Id="rId225" Type="http://schemas.openxmlformats.org/officeDocument/2006/relationships/image" Target="../media/image1939.png"/><Relationship Id="rId267" Type="http://schemas.openxmlformats.org/officeDocument/2006/relationships/image" Target="../media/image1960.png"/><Relationship Id="rId432" Type="http://schemas.openxmlformats.org/officeDocument/2006/relationships/customXml" Target="../ink/ink773.xml"/><Relationship Id="rId474" Type="http://schemas.openxmlformats.org/officeDocument/2006/relationships/customXml" Target="../ink/ink794.xml"/><Relationship Id="rId127" Type="http://schemas.openxmlformats.org/officeDocument/2006/relationships/image" Target="../media/image1891.png"/><Relationship Id="rId31" Type="http://schemas.openxmlformats.org/officeDocument/2006/relationships/image" Target="../media/image1846.png"/><Relationship Id="rId73" Type="http://schemas.openxmlformats.org/officeDocument/2006/relationships/image" Target="../media/image1864.png"/><Relationship Id="rId169" Type="http://schemas.openxmlformats.org/officeDocument/2006/relationships/image" Target="../media/image1911.png"/><Relationship Id="rId334" Type="http://schemas.openxmlformats.org/officeDocument/2006/relationships/customXml" Target="../ink/ink724.xml"/><Relationship Id="rId376" Type="http://schemas.openxmlformats.org/officeDocument/2006/relationships/customXml" Target="../ink/ink745.xml"/><Relationship Id="rId541" Type="http://schemas.openxmlformats.org/officeDocument/2006/relationships/image" Target="../media/image2097.png"/><Relationship Id="rId583" Type="http://schemas.openxmlformats.org/officeDocument/2006/relationships/image" Target="../media/image2118.png"/><Relationship Id="rId639" Type="http://schemas.openxmlformats.org/officeDocument/2006/relationships/image" Target="../media/image2146.png"/><Relationship Id="rId4" Type="http://schemas.openxmlformats.org/officeDocument/2006/relationships/customXml" Target="../ink/ink559.xml"/><Relationship Id="rId180" Type="http://schemas.openxmlformats.org/officeDocument/2006/relationships/customXml" Target="../ink/ink647.xml"/><Relationship Id="rId236" Type="http://schemas.openxmlformats.org/officeDocument/2006/relationships/customXml" Target="../ink/ink675.xml"/><Relationship Id="rId278" Type="http://schemas.openxmlformats.org/officeDocument/2006/relationships/customXml" Target="../ink/ink696.xml"/><Relationship Id="rId401" Type="http://schemas.openxmlformats.org/officeDocument/2006/relationships/image" Target="../media/image2027.png"/><Relationship Id="rId443" Type="http://schemas.openxmlformats.org/officeDocument/2006/relationships/image" Target="../media/image2048.png"/><Relationship Id="rId650" Type="http://schemas.openxmlformats.org/officeDocument/2006/relationships/customXml" Target="../ink/ink882.xml"/><Relationship Id="rId303" Type="http://schemas.openxmlformats.org/officeDocument/2006/relationships/image" Target="../media/image1978.png"/><Relationship Id="rId485" Type="http://schemas.openxmlformats.org/officeDocument/2006/relationships/image" Target="../media/image2069.png"/><Relationship Id="rId42" Type="http://schemas.openxmlformats.org/officeDocument/2006/relationships/customXml" Target="../ink/ink578.xml"/><Relationship Id="rId84" Type="http://schemas.openxmlformats.org/officeDocument/2006/relationships/customXml" Target="../ink/ink599.xml"/><Relationship Id="rId138" Type="http://schemas.openxmlformats.org/officeDocument/2006/relationships/customXml" Target="../ink/ink626.xml"/><Relationship Id="rId345" Type="http://schemas.openxmlformats.org/officeDocument/2006/relationships/image" Target="../media/image1999.png"/><Relationship Id="rId387" Type="http://schemas.openxmlformats.org/officeDocument/2006/relationships/image" Target="../media/image2020.png"/><Relationship Id="rId510" Type="http://schemas.openxmlformats.org/officeDocument/2006/relationships/customXml" Target="../ink/ink812.xml"/><Relationship Id="rId552" Type="http://schemas.openxmlformats.org/officeDocument/2006/relationships/customXml" Target="../ink/ink833.xml"/><Relationship Id="rId594" Type="http://schemas.openxmlformats.org/officeDocument/2006/relationships/customXml" Target="../ink/ink854.xml"/><Relationship Id="rId608" Type="http://schemas.openxmlformats.org/officeDocument/2006/relationships/customXml" Target="../ink/ink861.xml"/><Relationship Id="rId191" Type="http://schemas.openxmlformats.org/officeDocument/2006/relationships/image" Target="../media/image1922.png"/><Relationship Id="rId205" Type="http://schemas.openxmlformats.org/officeDocument/2006/relationships/image" Target="../media/image1929.png"/><Relationship Id="rId247" Type="http://schemas.openxmlformats.org/officeDocument/2006/relationships/image" Target="../media/image1950.png"/><Relationship Id="rId412" Type="http://schemas.openxmlformats.org/officeDocument/2006/relationships/customXml" Target="../ink/ink763.xml"/><Relationship Id="rId107" Type="http://schemas.openxmlformats.org/officeDocument/2006/relationships/image" Target="../media/image1881.png"/><Relationship Id="rId289" Type="http://schemas.openxmlformats.org/officeDocument/2006/relationships/image" Target="../media/image1971.png"/><Relationship Id="rId454" Type="http://schemas.openxmlformats.org/officeDocument/2006/relationships/customXml" Target="../ink/ink784.xml"/><Relationship Id="rId496" Type="http://schemas.openxmlformats.org/officeDocument/2006/relationships/customXml" Target="../ink/ink805.xml"/><Relationship Id="rId661" Type="http://schemas.openxmlformats.org/officeDocument/2006/relationships/image" Target="../media/image2157.png"/><Relationship Id="rId11" Type="http://schemas.openxmlformats.org/officeDocument/2006/relationships/image" Target="../media/image1837.png"/><Relationship Id="rId53" Type="http://schemas.openxmlformats.org/officeDocument/2006/relationships/image" Target="../media/image1855.png"/><Relationship Id="rId149" Type="http://schemas.openxmlformats.org/officeDocument/2006/relationships/image" Target="../media/image1901.png"/><Relationship Id="rId314" Type="http://schemas.openxmlformats.org/officeDocument/2006/relationships/customXml" Target="../ink/ink714.xml"/><Relationship Id="rId356" Type="http://schemas.openxmlformats.org/officeDocument/2006/relationships/customXml" Target="../ink/ink735.xml"/><Relationship Id="rId398" Type="http://schemas.openxmlformats.org/officeDocument/2006/relationships/customXml" Target="../ink/ink756.xml"/><Relationship Id="rId521" Type="http://schemas.openxmlformats.org/officeDocument/2006/relationships/image" Target="../media/image2087.png"/><Relationship Id="rId563" Type="http://schemas.openxmlformats.org/officeDocument/2006/relationships/image" Target="../media/image2108.png"/><Relationship Id="rId619" Type="http://schemas.openxmlformats.org/officeDocument/2006/relationships/image" Target="../media/image2136.png"/><Relationship Id="rId95" Type="http://schemas.openxmlformats.org/officeDocument/2006/relationships/image" Target="../media/image1875.png"/><Relationship Id="rId160" Type="http://schemas.openxmlformats.org/officeDocument/2006/relationships/customXml" Target="../ink/ink637.xml"/><Relationship Id="rId216" Type="http://schemas.openxmlformats.org/officeDocument/2006/relationships/customXml" Target="../ink/ink665.xml"/><Relationship Id="rId423" Type="http://schemas.openxmlformats.org/officeDocument/2006/relationships/image" Target="../media/image2038.png"/><Relationship Id="rId258" Type="http://schemas.openxmlformats.org/officeDocument/2006/relationships/customXml" Target="../ink/ink686.xml"/><Relationship Id="rId465" Type="http://schemas.openxmlformats.org/officeDocument/2006/relationships/image" Target="../media/image2059.png"/><Relationship Id="rId630" Type="http://schemas.openxmlformats.org/officeDocument/2006/relationships/customXml" Target="../ink/ink872.xml"/><Relationship Id="rId22" Type="http://schemas.openxmlformats.org/officeDocument/2006/relationships/customXml" Target="../ink/ink568.xml"/><Relationship Id="rId64" Type="http://schemas.openxmlformats.org/officeDocument/2006/relationships/customXml" Target="../ink/ink589.xml"/><Relationship Id="rId118" Type="http://schemas.openxmlformats.org/officeDocument/2006/relationships/customXml" Target="../ink/ink616.xml"/><Relationship Id="rId325" Type="http://schemas.openxmlformats.org/officeDocument/2006/relationships/image" Target="../media/image1989.png"/><Relationship Id="rId367" Type="http://schemas.openxmlformats.org/officeDocument/2006/relationships/image" Target="../media/image2010.png"/><Relationship Id="rId532" Type="http://schemas.openxmlformats.org/officeDocument/2006/relationships/customXml" Target="../ink/ink823.xml"/><Relationship Id="rId574" Type="http://schemas.openxmlformats.org/officeDocument/2006/relationships/customXml" Target="../ink/ink844.xml"/><Relationship Id="rId171" Type="http://schemas.openxmlformats.org/officeDocument/2006/relationships/image" Target="../media/image1912.png"/><Relationship Id="rId227" Type="http://schemas.openxmlformats.org/officeDocument/2006/relationships/image" Target="../media/image1940.png"/><Relationship Id="rId269" Type="http://schemas.openxmlformats.org/officeDocument/2006/relationships/image" Target="../media/image1961.png"/><Relationship Id="rId434" Type="http://schemas.openxmlformats.org/officeDocument/2006/relationships/customXml" Target="../ink/ink774.xml"/><Relationship Id="rId476" Type="http://schemas.openxmlformats.org/officeDocument/2006/relationships/customXml" Target="../ink/ink795.xml"/><Relationship Id="rId641" Type="http://schemas.openxmlformats.org/officeDocument/2006/relationships/image" Target="../media/image2147.png"/><Relationship Id="rId33" Type="http://schemas.openxmlformats.org/officeDocument/2006/relationships/image" Target="../media/image1847.png"/><Relationship Id="rId129" Type="http://schemas.openxmlformats.org/officeDocument/2006/relationships/image" Target="../media/image1892.png"/><Relationship Id="rId280" Type="http://schemas.openxmlformats.org/officeDocument/2006/relationships/customXml" Target="../ink/ink697.xml"/><Relationship Id="rId336" Type="http://schemas.openxmlformats.org/officeDocument/2006/relationships/customXml" Target="../ink/ink725.xml"/><Relationship Id="rId501" Type="http://schemas.openxmlformats.org/officeDocument/2006/relationships/image" Target="../media/image2077.png"/><Relationship Id="rId543" Type="http://schemas.openxmlformats.org/officeDocument/2006/relationships/image" Target="../media/image2098.png"/><Relationship Id="rId75" Type="http://schemas.openxmlformats.org/officeDocument/2006/relationships/image" Target="../media/image1865.png"/><Relationship Id="rId140" Type="http://schemas.openxmlformats.org/officeDocument/2006/relationships/customXml" Target="../ink/ink627.xml"/><Relationship Id="rId182" Type="http://schemas.openxmlformats.org/officeDocument/2006/relationships/customXml" Target="../ink/ink648.xml"/><Relationship Id="rId378" Type="http://schemas.openxmlformats.org/officeDocument/2006/relationships/customXml" Target="../ink/ink746.xml"/><Relationship Id="rId403" Type="http://schemas.openxmlformats.org/officeDocument/2006/relationships/image" Target="../media/image2028.png"/><Relationship Id="rId585" Type="http://schemas.openxmlformats.org/officeDocument/2006/relationships/image" Target="../media/image2119.png"/><Relationship Id="rId6" Type="http://schemas.openxmlformats.org/officeDocument/2006/relationships/customXml" Target="../ink/ink560.xml"/><Relationship Id="rId238" Type="http://schemas.openxmlformats.org/officeDocument/2006/relationships/customXml" Target="../ink/ink676.xml"/><Relationship Id="rId445" Type="http://schemas.openxmlformats.org/officeDocument/2006/relationships/image" Target="../media/image2049.png"/><Relationship Id="rId487" Type="http://schemas.openxmlformats.org/officeDocument/2006/relationships/image" Target="../media/image2070.png"/><Relationship Id="rId610" Type="http://schemas.openxmlformats.org/officeDocument/2006/relationships/customXml" Target="../ink/ink862.xml"/><Relationship Id="rId652" Type="http://schemas.openxmlformats.org/officeDocument/2006/relationships/customXml" Target="../ink/ink883.xml"/><Relationship Id="rId291" Type="http://schemas.openxmlformats.org/officeDocument/2006/relationships/image" Target="../media/image1972.png"/><Relationship Id="rId305" Type="http://schemas.openxmlformats.org/officeDocument/2006/relationships/image" Target="../media/image1979.png"/><Relationship Id="rId347" Type="http://schemas.openxmlformats.org/officeDocument/2006/relationships/image" Target="../media/image2000.png"/><Relationship Id="rId512" Type="http://schemas.openxmlformats.org/officeDocument/2006/relationships/customXml" Target="../ink/ink813.xml"/><Relationship Id="rId44" Type="http://schemas.openxmlformats.org/officeDocument/2006/relationships/customXml" Target="../ink/ink579.xml"/><Relationship Id="rId86" Type="http://schemas.openxmlformats.org/officeDocument/2006/relationships/customXml" Target="../ink/ink600.xml"/><Relationship Id="rId151" Type="http://schemas.openxmlformats.org/officeDocument/2006/relationships/image" Target="../media/image1902.png"/><Relationship Id="rId389" Type="http://schemas.openxmlformats.org/officeDocument/2006/relationships/image" Target="../media/image2021.png"/><Relationship Id="rId554" Type="http://schemas.openxmlformats.org/officeDocument/2006/relationships/customXml" Target="../ink/ink834.xml"/><Relationship Id="rId596" Type="http://schemas.openxmlformats.org/officeDocument/2006/relationships/customXml" Target="../ink/ink855.xml"/><Relationship Id="rId193" Type="http://schemas.openxmlformats.org/officeDocument/2006/relationships/image" Target="../media/image1923.png"/><Relationship Id="rId207" Type="http://schemas.openxmlformats.org/officeDocument/2006/relationships/image" Target="../media/image1930.png"/><Relationship Id="rId249" Type="http://schemas.openxmlformats.org/officeDocument/2006/relationships/image" Target="../media/image1951.png"/><Relationship Id="rId414" Type="http://schemas.openxmlformats.org/officeDocument/2006/relationships/customXml" Target="../ink/ink764.xml"/><Relationship Id="rId456" Type="http://schemas.openxmlformats.org/officeDocument/2006/relationships/customXml" Target="../ink/ink785.xml"/><Relationship Id="rId498" Type="http://schemas.openxmlformats.org/officeDocument/2006/relationships/customXml" Target="../ink/ink806.xml"/><Relationship Id="rId621" Type="http://schemas.openxmlformats.org/officeDocument/2006/relationships/image" Target="../media/image2137.png"/><Relationship Id="rId663" Type="http://schemas.openxmlformats.org/officeDocument/2006/relationships/image" Target="../media/image2158.png"/><Relationship Id="rId13" Type="http://schemas.openxmlformats.org/officeDocument/2006/relationships/image" Target="../media/image1583.png"/><Relationship Id="rId109" Type="http://schemas.openxmlformats.org/officeDocument/2006/relationships/image" Target="../media/image1882.png"/><Relationship Id="rId260" Type="http://schemas.openxmlformats.org/officeDocument/2006/relationships/customXml" Target="../ink/ink687.xml"/><Relationship Id="rId316" Type="http://schemas.openxmlformats.org/officeDocument/2006/relationships/customXml" Target="../ink/ink715.xml"/><Relationship Id="rId523" Type="http://schemas.openxmlformats.org/officeDocument/2006/relationships/image" Target="../media/image2088.png"/><Relationship Id="rId55" Type="http://schemas.openxmlformats.org/officeDocument/2006/relationships/image" Target="../media/image1856.png"/><Relationship Id="rId97" Type="http://schemas.openxmlformats.org/officeDocument/2006/relationships/image" Target="../media/image1876.png"/><Relationship Id="rId120" Type="http://schemas.openxmlformats.org/officeDocument/2006/relationships/customXml" Target="../ink/ink617.xml"/><Relationship Id="rId358" Type="http://schemas.openxmlformats.org/officeDocument/2006/relationships/customXml" Target="../ink/ink736.xml"/><Relationship Id="rId565" Type="http://schemas.openxmlformats.org/officeDocument/2006/relationships/image" Target="../media/image2109.png"/><Relationship Id="rId162" Type="http://schemas.openxmlformats.org/officeDocument/2006/relationships/customXml" Target="../ink/ink638.xml"/><Relationship Id="rId218" Type="http://schemas.openxmlformats.org/officeDocument/2006/relationships/customXml" Target="../ink/ink666.xml"/><Relationship Id="rId425" Type="http://schemas.openxmlformats.org/officeDocument/2006/relationships/image" Target="../media/image2039.png"/><Relationship Id="rId467" Type="http://schemas.openxmlformats.org/officeDocument/2006/relationships/image" Target="../media/image2060.png"/><Relationship Id="rId632" Type="http://schemas.openxmlformats.org/officeDocument/2006/relationships/customXml" Target="../ink/ink873.xml"/><Relationship Id="rId271" Type="http://schemas.openxmlformats.org/officeDocument/2006/relationships/image" Target="../media/image1962.png"/><Relationship Id="rId24" Type="http://schemas.openxmlformats.org/officeDocument/2006/relationships/customXml" Target="../ink/ink569.xml"/><Relationship Id="rId66" Type="http://schemas.openxmlformats.org/officeDocument/2006/relationships/customXml" Target="../ink/ink590.xml"/><Relationship Id="rId131" Type="http://schemas.openxmlformats.org/officeDocument/2006/relationships/image" Target="../media/image1893.png"/><Relationship Id="rId327" Type="http://schemas.openxmlformats.org/officeDocument/2006/relationships/image" Target="../media/image1990.png"/><Relationship Id="rId369" Type="http://schemas.openxmlformats.org/officeDocument/2006/relationships/image" Target="../media/image2011.png"/><Relationship Id="rId534" Type="http://schemas.openxmlformats.org/officeDocument/2006/relationships/customXml" Target="../ink/ink824.xml"/><Relationship Id="rId576" Type="http://schemas.openxmlformats.org/officeDocument/2006/relationships/customXml" Target="../ink/ink845.xml"/><Relationship Id="rId173" Type="http://schemas.openxmlformats.org/officeDocument/2006/relationships/image" Target="../media/image1913.png"/><Relationship Id="rId229" Type="http://schemas.openxmlformats.org/officeDocument/2006/relationships/image" Target="../media/image1941.png"/><Relationship Id="rId380" Type="http://schemas.openxmlformats.org/officeDocument/2006/relationships/customXml" Target="../ink/ink747.xml"/><Relationship Id="rId436" Type="http://schemas.openxmlformats.org/officeDocument/2006/relationships/customXml" Target="../ink/ink775.xml"/><Relationship Id="rId601" Type="http://schemas.openxmlformats.org/officeDocument/2006/relationships/image" Target="../media/image2127.png"/><Relationship Id="rId643" Type="http://schemas.openxmlformats.org/officeDocument/2006/relationships/image" Target="../media/image2148.png"/><Relationship Id="rId240" Type="http://schemas.openxmlformats.org/officeDocument/2006/relationships/customXml" Target="../ink/ink677.xml"/><Relationship Id="rId478" Type="http://schemas.openxmlformats.org/officeDocument/2006/relationships/customXml" Target="../ink/ink796.xml"/><Relationship Id="rId35" Type="http://schemas.openxmlformats.org/officeDocument/2006/relationships/image" Target="../media/image1848.png"/><Relationship Id="rId77" Type="http://schemas.openxmlformats.org/officeDocument/2006/relationships/image" Target="../media/image1866.png"/><Relationship Id="rId100" Type="http://schemas.openxmlformats.org/officeDocument/2006/relationships/customXml" Target="../ink/ink607.xml"/><Relationship Id="rId282" Type="http://schemas.openxmlformats.org/officeDocument/2006/relationships/customXml" Target="../ink/ink698.xml"/><Relationship Id="rId338" Type="http://schemas.openxmlformats.org/officeDocument/2006/relationships/customXml" Target="../ink/ink726.xml"/><Relationship Id="rId503" Type="http://schemas.openxmlformats.org/officeDocument/2006/relationships/image" Target="../media/image2078.png"/><Relationship Id="rId545" Type="http://schemas.openxmlformats.org/officeDocument/2006/relationships/image" Target="../media/image2099.png"/><Relationship Id="rId587" Type="http://schemas.openxmlformats.org/officeDocument/2006/relationships/image" Target="../media/image2120.png"/><Relationship Id="rId8" Type="http://schemas.openxmlformats.org/officeDocument/2006/relationships/customXml" Target="../ink/ink561.xml"/><Relationship Id="rId142" Type="http://schemas.openxmlformats.org/officeDocument/2006/relationships/customXml" Target="../ink/ink628.xml"/><Relationship Id="rId184" Type="http://schemas.openxmlformats.org/officeDocument/2006/relationships/customXml" Target="../ink/ink649.xml"/><Relationship Id="rId391" Type="http://schemas.openxmlformats.org/officeDocument/2006/relationships/image" Target="../media/image2022.png"/><Relationship Id="rId405" Type="http://schemas.openxmlformats.org/officeDocument/2006/relationships/image" Target="../media/image2029.png"/><Relationship Id="rId447" Type="http://schemas.openxmlformats.org/officeDocument/2006/relationships/image" Target="../media/image2050.png"/><Relationship Id="rId612" Type="http://schemas.openxmlformats.org/officeDocument/2006/relationships/customXml" Target="../ink/ink863.xml"/><Relationship Id="rId251" Type="http://schemas.openxmlformats.org/officeDocument/2006/relationships/image" Target="../media/image1952.png"/><Relationship Id="rId489" Type="http://schemas.openxmlformats.org/officeDocument/2006/relationships/image" Target="../media/image2071.png"/><Relationship Id="rId654" Type="http://schemas.openxmlformats.org/officeDocument/2006/relationships/customXml" Target="../ink/ink884.xml"/><Relationship Id="rId46" Type="http://schemas.openxmlformats.org/officeDocument/2006/relationships/customXml" Target="../ink/ink580.xml"/><Relationship Id="rId293" Type="http://schemas.openxmlformats.org/officeDocument/2006/relationships/image" Target="../media/image1973.png"/><Relationship Id="rId307" Type="http://schemas.openxmlformats.org/officeDocument/2006/relationships/image" Target="../media/image1980.png"/><Relationship Id="rId349" Type="http://schemas.openxmlformats.org/officeDocument/2006/relationships/image" Target="../media/image2001.png"/><Relationship Id="rId514" Type="http://schemas.openxmlformats.org/officeDocument/2006/relationships/customXml" Target="../ink/ink814.xml"/><Relationship Id="rId556" Type="http://schemas.openxmlformats.org/officeDocument/2006/relationships/customXml" Target="../ink/ink835.xml"/><Relationship Id="rId88" Type="http://schemas.openxmlformats.org/officeDocument/2006/relationships/customXml" Target="../ink/ink601.xml"/><Relationship Id="rId111" Type="http://schemas.openxmlformats.org/officeDocument/2006/relationships/image" Target="../media/image1883.png"/><Relationship Id="rId153" Type="http://schemas.openxmlformats.org/officeDocument/2006/relationships/image" Target="../media/image1903.png"/><Relationship Id="rId195" Type="http://schemas.openxmlformats.org/officeDocument/2006/relationships/image" Target="../media/image1924.png"/><Relationship Id="rId209" Type="http://schemas.openxmlformats.org/officeDocument/2006/relationships/image" Target="../media/image1931.png"/><Relationship Id="rId360" Type="http://schemas.openxmlformats.org/officeDocument/2006/relationships/customXml" Target="../ink/ink737.xml"/><Relationship Id="rId416" Type="http://schemas.openxmlformats.org/officeDocument/2006/relationships/customXml" Target="../ink/ink765.xml"/><Relationship Id="rId598" Type="http://schemas.openxmlformats.org/officeDocument/2006/relationships/customXml" Target="../ink/ink856.xml"/><Relationship Id="rId220" Type="http://schemas.openxmlformats.org/officeDocument/2006/relationships/customXml" Target="../ink/ink667.xml"/><Relationship Id="rId458" Type="http://schemas.openxmlformats.org/officeDocument/2006/relationships/customXml" Target="../ink/ink786.xml"/><Relationship Id="rId623" Type="http://schemas.openxmlformats.org/officeDocument/2006/relationships/image" Target="../media/image2138.png"/><Relationship Id="rId15" Type="http://schemas.openxmlformats.org/officeDocument/2006/relationships/image" Target="../media/image1838.png"/><Relationship Id="rId57" Type="http://schemas.openxmlformats.org/officeDocument/2006/relationships/image" Target="../media/image1857.png"/><Relationship Id="rId262" Type="http://schemas.openxmlformats.org/officeDocument/2006/relationships/customXml" Target="../ink/ink688.xml"/><Relationship Id="rId318" Type="http://schemas.openxmlformats.org/officeDocument/2006/relationships/customXml" Target="../ink/ink716.xml"/><Relationship Id="rId525" Type="http://schemas.openxmlformats.org/officeDocument/2006/relationships/image" Target="../media/image2089.png"/><Relationship Id="rId567" Type="http://schemas.openxmlformats.org/officeDocument/2006/relationships/image" Target="../media/image2110.png"/><Relationship Id="rId99" Type="http://schemas.openxmlformats.org/officeDocument/2006/relationships/image" Target="../media/image1877.png"/><Relationship Id="rId122" Type="http://schemas.openxmlformats.org/officeDocument/2006/relationships/customXml" Target="../ink/ink618.xml"/><Relationship Id="rId164" Type="http://schemas.openxmlformats.org/officeDocument/2006/relationships/customXml" Target="../ink/ink639.xml"/><Relationship Id="rId371" Type="http://schemas.openxmlformats.org/officeDocument/2006/relationships/image" Target="../media/image2012.png"/><Relationship Id="rId427" Type="http://schemas.openxmlformats.org/officeDocument/2006/relationships/image" Target="../media/image2040.png"/><Relationship Id="rId469" Type="http://schemas.openxmlformats.org/officeDocument/2006/relationships/image" Target="../media/image2061.png"/><Relationship Id="rId634" Type="http://schemas.openxmlformats.org/officeDocument/2006/relationships/customXml" Target="../ink/ink874.xml"/><Relationship Id="rId26" Type="http://schemas.openxmlformats.org/officeDocument/2006/relationships/customXml" Target="../ink/ink570.xml"/><Relationship Id="rId231" Type="http://schemas.openxmlformats.org/officeDocument/2006/relationships/image" Target="../media/image1942.png"/><Relationship Id="rId273" Type="http://schemas.openxmlformats.org/officeDocument/2006/relationships/image" Target="../media/image1963.png"/><Relationship Id="rId329" Type="http://schemas.openxmlformats.org/officeDocument/2006/relationships/image" Target="../media/image1991.png"/><Relationship Id="rId480" Type="http://schemas.openxmlformats.org/officeDocument/2006/relationships/customXml" Target="../ink/ink797.xml"/><Relationship Id="rId536" Type="http://schemas.openxmlformats.org/officeDocument/2006/relationships/customXml" Target="../ink/ink825.xml"/><Relationship Id="rId68" Type="http://schemas.openxmlformats.org/officeDocument/2006/relationships/customXml" Target="../ink/ink591.xml"/><Relationship Id="rId133" Type="http://schemas.openxmlformats.org/officeDocument/2006/relationships/image" Target="../media/image1894.png"/><Relationship Id="rId175" Type="http://schemas.openxmlformats.org/officeDocument/2006/relationships/image" Target="../media/image1914.png"/><Relationship Id="rId340" Type="http://schemas.openxmlformats.org/officeDocument/2006/relationships/customXml" Target="../ink/ink727.xml"/><Relationship Id="rId578" Type="http://schemas.openxmlformats.org/officeDocument/2006/relationships/customXml" Target="../ink/ink846.xml"/><Relationship Id="rId200" Type="http://schemas.openxmlformats.org/officeDocument/2006/relationships/customXml" Target="../ink/ink657.xml"/><Relationship Id="rId382" Type="http://schemas.openxmlformats.org/officeDocument/2006/relationships/customXml" Target="../ink/ink748.xml"/><Relationship Id="rId438" Type="http://schemas.openxmlformats.org/officeDocument/2006/relationships/customXml" Target="../ink/ink776.xml"/><Relationship Id="rId603" Type="http://schemas.openxmlformats.org/officeDocument/2006/relationships/image" Target="../media/image2128.png"/><Relationship Id="rId645" Type="http://schemas.openxmlformats.org/officeDocument/2006/relationships/image" Target="../media/image2149.png"/><Relationship Id="rId242" Type="http://schemas.openxmlformats.org/officeDocument/2006/relationships/customXml" Target="../ink/ink678.xml"/><Relationship Id="rId284" Type="http://schemas.openxmlformats.org/officeDocument/2006/relationships/customXml" Target="../ink/ink699.xml"/><Relationship Id="rId491" Type="http://schemas.openxmlformats.org/officeDocument/2006/relationships/image" Target="../media/image2072.png"/><Relationship Id="rId505" Type="http://schemas.openxmlformats.org/officeDocument/2006/relationships/image" Target="../media/image2079.png"/><Relationship Id="rId37" Type="http://schemas.openxmlformats.org/officeDocument/2006/relationships/image" Target="../media/image1849.png"/><Relationship Id="rId79" Type="http://schemas.openxmlformats.org/officeDocument/2006/relationships/image" Target="../media/image1867.png"/><Relationship Id="rId102" Type="http://schemas.openxmlformats.org/officeDocument/2006/relationships/customXml" Target="../ink/ink608.xml"/><Relationship Id="rId144" Type="http://schemas.openxmlformats.org/officeDocument/2006/relationships/customXml" Target="../ink/ink629.xml"/><Relationship Id="rId547" Type="http://schemas.openxmlformats.org/officeDocument/2006/relationships/image" Target="../media/image2100.png"/><Relationship Id="rId589" Type="http://schemas.openxmlformats.org/officeDocument/2006/relationships/image" Target="../media/image2121.png"/><Relationship Id="rId90" Type="http://schemas.openxmlformats.org/officeDocument/2006/relationships/customXml" Target="../ink/ink602.xml"/><Relationship Id="rId186" Type="http://schemas.openxmlformats.org/officeDocument/2006/relationships/customXml" Target="../ink/ink650.xml"/><Relationship Id="rId351" Type="http://schemas.openxmlformats.org/officeDocument/2006/relationships/image" Target="../media/image2002.png"/><Relationship Id="rId393" Type="http://schemas.openxmlformats.org/officeDocument/2006/relationships/image" Target="../media/image2023.png"/><Relationship Id="rId407" Type="http://schemas.openxmlformats.org/officeDocument/2006/relationships/image" Target="../media/image2030.png"/><Relationship Id="rId449" Type="http://schemas.openxmlformats.org/officeDocument/2006/relationships/image" Target="../media/image2051.png"/><Relationship Id="rId614" Type="http://schemas.openxmlformats.org/officeDocument/2006/relationships/customXml" Target="../ink/ink864.xml"/><Relationship Id="rId656" Type="http://schemas.openxmlformats.org/officeDocument/2006/relationships/customXml" Target="../ink/ink885.xml"/><Relationship Id="rId211" Type="http://schemas.openxmlformats.org/officeDocument/2006/relationships/image" Target="../media/image1932.png"/><Relationship Id="rId253" Type="http://schemas.openxmlformats.org/officeDocument/2006/relationships/image" Target="../media/image1953.png"/><Relationship Id="rId295" Type="http://schemas.openxmlformats.org/officeDocument/2006/relationships/image" Target="../media/image1974.png"/><Relationship Id="rId309" Type="http://schemas.openxmlformats.org/officeDocument/2006/relationships/image" Target="../media/image1981.png"/><Relationship Id="rId460" Type="http://schemas.openxmlformats.org/officeDocument/2006/relationships/customXml" Target="../ink/ink787.xml"/><Relationship Id="rId516" Type="http://schemas.openxmlformats.org/officeDocument/2006/relationships/customXml" Target="../ink/ink815.xml"/><Relationship Id="rId48" Type="http://schemas.openxmlformats.org/officeDocument/2006/relationships/customXml" Target="../ink/ink581.xml"/><Relationship Id="rId113" Type="http://schemas.openxmlformats.org/officeDocument/2006/relationships/image" Target="../media/image1884.png"/><Relationship Id="rId320" Type="http://schemas.openxmlformats.org/officeDocument/2006/relationships/customXml" Target="../ink/ink717.xml"/><Relationship Id="rId558" Type="http://schemas.openxmlformats.org/officeDocument/2006/relationships/customXml" Target="../ink/ink836.xml"/><Relationship Id="rId155" Type="http://schemas.openxmlformats.org/officeDocument/2006/relationships/image" Target="../media/image1904.png"/><Relationship Id="rId197" Type="http://schemas.openxmlformats.org/officeDocument/2006/relationships/image" Target="../media/image1925.png"/><Relationship Id="rId362" Type="http://schemas.openxmlformats.org/officeDocument/2006/relationships/customXml" Target="../ink/ink738.xml"/><Relationship Id="rId418" Type="http://schemas.openxmlformats.org/officeDocument/2006/relationships/customXml" Target="../ink/ink766.xml"/><Relationship Id="rId625" Type="http://schemas.openxmlformats.org/officeDocument/2006/relationships/image" Target="../media/image2139.png"/><Relationship Id="rId222" Type="http://schemas.openxmlformats.org/officeDocument/2006/relationships/customXml" Target="../ink/ink668.xml"/><Relationship Id="rId264" Type="http://schemas.openxmlformats.org/officeDocument/2006/relationships/customXml" Target="../ink/ink689.xml"/><Relationship Id="rId471" Type="http://schemas.openxmlformats.org/officeDocument/2006/relationships/image" Target="../media/image2062.png"/><Relationship Id="rId17" Type="http://schemas.openxmlformats.org/officeDocument/2006/relationships/image" Target="../media/image1839.png"/><Relationship Id="rId59" Type="http://schemas.openxmlformats.org/officeDocument/2006/relationships/image" Target="../media/image1858.png"/><Relationship Id="rId124" Type="http://schemas.openxmlformats.org/officeDocument/2006/relationships/customXml" Target="../ink/ink619.xml"/><Relationship Id="rId527" Type="http://schemas.openxmlformats.org/officeDocument/2006/relationships/image" Target="../media/image2090.png"/><Relationship Id="rId569" Type="http://schemas.openxmlformats.org/officeDocument/2006/relationships/image" Target="../media/image2111.png"/><Relationship Id="rId70" Type="http://schemas.openxmlformats.org/officeDocument/2006/relationships/customXml" Target="../ink/ink592.xml"/><Relationship Id="rId166" Type="http://schemas.openxmlformats.org/officeDocument/2006/relationships/customXml" Target="../ink/ink640.xml"/><Relationship Id="rId331" Type="http://schemas.openxmlformats.org/officeDocument/2006/relationships/image" Target="../media/image1992.png"/><Relationship Id="rId373" Type="http://schemas.openxmlformats.org/officeDocument/2006/relationships/image" Target="../media/image2013.png"/><Relationship Id="rId429" Type="http://schemas.openxmlformats.org/officeDocument/2006/relationships/image" Target="../media/image2041.png"/><Relationship Id="rId580" Type="http://schemas.openxmlformats.org/officeDocument/2006/relationships/customXml" Target="../ink/ink847.xml"/><Relationship Id="rId636" Type="http://schemas.openxmlformats.org/officeDocument/2006/relationships/customXml" Target="../ink/ink875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943.png"/><Relationship Id="rId440" Type="http://schemas.openxmlformats.org/officeDocument/2006/relationships/customXml" Target="../ink/ink777.xml"/><Relationship Id="rId28" Type="http://schemas.openxmlformats.org/officeDocument/2006/relationships/customXml" Target="../ink/ink571.xml"/><Relationship Id="rId275" Type="http://schemas.openxmlformats.org/officeDocument/2006/relationships/image" Target="../media/image1964.png"/><Relationship Id="rId300" Type="http://schemas.openxmlformats.org/officeDocument/2006/relationships/customXml" Target="../ink/ink707.xml"/><Relationship Id="rId482" Type="http://schemas.openxmlformats.org/officeDocument/2006/relationships/customXml" Target="../ink/ink798.xml"/><Relationship Id="rId538" Type="http://schemas.openxmlformats.org/officeDocument/2006/relationships/customXml" Target="../ink/ink826.xml"/><Relationship Id="rId81" Type="http://schemas.openxmlformats.org/officeDocument/2006/relationships/image" Target="../media/image1868.png"/><Relationship Id="rId135" Type="http://schemas.openxmlformats.org/officeDocument/2006/relationships/image" Target="../media/image1895.png"/><Relationship Id="rId177" Type="http://schemas.openxmlformats.org/officeDocument/2006/relationships/image" Target="../media/image1915.png"/><Relationship Id="rId342" Type="http://schemas.openxmlformats.org/officeDocument/2006/relationships/customXml" Target="../ink/ink728.xml"/><Relationship Id="rId384" Type="http://schemas.openxmlformats.org/officeDocument/2006/relationships/customXml" Target="../ink/ink749.xml"/><Relationship Id="rId591" Type="http://schemas.openxmlformats.org/officeDocument/2006/relationships/image" Target="../media/image2122.png"/><Relationship Id="rId605" Type="http://schemas.openxmlformats.org/officeDocument/2006/relationships/image" Target="../media/image2129.png"/><Relationship Id="rId202" Type="http://schemas.openxmlformats.org/officeDocument/2006/relationships/customXml" Target="../ink/ink658.xml"/><Relationship Id="rId244" Type="http://schemas.openxmlformats.org/officeDocument/2006/relationships/customXml" Target="../ink/ink679.xml"/><Relationship Id="rId647" Type="http://schemas.openxmlformats.org/officeDocument/2006/relationships/image" Target="../media/image2150.png"/><Relationship Id="rId39" Type="http://schemas.openxmlformats.org/officeDocument/2006/relationships/image" Target="../media/image1850.png"/><Relationship Id="rId286" Type="http://schemas.openxmlformats.org/officeDocument/2006/relationships/customXml" Target="../ink/ink700.xml"/><Relationship Id="rId451" Type="http://schemas.openxmlformats.org/officeDocument/2006/relationships/image" Target="../media/image2052.png"/><Relationship Id="rId493" Type="http://schemas.openxmlformats.org/officeDocument/2006/relationships/image" Target="../media/image2073.png"/><Relationship Id="rId507" Type="http://schemas.openxmlformats.org/officeDocument/2006/relationships/image" Target="../media/image2080.png"/><Relationship Id="rId549" Type="http://schemas.openxmlformats.org/officeDocument/2006/relationships/image" Target="../media/image2101.png"/><Relationship Id="rId50" Type="http://schemas.openxmlformats.org/officeDocument/2006/relationships/customXml" Target="../ink/ink582.xml"/><Relationship Id="rId104" Type="http://schemas.openxmlformats.org/officeDocument/2006/relationships/customXml" Target="../ink/ink609.xml"/><Relationship Id="rId146" Type="http://schemas.openxmlformats.org/officeDocument/2006/relationships/customXml" Target="../ink/ink630.xml"/><Relationship Id="rId188" Type="http://schemas.openxmlformats.org/officeDocument/2006/relationships/customXml" Target="../ink/ink651.xml"/><Relationship Id="rId311" Type="http://schemas.openxmlformats.org/officeDocument/2006/relationships/image" Target="../media/image1982.png"/><Relationship Id="rId353" Type="http://schemas.openxmlformats.org/officeDocument/2006/relationships/image" Target="../media/image2003.png"/><Relationship Id="rId395" Type="http://schemas.openxmlformats.org/officeDocument/2006/relationships/image" Target="../media/image2024.png"/><Relationship Id="rId409" Type="http://schemas.openxmlformats.org/officeDocument/2006/relationships/image" Target="../media/image2031.png"/><Relationship Id="rId560" Type="http://schemas.openxmlformats.org/officeDocument/2006/relationships/customXml" Target="../ink/ink837.xml"/><Relationship Id="rId92" Type="http://schemas.openxmlformats.org/officeDocument/2006/relationships/customXml" Target="../ink/ink603.xml"/><Relationship Id="rId213" Type="http://schemas.openxmlformats.org/officeDocument/2006/relationships/image" Target="../media/image1933.png"/><Relationship Id="rId420" Type="http://schemas.openxmlformats.org/officeDocument/2006/relationships/customXml" Target="../ink/ink767.xml"/><Relationship Id="rId616" Type="http://schemas.openxmlformats.org/officeDocument/2006/relationships/customXml" Target="../ink/ink865.xml"/><Relationship Id="rId658" Type="http://schemas.openxmlformats.org/officeDocument/2006/relationships/customXml" Target="../ink/ink886.xml"/><Relationship Id="rId255" Type="http://schemas.openxmlformats.org/officeDocument/2006/relationships/image" Target="../media/image1954.png"/><Relationship Id="rId297" Type="http://schemas.openxmlformats.org/officeDocument/2006/relationships/image" Target="../media/image1975.png"/><Relationship Id="rId462" Type="http://schemas.openxmlformats.org/officeDocument/2006/relationships/customXml" Target="../ink/ink788.xml"/><Relationship Id="rId518" Type="http://schemas.openxmlformats.org/officeDocument/2006/relationships/customXml" Target="../ink/ink816.xml"/><Relationship Id="rId115" Type="http://schemas.openxmlformats.org/officeDocument/2006/relationships/image" Target="../media/image1885.png"/><Relationship Id="rId157" Type="http://schemas.openxmlformats.org/officeDocument/2006/relationships/image" Target="../media/image1905.png"/><Relationship Id="rId322" Type="http://schemas.openxmlformats.org/officeDocument/2006/relationships/customXml" Target="../ink/ink718.xml"/><Relationship Id="rId364" Type="http://schemas.openxmlformats.org/officeDocument/2006/relationships/customXml" Target="../ink/ink739.xml"/><Relationship Id="rId61" Type="http://schemas.openxmlformats.org/officeDocument/2006/relationships/image" Target="../media/image1859.png"/><Relationship Id="rId199" Type="http://schemas.openxmlformats.org/officeDocument/2006/relationships/image" Target="../media/image1926.png"/><Relationship Id="rId571" Type="http://schemas.openxmlformats.org/officeDocument/2006/relationships/image" Target="../media/image2112.png"/><Relationship Id="rId627" Type="http://schemas.openxmlformats.org/officeDocument/2006/relationships/image" Target="../media/image2140.png"/><Relationship Id="rId19" Type="http://schemas.openxmlformats.org/officeDocument/2006/relationships/image" Target="../media/image1840.png"/><Relationship Id="rId224" Type="http://schemas.openxmlformats.org/officeDocument/2006/relationships/customXml" Target="../ink/ink669.xml"/><Relationship Id="rId266" Type="http://schemas.openxmlformats.org/officeDocument/2006/relationships/customXml" Target="../ink/ink690.xml"/><Relationship Id="rId431" Type="http://schemas.openxmlformats.org/officeDocument/2006/relationships/image" Target="../media/image2042.png"/><Relationship Id="rId473" Type="http://schemas.openxmlformats.org/officeDocument/2006/relationships/image" Target="../media/image2063.png"/><Relationship Id="rId529" Type="http://schemas.openxmlformats.org/officeDocument/2006/relationships/image" Target="../media/image2091.png"/><Relationship Id="rId30" Type="http://schemas.openxmlformats.org/officeDocument/2006/relationships/customXml" Target="../ink/ink572.xml"/><Relationship Id="rId126" Type="http://schemas.openxmlformats.org/officeDocument/2006/relationships/customXml" Target="../ink/ink620.xml"/><Relationship Id="rId168" Type="http://schemas.openxmlformats.org/officeDocument/2006/relationships/customXml" Target="../ink/ink641.xml"/><Relationship Id="rId333" Type="http://schemas.openxmlformats.org/officeDocument/2006/relationships/image" Target="../media/image1993.png"/><Relationship Id="rId540" Type="http://schemas.openxmlformats.org/officeDocument/2006/relationships/customXml" Target="../ink/ink827.xml"/><Relationship Id="rId72" Type="http://schemas.openxmlformats.org/officeDocument/2006/relationships/customXml" Target="../ink/ink593.xml"/><Relationship Id="rId375" Type="http://schemas.openxmlformats.org/officeDocument/2006/relationships/image" Target="../media/image2014.png"/><Relationship Id="rId582" Type="http://schemas.openxmlformats.org/officeDocument/2006/relationships/customXml" Target="../ink/ink848.xml"/><Relationship Id="rId638" Type="http://schemas.openxmlformats.org/officeDocument/2006/relationships/customXml" Target="../ink/ink876.xml"/><Relationship Id="rId3" Type="http://schemas.openxmlformats.org/officeDocument/2006/relationships/image" Target="../media/image1833.png"/><Relationship Id="rId235" Type="http://schemas.openxmlformats.org/officeDocument/2006/relationships/image" Target="../media/image1944.png"/><Relationship Id="rId277" Type="http://schemas.openxmlformats.org/officeDocument/2006/relationships/image" Target="../media/image1965.png"/><Relationship Id="rId400" Type="http://schemas.openxmlformats.org/officeDocument/2006/relationships/customXml" Target="../ink/ink757.xml"/><Relationship Id="rId442" Type="http://schemas.openxmlformats.org/officeDocument/2006/relationships/customXml" Target="../ink/ink778.xml"/><Relationship Id="rId484" Type="http://schemas.openxmlformats.org/officeDocument/2006/relationships/customXml" Target="../ink/ink799.xml"/><Relationship Id="rId137" Type="http://schemas.openxmlformats.org/officeDocument/2006/relationships/image" Target="../media/image1896.png"/><Relationship Id="rId302" Type="http://schemas.openxmlformats.org/officeDocument/2006/relationships/customXml" Target="../ink/ink708.xml"/><Relationship Id="rId344" Type="http://schemas.openxmlformats.org/officeDocument/2006/relationships/customXml" Target="../ink/ink729.xml"/><Relationship Id="rId41" Type="http://schemas.openxmlformats.org/officeDocument/2006/relationships/image" Target="../media/image1851.png"/><Relationship Id="rId83" Type="http://schemas.openxmlformats.org/officeDocument/2006/relationships/image" Target="../media/image1869.png"/><Relationship Id="rId179" Type="http://schemas.openxmlformats.org/officeDocument/2006/relationships/image" Target="../media/image1916.png"/><Relationship Id="rId386" Type="http://schemas.openxmlformats.org/officeDocument/2006/relationships/customXml" Target="../ink/ink750.xml"/><Relationship Id="rId551" Type="http://schemas.openxmlformats.org/officeDocument/2006/relationships/image" Target="../media/image2102.png"/><Relationship Id="rId593" Type="http://schemas.openxmlformats.org/officeDocument/2006/relationships/image" Target="../media/image2123.png"/><Relationship Id="rId607" Type="http://schemas.openxmlformats.org/officeDocument/2006/relationships/image" Target="../media/image2130.png"/><Relationship Id="rId649" Type="http://schemas.openxmlformats.org/officeDocument/2006/relationships/image" Target="../media/image2151.png"/><Relationship Id="rId190" Type="http://schemas.openxmlformats.org/officeDocument/2006/relationships/customXml" Target="../ink/ink652.xml"/><Relationship Id="rId204" Type="http://schemas.openxmlformats.org/officeDocument/2006/relationships/customXml" Target="../ink/ink659.xml"/><Relationship Id="rId246" Type="http://schemas.openxmlformats.org/officeDocument/2006/relationships/customXml" Target="../ink/ink680.xml"/><Relationship Id="rId288" Type="http://schemas.openxmlformats.org/officeDocument/2006/relationships/customXml" Target="../ink/ink701.xml"/><Relationship Id="rId411" Type="http://schemas.openxmlformats.org/officeDocument/2006/relationships/image" Target="../media/image2032.png"/><Relationship Id="rId453" Type="http://schemas.openxmlformats.org/officeDocument/2006/relationships/image" Target="../media/image2053.png"/><Relationship Id="rId509" Type="http://schemas.openxmlformats.org/officeDocument/2006/relationships/image" Target="../media/image2081.png"/><Relationship Id="rId660" Type="http://schemas.openxmlformats.org/officeDocument/2006/relationships/customXml" Target="../ink/ink887.xml"/><Relationship Id="rId106" Type="http://schemas.openxmlformats.org/officeDocument/2006/relationships/customXml" Target="../ink/ink610.xml"/><Relationship Id="rId313" Type="http://schemas.openxmlformats.org/officeDocument/2006/relationships/image" Target="../media/image1983.png"/><Relationship Id="rId495" Type="http://schemas.openxmlformats.org/officeDocument/2006/relationships/image" Target="../media/image2074.png"/><Relationship Id="rId10" Type="http://schemas.openxmlformats.org/officeDocument/2006/relationships/customXml" Target="../ink/ink562.xml"/><Relationship Id="rId52" Type="http://schemas.openxmlformats.org/officeDocument/2006/relationships/customXml" Target="../ink/ink583.xml"/><Relationship Id="rId94" Type="http://schemas.openxmlformats.org/officeDocument/2006/relationships/customXml" Target="../ink/ink604.xml"/><Relationship Id="rId148" Type="http://schemas.openxmlformats.org/officeDocument/2006/relationships/customXml" Target="../ink/ink631.xml"/><Relationship Id="rId355" Type="http://schemas.openxmlformats.org/officeDocument/2006/relationships/image" Target="../media/image2004.png"/><Relationship Id="rId397" Type="http://schemas.openxmlformats.org/officeDocument/2006/relationships/image" Target="../media/image2025.png"/><Relationship Id="rId520" Type="http://schemas.openxmlformats.org/officeDocument/2006/relationships/customXml" Target="../ink/ink817.xml"/><Relationship Id="rId562" Type="http://schemas.openxmlformats.org/officeDocument/2006/relationships/customXml" Target="../ink/ink838.xml"/><Relationship Id="rId618" Type="http://schemas.openxmlformats.org/officeDocument/2006/relationships/customXml" Target="../ink/ink866.xml"/><Relationship Id="rId215" Type="http://schemas.openxmlformats.org/officeDocument/2006/relationships/image" Target="../media/image1934.png"/><Relationship Id="rId257" Type="http://schemas.openxmlformats.org/officeDocument/2006/relationships/image" Target="../media/image1955.png"/><Relationship Id="rId422" Type="http://schemas.openxmlformats.org/officeDocument/2006/relationships/customXml" Target="../ink/ink768.xml"/><Relationship Id="rId464" Type="http://schemas.openxmlformats.org/officeDocument/2006/relationships/customXml" Target="../ink/ink789.xml"/><Relationship Id="rId299" Type="http://schemas.openxmlformats.org/officeDocument/2006/relationships/image" Target="../media/image1976.png"/><Relationship Id="rId63" Type="http://schemas.openxmlformats.org/officeDocument/2006/relationships/image" Target="../media/image1860.png"/><Relationship Id="rId159" Type="http://schemas.openxmlformats.org/officeDocument/2006/relationships/image" Target="../media/image1906.png"/><Relationship Id="rId366" Type="http://schemas.openxmlformats.org/officeDocument/2006/relationships/customXml" Target="../ink/ink740.xml"/><Relationship Id="rId573" Type="http://schemas.openxmlformats.org/officeDocument/2006/relationships/image" Target="../media/image2113.png"/><Relationship Id="rId226" Type="http://schemas.openxmlformats.org/officeDocument/2006/relationships/customXml" Target="../ink/ink670.xml"/><Relationship Id="rId433" Type="http://schemas.openxmlformats.org/officeDocument/2006/relationships/image" Target="../media/image2043.png"/><Relationship Id="rId640" Type="http://schemas.openxmlformats.org/officeDocument/2006/relationships/customXml" Target="../ink/ink877.xml"/><Relationship Id="rId74" Type="http://schemas.openxmlformats.org/officeDocument/2006/relationships/customXml" Target="../ink/ink594.xml"/><Relationship Id="rId377" Type="http://schemas.openxmlformats.org/officeDocument/2006/relationships/image" Target="../media/image2015.png"/><Relationship Id="rId500" Type="http://schemas.openxmlformats.org/officeDocument/2006/relationships/customXml" Target="../ink/ink807.xml"/><Relationship Id="rId584" Type="http://schemas.openxmlformats.org/officeDocument/2006/relationships/customXml" Target="../ink/ink849.xml"/><Relationship Id="rId5" Type="http://schemas.openxmlformats.org/officeDocument/2006/relationships/image" Target="../media/image1834.png"/><Relationship Id="rId237" Type="http://schemas.openxmlformats.org/officeDocument/2006/relationships/image" Target="../media/image1945.png"/><Relationship Id="rId444" Type="http://schemas.openxmlformats.org/officeDocument/2006/relationships/customXml" Target="../ink/ink779.xml"/><Relationship Id="rId651" Type="http://schemas.openxmlformats.org/officeDocument/2006/relationships/image" Target="../media/image2152.png"/><Relationship Id="rId290" Type="http://schemas.openxmlformats.org/officeDocument/2006/relationships/customXml" Target="../ink/ink702.xml"/><Relationship Id="rId304" Type="http://schemas.openxmlformats.org/officeDocument/2006/relationships/customXml" Target="../ink/ink709.xml"/><Relationship Id="rId388" Type="http://schemas.openxmlformats.org/officeDocument/2006/relationships/customXml" Target="../ink/ink751.xml"/><Relationship Id="rId511" Type="http://schemas.openxmlformats.org/officeDocument/2006/relationships/image" Target="../media/image2082.png"/><Relationship Id="rId609" Type="http://schemas.openxmlformats.org/officeDocument/2006/relationships/image" Target="../media/image2131.png"/><Relationship Id="rId85" Type="http://schemas.openxmlformats.org/officeDocument/2006/relationships/image" Target="../media/image1870.png"/><Relationship Id="rId150" Type="http://schemas.openxmlformats.org/officeDocument/2006/relationships/customXml" Target="../ink/ink632.xml"/><Relationship Id="rId595" Type="http://schemas.openxmlformats.org/officeDocument/2006/relationships/image" Target="../media/image2124.png"/><Relationship Id="rId248" Type="http://schemas.openxmlformats.org/officeDocument/2006/relationships/customXml" Target="../ink/ink681.xml"/><Relationship Id="rId455" Type="http://schemas.openxmlformats.org/officeDocument/2006/relationships/image" Target="../media/image2054.png"/><Relationship Id="rId662" Type="http://schemas.openxmlformats.org/officeDocument/2006/relationships/customXml" Target="../ink/ink888.xml"/><Relationship Id="rId12" Type="http://schemas.openxmlformats.org/officeDocument/2006/relationships/customXml" Target="../ink/ink563.xml"/><Relationship Id="rId108" Type="http://schemas.openxmlformats.org/officeDocument/2006/relationships/customXml" Target="../ink/ink611.xml"/><Relationship Id="rId315" Type="http://schemas.openxmlformats.org/officeDocument/2006/relationships/image" Target="../media/image1984.png"/><Relationship Id="rId522" Type="http://schemas.openxmlformats.org/officeDocument/2006/relationships/customXml" Target="../ink/ink818.xml"/><Relationship Id="rId96" Type="http://schemas.openxmlformats.org/officeDocument/2006/relationships/customXml" Target="../ink/ink605.xml"/><Relationship Id="rId161" Type="http://schemas.openxmlformats.org/officeDocument/2006/relationships/image" Target="../media/image1907.png"/><Relationship Id="rId399" Type="http://schemas.openxmlformats.org/officeDocument/2006/relationships/image" Target="../media/image2026.png"/><Relationship Id="rId259" Type="http://schemas.openxmlformats.org/officeDocument/2006/relationships/image" Target="../media/image1956.png"/><Relationship Id="rId466" Type="http://schemas.openxmlformats.org/officeDocument/2006/relationships/customXml" Target="../ink/ink790.xml"/><Relationship Id="rId23" Type="http://schemas.openxmlformats.org/officeDocument/2006/relationships/image" Target="../media/image1842.png"/><Relationship Id="rId119" Type="http://schemas.openxmlformats.org/officeDocument/2006/relationships/image" Target="../media/image1887.png"/><Relationship Id="rId326" Type="http://schemas.openxmlformats.org/officeDocument/2006/relationships/customXml" Target="../ink/ink720.xml"/><Relationship Id="rId533" Type="http://schemas.openxmlformats.org/officeDocument/2006/relationships/image" Target="../media/image2093.png"/><Relationship Id="rId172" Type="http://schemas.openxmlformats.org/officeDocument/2006/relationships/customXml" Target="../ink/ink643.xml"/><Relationship Id="rId477" Type="http://schemas.openxmlformats.org/officeDocument/2006/relationships/image" Target="../media/image2065.png"/><Relationship Id="rId600" Type="http://schemas.openxmlformats.org/officeDocument/2006/relationships/customXml" Target="../ink/ink857.xml"/><Relationship Id="rId337" Type="http://schemas.openxmlformats.org/officeDocument/2006/relationships/image" Target="../media/image1995.png"/><Relationship Id="rId34" Type="http://schemas.openxmlformats.org/officeDocument/2006/relationships/customXml" Target="../ink/ink574.xml"/><Relationship Id="rId544" Type="http://schemas.openxmlformats.org/officeDocument/2006/relationships/customXml" Target="../ink/ink829.xml"/><Relationship Id="rId183" Type="http://schemas.openxmlformats.org/officeDocument/2006/relationships/image" Target="../media/image1918.png"/><Relationship Id="rId390" Type="http://schemas.openxmlformats.org/officeDocument/2006/relationships/customXml" Target="../ink/ink752.xml"/><Relationship Id="rId404" Type="http://schemas.openxmlformats.org/officeDocument/2006/relationships/customXml" Target="../ink/ink759.xml"/><Relationship Id="rId611" Type="http://schemas.openxmlformats.org/officeDocument/2006/relationships/image" Target="../media/image2132.png"/><Relationship Id="rId250" Type="http://schemas.openxmlformats.org/officeDocument/2006/relationships/customXml" Target="../ink/ink682.xml"/><Relationship Id="rId488" Type="http://schemas.openxmlformats.org/officeDocument/2006/relationships/customXml" Target="../ink/ink801.xml"/><Relationship Id="rId45" Type="http://schemas.openxmlformats.org/officeDocument/2006/relationships/image" Target="../media/image1600.png"/><Relationship Id="rId110" Type="http://schemas.openxmlformats.org/officeDocument/2006/relationships/customXml" Target="../ink/ink612.xml"/><Relationship Id="rId348" Type="http://schemas.openxmlformats.org/officeDocument/2006/relationships/customXml" Target="../ink/ink731.xml"/><Relationship Id="rId555" Type="http://schemas.openxmlformats.org/officeDocument/2006/relationships/image" Target="../media/image2104.png"/><Relationship Id="rId194" Type="http://schemas.openxmlformats.org/officeDocument/2006/relationships/customXml" Target="../ink/ink654.xml"/><Relationship Id="rId208" Type="http://schemas.openxmlformats.org/officeDocument/2006/relationships/customXml" Target="../ink/ink661.xml"/><Relationship Id="rId415" Type="http://schemas.openxmlformats.org/officeDocument/2006/relationships/image" Target="../media/image2034.png"/><Relationship Id="rId622" Type="http://schemas.openxmlformats.org/officeDocument/2006/relationships/customXml" Target="../ink/ink868.xml"/><Relationship Id="rId261" Type="http://schemas.openxmlformats.org/officeDocument/2006/relationships/image" Target="../media/image1957.png"/><Relationship Id="rId499" Type="http://schemas.openxmlformats.org/officeDocument/2006/relationships/image" Target="../media/image2076.png"/><Relationship Id="rId56" Type="http://schemas.openxmlformats.org/officeDocument/2006/relationships/customXml" Target="../ink/ink585.xml"/><Relationship Id="rId359" Type="http://schemas.openxmlformats.org/officeDocument/2006/relationships/image" Target="../media/image2006.png"/><Relationship Id="rId566" Type="http://schemas.openxmlformats.org/officeDocument/2006/relationships/customXml" Target="../ink/ink840.xml"/><Relationship Id="rId121" Type="http://schemas.openxmlformats.org/officeDocument/2006/relationships/image" Target="../media/image1888.png"/><Relationship Id="rId219" Type="http://schemas.openxmlformats.org/officeDocument/2006/relationships/image" Target="../media/image1936.png"/><Relationship Id="rId426" Type="http://schemas.openxmlformats.org/officeDocument/2006/relationships/customXml" Target="../ink/ink770.xml"/><Relationship Id="rId633" Type="http://schemas.openxmlformats.org/officeDocument/2006/relationships/image" Target="../media/image2143.png"/><Relationship Id="rId67" Type="http://schemas.openxmlformats.org/officeDocument/2006/relationships/image" Target="../media/image1734.png"/><Relationship Id="rId272" Type="http://schemas.openxmlformats.org/officeDocument/2006/relationships/customXml" Target="../ink/ink693.xml"/><Relationship Id="rId577" Type="http://schemas.openxmlformats.org/officeDocument/2006/relationships/image" Target="../media/image2115.png"/><Relationship Id="rId132" Type="http://schemas.openxmlformats.org/officeDocument/2006/relationships/customXml" Target="../ink/ink623.xml"/><Relationship Id="rId437" Type="http://schemas.openxmlformats.org/officeDocument/2006/relationships/image" Target="../media/image2045.png"/><Relationship Id="rId644" Type="http://schemas.openxmlformats.org/officeDocument/2006/relationships/customXml" Target="../ink/ink879.xml"/><Relationship Id="rId283" Type="http://schemas.openxmlformats.org/officeDocument/2006/relationships/image" Target="../media/image1968.png"/><Relationship Id="rId490" Type="http://schemas.openxmlformats.org/officeDocument/2006/relationships/customXml" Target="../ink/ink802.xml"/><Relationship Id="rId504" Type="http://schemas.openxmlformats.org/officeDocument/2006/relationships/customXml" Target="../ink/ink809.xml"/><Relationship Id="rId78" Type="http://schemas.openxmlformats.org/officeDocument/2006/relationships/customXml" Target="../ink/ink596.xml"/><Relationship Id="rId143" Type="http://schemas.openxmlformats.org/officeDocument/2006/relationships/image" Target="../media/image1898.png"/><Relationship Id="rId350" Type="http://schemas.openxmlformats.org/officeDocument/2006/relationships/customXml" Target="../ink/ink732.xml"/><Relationship Id="rId588" Type="http://schemas.openxmlformats.org/officeDocument/2006/relationships/customXml" Target="../ink/ink851.xml"/><Relationship Id="rId9" Type="http://schemas.openxmlformats.org/officeDocument/2006/relationships/image" Target="../media/image1836.png"/><Relationship Id="rId210" Type="http://schemas.openxmlformats.org/officeDocument/2006/relationships/customXml" Target="../ink/ink662.xml"/><Relationship Id="rId448" Type="http://schemas.openxmlformats.org/officeDocument/2006/relationships/customXml" Target="../ink/ink781.xml"/><Relationship Id="rId655" Type="http://schemas.openxmlformats.org/officeDocument/2006/relationships/image" Target="../media/image2154.png"/><Relationship Id="rId294" Type="http://schemas.openxmlformats.org/officeDocument/2006/relationships/customXml" Target="../ink/ink704.xml"/><Relationship Id="rId308" Type="http://schemas.openxmlformats.org/officeDocument/2006/relationships/customXml" Target="../ink/ink711.xml"/><Relationship Id="rId515" Type="http://schemas.openxmlformats.org/officeDocument/2006/relationships/image" Target="../media/image2084.png"/><Relationship Id="rId89" Type="http://schemas.openxmlformats.org/officeDocument/2006/relationships/image" Target="../media/image1872.png"/><Relationship Id="rId154" Type="http://schemas.openxmlformats.org/officeDocument/2006/relationships/customXml" Target="../ink/ink634.xml"/><Relationship Id="rId361" Type="http://schemas.openxmlformats.org/officeDocument/2006/relationships/image" Target="../media/image2007.png"/><Relationship Id="rId599" Type="http://schemas.openxmlformats.org/officeDocument/2006/relationships/image" Target="../media/image2126.png"/><Relationship Id="rId459" Type="http://schemas.openxmlformats.org/officeDocument/2006/relationships/image" Target="../media/image2056.png"/><Relationship Id="rId16" Type="http://schemas.openxmlformats.org/officeDocument/2006/relationships/customXml" Target="../ink/ink565.xml"/><Relationship Id="rId221" Type="http://schemas.openxmlformats.org/officeDocument/2006/relationships/image" Target="../media/image1937.png"/><Relationship Id="rId319" Type="http://schemas.openxmlformats.org/officeDocument/2006/relationships/image" Target="../media/image1986.png"/><Relationship Id="rId526" Type="http://schemas.openxmlformats.org/officeDocument/2006/relationships/customXml" Target="../ink/ink820.xml"/><Relationship Id="rId165" Type="http://schemas.openxmlformats.org/officeDocument/2006/relationships/image" Target="../media/image1909.png"/><Relationship Id="rId372" Type="http://schemas.openxmlformats.org/officeDocument/2006/relationships/customXml" Target="../ink/ink74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01.xml"/><Relationship Id="rId117" Type="http://schemas.openxmlformats.org/officeDocument/2006/relationships/image" Target="../media/image2526.png"/><Relationship Id="rId21" Type="http://schemas.openxmlformats.org/officeDocument/2006/relationships/image" Target="../media/image2478.png"/><Relationship Id="rId42" Type="http://schemas.openxmlformats.org/officeDocument/2006/relationships/customXml" Target="../ink/ink909.xml"/><Relationship Id="rId47" Type="http://schemas.openxmlformats.org/officeDocument/2006/relationships/image" Target="../media/image2491.png"/><Relationship Id="rId63" Type="http://schemas.openxmlformats.org/officeDocument/2006/relationships/image" Target="../media/image2499.png"/><Relationship Id="rId68" Type="http://schemas.openxmlformats.org/officeDocument/2006/relationships/customXml" Target="../ink/ink922.xml"/><Relationship Id="rId84" Type="http://schemas.openxmlformats.org/officeDocument/2006/relationships/customXml" Target="../ink/ink930.xml"/><Relationship Id="rId89" Type="http://schemas.openxmlformats.org/officeDocument/2006/relationships/image" Target="../media/image2512.png"/><Relationship Id="rId112" Type="http://schemas.openxmlformats.org/officeDocument/2006/relationships/customXml" Target="../ink/ink944.xml"/><Relationship Id="rId16" Type="http://schemas.openxmlformats.org/officeDocument/2006/relationships/customXml" Target="../ink/ink896.xml"/><Relationship Id="rId107" Type="http://schemas.openxmlformats.org/officeDocument/2006/relationships/image" Target="../media/image2521.png"/><Relationship Id="rId11" Type="http://schemas.openxmlformats.org/officeDocument/2006/relationships/image" Target="../media/image2473.png"/><Relationship Id="rId32" Type="http://schemas.openxmlformats.org/officeDocument/2006/relationships/customXml" Target="../ink/ink904.xml"/><Relationship Id="rId37" Type="http://schemas.openxmlformats.org/officeDocument/2006/relationships/image" Target="../media/image2486.png"/><Relationship Id="rId53" Type="http://schemas.openxmlformats.org/officeDocument/2006/relationships/image" Target="../media/image2494.png"/><Relationship Id="rId58" Type="http://schemas.openxmlformats.org/officeDocument/2006/relationships/customXml" Target="../ink/ink917.xml"/><Relationship Id="rId74" Type="http://schemas.openxmlformats.org/officeDocument/2006/relationships/customXml" Target="../ink/ink925.xml"/><Relationship Id="rId79" Type="http://schemas.openxmlformats.org/officeDocument/2006/relationships/image" Target="../media/image2507.png"/><Relationship Id="rId102" Type="http://schemas.openxmlformats.org/officeDocument/2006/relationships/customXml" Target="../ink/ink939.xml"/><Relationship Id="rId5" Type="http://schemas.openxmlformats.org/officeDocument/2006/relationships/image" Target="../media/image2470.png"/><Relationship Id="rId90" Type="http://schemas.openxmlformats.org/officeDocument/2006/relationships/customXml" Target="../ink/ink933.xml"/><Relationship Id="rId95" Type="http://schemas.openxmlformats.org/officeDocument/2006/relationships/image" Target="../media/image2515.png"/><Relationship Id="rId22" Type="http://schemas.openxmlformats.org/officeDocument/2006/relationships/customXml" Target="../ink/ink899.xml"/><Relationship Id="rId27" Type="http://schemas.openxmlformats.org/officeDocument/2006/relationships/image" Target="../media/image2481.png"/><Relationship Id="rId43" Type="http://schemas.openxmlformats.org/officeDocument/2006/relationships/image" Target="../media/image2489.png"/><Relationship Id="rId48" Type="http://schemas.openxmlformats.org/officeDocument/2006/relationships/customXml" Target="../ink/ink912.xml"/><Relationship Id="rId64" Type="http://schemas.openxmlformats.org/officeDocument/2006/relationships/customXml" Target="../ink/ink920.xml"/><Relationship Id="rId69" Type="http://schemas.openxmlformats.org/officeDocument/2006/relationships/image" Target="../media/image2502.png"/><Relationship Id="rId113" Type="http://schemas.openxmlformats.org/officeDocument/2006/relationships/image" Target="../media/image2524.png"/><Relationship Id="rId118" Type="http://schemas.openxmlformats.org/officeDocument/2006/relationships/customXml" Target="../ink/ink947.xml"/><Relationship Id="rId80" Type="http://schemas.openxmlformats.org/officeDocument/2006/relationships/customXml" Target="../ink/ink928.xml"/><Relationship Id="rId85" Type="http://schemas.openxmlformats.org/officeDocument/2006/relationships/image" Target="../media/image2510.png"/><Relationship Id="rId12" Type="http://schemas.openxmlformats.org/officeDocument/2006/relationships/customXml" Target="../ink/ink894.xml"/><Relationship Id="rId17" Type="http://schemas.openxmlformats.org/officeDocument/2006/relationships/image" Target="../media/image2476.png"/><Relationship Id="rId33" Type="http://schemas.openxmlformats.org/officeDocument/2006/relationships/image" Target="../media/image2484.png"/><Relationship Id="rId38" Type="http://schemas.openxmlformats.org/officeDocument/2006/relationships/customXml" Target="../ink/ink907.xml"/><Relationship Id="rId59" Type="http://schemas.openxmlformats.org/officeDocument/2006/relationships/image" Target="../media/image2497.png"/><Relationship Id="rId103" Type="http://schemas.openxmlformats.org/officeDocument/2006/relationships/image" Target="../media/image2519.png"/><Relationship Id="rId108" Type="http://schemas.openxmlformats.org/officeDocument/2006/relationships/customXml" Target="../ink/ink942.xml"/><Relationship Id="rId54" Type="http://schemas.openxmlformats.org/officeDocument/2006/relationships/customXml" Target="../ink/ink915.xml"/><Relationship Id="rId70" Type="http://schemas.openxmlformats.org/officeDocument/2006/relationships/customXml" Target="../ink/ink923.xml"/><Relationship Id="rId75" Type="http://schemas.openxmlformats.org/officeDocument/2006/relationships/image" Target="../media/image2505.png"/><Relationship Id="rId91" Type="http://schemas.openxmlformats.org/officeDocument/2006/relationships/image" Target="../media/image2513.png"/><Relationship Id="rId96" Type="http://schemas.openxmlformats.org/officeDocument/2006/relationships/customXml" Target="../ink/ink93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91.xml"/><Relationship Id="rId23" Type="http://schemas.openxmlformats.org/officeDocument/2006/relationships/image" Target="../media/image2479.png"/><Relationship Id="rId28" Type="http://schemas.openxmlformats.org/officeDocument/2006/relationships/customXml" Target="../ink/ink902.xml"/><Relationship Id="rId49" Type="http://schemas.openxmlformats.org/officeDocument/2006/relationships/image" Target="../media/image2492.png"/><Relationship Id="rId114" Type="http://schemas.openxmlformats.org/officeDocument/2006/relationships/customXml" Target="../ink/ink945.xml"/><Relationship Id="rId119" Type="http://schemas.openxmlformats.org/officeDocument/2006/relationships/image" Target="../media/image2527.png"/><Relationship Id="rId44" Type="http://schemas.openxmlformats.org/officeDocument/2006/relationships/customXml" Target="../ink/ink910.xml"/><Relationship Id="rId60" Type="http://schemas.openxmlformats.org/officeDocument/2006/relationships/customXml" Target="../ink/ink918.xml"/><Relationship Id="rId65" Type="http://schemas.openxmlformats.org/officeDocument/2006/relationships/image" Target="../media/image2500.png"/><Relationship Id="rId81" Type="http://schemas.openxmlformats.org/officeDocument/2006/relationships/image" Target="../media/image2508.png"/><Relationship Id="rId86" Type="http://schemas.openxmlformats.org/officeDocument/2006/relationships/customXml" Target="../ink/ink931.xml"/><Relationship Id="rId4" Type="http://schemas.openxmlformats.org/officeDocument/2006/relationships/customXml" Target="../ink/ink890.xml"/><Relationship Id="rId9" Type="http://schemas.openxmlformats.org/officeDocument/2006/relationships/image" Target="../media/image2472.png"/><Relationship Id="rId13" Type="http://schemas.openxmlformats.org/officeDocument/2006/relationships/image" Target="../media/image2474.png"/><Relationship Id="rId18" Type="http://schemas.openxmlformats.org/officeDocument/2006/relationships/customXml" Target="../ink/ink897.xml"/><Relationship Id="rId39" Type="http://schemas.openxmlformats.org/officeDocument/2006/relationships/image" Target="../media/image2487.png"/><Relationship Id="rId109" Type="http://schemas.openxmlformats.org/officeDocument/2006/relationships/image" Target="../media/image2522.png"/><Relationship Id="rId34" Type="http://schemas.openxmlformats.org/officeDocument/2006/relationships/customXml" Target="../ink/ink905.xml"/><Relationship Id="rId50" Type="http://schemas.openxmlformats.org/officeDocument/2006/relationships/customXml" Target="../ink/ink913.xml"/><Relationship Id="rId55" Type="http://schemas.openxmlformats.org/officeDocument/2006/relationships/image" Target="../media/image2495.png"/><Relationship Id="rId76" Type="http://schemas.openxmlformats.org/officeDocument/2006/relationships/customXml" Target="../ink/ink926.xml"/><Relationship Id="rId97" Type="http://schemas.openxmlformats.org/officeDocument/2006/relationships/image" Target="../media/image2516.png"/><Relationship Id="rId104" Type="http://schemas.openxmlformats.org/officeDocument/2006/relationships/customXml" Target="../ink/ink940.xml"/><Relationship Id="rId120" Type="http://schemas.openxmlformats.org/officeDocument/2006/relationships/customXml" Target="../ink/ink948.xml"/><Relationship Id="rId7" Type="http://schemas.openxmlformats.org/officeDocument/2006/relationships/image" Target="../media/image2471.png"/><Relationship Id="rId71" Type="http://schemas.openxmlformats.org/officeDocument/2006/relationships/image" Target="../media/image2503.png"/><Relationship Id="rId92" Type="http://schemas.openxmlformats.org/officeDocument/2006/relationships/customXml" Target="../ink/ink934.xml"/><Relationship Id="rId2" Type="http://schemas.openxmlformats.org/officeDocument/2006/relationships/customXml" Target="../ink/ink889.xml"/><Relationship Id="rId29" Type="http://schemas.openxmlformats.org/officeDocument/2006/relationships/image" Target="../media/image2482.png"/><Relationship Id="rId24" Type="http://schemas.openxmlformats.org/officeDocument/2006/relationships/customXml" Target="../ink/ink900.xml"/><Relationship Id="rId40" Type="http://schemas.openxmlformats.org/officeDocument/2006/relationships/customXml" Target="../ink/ink908.xml"/><Relationship Id="rId45" Type="http://schemas.openxmlformats.org/officeDocument/2006/relationships/image" Target="../media/image2490.png"/><Relationship Id="rId66" Type="http://schemas.openxmlformats.org/officeDocument/2006/relationships/customXml" Target="../ink/ink921.xml"/><Relationship Id="rId87" Type="http://schemas.openxmlformats.org/officeDocument/2006/relationships/image" Target="../media/image2511.png"/><Relationship Id="rId110" Type="http://schemas.openxmlformats.org/officeDocument/2006/relationships/customXml" Target="../ink/ink943.xml"/><Relationship Id="rId115" Type="http://schemas.openxmlformats.org/officeDocument/2006/relationships/image" Target="../media/image2525.png"/><Relationship Id="rId61" Type="http://schemas.openxmlformats.org/officeDocument/2006/relationships/image" Target="../media/image2498.png"/><Relationship Id="rId82" Type="http://schemas.openxmlformats.org/officeDocument/2006/relationships/customXml" Target="../ink/ink929.xml"/><Relationship Id="rId19" Type="http://schemas.openxmlformats.org/officeDocument/2006/relationships/image" Target="../media/image2477.png"/><Relationship Id="rId14" Type="http://schemas.openxmlformats.org/officeDocument/2006/relationships/customXml" Target="../ink/ink895.xml"/><Relationship Id="rId30" Type="http://schemas.openxmlformats.org/officeDocument/2006/relationships/customXml" Target="../ink/ink903.xml"/><Relationship Id="rId35" Type="http://schemas.openxmlformats.org/officeDocument/2006/relationships/image" Target="../media/image2485.png"/><Relationship Id="rId56" Type="http://schemas.openxmlformats.org/officeDocument/2006/relationships/customXml" Target="../ink/ink916.xml"/><Relationship Id="rId77" Type="http://schemas.openxmlformats.org/officeDocument/2006/relationships/image" Target="../media/image2506.png"/><Relationship Id="rId100" Type="http://schemas.openxmlformats.org/officeDocument/2006/relationships/customXml" Target="../ink/ink938.xml"/><Relationship Id="rId105" Type="http://schemas.openxmlformats.org/officeDocument/2006/relationships/image" Target="../media/image2520.png"/><Relationship Id="rId8" Type="http://schemas.openxmlformats.org/officeDocument/2006/relationships/customXml" Target="../ink/ink892.xml"/><Relationship Id="rId51" Type="http://schemas.openxmlformats.org/officeDocument/2006/relationships/image" Target="../media/image2493.png"/><Relationship Id="rId72" Type="http://schemas.openxmlformats.org/officeDocument/2006/relationships/customXml" Target="../ink/ink924.xml"/><Relationship Id="rId93" Type="http://schemas.openxmlformats.org/officeDocument/2006/relationships/image" Target="../media/image2514.png"/><Relationship Id="rId98" Type="http://schemas.openxmlformats.org/officeDocument/2006/relationships/customXml" Target="../ink/ink937.xml"/><Relationship Id="rId121" Type="http://schemas.openxmlformats.org/officeDocument/2006/relationships/image" Target="../media/image2528.png"/><Relationship Id="rId3" Type="http://schemas.openxmlformats.org/officeDocument/2006/relationships/image" Target="../media/image2469.png"/><Relationship Id="rId25" Type="http://schemas.openxmlformats.org/officeDocument/2006/relationships/image" Target="../media/image2480.png"/><Relationship Id="rId46" Type="http://schemas.openxmlformats.org/officeDocument/2006/relationships/customXml" Target="../ink/ink911.xml"/><Relationship Id="rId67" Type="http://schemas.openxmlformats.org/officeDocument/2006/relationships/image" Target="../media/image2501.png"/><Relationship Id="rId116" Type="http://schemas.openxmlformats.org/officeDocument/2006/relationships/customXml" Target="../ink/ink946.xml"/><Relationship Id="rId20" Type="http://schemas.openxmlformats.org/officeDocument/2006/relationships/customXml" Target="../ink/ink898.xml"/><Relationship Id="rId41" Type="http://schemas.openxmlformats.org/officeDocument/2006/relationships/image" Target="../media/image2488.png"/><Relationship Id="rId62" Type="http://schemas.openxmlformats.org/officeDocument/2006/relationships/customXml" Target="../ink/ink919.xml"/><Relationship Id="rId83" Type="http://schemas.openxmlformats.org/officeDocument/2006/relationships/image" Target="../media/image2509.png"/><Relationship Id="rId88" Type="http://schemas.openxmlformats.org/officeDocument/2006/relationships/customXml" Target="../ink/ink932.xml"/><Relationship Id="rId111" Type="http://schemas.openxmlformats.org/officeDocument/2006/relationships/image" Target="../media/image2523.png"/><Relationship Id="rId15" Type="http://schemas.openxmlformats.org/officeDocument/2006/relationships/image" Target="../media/image2475.png"/><Relationship Id="rId36" Type="http://schemas.openxmlformats.org/officeDocument/2006/relationships/customXml" Target="../ink/ink906.xml"/><Relationship Id="rId57" Type="http://schemas.openxmlformats.org/officeDocument/2006/relationships/image" Target="../media/image2496.png"/><Relationship Id="rId106" Type="http://schemas.openxmlformats.org/officeDocument/2006/relationships/customXml" Target="../ink/ink941.xml"/><Relationship Id="rId10" Type="http://schemas.openxmlformats.org/officeDocument/2006/relationships/customXml" Target="../ink/ink893.xml"/><Relationship Id="rId31" Type="http://schemas.openxmlformats.org/officeDocument/2006/relationships/image" Target="../media/image2483.png"/><Relationship Id="rId52" Type="http://schemas.openxmlformats.org/officeDocument/2006/relationships/customXml" Target="../ink/ink914.xml"/><Relationship Id="rId73" Type="http://schemas.openxmlformats.org/officeDocument/2006/relationships/image" Target="../media/image2504.png"/><Relationship Id="rId78" Type="http://schemas.openxmlformats.org/officeDocument/2006/relationships/customXml" Target="../ink/ink927.xml"/><Relationship Id="rId94" Type="http://schemas.openxmlformats.org/officeDocument/2006/relationships/customXml" Target="../ink/ink935.xml"/><Relationship Id="rId99" Type="http://schemas.openxmlformats.org/officeDocument/2006/relationships/image" Target="../media/image2517.png"/><Relationship Id="rId101" Type="http://schemas.openxmlformats.org/officeDocument/2006/relationships/image" Target="../media/image2518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61.xml"/><Relationship Id="rId21" Type="http://schemas.openxmlformats.org/officeDocument/2006/relationships/image" Target="../media/image2538.png"/><Relationship Id="rId34" Type="http://schemas.openxmlformats.org/officeDocument/2006/relationships/customXml" Target="../ink/ink965.xml"/><Relationship Id="rId42" Type="http://schemas.openxmlformats.org/officeDocument/2006/relationships/customXml" Target="../ink/ink969.xml"/><Relationship Id="rId47" Type="http://schemas.openxmlformats.org/officeDocument/2006/relationships/image" Target="../media/image2551.png"/><Relationship Id="rId50" Type="http://schemas.openxmlformats.org/officeDocument/2006/relationships/customXml" Target="../ink/ink973.xml"/><Relationship Id="rId55" Type="http://schemas.openxmlformats.org/officeDocument/2006/relationships/image" Target="../media/image2555.png"/><Relationship Id="rId63" Type="http://schemas.openxmlformats.org/officeDocument/2006/relationships/image" Target="../media/image2559.png"/><Relationship Id="rId7" Type="http://schemas.openxmlformats.org/officeDocument/2006/relationships/image" Target="../media/image2531.png"/><Relationship Id="rId2" Type="http://schemas.openxmlformats.org/officeDocument/2006/relationships/customXml" Target="../ink/ink949.xml"/><Relationship Id="rId16" Type="http://schemas.openxmlformats.org/officeDocument/2006/relationships/customXml" Target="../ink/ink956.xml"/><Relationship Id="rId29" Type="http://schemas.openxmlformats.org/officeDocument/2006/relationships/image" Target="../media/image2542.png"/><Relationship Id="rId11" Type="http://schemas.openxmlformats.org/officeDocument/2006/relationships/image" Target="../media/image2533.png"/><Relationship Id="rId24" Type="http://schemas.openxmlformats.org/officeDocument/2006/relationships/customXml" Target="../ink/ink960.xml"/><Relationship Id="rId32" Type="http://schemas.openxmlformats.org/officeDocument/2006/relationships/customXml" Target="../ink/ink964.xml"/><Relationship Id="rId37" Type="http://schemas.openxmlformats.org/officeDocument/2006/relationships/image" Target="../media/image2546.png"/><Relationship Id="rId40" Type="http://schemas.openxmlformats.org/officeDocument/2006/relationships/customXml" Target="../ink/ink968.xml"/><Relationship Id="rId45" Type="http://schemas.openxmlformats.org/officeDocument/2006/relationships/image" Target="../media/image2550.png"/><Relationship Id="rId53" Type="http://schemas.openxmlformats.org/officeDocument/2006/relationships/image" Target="../media/image2554.png"/><Relationship Id="rId58" Type="http://schemas.openxmlformats.org/officeDocument/2006/relationships/customXml" Target="../ink/ink977.xml"/><Relationship Id="rId5" Type="http://schemas.openxmlformats.org/officeDocument/2006/relationships/image" Target="../media/image2530.png"/><Relationship Id="rId61" Type="http://schemas.openxmlformats.org/officeDocument/2006/relationships/image" Target="../media/image2558.png"/><Relationship Id="rId19" Type="http://schemas.openxmlformats.org/officeDocument/2006/relationships/image" Target="../media/image2537.png"/><Relationship Id="rId14" Type="http://schemas.openxmlformats.org/officeDocument/2006/relationships/customXml" Target="../ink/ink955.xml"/><Relationship Id="rId22" Type="http://schemas.openxmlformats.org/officeDocument/2006/relationships/customXml" Target="../ink/ink959.xml"/><Relationship Id="rId27" Type="http://schemas.openxmlformats.org/officeDocument/2006/relationships/image" Target="../media/image2541.png"/><Relationship Id="rId30" Type="http://schemas.openxmlformats.org/officeDocument/2006/relationships/customXml" Target="../ink/ink963.xml"/><Relationship Id="rId35" Type="http://schemas.openxmlformats.org/officeDocument/2006/relationships/image" Target="../media/image2545.png"/><Relationship Id="rId43" Type="http://schemas.openxmlformats.org/officeDocument/2006/relationships/image" Target="../media/image2549.png"/><Relationship Id="rId48" Type="http://schemas.openxmlformats.org/officeDocument/2006/relationships/customXml" Target="../ink/ink972.xml"/><Relationship Id="rId56" Type="http://schemas.openxmlformats.org/officeDocument/2006/relationships/customXml" Target="../ink/ink976.xml"/><Relationship Id="rId64" Type="http://schemas.openxmlformats.org/officeDocument/2006/relationships/customXml" Target="../ink/ink980.xml"/><Relationship Id="rId8" Type="http://schemas.openxmlformats.org/officeDocument/2006/relationships/customXml" Target="../ink/ink952.xml"/><Relationship Id="rId51" Type="http://schemas.openxmlformats.org/officeDocument/2006/relationships/image" Target="../media/image2553.png"/><Relationship Id="rId3" Type="http://schemas.openxmlformats.org/officeDocument/2006/relationships/image" Target="../media/image2529.png"/><Relationship Id="rId12" Type="http://schemas.openxmlformats.org/officeDocument/2006/relationships/customXml" Target="../ink/ink954.xml"/><Relationship Id="rId17" Type="http://schemas.openxmlformats.org/officeDocument/2006/relationships/image" Target="../media/image2536.png"/><Relationship Id="rId25" Type="http://schemas.openxmlformats.org/officeDocument/2006/relationships/image" Target="../media/image2540.png"/><Relationship Id="rId33" Type="http://schemas.openxmlformats.org/officeDocument/2006/relationships/image" Target="../media/image2544.png"/><Relationship Id="rId38" Type="http://schemas.openxmlformats.org/officeDocument/2006/relationships/customXml" Target="../ink/ink967.xml"/><Relationship Id="rId46" Type="http://schemas.openxmlformats.org/officeDocument/2006/relationships/customXml" Target="../ink/ink971.xml"/><Relationship Id="rId59" Type="http://schemas.openxmlformats.org/officeDocument/2006/relationships/image" Target="../media/image2557.png"/><Relationship Id="rId20" Type="http://schemas.openxmlformats.org/officeDocument/2006/relationships/customXml" Target="../ink/ink958.xml"/><Relationship Id="rId41" Type="http://schemas.openxmlformats.org/officeDocument/2006/relationships/image" Target="../media/image2548.png"/><Relationship Id="rId54" Type="http://schemas.openxmlformats.org/officeDocument/2006/relationships/customXml" Target="../ink/ink975.xml"/><Relationship Id="rId62" Type="http://schemas.openxmlformats.org/officeDocument/2006/relationships/customXml" Target="../ink/ink97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51.xml"/><Relationship Id="rId15" Type="http://schemas.openxmlformats.org/officeDocument/2006/relationships/image" Target="../media/image2535.png"/><Relationship Id="rId23" Type="http://schemas.openxmlformats.org/officeDocument/2006/relationships/image" Target="../media/image2539.png"/><Relationship Id="rId28" Type="http://schemas.openxmlformats.org/officeDocument/2006/relationships/customXml" Target="../ink/ink962.xml"/><Relationship Id="rId36" Type="http://schemas.openxmlformats.org/officeDocument/2006/relationships/customXml" Target="../ink/ink966.xml"/><Relationship Id="rId49" Type="http://schemas.openxmlformats.org/officeDocument/2006/relationships/image" Target="../media/image2552.png"/><Relationship Id="rId57" Type="http://schemas.openxmlformats.org/officeDocument/2006/relationships/image" Target="../media/image2556.png"/><Relationship Id="rId10" Type="http://schemas.openxmlformats.org/officeDocument/2006/relationships/customXml" Target="../ink/ink953.xml"/><Relationship Id="rId31" Type="http://schemas.openxmlformats.org/officeDocument/2006/relationships/image" Target="../media/image2543.png"/><Relationship Id="rId44" Type="http://schemas.openxmlformats.org/officeDocument/2006/relationships/customXml" Target="../ink/ink970.xml"/><Relationship Id="rId52" Type="http://schemas.openxmlformats.org/officeDocument/2006/relationships/customXml" Target="../ink/ink974.xml"/><Relationship Id="rId60" Type="http://schemas.openxmlformats.org/officeDocument/2006/relationships/customXml" Target="../ink/ink978.xml"/><Relationship Id="rId65" Type="http://schemas.openxmlformats.org/officeDocument/2006/relationships/image" Target="../media/image2560.png"/><Relationship Id="rId4" Type="http://schemas.openxmlformats.org/officeDocument/2006/relationships/customXml" Target="../ink/ink950.xml"/><Relationship Id="rId9" Type="http://schemas.openxmlformats.org/officeDocument/2006/relationships/image" Target="../media/image2532.png"/><Relationship Id="rId13" Type="http://schemas.openxmlformats.org/officeDocument/2006/relationships/image" Target="../media/image2534.png"/><Relationship Id="rId18" Type="http://schemas.openxmlformats.org/officeDocument/2006/relationships/customXml" Target="../ink/ink957.xml"/><Relationship Id="rId39" Type="http://schemas.openxmlformats.org/officeDocument/2006/relationships/image" Target="../media/image2547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93.xml"/><Relationship Id="rId21" Type="http://schemas.openxmlformats.org/officeDocument/2006/relationships/image" Target="../media/image2570.png"/><Relationship Id="rId42" Type="http://schemas.openxmlformats.org/officeDocument/2006/relationships/customXml" Target="../ink/ink1001.xml"/><Relationship Id="rId47" Type="http://schemas.openxmlformats.org/officeDocument/2006/relationships/image" Target="../media/image2583.png"/><Relationship Id="rId63" Type="http://schemas.openxmlformats.org/officeDocument/2006/relationships/image" Target="../media/image2591.png"/><Relationship Id="rId68" Type="http://schemas.openxmlformats.org/officeDocument/2006/relationships/customXml" Target="../ink/ink1014.xml"/><Relationship Id="rId84" Type="http://schemas.openxmlformats.org/officeDocument/2006/relationships/customXml" Target="../ink/ink1022.xml"/><Relationship Id="rId89" Type="http://schemas.openxmlformats.org/officeDocument/2006/relationships/image" Target="../media/image2604.png"/><Relationship Id="rId16" Type="http://schemas.openxmlformats.org/officeDocument/2006/relationships/customXml" Target="../ink/ink988.xml"/><Relationship Id="rId11" Type="http://schemas.openxmlformats.org/officeDocument/2006/relationships/image" Target="../media/image2565.png"/><Relationship Id="rId32" Type="http://schemas.openxmlformats.org/officeDocument/2006/relationships/customXml" Target="../ink/ink996.xml"/><Relationship Id="rId37" Type="http://schemas.openxmlformats.org/officeDocument/2006/relationships/image" Target="../media/image2578.png"/><Relationship Id="rId53" Type="http://schemas.openxmlformats.org/officeDocument/2006/relationships/image" Target="../media/image2586.png"/><Relationship Id="rId58" Type="http://schemas.openxmlformats.org/officeDocument/2006/relationships/customXml" Target="../ink/ink1009.xml"/><Relationship Id="rId74" Type="http://schemas.openxmlformats.org/officeDocument/2006/relationships/customXml" Target="../ink/ink1017.xml"/><Relationship Id="rId79" Type="http://schemas.openxmlformats.org/officeDocument/2006/relationships/image" Target="../media/image2599.png"/><Relationship Id="rId102" Type="http://schemas.openxmlformats.org/officeDocument/2006/relationships/customXml" Target="../ink/ink1031.xml"/><Relationship Id="rId5" Type="http://schemas.openxmlformats.org/officeDocument/2006/relationships/image" Target="../media/image2562.png"/><Relationship Id="rId90" Type="http://schemas.openxmlformats.org/officeDocument/2006/relationships/customXml" Target="../ink/ink1025.xml"/><Relationship Id="rId95" Type="http://schemas.openxmlformats.org/officeDocument/2006/relationships/image" Target="../media/image2607.png"/><Relationship Id="rId22" Type="http://schemas.openxmlformats.org/officeDocument/2006/relationships/customXml" Target="../ink/ink991.xml"/><Relationship Id="rId27" Type="http://schemas.openxmlformats.org/officeDocument/2006/relationships/image" Target="../media/image2573.png"/><Relationship Id="rId43" Type="http://schemas.openxmlformats.org/officeDocument/2006/relationships/image" Target="../media/image2581.png"/><Relationship Id="rId48" Type="http://schemas.openxmlformats.org/officeDocument/2006/relationships/customXml" Target="../ink/ink1004.xml"/><Relationship Id="rId64" Type="http://schemas.openxmlformats.org/officeDocument/2006/relationships/customXml" Target="../ink/ink1012.xml"/><Relationship Id="rId69" Type="http://schemas.openxmlformats.org/officeDocument/2006/relationships/image" Target="../media/image2594.png"/><Relationship Id="rId80" Type="http://schemas.openxmlformats.org/officeDocument/2006/relationships/customXml" Target="../ink/ink1020.xml"/><Relationship Id="rId85" Type="http://schemas.openxmlformats.org/officeDocument/2006/relationships/image" Target="../media/image2602.png"/><Relationship Id="rId12" Type="http://schemas.openxmlformats.org/officeDocument/2006/relationships/customXml" Target="../ink/ink986.xml"/><Relationship Id="rId17" Type="http://schemas.openxmlformats.org/officeDocument/2006/relationships/image" Target="../media/image2568.png"/><Relationship Id="rId25" Type="http://schemas.openxmlformats.org/officeDocument/2006/relationships/image" Target="../media/image2572.png"/><Relationship Id="rId33" Type="http://schemas.openxmlformats.org/officeDocument/2006/relationships/image" Target="../media/image2576.png"/><Relationship Id="rId38" Type="http://schemas.openxmlformats.org/officeDocument/2006/relationships/customXml" Target="../ink/ink999.xml"/><Relationship Id="rId46" Type="http://schemas.openxmlformats.org/officeDocument/2006/relationships/customXml" Target="../ink/ink1003.xml"/><Relationship Id="rId59" Type="http://schemas.openxmlformats.org/officeDocument/2006/relationships/image" Target="../media/image2589.png"/><Relationship Id="rId67" Type="http://schemas.openxmlformats.org/officeDocument/2006/relationships/image" Target="../media/image2593.png"/><Relationship Id="rId103" Type="http://schemas.openxmlformats.org/officeDocument/2006/relationships/image" Target="../media/image2611.png"/><Relationship Id="rId20" Type="http://schemas.openxmlformats.org/officeDocument/2006/relationships/customXml" Target="../ink/ink990.xml"/><Relationship Id="rId41" Type="http://schemas.openxmlformats.org/officeDocument/2006/relationships/image" Target="../media/image2580.png"/><Relationship Id="rId54" Type="http://schemas.openxmlformats.org/officeDocument/2006/relationships/customXml" Target="../ink/ink1007.xml"/><Relationship Id="rId62" Type="http://schemas.openxmlformats.org/officeDocument/2006/relationships/customXml" Target="../ink/ink1011.xml"/><Relationship Id="rId70" Type="http://schemas.openxmlformats.org/officeDocument/2006/relationships/customXml" Target="../ink/ink1015.xml"/><Relationship Id="rId75" Type="http://schemas.openxmlformats.org/officeDocument/2006/relationships/image" Target="../media/image2597.png"/><Relationship Id="rId83" Type="http://schemas.openxmlformats.org/officeDocument/2006/relationships/image" Target="../media/image2601.png"/><Relationship Id="rId88" Type="http://schemas.openxmlformats.org/officeDocument/2006/relationships/customXml" Target="../ink/ink1024.xml"/><Relationship Id="rId91" Type="http://schemas.openxmlformats.org/officeDocument/2006/relationships/image" Target="../media/image2605.png"/><Relationship Id="rId96" Type="http://schemas.openxmlformats.org/officeDocument/2006/relationships/customXml" Target="../ink/ink102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83.xml"/><Relationship Id="rId15" Type="http://schemas.openxmlformats.org/officeDocument/2006/relationships/image" Target="../media/image2567.png"/><Relationship Id="rId23" Type="http://schemas.openxmlformats.org/officeDocument/2006/relationships/image" Target="../media/image2571.png"/><Relationship Id="rId28" Type="http://schemas.openxmlformats.org/officeDocument/2006/relationships/customXml" Target="../ink/ink994.xml"/><Relationship Id="rId36" Type="http://schemas.openxmlformats.org/officeDocument/2006/relationships/customXml" Target="../ink/ink998.xml"/><Relationship Id="rId49" Type="http://schemas.openxmlformats.org/officeDocument/2006/relationships/image" Target="../media/image2584.png"/><Relationship Id="rId57" Type="http://schemas.openxmlformats.org/officeDocument/2006/relationships/image" Target="../media/image2588.png"/><Relationship Id="rId10" Type="http://schemas.openxmlformats.org/officeDocument/2006/relationships/customXml" Target="../ink/ink985.xml"/><Relationship Id="rId31" Type="http://schemas.openxmlformats.org/officeDocument/2006/relationships/image" Target="../media/image2575.png"/><Relationship Id="rId44" Type="http://schemas.openxmlformats.org/officeDocument/2006/relationships/customXml" Target="../ink/ink1002.xml"/><Relationship Id="rId52" Type="http://schemas.openxmlformats.org/officeDocument/2006/relationships/customXml" Target="../ink/ink1006.xml"/><Relationship Id="rId60" Type="http://schemas.openxmlformats.org/officeDocument/2006/relationships/customXml" Target="../ink/ink1010.xml"/><Relationship Id="rId65" Type="http://schemas.openxmlformats.org/officeDocument/2006/relationships/image" Target="../media/image2592.png"/><Relationship Id="rId73" Type="http://schemas.openxmlformats.org/officeDocument/2006/relationships/image" Target="../media/image2596.png"/><Relationship Id="rId78" Type="http://schemas.openxmlformats.org/officeDocument/2006/relationships/customXml" Target="../ink/ink1019.xml"/><Relationship Id="rId81" Type="http://schemas.openxmlformats.org/officeDocument/2006/relationships/image" Target="../media/image2600.png"/><Relationship Id="rId86" Type="http://schemas.openxmlformats.org/officeDocument/2006/relationships/customXml" Target="../ink/ink1023.xml"/><Relationship Id="rId94" Type="http://schemas.openxmlformats.org/officeDocument/2006/relationships/customXml" Target="../ink/ink1027.xml"/><Relationship Id="rId99" Type="http://schemas.openxmlformats.org/officeDocument/2006/relationships/image" Target="../media/image2609.png"/><Relationship Id="rId101" Type="http://schemas.openxmlformats.org/officeDocument/2006/relationships/image" Target="../media/image2610.png"/><Relationship Id="rId4" Type="http://schemas.openxmlformats.org/officeDocument/2006/relationships/customXml" Target="../ink/ink982.xml"/><Relationship Id="rId9" Type="http://schemas.openxmlformats.org/officeDocument/2006/relationships/image" Target="../media/image2564.png"/><Relationship Id="rId13" Type="http://schemas.openxmlformats.org/officeDocument/2006/relationships/image" Target="../media/image2566.png"/><Relationship Id="rId18" Type="http://schemas.openxmlformats.org/officeDocument/2006/relationships/customXml" Target="../ink/ink989.xml"/><Relationship Id="rId39" Type="http://schemas.openxmlformats.org/officeDocument/2006/relationships/image" Target="../media/image2579.png"/><Relationship Id="rId34" Type="http://schemas.openxmlformats.org/officeDocument/2006/relationships/customXml" Target="../ink/ink997.xml"/><Relationship Id="rId50" Type="http://schemas.openxmlformats.org/officeDocument/2006/relationships/customXml" Target="../ink/ink1005.xml"/><Relationship Id="rId55" Type="http://schemas.openxmlformats.org/officeDocument/2006/relationships/image" Target="../media/image2587.png"/><Relationship Id="rId76" Type="http://schemas.openxmlformats.org/officeDocument/2006/relationships/customXml" Target="../ink/ink1018.xml"/><Relationship Id="rId97" Type="http://schemas.openxmlformats.org/officeDocument/2006/relationships/image" Target="../media/image2608.png"/><Relationship Id="rId7" Type="http://schemas.openxmlformats.org/officeDocument/2006/relationships/image" Target="../media/image2563.png"/><Relationship Id="rId71" Type="http://schemas.openxmlformats.org/officeDocument/2006/relationships/image" Target="../media/image2595.png"/><Relationship Id="rId92" Type="http://schemas.openxmlformats.org/officeDocument/2006/relationships/customXml" Target="../ink/ink1026.xml"/><Relationship Id="rId2" Type="http://schemas.openxmlformats.org/officeDocument/2006/relationships/customXml" Target="../ink/ink981.xml"/><Relationship Id="rId29" Type="http://schemas.openxmlformats.org/officeDocument/2006/relationships/image" Target="../media/image2574.png"/><Relationship Id="rId24" Type="http://schemas.openxmlformats.org/officeDocument/2006/relationships/customXml" Target="../ink/ink992.xml"/><Relationship Id="rId40" Type="http://schemas.openxmlformats.org/officeDocument/2006/relationships/customXml" Target="../ink/ink1000.xml"/><Relationship Id="rId45" Type="http://schemas.openxmlformats.org/officeDocument/2006/relationships/image" Target="../media/image2582.png"/><Relationship Id="rId66" Type="http://schemas.openxmlformats.org/officeDocument/2006/relationships/customXml" Target="../ink/ink1013.xml"/><Relationship Id="rId87" Type="http://schemas.openxmlformats.org/officeDocument/2006/relationships/image" Target="../media/image2603.png"/><Relationship Id="rId61" Type="http://schemas.openxmlformats.org/officeDocument/2006/relationships/image" Target="../media/image2590.png"/><Relationship Id="rId82" Type="http://schemas.openxmlformats.org/officeDocument/2006/relationships/customXml" Target="../ink/ink1021.xml"/><Relationship Id="rId19" Type="http://schemas.openxmlformats.org/officeDocument/2006/relationships/image" Target="../media/image2569.png"/><Relationship Id="rId14" Type="http://schemas.openxmlformats.org/officeDocument/2006/relationships/customXml" Target="../ink/ink987.xml"/><Relationship Id="rId30" Type="http://schemas.openxmlformats.org/officeDocument/2006/relationships/customXml" Target="../ink/ink995.xml"/><Relationship Id="rId35" Type="http://schemas.openxmlformats.org/officeDocument/2006/relationships/image" Target="../media/image2577.png"/><Relationship Id="rId56" Type="http://schemas.openxmlformats.org/officeDocument/2006/relationships/customXml" Target="../ink/ink1008.xml"/><Relationship Id="rId77" Type="http://schemas.openxmlformats.org/officeDocument/2006/relationships/image" Target="../media/image2598.png"/><Relationship Id="rId100" Type="http://schemas.openxmlformats.org/officeDocument/2006/relationships/customXml" Target="../ink/ink1030.xml"/><Relationship Id="rId8" Type="http://schemas.openxmlformats.org/officeDocument/2006/relationships/customXml" Target="../ink/ink984.xml"/><Relationship Id="rId51" Type="http://schemas.openxmlformats.org/officeDocument/2006/relationships/image" Target="../media/image2585.png"/><Relationship Id="rId72" Type="http://schemas.openxmlformats.org/officeDocument/2006/relationships/customXml" Target="../ink/ink1016.xml"/><Relationship Id="rId93" Type="http://schemas.openxmlformats.org/officeDocument/2006/relationships/image" Target="../media/image2606.png"/><Relationship Id="rId98" Type="http://schemas.openxmlformats.org/officeDocument/2006/relationships/customXml" Target="../ink/ink1029.xml"/><Relationship Id="rId3" Type="http://schemas.openxmlformats.org/officeDocument/2006/relationships/image" Target="../media/image2561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69.png"/><Relationship Id="rId21" Type="http://schemas.openxmlformats.org/officeDocument/2006/relationships/image" Target="../media/image2621.png"/><Relationship Id="rId42" Type="http://schemas.openxmlformats.org/officeDocument/2006/relationships/customXml" Target="../ink/ink1052.xml"/><Relationship Id="rId63" Type="http://schemas.openxmlformats.org/officeDocument/2006/relationships/image" Target="../media/image2642.png"/><Relationship Id="rId84" Type="http://schemas.openxmlformats.org/officeDocument/2006/relationships/customXml" Target="../ink/ink1073.xml"/><Relationship Id="rId138" Type="http://schemas.openxmlformats.org/officeDocument/2006/relationships/customXml" Target="../ink/ink1100.xml"/><Relationship Id="rId107" Type="http://schemas.openxmlformats.org/officeDocument/2006/relationships/image" Target="../media/image2664.png"/><Relationship Id="rId11" Type="http://schemas.openxmlformats.org/officeDocument/2006/relationships/image" Target="../media/image2616.png"/><Relationship Id="rId32" Type="http://schemas.openxmlformats.org/officeDocument/2006/relationships/customXml" Target="../ink/ink1047.xml"/><Relationship Id="rId53" Type="http://schemas.openxmlformats.org/officeDocument/2006/relationships/image" Target="../media/image2637.png"/><Relationship Id="rId74" Type="http://schemas.openxmlformats.org/officeDocument/2006/relationships/customXml" Target="../ink/ink1068.xml"/><Relationship Id="rId128" Type="http://schemas.openxmlformats.org/officeDocument/2006/relationships/customXml" Target="../ink/ink1095.xml"/><Relationship Id="rId149" Type="http://schemas.openxmlformats.org/officeDocument/2006/relationships/image" Target="../media/image2685.png"/><Relationship Id="rId5" Type="http://schemas.openxmlformats.org/officeDocument/2006/relationships/image" Target="../media/image2613.png"/><Relationship Id="rId95" Type="http://schemas.openxmlformats.org/officeDocument/2006/relationships/image" Target="../media/image2658.png"/><Relationship Id="rId22" Type="http://schemas.openxmlformats.org/officeDocument/2006/relationships/customXml" Target="../ink/ink1042.xml"/><Relationship Id="rId27" Type="http://schemas.openxmlformats.org/officeDocument/2006/relationships/image" Target="../media/image2624.png"/><Relationship Id="rId43" Type="http://schemas.openxmlformats.org/officeDocument/2006/relationships/image" Target="../media/image2632.png"/><Relationship Id="rId48" Type="http://schemas.openxmlformats.org/officeDocument/2006/relationships/customXml" Target="../ink/ink1055.xml"/><Relationship Id="rId64" Type="http://schemas.openxmlformats.org/officeDocument/2006/relationships/customXml" Target="../ink/ink1063.xml"/><Relationship Id="rId69" Type="http://schemas.openxmlformats.org/officeDocument/2006/relationships/image" Target="../media/image2645.png"/><Relationship Id="rId113" Type="http://schemas.openxmlformats.org/officeDocument/2006/relationships/image" Target="../media/image2667.png"/><Relationship Id="rId118" Type="http://schemas.openxmlformats.org/officeDocument/2006/relationships/customXml" Target="../ink/ink1090.xml"/><Relationship Id="rId134" Type="http://schemas.openxmlformats.org/officeDocument/2006/relationships/customXml" Target="../ink/ink1098.xml"/><Relationship Id="rId139" Type="http://schemas.openxmlformats.org/officeDocument/2006/relationships/image" Target="../media/image2680.png"/><Relationship Id="rId80" Type="http://schemas.openxmlformats.org/officeDocument/2006/relationships/customXml" Target="../ink/ink1071.xml"/><Relationship Id="rId85" Type="http://schemas.openxmlformats.org/officeDocument/2006/relationships/image" Target="../media/image2653.png"/><Relationship Id="rId12" Type="http://schemas.openxmlformats.org/officeDocument/2006/relationships/customXml" Target="../ink/ink1037.xml"/><Relationship Id="rId17" Type="http://schemas.openxmlformats.org/officeDocument/2006/relationships/image" Target="../media/image2619.png"/><Relationship Id="rId33" Type="http://schemas.openxmlformats.org/officeDocument/2006/relationships/image" Target="../media/image2627.png"/><Relationship Id="rId38" Type="http://schemas.openxmlformats.org/officeDocument/2006/relationships/customXml" Target="../ink/ink1050.xml"/><Relationship Id="rId59" Type="http://schemas.openxmlformats.org/officeDocument/2006/relationships/image" Target="../media/image2640.png"/><Relationship Id="rId103" Type="http://schemas.openxmlformats.org/officeDocument/2006/relationships/image" Target="../media/image2662.png"/><Relationship Id="rId108" Type="http://schemas.openxmlformats.org/officeDocument/2006/relationships/customXml" Target="../ink/ink1085.xml"/><Relationship Id="rId124" Type="http://schemas.openxmlformats.org/officeDocument/2006/relationships/customXml" Target="../ink/ink1093.xml"/><Relationship Id="rId129" Type="http://schemas.openxmlformats.org/officeDocument/2006/relationships/image" Target="../media/image2675.png"/><Relationship Id="rId54" Type="http://schemas.openxmlformats.org/officeDocument/2006/relationships/customXml" Target="../ink/ink1058.xml"/><Relationship Id="rId70" Type="http://schemas.openxmlformats.org/officeDocument/2006/relationships/customXml" Target="../ink/ink1066.xml"/><Relationship Id="rId75" Type="http://schemas.openxmlformats.org/officeDocument/2006/relationships/image" Target="../media/image2648.png"/><Relationship Id="rId91" Type="http://schemas.openxmlformats.org/officeDocument/2006/relationships/image" Target="../media/image2656.png"/><Relationship Id="rId96" Type="http://schemas.openxmlformats.org/officeDocument/2006/relationships/customXml" Target="../ink/ink1079.xml"/><Relationship Id="rId140" Type="http://schemas.openxmlformats.org/officeDocument/2006/relationships/customXml" Target="../ink/ink1101.xml"/><Relationship Id="rId145" Type="http://schemas.openxmlformats.org/officeDocument/2006/relationships/image" Target="../media/image268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34.xml"/><Relationship Id="rId23" Type="http://schemas.openxmlformats.org/officeDocument/2006/relationships/image" Target="../media/image2622.png"/><Relationship Id="rId28" Type="http://schemas.openxmlformats.org/officeDocument/2006/relationships/customXml" Target="../ink/ink1045.xml"/><Relationship Id="rId49" Type="http://schemas.openxmlformats.org/officeDocument/2006/relationships/image" Target="../media/image2635.png"/><Relationship Id="rId114" Type="http://schemas.openxmlformats.org/officeDocument/2006/relationships/customXml" Target="../ink/ink1088.xml"/><Relationship Id="rId119" Type="http://schemas.openxmlformats.org/officeDocument/2006/relationships/image" Target="../media/image2670.png"/><Relationship Id="rId44" Type="http://schemas.openxmlformats.org/officeDocument/2006/relationships/customXml" Target="../ink/ink1053.xml"/><Relationship Id="rId60" Type="http://schemas.openxmlformats.org/officeDocument/2006/relationships/customXml" Target="../ink/ink1061.xml"/><Relationship Id="rId65" Type="http://schemas.openxmlformats.org/officeDocument/2006/relationships/image" Target="../media/image2643.png"/><Relationship Id="rId81" Type="http://schemas.openxmlformats.org/officeDocument/2006/relationships/image" Target="../media/image2651.png"/><Relationship Id="rId86" Type="http://schemas.openxmlformats.org/officeDocument/2006/relationships/customXml" Target="../ink/ink1074.xml"/><Relationship Id="rId130" Type="http://schemas.openxmlformats.org/officeDocument/2006/relationships/customXml" Target="../ink/ink1096.xml"/><Relationship Id="rId135" Type="http://schemas.openxmlformats.org/officeDocument/2006/relationships/image" Target="../media/image2678.png"/><Relationship Id="rId13" Type="http://schemas.openxmlformats.org/officeDocument/2006/relationships/image" Target="../media/image2617.png"/><Relationship Id="rId18" Type="http://schemas.openxmlformats.org/officeDocument/2006/relationships/customXml" Target="../ink/ink1040.xml"/><Relationship Id="rId39" Type="http://schemas.openxmlformats.org/officeDocument/2006/relationships/image" Target="../media/image2630.png"/><Relationship Id="rId109" Type="http://schemas.openxmlformats.org/officeDocument/2006/relationships/image" Target="../media/image2665.png"/><Relationship Id="rId34" Type="http://schemas.openxmlformats.org/officeDocument/2006/relationships/customXml" Target="../ink/ink1048.xml"/><Relationship Id="rId50" Type="http://schemas.openxmlformats.org/officeDocument/2006/relationships/customXml" Target="../ink/ink1056.xml"/><Relationship Id="rId55" Type="http://schemas.openxmlformats.org/officeDocument/2006/relationships/image" Target="../media/image2638.png"/><Relationship Id="rId76" Type="http://schemas.openxmlformats.org/officeDocument/2006/relationships/customXml" Target="../ink/ink1069.xml"/><Relationship Id="rId97" Type="http://schemas.openxmlformats.org/officeDocument/2006/relationships/image" Target="../media/image2659.png"/><Relationship Id="rId104" Type="http://schemas.openxmlformats.org/officeDocument/2006/relationships/customXml" Target="../ink/ink1083.xml"/><Relationship Id="rId120" Type="http://schemas.openxmlformats.org/officeDocument/2006/relationships/customXml" Target="../ink/ink1091.xml"/><Relationship Id="rId125" Type="http://schemas.openxmlformats.org/officeDocument/2006/relationships/image" Target="../media/image2673.png"/><Relationship Id="rId141" Type="http://schemas.openxmlformats.org/officeDocument/2006/relationships/image" Target="../media/image2681.png"/><Relationship Id="rId146" Type="http://schemas.openxmlformats.org/officeDocument/2006/relationships/customXml" Target="../ink/ink1104.xml"/><Relationship Id="rId7" Type="http://schemas.openxmlformats.org/officeDocument/2006/relationships/image" Target="../media/image2614.png"/><Relationship Id="rId71" Type="http://schemas.openxmlformats.org/officeDocument/2006/relationships/image" Target="../media/image2646.png"/><Relationship Id="rId92" Type="http://schemas.openxmlformats.org/officeDocument/2006/relationships/customXml" Target="../ink/ink1077.xml"/><Relationship Id="rId2" Type="http://schemas.openxmlformats.org/officeDocument/2006/relationships/customXml" Target="../ink/ink1032.xml"/><Relationship Id="rId29" Type="http://schemas.openxmlformats.org/officeDocument/2006/relationships/image" Target="../media/image2625.png"/><Relationship Id="rId24" Type="http://schemas.openxmlformats.org/officeDocument/2006/relationships/customXml" Target="../ink/ink1043.xml"/><Relationship Id="rId40" Type="http://schemas.openxmlformats.org/officeDocument/2006/relationships/customXml" Target="../ink/ink1051.xml"/><Relationship Id="rId45" Type="http://schemas.openxmlformats.org/officeDocument/2006/relationships/image" Target="../media/image2633.png"/><Relationship Id="rId66" Type="http://schemas.openxmlformats.org/officeDocument/2006/relationships/customXml" Target="../ink/ink1064.xml"/><Relationship Id="rId87" Type="http://schemas.openxmlformats.org/officeDocument/2006/relationships/image" Target="../media/image2654.png"/><Relationship Id="rId110" Type="http://schemas.openxmlformats.org/officeDocument/2006/relationships/customXml" Target="../ink/ink1086.xml"/><Relationship Id="rId115" Type="http://schemas.openxmlformats.org/officeDocument/2006/relationships/image" Target="../media/image2668.png"/><Relationship Id="rId131" Type="http://schemas.openxmlformats.org/officeDocument/2006/relationships/image" Target="../media/image2676.png"/><Relationship Id="rId136" Type="http://schemas.openxmlformats.org/officeDocument/2006/relationships/customXml" Target="../ink/ink1099.xml"/><Relationship Id="rId61" Type="http://schemas.openxmlformats.org/officeDocument/2006/relationships/image" Target="../media/image2641.png"/><Relationship Id="rId82" Type="http://schemas.openxmlformats.org/officeDocument/2006/relationships/customXml" Target="../ink/ink1072.xml"/><Relationship Id="rId19" Type="http://schemas.openxmlformats.org/officeDocument/2006/relationships/image" Target="../media/image2620.png"/><Relationship Id="rId14" Type="http://schemas.openxmlformats.org/officeDocument/2006/relationships/customXml" Target="../ink/ink1038.xml"/><Relationship Id="rId30" Type="http://schemas.openxmlformats.org/officeDocument/2006/relationships/customXml" Target="../ink/ink1046.xml"/><Relationship Id="rId35" Type="http://schemas.openxmlformats.org/officeDocument/2006/relationships/image" Target="../media/image2628.png"/><Relationship Id="rId56" Type="http://schemas.openxmlformats.org/officeDocument/2006/relationships/customXml" Target="../ink/ink1059.xml"/><Relationship Id="rId77" Type="http://schemas.openxmlformats.org/officeDocument/2006/relationships/image" Target="../media/image2649.png"/><Relationship Id="rId100" Type="http://schemas.openxmlformats.org/officeDocument/2006/relationships/customXml" Target="../ink/ink1081.xml"/><Relationship Id="rId105" Type="http://schemas.openxmlformats.org/officeDocument/2006/relationships/image" Target="../media/image2663.png"/><Relationship Id="rId126" Type="http://schemas.openxmlformats.org/officeDocument/2006/relationships/customXml" Target="../ink/ink1094.xml"/><Relationship Id="rId147" Type="http://schemas.openxmlformats.org/officeDocument/2006/relationships/image" Target="../media/image2684.png"/><Relationship Id="rId8" Type="http://schemas.openxmlformats.org/officeDocument/2006/relationships/customXml" Target="../ink/ink1035.xml"/><Relationship Id="rId51" Type="http://schemas.openxmlformats.org/officeDocument/2006/relationships/image" Target="../media/image2636.png"/><Relationship Id="rId72" Type="http://schemas.openxmlformats.org/officeDocument/2006/relationships/customXml" Target="../ink/ink1067.xml"/><Relationship Id="rId93" Type="http://schemas.openxmlformats.org/officeDocument/2006/relationships/image" Target="../media/image2657.png"/><Relationship Id="rId98" Type="http://schemas.openxmlformats.org/officeDocument/2006/relationships/customXml" Target="../ink/ink1080.xml"/><Relationship Id="rId121" Type="http://schemas.openxmlformats.org/officeDocument/2006/relationships/image" Target="../media/image2671.png"/><Relationship Id="rId142" Type="http://schemas.openxmlformats.org/officeDocument/2006/relationships/customXml" Target="../ink/ink1102.xml"/><Relationship Id="rId3" Type="http://schemas.openxmlformats.org/officeDocument/2006/relationships/image" Target="../media/image2612.png"/><Relationship Id="rId25" Type="http://schemas.openxmlformats.org/officeDocument/2006/relationships/image" Target="../media/image2623.png"/><Relationship Id="rId46" Type="http://schemas.openxmlformats.org/officeDocument/2006/relationships/customXml" Target="../ink/ink1054.xml"/><Relationship Id="rId67" Type="http://schemas.openxmlformats.org/officeDocument/2006/relationships/image" Target="../media/image2644.png"/><Relationship Id="rId116" Type="http://schemas.openxmlformats.org/officeDocument/2006/relationships/customXml" Target="../ink/ink1089.xml"/><Relationship Id="rId137" Type="http://schemas.openxmlformats.org/officeDocument/2006/relationships/image" Target="../media/image2679.png"/><Relationship Id="rId20" Type="http://schemas.openxmlformats.org/officeDocument/2006/relationships/customXml" Target="../ink/ink1041.xml"/><Relationship Id="rId41" Type="http://schemas.openxmlformats.org/officeDocument/2006/relationships/image" Target="../media/image2631.png"/><Relationship Id="rId62" Type="http://schemas.openxmlformats.org/officeDocument/2006/relationships/customXml" Target="../ink/ink1062.xml"/><Relationship Id="rId83" Type="http://schemas.openxmlformats.org/officeDocument/2006/relationships/image" Target="../media/image2652.png"/><Relationship Id="rId88" Type="http://schemas.openxmlformats.org/officeDocument/2006/relationships/customXml" Target="../ink/ink1075.xml"/><Relationship Id="rId111" Type="http://schemas.openxmlformats.org/officeDocument/2006/relationships/image" Target="../media/image2666.png"/><Relationship Id="rId132" Type="http://schemas.openxmlformats.org/officeDocument/2006/relationships/customXml" Target="../ink/ink1097.xml"/><Relationship Id="rId15" Type="http://schemas.openxmlformats.org/officeDocument/2006/relationships/image" Target="../media/image2618.png"/><Relationship Id="rId36" Type="http://schemas.openxmlformats.org/officeDocument/2006/relationships/customXml" Target="../ink/ink1049.xml"/><Relationship Id="rId57" Type="http://schemas.openxmlformats.org/officeDocument/2006/relationships/image" Target="../media/image2639.png"/><Relationship Id="rId106" Type="http://schemas.openxmlformats.org/officeDocument/2006/relationships/customXml" Target="../ink/ink1084.xml"/><Relationship Id="rId127" Type="http://schemas.openxmlformats.org/officeDocument/2006/relationships/image" Target="../media/image2674.png"/><Relationship Id="rId10" Type="http://schemas.openxmlformats.org/officeDocument/2006/relationships/customXml" Target="../ink/ink1036.xml"/><Relationship Id="rId31" Type="http://schemas.openxmlformats.org/officeDocument/2006/relationships/image" Target="../media/image2626.png"/><Relationship Id="rId52" Type="http://schemas.openxmlformats.org/officeDocument/2006/relationships/customXml" Target="../ink/ink1057.xml"/><Relationship Id="rId73" Type="http://schemas.openxmlformats.org/officeDocument/2006/relationships/image" Target="../media/image2647.png"/><Relationship Id="rId78" Type="http://schemas.openxmlformats.org/officeDocument/2006/relationships/customXml" Target="../ink/ink1070.xml"/><Relationship Id="rId94" Type="http://schemas.openxmlformats.org/officeDocument/2006/relationships/customXml" Target="../ink/ink1078.xml"/><Relationship Id="rId99" Type="http://schemas.openxmlformats.org/officeDocument/2006/relationships/image" Target="../media/image2660.png"/><Relationship Id="rId101" Type="http://schemas.openxmlformats.org/officeDocument/2006/relationships/image" Target="../media/image2661.png"/><Relationship Id="rId122" Type="http://schemas.openxmlformats.org/officeDocument/2006/relationships/customXml" Target="../ink/ink1092.xml"/><Relationship Id="rId143" Type="http://schemas.openxmlformats.org/officeDocument/2006/relationships/image" Target="../media/image2682.png"/><Relationship Id="rId148" Type="http://schemas.openxmlformats.org/officeDocument/2006/relationships/customXml" Target="../ink/ink1105.xml"/><Relationship Id="rId4" Type="http://schemas.openxmlformats.org/officeDocument/2006/relationships/customXml" Target="../ink/ink1033.xml"/><Relationship Id="rId9" Type="http://schemas.openxmlformats.org/officeDocument/2006/relationships/image" Target="../media/image2615.png"/><Relationship Id="rId26" Type="http://schemas.openxmlformats.org/officeDocument/2006/relationships/customXml" Target="../ink/ink1044.xml"/><Relationship Id="rId47" Type="http://schemas.openxmlformats.org/officeDocument/2006/relationships/image" Target="../media/image2634.png"/><Relationship Id="rId68" Type="http://schemas.openxmlformats.org/officeDocument/2006/relationships/customXml" Target="../ink/ink1065.xml"/><Relationship Id="rId89" Type="http://schemas.openxmlformats.org/officeDocument/2006/relationships/image" Target="../media/image2655.png"/><Relationship Id="rId112" Type="http://schemas.openxmlformats.org/officeDocument/2006/relationships/customXml" Target="../ink/ink1087.xml"/><Relationship Id="rId133" Type="http://schemas.openxmlformats.org/officeDocument/2006/relationships/image" Target="../media/image2677.png"/><Relationship Id="rId16" Type="http://schemas.openxmlformats.org/officeDocument/2006/relationships/customXml" Target="../ink/ink1039.xml"/><Relationship Id="rId37" Type="http://schemas.openxmlformats.org/officeDocument/2006/relationships/image" Target="../media/image2629.png"/><Relationship Id="rId58" Type="http://schemas.openxmlformats.org/officeDocument/2006/relationships/customXml" Target="../ink/ink1060.xml"/><Relationship Id="rId79" Type="http://schemas.openxmlformats.org/officeDocument/2006/relationships/image" Target="../media/image2650.png"/><Relationship Id="rId102" Type="http://schemas.openxmlformats.org/officeDocument/2006/relationships/customXml" Target="../ink/ink1082.xml"/><Relationship Id="rId123" Type="http://schemas.openxmlformats.org/officeDocument/2006/relationships/image" Target="../media/image2672.png"/><Relationship Id="rId144" Type="http://schemas.openxmlformats.org/officeDocument/2006/relationships/customXml" Target="../ink/ink1103.xml"/><Relationship Id="rId90" Type="http://schemas.openxmlformats.org/officeDocument/2006/relationships/customXml" Target="../ink/ink1076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18.xml"/><Relationship Id="rId117" Type="http://schemas.openxmlformats.org/officeDocument/2006/relationships/image" Target="../media/image2799.png"/><Relationship Id="rId21" Type="http://schemas.openxmlformats.org/officeDocument/2006/relationships/image" Target="../media/image2751.png"/><Relationship Id="rId42" Type="http://schemas.openxmlformats.org/officeDocument/2006/relationships/customXml" Target="../ink/ink1126.xml"/><Relationship Id="rId47" Type="http://schemas.openxmlformats.org/officeDocument/2006/relationships/image" Target="../media/image2764.png"/><Relationship Id="rId63" Type="http://schemas.openxmlformats.org/officeDocument/2006/relationships/image" Target="../media/image2772.png"/><Relationship Id="rId68" Type="http://schemas.openxmlformats.org/officeDocument/2006/relationships/customXml" Target="../ink/ink1139.xml"/><Relationship Id="rId84" Type="http://schemas.openxmlformats.org/officeDocument/2006/relationships/customXml" Target="../ink/ink1147.xml"/><Relationship Id="rId89" Type="http://schemas.openxmlformats.org/officeDocument/2006/relationships/image" Target="../media/image2785.png"/><Relationship Id="rId112" Type="http://schemas.openxmlformats.org/officeDocument/2006/relationships/customXml" Target="../ink/ink1161.xml"/><Relationship Id="rId16" Type="http://schemas.openxmlformats.org/officeDocument/2006/relationships/customXml" Target="../ink/ink1113.xml"/><Relationship Id="rId107" Type="http://schemas.openxmlformats.org/officeDocument/2006/relationships/image" Target="../media/image2794.png"/><Relationship Id="rId11" Type="http://schemas.openxmlformats.org/officeDocument/2006/relationships/image" Target="../media/image2746.png"/><Relationship Id="rId32" Type="http://schemas.openxmlformats.org/officeDocument/2006/relationships/customXml" Target="../ink/ink1121.xml"/><Relationship Id="rId37" Type="http://schemas.openxmlformats.org/officeDocument/2006/relationships/image" Target="../media/image2759.png"/><Relationship Id="rId53" Type="http://schemas.openxmlformats.org/officeDocument/2006/relationships/image" Target="../media/image2767.png"/><Relationship Id="rId58" Type="http://schemas.openxmlformats.org/officeDocument/2006/relationships/customXml" Target="../ink/ink1134.xml"/><Relationship Id="rId74" Type="http://schemas.openxmlformats.org/officeDocument/2006/relationships/customXml" Target="../ink/ink1142.xml"/><Relationship Id="rId79" Type="http://schemas.openxmlformats.org/officeDocument/2006/relationships/image" Target="../media/image2780.png"/><Relationship Id="rId102" Type="http://schemas.openxmlformats.org/officeDocument/2006/relationships/customXml" Target="../ink/ink1156.xml"/><Relationship Id="rId5" Type="http://schemas.openxmlformats.org/officeDocument/2006/relationships/image" Target="../media/image2743.png"/><Relationship Id="rId90" Type="http://schemas.openxmlformats.org/officeDocument/2006/relationships/customXml" Target="../ink/ink1150.xml"/><Relationship Id="rId95" Type="http://schemas.openxmlformats.org/officeDocument/2006/relationships/image" Target="../media/image2788.png"/><Relationship Id="rId22" Type="http://schemas.openxmlformats.org/officeDocument/2006/relationships/customXml" Target="../ink/ink1116.xml"/><Relationship Id="rId27" Type="http://schemas.openxmlformats.org/officeDocument/2006/relationships/image" Target="../media/image2754.png"/><Relationship Id="rId43" Type="http://schemas.openxmlformats.org/officeDocument/2006/relationships/image" Target="../media/image2762.png"/><Relationship Id="rId48" Type="http://schemas.openxmlformats.org/officeDocument/2006/relationships/customXml" Target="../ink/ink1129.xml"/><Relationship Id="rId64" Type="http://schemas.openxmlformats.org/officeDocument/2006/relationships/customXml" Target="../ink/ink1137.xml"/><Relationship Id="rId69" Type="http://schemas.openxmlformats.org/officeDocument/2006/relationships/image" Target="../media/image2775.png"/><Relationship Id="rId113" Type="http://schemas.openxmlformats.org/officeDocument/2006/relationships/image" Target="../media/image2797.png"/><Relationship Id="rId118" Type="http://schemas.openxmlformats.org/officeDocument/2006/relationships/customXml" Target="../ink/ink1164.xml"/><Relationship Id="rId80" Type="http://schemas.openxmlformats.org/officeDocument/2006/relationships/customXml" Target="../ink/ink1145.xml"/><Relationship Id="rId85" Type="http://schemas.openxmlformats.org/officeDocument/2006/relationships/image" Target="../media/image2783.png"/><Relationship Id="rId12" Type="http://schemas.openxmlformats.org/officeDocument/2006/relationships/customXml" Target="../ink/ink1111.xml"/><Relationship Id="rId17" Type="http://schemas.openxmlformats.org/officeDocument/2006/relationships/image" Target="../media/image2749.png"/><Relationship Id="rId33" Type="http://schemas.openxmlformats.org/officeDocument/2006/relationships/image" Target="../media/image2757.png"/><Relationship Id="rId38" Type="http://schemas.openxmlformats.org/officeDocument/2006/relationships/customXml" Target="../ink/ink1124.xml"/><Relationship Id="rId59" Type="http://schemas.openxmlformats.org/officeDocument/2006/relationships/image" Target="../media/image2770.png"/><Relationship Id="rId103" Type="http://schemas.openxmlformats.org/officeDocument/2006/relationships/image" Target="../media/image2792.png"/><Relationship Id="rId108" Type="http://schemas.openxmlformats.org/officeDocument/2006/relationships/customXml" Target="../ink/ink1159.xml"/><Relationship Id="rId54" Type="http://schemas.openxmlformats.org/officeDocument/2006/relationships/customXml" Target="../ink/ink1132.xml"/><Relationship Id="rId70" Type="http://schemas.openxmlformats.org/officeDocument/2006/relationships/customXml" Target="../ink/ink1140.xml"/><Relationship Id="rId75" Type="http://schemas.openxmlformats.org/officeDocument/2006/relationships/image" Target="../media/image2778.png"/><Relationship Id="rId91" Type="http://schemas.openxmlformats.org/officeDocument/2006/relationships/image" Target="../media/image2786.png"/><Relationship Id="rId96" Type="http://schemas.openxmlformats.org/officeDocument/2006/relationships/customXml" Target="../ink/ink115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08.xml"/><Relationship Id="rId23" Type="http://schemas.openxmlformats.org/officeDocument/2006/relationships/image" Target="../media/image2752.png"/><Relationship Id="rId28" Type="http://schemas.openxmlformats.org/officeDocument/2006/relationships/customXml" Target="../ink/ink1119.xml"/><Relationship Id="rId49" Type="http://schemas.openxmlformats.org/officeDocument/2006/relationships/image" Target="../media/image2765.png"/><Relationship Id="rId114" Type="http://schemas.openxmlformats.org/officeDocument/2006/relationships/customXml" Target="../ink/ink1162.xml"/><Relationship Id="rId119" Type="http://schemas.openxmlformats.org/officeDocument/2006/relationships/image" Target="../media/image2800.png"/><Relationship Id="rId10" Type="http://schemas.openxmlformats.org/officeDocument/2006/relationships/customXml" Target="../ink/ink1110.xml"/><Relationship Id="rId31" Type="http://schemas.openxmlformats.org/officeDocument/2006/relationships/image" Target="../media/image2756.png"/><Relationship Id="rId44" Type="http://schemas.openxmlformats.org/officeDocument/2006/relationships/customXml" Target="../ink/ink1127.xml"/><Relationship Id="rId52" Type="http://schemas.openxmlformats.org/officeDocument/2006/relationships/customXml" Target="../ink/ink1131.xml"/><Relationship Id="rId60" Type="http://schemas.openxmlformats.org/officeDocument/2006/relationships/customXml" Target="../ink/ink1135.xml"/><Relationship Id="rId65" Type="http://schemas.openxmlformats.org/officeDocument/2006/relationships/image" Target="../media/image2773.png"/><Relationship Id="rId73" Type="http://schemas.openxmlformats.org/officeDocument/2006/relationships/image" Target="../media/image2777.png"/><Relationship Id="rId78" Type="http://schemas.openxmlformats.org/officeDocument/2006/relationships/customXml" Target="../ink/ink1144.xml"/><Relationship Id="rId81" Type="http://schemas.openxmlformats.org/officeDocument/2006/relationships/image" Target="../media/image2781.png"/><Relationship Id="rId86" Type="http://schemas.openxmlformats.org/officeDocument/2006/relationships/customXml" Target="../ink/ink1148.xml"/><Relationship Id="rId94" Type="http://schemas.openxmlformats.org/officeDocument/2006/relationships/customXml" Target="../ink/ink1152.xml"/><Relationship Id="rId99" Type="http://schemas.openxmlformats.org/officeDocument/2006/relationships/image" Target="../media/image2790.png"/><Relationship Id="rId101" Type="http://schemas.openxmlformats.org/officeDocument/2006/relationships/image" Target="../media/image2791.png"/><Relationship Id="rId4" Type="http://schemas.openxmlformats.org/officeDocument/2006/relationships/customXml" Target="../ink/ink1107.xml"/><Relationship Id="rId9" Type="http://schemas.openxmlformats.org/officeDocument/2006/relationships/image" Target="../media/image2745.png"/><Relationship Id="rId13" Type="http://schemas.openxmlformats.org/officeDocument/2006/relationships/image" Target="../media/image2747.png"/><Relationship Id="rId18" Type="http://schemas.openxmlformats.org/officeDocument/2006/relationships/customXml" Target="../ink/ink1114.xml"/><Relationship Id="rId39" Type="http://schemas.openxmlformats.org/officeDocument/2006/relationships/image" Target="../media/image2760.png"/><Relationship Id="rId109" Type="http://schemas.openxmlformats.org/officeDocument/2006/relationships/image" Target="../media/image2795.png"/><Relationship Id="rId34" Type="http://schemas.openxmlformats.org/officeDocument/2006/relationships/customXml" Target="../ink/ink1122.xml"/><Relationship Id="rId50" Type="http://schemas.openxmlformats.org/officeDocument/2006/relationships/customXml" Target="../ink/ink1130.xml"/><Relationship Id="rId55" Type="http://schemas.openxmlformats.org/officeDocument/2006/relationships/image" Target="../media/image2768.png"/><Relationship Id="rId76" Type="http://schemas.openxmlformats.org/officeDocument/2006/relationships/customXml" Target="../ink/ink1143.xml"/><Relationship Id="rId97" Type="http://schemas.openxmlformats.org/officeDocument/2006/relationships/image" Target="../media/image2789.png"/><Relationship Id="rId104" Type="http://schemas.openxmlformats.org/officeDocument/2006/relationships/customXml" Target="../ink/ink1157.xml"/><Relationship Id="rId7" Type="http://schemas.openxmlformats.org/officeDocument/2006/relationships/image" Target="../media/image2744.png"/><Relationship Id="rId71" Type="http://schemas.openxmlformats.org/officeDocument/2006/relationships/image" Target="../media/image2776.png"/><Relationship Id="rId92" Type="http://schemas.openxmlformats.org/officeDocument/2006/relationships/customXml" Target="../ink/ink1151.xml"/><Relationship Id="rId2" Type="http://schemas.openxmlformats.org/officeDocument/2006/relationships/customXml" Target="../ink/ink1106.xml"/><Relationship Id="rId29" Type="http://schemas.openxmlformats.org/officeDocument/2006/relationships/image" Target="../media/image2755.png"/><Relationship Id="rId24" Type="http://schemas.openxmlformats.org/officeDocument/2006/relationships/customXml" Target="../ink/ink1117.xml"/><Relationship Id="rId40" Type="http://schemas.openxmlformats.org/officeDocument/2006/relationships/customXml" Target="../ink/ink1125.xml"/><Relationship Id="rId45" Type="http://schemas.openxmlformats.org/officeDocument/2006/relationships/image" Target="../media/image2763.png"/><Relationship Id="rId66" Type="http://schemas.openxmlformats.org/officeDocument/2006/relationships/customXml" Target="../ink/ink1138.xml"/><Relationship Id="rId87" Type="http://schemas.openxmlformats.org/officeDocument/2006/relationships/image" Target="../media/image2784.png"/><Relationship Id="rId110" Type="http://schemas.openxmlformats.org/officeDocument/2006/relationships/customXml" Target="../ink/ink1160.xml"/><Relationship Id="rId115" Type="http://schemas.openxmlformats.org/officeDocument/2006/relationships/image" Target="../media/image2798.png"/><Relationship Id="rId61" Type="http://schemas.openxmlformats.org/officeDocument/2006/relationships/image" Target="../media/image2771.png"/><Relationship Id="rId82" Type="http://schemas.openxmlformats.org/officeDocument/2006/relationships/customXml" Target="../ink/ink1146.xml"/><Relationship Id="rId19" Type="http://schemas.openxmlformats.org/officeDocument/2006/relationships/image" Target="../media/image2750.png"/><Relationship Id="rId14" Type="http://schemas.openxmlformats.org/officeDocument/2006/relationships/customXml" Target="../ink/ink1112.xml"/><Relationship Id="rId30" Type="http://schemas.openxmlformats.org/officeDocument/2006/relationships/customXml" Target="../ink/ink1120.xml"/><Relationship Id="rId35" Type="http://schemas.openxmlformats.org/officeDocument/2006/relationships/image" Target="../media/image2758.png"/><Relationship Id="rId56" Type="http://schemas.openxmlformats.org/officeDocument/2006/relationships/customXml" Target="../ink/ink1133.xml"/><Relationship Id="rId77" Type="http://schemas.openxmlformats.org/officeDocument/2006/relationships/image" Target="../media/image2779.png"/><Relationship Id="rId100" Type="http://schemas.openxmlformats.org/officeDocument/2006/relationships/customXml" Target="../ink/ink1155.xml"/><Relationship Id="rId105" Type="http://schemas.openxmlformats.org/officeDocument/2006/relationships/image" Target="../media/image2793.png"/><Relationship Id="rId8" Type="http://schemas.openxmlformats.org/officeDocument/2006/relationships/customXml" Target="../ink/ink1109.xml"/><Relationship Id="rId51" Type="http://schemas.openxmlformats.org/officeDocument/2006/relationships/image" Target="../media/image2766.png"/><Relationship Id="rId72" Type="http://schemas.openxmlformats.org/officeDocument/2006/relationships/customXml" Target="../ink/ink1141.xml"/><Relationship Id="rId93" Type="http://schemas.openxmlformats.org/officeDocument/2006/relationships/image" Target="../media/image2787.png"/><Relationship Id="rId98" Type="http://schemas.openxmlformats.org/officeDocument/2006/relationships/customXml" Target="../ink/ink1154.xml"/><Relationship Id="rId3" Type="http://schemas.openxmlformats.org/officeDocument/2006/relationships/image" Target="../media/image2742.png"/><Relationship Id="rId25" Type="http://schemas.openxmlformats.org/officeDocument/2006/relationships/image" Target="../media/image2753.png"/><Relationship Id="rId46" Type="http://schemas.openxmlformats.org/officeDocument/2006/relationships/customXml" Target="../ink/ink1128.xml"/><Relationship Id="rId67" Type="http://schemas.openxmlformats.org/officeDocument/2006/relationships/image" Target="../media/image2774.png"/><Relationship Id="rId116" Type="http://schemas.openxmlformats.org/officeDocument/2006/relationships/customXml" Target="../ink/ink1163.xml"/><Relationship Id="rId20" Type="http://schemas.openxmlformats.org/officeDocument/2006/relationships/customXml" Target="../ink/ink1115.xml"/><Relationship Id="rId41" Type="http://schemas.openxmlformats.org/officeDocument/2006/relationships/image" Target="../media/image2761.png"/><Relationship Id="rId62" Type="http://schemas.openxmlformats.org/officeDocument/2006/relationships/customXml" Target="../ink/ink1136.xml"/><Relationship Id="rId83" Type="http://schemas.openxmlformats.org/officeDocument/2006/relationships/image" Target="../media/image2782.png"/><Relationship Id="rId88" Type="http://schemas.openxmlformats.org/officeDocument/2006/relationships/customXml" Target="../ink/ink1149.xml"/><Relationship Id="rId111" Type="http://schemas.openxmlformats.org/officeDocument/2006/relationships/image" Target="../media/image2796.png"/><Relationship Id="rId15" Type="http://schemas.openxmlformats.org/officeDocument/2006/relationships/image" Target="../media/image2748.png"/><Relationship Id="rId36" Type="http://schemas.openxmlformats.org/officeDocument/2006/relationships/customXml" Target="../ink/ink1123.xml"/><Relationship Id="rId57" Type="http://schemas.openxmlformats.org/officeDocument/2006/relationships/image" Target="../media/image2769.png"/><Relationship Id="rId106" Type="http://schemas.openxmlformats.org/officeDocument/2006/relationships/customXml" Target="../ink/ink115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ustomXml" Target="../ink/ink1170.xml"/><Relationship Id="rId18" Type="http://schemas.openxmlformats.org/officeDocument/2006/relationships/image" Target="../media/image313.png"/><Relationship Id="rId3" Type="http://schemas.openxmlformats.org/officeDocument/2006/relationships/customXml" Target="../ink/ink1165.xml"/><Relationship Id="rId7" Type="http://schemas.openxmlformats.org/officeDocument/2006/relationships/customXml" Target="../ink/ink1167.xml"/><Relationship Id="rId12" Type="http://schemas.openxmlformats.org/officeDocument/2006/relationships/image" Target="../media/image310.png"/><Relationship Id="rId17" Type="http://schemas.openxmlformats.org/officeDocument/2006/relationships/customXml" Target="../ink/ink1172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customXml" Target="../ink/ink1169.xml"/><Relationship Id="rId5" Type="http://schemas.openxmlformats.org/officeDocument/2006/relationships/customXml" Target="../ink/ink1166.xml"/><Relationship Id="rId15" Type="http://schemas.openxmlformats.org/officeDocument/2006/relationships/customXml" Target="../ink/ink1171.xml"/><Relationship Id="rId10" Type="http://schemas.openxmlformats.org/officeDocument/2006/relationships/image" Target="../media/image309.png"/><Relationship Id="rId19" Type="http://schemas.openxmlformats.org/officeDocument/2006/relationships/image" Target="../media/image314.png"/><Relationship Id="rId4" Type="http://schemas.openxmlformats.org/officeDocument/2006/relationships/image" Target="../media/image6.png"/><Relationship Id="rId9" Type="http://schemas.openxmlformats.org/officeDocument/2006/relationships/customXml" Target="../ink/ink1168.xml"/><Relationship Id="rId14" Type="http://schemas.openxmlformats.org/officeDocument/2006/relationships/image" Target="../media/image311.png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85.xml"/><Relationship Id="rId21" Type="http://schemas.openxmlformats.org/officeDocument/2006/relationships/image" Target="../media/image2810.png"/><Relationship Id="rId34" Type="http://schemas.openxmlformats.org/officeDocument/2006/relationships/customXml" Target="../ink/ink1189.xml"/><Relationship Id="rId42" Type="http://schemas.openxmlformats.org/officeDocument/2006/relationships/customXml" Target="../ink/ink1194.xml"/><Relationship Id="rId47" Type="http://schemas.openxmlformats.org/officeDocument/2006/relationships/customXml" Target="../ink/ink1197.xml"/><Relationship Id="rId50" Type="http://schemas.openxmlformats.org/officeDocument/2006/relationships/image" Target="../media/image2823.png"/><Relationship Id="rId55" Type="http://schemas.openxmlformats.org/officeDocument/2006/relationships/customXml" Target="../ink/ink1201.xml"/><Relationship Id="rId63" Type="http://schemas.openxmlformats.org/officeDocument/2006/relationships/customXml" Target="../ink/ink1205.xml"/><Relationship Id="rId7" Type="http://schemas.openxmlformats.org/officeDocument/2006/relationships/image" Target="../media/image2803.png"/><Relationship Id="rId2" Type="http://schemas.openxmlformats.org/officeDocument/2006/relationships/customXml" Target="../ink/ink1173.xml"/><Relationship Id="rId16" Type="http://schemas.openxmlformats.org/officeDocument/2006/relationships/customXml" Target="../ink/ink1180.xml"/><Relationship Id="rId29" Type="http://schemas.openxmlformats.org/officeDocument/2006/relationships/image" Target="../media/image2814.png"/><Relationship Id="rId11" Type="http://schemas.openxmlformats.org/officeDocument/2006/relationships/image" Target="../media/image2805.png"/><Relationship Id="rId24" Type="http://schemas.openxmlformats.org/officeDocument/2006/relationships/customXml" Target="../ink/ink1184.xml"/><Relationship Id="rId32" Type="http://schemas.openxmlformats.org/officeDocument/2006/relationships/customXml" Target="../ink/ink1188.xml"/><Relationship Id="rId37" Type="http://schemas.openxmlformats.org/officeDocument/2006/relationships/image" Target="../media/image2818.png"/><Relationship Id="rId40" Type="http://schemas.openxmlformats.org/officeDocument/2006/relationships/customXml" Target="../ink/ink1192.xml"/><Relationship Id="rId45" Type="http://schemas.openxmlformats.org/officeDocument/2006/relationships/customXml" Target="../ink/ink1196.xml"/><Relationship Id="rId53" Type="http://schemas.openxmlformats.org/officeDocument/2006/relationships/customXml" Target="../ink/ink1200.xml"/><Relationship Id="rId58" Type="http://schemas.openxmlformats.org/officeDocument/2006/relationships/image" Target="../media/image2827.png"/><Relationship Id="rId66" Type="http://schemas.openxmlformats.org/officeDocument/2006/relationships/image" Target="../media/image2831.png"/><Relationship Id="rId5" Type="http://schemas.openxmlformats.org/officeDocument/2006/relationships/image" Target="../media/image2802.png"/><Relationship Id="rId61" Type="http://schemas.openxmlformats.org/officeDocument/2006/relationships/customXml" Target="../ink/ink1204.xml"/><Relationship Id="rId19" Type="http://schemas.openxmlformats.org/officeDocument/2006/relationships/image" Target="../media/image2809.png"/><Relationship Id="rId14" Type="http://schemas.openxmlformats.org/officeDocument/2006/relationships/customXml" Target="../ink/ink1179.xml"/><Relationship Id="rId22" Type="http://schemas.openxmlformats.org/officeDocument/2006/relationships/customXml" Target="../ink/ink1183.xml"/><Relationship Id="rId27" Type="http://schemas.openxmlformats.org/officeDocument/2006/relationships/image" Target="../media/image2813.png"/><Relationship Id="rId30" Type="http://schemas.openxmlformats.org/officeDocument/2006/relationships/customXml" Target="../ink/ink1187.xml"/><Relationship Id="rId35" Type="http://schemas.openxmlformats.org/officeDocument/2006/relationships/image" Target="../media/image2817.png"/><Relationship Id="rId43" Type="http://schemas.openxmlformats.org/officeDocument/2006/relationships/customXml" Target="../ink/ink1195.xml"/><Relationship Id="rId48" Type="http://schemas.openxmlformats.org/officeDocument/2006/relationships/image" Target="../media/image2822.png"/><Relationship Id="rId56" Type="http://schemas.openxmlformats.org/officeDocument/2006/relationships/image" Target="../media/image2826.png"/><Relationship Id="rId64" Type="http://schemas.openxmlformats.org/officeDocument/2006/relationships/image" Target="../media/image2830.png"/><Relationship Id="rId8" Type="http://schemas.openxmlformats.org/officeDocument/2006/relationships/customXml" Target="../ink/ink1176.xml"/><Relationship Id="rId51" Type="http://schemas.openxmlformats.org/officeDocument/2006/relationships/customXml" Target="../ink/ink1199.xml"/><Relationship Id="rId3" Type="http://schemas.openxmlformats.org/officeDocument/2006/relationships/image" Target="../media/image2801.png"/><Relationship Id="rId12" Type="http://schemas.openxmlformats.org/officeDocument/2006/relationships/customXml" Target="../ink/ink1178.xml"/><Relationship Id="rId17" Type="http://schemas.openxmlformats.org/officeDocument/2006/relationships/image" Target="../media/image2808.png"/><Relationship Id="rId25" Type="http://schemas.openxmlformats.org/officeDocument/2006/relationships/image" Target="../media/image2812.png"/><Relationship Id="rId33" Type="http://schemas.openxmlformats.org/officeDocument/2006/relationships/image" Target="../media/image2816.png"/><Relationship Id="rId38" Type="http://schemas.openxmlformats.org/officeDocument/2006/relationships/customXml" Target="../ink/ink1191.xml"/><Relationship Id="rId46" Type="http://schemas.openxmlformats.org/officeDocument/2006/relationships/image" Target="../media/image2821.png"/><Relationship Id="rId59" Type="http://schemas.openxmlformats.org/officeDocument/2006/relationships/customXml" Target="../ink/ink1203.xml"/><Relationship Id="rId20" Type="http://schemas.openxmlformats.org/officeDocument/2006/relationships/customXml" Target="../ink/ink1182.xml"/><Relationship Id="rId41" Type="http://schemas.openxmlformats.org/officeDocument/2006/relationships/customXml" Target="../ink/ink1193.xml"/><Relationship Id="rId54" Type="http://schemas.openxmlformats.org/officeDocument/2006/relationships/image" Target="../media/image2825.png"/><Relationship Id="rId62" Type="http://schemas.openxmlformats.org/officeDocument/2006/relationships/image" Target="../media/image282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75.xml"/><Relationship Id="rId15" Type="http://schemas.openxmlformats.org/officeDocument/2006/relationships/image" Target="../media/image2807.png"/><Relationship Id="rId23" Type="http://schemas.openxmlformats.org/officeDocument/2006/relationships/image" Target="../media/image2811.png"/><Relationship Id="rId28" Type="http://schemas.openxmlformats.org/officeDocument/2006/relationships/customXml" Target="../ink/ink1186.xml"/><Relationship Id="rId36" Type="http://schemas.openxmlformats.org/officeDocument/2006/relationships/customXml" Target="../ink/ink1190.xml"/><Relationship Id="rId49" Type="http://schemas.openxmlformats.org/officeDocument/2006/relationships/customXml" Target="../ink/ink1198.xml"/><Relationship Id="rId57" Type="http://schemas.openxmlformats.org/officeDocument/2006/relationships/customXml" Target="../ink/ink1202.xml"/><Relationship Id="rId10" Type="http://schemas.openxmlformats.org/officeDocument/2006/relationships/customXml" Target="../ink/ink1177.xml"/><Relationship Id="rId31" Type="http://schemas.openxmlformats.org/officeDocument/2006/relationships/image" Target="../media/image2815.png"/><Relationship Id="rId44" Type="http://schemas.openxmlformats.org/officeDocument/2006/relationships/image" Target="../media/image2820.png"/><Relationship Id="rId52" Type="http://schemas.openxmlformats.org/officeDocument/2006/relationships/image" Target="../media/image2824.png"/><Relationship Id="rId60" Type="http://schemas.openxmlformats.org/officeDocument/2006/relationships/image" Target="../media/image2828.png"/><Relationship Id="rId65" Type="http://schemas.openxmlformats.org/officeDocument/2006/relationships/customXml" Target="../ink/ink1206.xml"/><Relationship Id="rId4" Type="http://schemas.openxmlformats.org/officeDocument/2006/relationships/customXml" Target="../ink/ink1174.xml"/><Relationship Id="rId9" Type="http://schemas.openxmlformats.org/officeDocument/2006/relationships/image" Target="../media/image2804.png"/><Relationship Id="rId13" Type="http://schemas.openxmlformats.org/officeDocument/2006/relationships/image" Target="../media/image2806.png"/><Relationship Id="rId18" Type="http://schemas.openxmlformats.org/officeDocument/2006/relationships/customXml" Target="../ink/ink1181.xml"/><Relationship Id="rId39" Type="http://schemas.openxmlformats.org/officeDocument/2006/relationships/image" Target="../media/image2819.png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19.xml"/><Relationship Id="rId21" Type="http://schemas.openxmlformats.org/officeDocument/2006/relationships/image" Target="../media/image2838.png"/><Relationship Id="rId42" Type="http://schemas.openxmlformats.org/officeDocument/2006/relationships/customXml" Target="../ink/ink1227.xml"/><Relationship Id="rId47" Type="http://schemas.openxmlformats.org/officeDocument/2006/relationships/image" Target="../media/image2850.png"/><Relationship Id="rId63" Type="http://schemas.openxmlformats.org/officeDocument/2006/relationships/image" Target="../media/image2858.png"/><Relationship Id="rId68" Type="http://schemas.openxmlformats.org/officeDocument/2006/relationships/customXml" Target="../ink/ink1240.xml"/><Relationship Id="rId2" Type="http://schemas.openxmlformats.org/officeDocument/2006/relationships/customXml" Target="../ink/ink1207.xml"/><Relationship Id="rId16" Type="http://schemas.openxmlformats.org/officeDocument/2006/relationships/customXml" Target="../ink/ink1214.xml"/><Relationship Id="rId29" Type="http://schemas.openxmlformats.org/officeDocument/2006/relationships/image" Target="../media/image2842.png"/><Relationship Id="rId11" Type="http://schemas.openxmlformats.org/officeDocument/2006/relationships/image" Target="../media/image2833.png"/><Relationship Id="rId24" Type="http://schemas.openxmlformats.org/officeDocument/2006/relationships/customXml" Target="../ink/ink1218.xml"/><Relationship Id="rId32" Type="http://schemas.openxmlformats.org/officeDocument/2006/relationships/customXml" Target="../ink/ink1222.xml"/><Relationship Id="rId37" Type="http://schemas.openxmlformats.org/officeDocument/2006/relationships/image" Target="../media/image2845.png"/><Relationship Id="rId40" Type="http://schemas.openxmlformats.org/officeDocument/2006/relationships/customXml" Target="../ink/ink1226.xml"/><Relationship Id="rId45" Type="http://schemas.openxmlformats.org/officeDocument/2006/relationships/image" Target="../media/image2849.png"/><Relationship Id="rId53" Type="http://schemas.openxmlformats.org/officeDocument/2006/relationships/image" Target="../media/image2853.png"/><Relationship Id="rId58" Type="http://schemas.openxmlformats.org/officeDocument/2006/relationships/customXml" Target="../ink/ink1235.xml"/><Relationship Id="rId66" Type="http://schemas.openxmlformats.org/officeDocument/2006/relationships/customXml" Target="../ink/ink1239.xml"/><Relationship Id="rId74" Type="http://schemas.openxmlformats.org/officeDocument/2006/relationships/customXml" Target="../ink/ink1243.xml"/><Relationship Id="rId5" Type="http://schemas.openxmlformats.org/officeDocument/2006/relationships/image" Target="../media/image2802.png"/><Relationship Id="rId61" Type="http://schemas.openxmlformats.org/officeDocument/2006/relationships/image" Target="../media/image2857.png"/><Relationship Id="rId19" Type="http://schemas.openxmlformats.org/officeDocument/2006/relationships/image" Target="../media/image2837.png"/><Relationship Id="rId14" Type="http://schemas.openxmlformats.org/officeDocument/2006/relationships/customXml" Target="../ink/ink1213.xml"/><Relationship Id="rId22" Type="http://schemas.openxmlformats.org/officeDocument/2006/relationships/customXml" Target="../ink/ink1217.xml"/><Relationship Id="rId27" Type="http://schemas.openxmlformats.org/officeDocument/2006/relationships/image" Target="../media/image2841.png"/><Relationship Id="rId30" Type="http://schemas.openxmlformats.org/officeDocument/2006/relationships/customXml" Target="../ink/ink1221.xml"/><Relationship Id="rId35" Type="http://schemas.openxmlformats.org/officeDocument/2006/relationships/image" Target="../media/image2844.png"/><Relationship Id="rId43" Type="http://schemas.openxmlformats.org/officeDocument/2006/relationships/image" Target="../media/image2848.png"/><Relationship Id="rId48" Type="http://schemas.openxmlformats.org/officeDocument/2006/relationships/customXml" Target="../ink/ink1230.xml"/><Relationship Id="rId56" Type="http://schemas.openxmlformats.org/officeDocument/2006/relationships/customXml" Target="../ink/ink1234.xml"/><Relationship Id="rId64" Type="http://schemas.openxmlformats.org/officeDocument/2006/relationships/customXml" Target="../ink/ink1238.xml"/><Relationship Id="rId69" Type="http://schemas.openxmlformats.org/officeDocument/2006/relationships/image" Target="../media/image2861.png"/><Relationship Id="rId8" Type="http://schemas.openxmlformats.org/officeDocument/2006/relationships/customXml" Target="../ink/ink1210.xml"/><Relationship Id="rId51" Type="http://schemas.openxmlformats.org/officeDocument/2006/relationships/image" Target="../media/image2852.png"/><Relationship Id="rId72" Type="http://schemas.openxmlformats.org/officeDocument/2006/relationships/customXml" Target="../ink/ink1242.xml"/><Relationship Id="rId3" Type="http://schemas.openxmlformats.org/officeDocument/2006/relationships/image" Target="../media/image2801.png"/><Relationship Id="rId12" Type="http://schemas.openxmlformats.org/officeDocument/2006/relationships/customXml" Target="../ink/ink1212.xml"/><Relationship Id="rId17" Type="http://schemas.openxmlformats.org/officeDocument/2006/relationships/image" Target="../media/image2836.png"/><Relationship Id="rId25" Type="http://schemas.openxmlformats.org/officeDocument/2006/relationships/image" Target="../media/image2840.png"/><Relationship Id="rId33" Type="http://schemas.openxmlformats.org/officeDocument/2006/relationships/image" Target="../media/image2819.png"/><Relationship Id="rId38" Type="http://schemas.openxmlformats.org/officeDocument/2006/relationships/customXml" Target="../ink/ink1225.xml"/><Relationship Id="rId46" Type="http://schemas.openxmlformats.org/officeDocument/2006/relationships/customXml" Target="../ink/ink1229.xml"/><Relationship Id="rId59" Type="http://schemas.openxmlformats.org/officeDocument/2006/relationships/image" Target="../media/image2856.png"/><Relationship Id="rId67" Type="http://schemas.openxmlformats.org/officeDocument/2006/relationships/image" Target="../media/image2860.png"/><Relationship Id="rId20" Type="http://schemas.openxmlformats.org/officeDocument/2006/relationships/customXml" Target="../ink/ink1216.xml"/><Relationship Id="rId41" Type="http://schemas.openxmlformats.org/officeDocument/2006/relationships/image" Target="../media/image2847.png"/><Relationship Id="rId54" Type="http://schemas.openxmlformats.org/officeDocument/2006/relationships/customXml" Target="../ink/ink1233.xml"/><Relationship Id="rId62" Type="http://schemas.openxmlformats.org/officeDocument/2006/relationships/customXml" Target="../ink/ink1237.xml"/><Relationship Id="rId70" Type="http://schemas.openxmlformats.org/officeDocument/2006/relationships/customXml" Target="../ink/ink1241.xml"/><Relationship Id="rId75" Type="http://schemas.openxmlformats.org/officeDocument/2006/relationships/image" Target="../media/image286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09.xml"/><Relationship Id="rId15" Type="http://schemas.openxmlformats.org/officeDocument/2006/relationships/image" Target="../media/image2835.png"/><Relationship Id="rId23" Type="http://schemas.openxmlformats.org/officeDocument/2006/relationships/image" Target="../media/image2839.png"/><Relationship Id="rId28" Type="http://schemas.openxmlformats.org/officeDocument/2006/relationships/customXml" Target="../ink/ink1220.xml"/><Relationship Id="rId36" Type="http://schemas.openxmlformats.org/officeDocument/2006/relationships/customXml" Target="../ink/ink1224.xml"/><Relationship Id="rId49" Type="http://schemas.openxmlformats.org/officeDocument/2006/relationships/image" Target="../media/image2851.png"/><Relationship Id="rId57" Type="http://schemas.openxmlformats.org/officeDocument/2006/relationships/image" Target="../media/image2855.png"/><Relationship Id="rId10" Type="http://schemas.openxmlformats.org/officeDocument/2006/relationships/customXml" Target="../ink/ink1211.xml"/><Relationship Id="rId31" Type="http://schemas.openxmlformats.org/officeDocument/2006/relationships/image" Target="../media/image2843.png"/><Relationship Id="rId44" Type="http://schemas.openxmlformats.org/officeDocument/2006/relationships/customXml" Target="../ink/ink1228.xml"/><Relationship Id="rId52" Type="http://schemas.openxmlformats.org/officeDocument/2006/relationships/customXml" Target="../ink/ink1232.xml"/><Relationship Id="rId60" Type="http://schemas.openxmlformats.org/officeDocument/2006/relationships/customXml" Target="../ink/ink1236.xml"/><Relationship Id="rId65" Type="http://schemas.openxmlformats.org/officeDocument/2006/relationships/image" Target="../media/image2859.png"/><Relationship Id="rId73" Type="http://schemas.openxmlformats.org/officeDocument/2006/relationships/image" Target="../media/image2863.png"/><Relationship Id="rId4" Type="http://schemas.openxmlformats.org/officeDocument/2006/relationships/customXml" Target="../ink/ink1208.xml"/><Relationship Id="rId9" Type="http://schemas.openxmlformats.org/officeDocument/2006/relationships/image" Target="../media/image2832.png"/><Relationship Id="rId13" Type="http://schemas.openxmlformats.org/officeDocument/2006/relationships/image" Target="../media/image2834.png"/><Relationship Id="rId18" Type="http://schemas.openxmlformats.org/officeDocument/2006/relationships/customXml" Target="../ink/ink1215.xml"/><Relationship Id="rId39" Type="http://schemas.openxmlformats.org/officeDocument/2006/relationships/image" Target="../media/image2846.png"/><Relationship Id="rId34" Type="http://schemas.openxmlformats.org/officeDocument/2006/relationships/customXml" Target="../ink/ink1223.xml"/><Relationship Id="rId50" Type="http://schemas.openxmlformats.org/officeDocument/2006/relationships/customXml" Target="../ink/ink1231.xml"/><Relationship Id="rId55" Type="http://schemas.openxmlformats.org/officeDocument/2006/relationships/image" Target="../media/image2854.png"/><Relationship Id="rId7" Type="http://schemas.openxmlformats.org/officeDocument/2006/relationships/image" Target="../media/image2803.png"/><Relationship Id="rId71" Type="http://schemas.openxmlformats.org/officeDocument/2006/relationships/image" Target="../media/image2862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83.xml"/><Relationship Id="rId63" Type="http://schemas.openxmlformats.org/officeDocument/2006/relationships/image" Target="../media/image2891.png"/><Relationship Id="rId84" Type="http://schemas.openxmlformats.org/officeDocument/2006/relationships/customXml" Target="../ink/ink1266.xml"/><Relationship Id="rId138" Type="http://schemas.openxmlformats.org/officeDocument/2006/relationships/image" Target="../media/image2907.png"/><Relationship Id="rId159" Type="http://schemas.openxmlformats.org/officeDocument/2006/relationships/customXml" Target="../ink/ink1304.xml"/><Relationship Id="rId170" Type="http://schemas.openxmlformats.org/officeDocument/2006/relationships/image" Target="../media/image2923.png"/><Relationship Id="rId107" Type="http://schemas.openxmlformats.org/officeDocument/2006/relationships/customXml" Target="../ink/ink1278.xml"/><Relationship Id="rId53" Type="http://schemas.openxmlformats.org/officeDocument/2006/relationships/image" Target="../media/image2886.png"/><Relationship Id="rId74" Type="http://schemas.openxmlformats.org/officeDocument/2006/relationships/customXml" Target="../ink/ink1261.xml"/><Relationship Id="rId128" Type="http://schemas.openxmlformats.org/officeDocument/2006/relationships/image" Target="../media/image2892.png"/><Relationship Id="rId149" Type="http://schemas.openxmlformats.org/officeDocument/2006/relationships/customXml" Target="../ink/ink1299.xml"/><Relationship Id="rId5" Type="http://schemas.openxmlformats.org/officeDocument/2006/relationships/image" Target="../media/image2802.png"/><Relationship Id="rId90" Type="http://schemas.openxmlformats.org/officeDocument/2006/relationships/image" Target="../media/image2900.png"/><Relationship Id="rId95" Type="http://schemas.openxmlformats.org/officeDocument/2006/relationships/customXml" Target="../ink/ink1272.xml"/><Relationship Id="rId160" Type="http://schemas.openxmlformats.org/officeDocument/2006/relationships/image" Target="../media/image2918.png"/><Relationship Id="rId165" Type="http://schemas.openxmlformats.org/officeDocument/2006/relationships/customXml" Target="../ink/ink1307.xml"/><Relationship Id="rId181" Type="http://schemas.openxmlformats.org/officeDocument/2006/relationships/customXml" Target="../ink/ink1315.xml"/><Relationship Id="rId48" Type="http://schemas.openxmlformats.org/officeDocument/2006/relationships/customXml" Target="../ink/ink1249.xml"/><Relationship Id="rId64" Type="http://schemas.openxmlformats.org/officeDocument/2006/relationships/customXml" Target="../ink/ink1257.xml"/><Relationship Id="rId69" Type="http://schemas.openxmlformats.org/officeDocument/2006/relationships/image" Target="../media/image2846.png"/><Relationship Id="rId43" Type="http://schemas.openxmlformats.org/officeDocument/2006/relationships/image" Target="../media/image2881.png"/><Relationship Id="rId113" Type="http://schemas.openxmlformats.org/officeDocument/2006/relationships/customXml" Target="../ink/ink1281.xml"/><Relationship Id="rId118" Type="http://schemas.openxmlformats.org/officeDocument/2006/relationships/image" Target="../media/image2877.png"/><Relationship Id="rId134" Type="http://schemas.openxmlformats.org/officeDocument/2006/relationships/image" Target="../media/image2905.png"/><Relationship Id="rId139" Type="http://schemas.openxmlformats.org/officeDocument/2006/relationships/customXml" Target="../ink/ink1294.xml"/><Relationship Id="rId80" Type="http://schemas.openxmlformats.org/officeDocument/2006/relationships/customXml" Target="../ink/ink1264.xml"/><Relationship Id="rId85" Type="http://schemas.openxmlformats.org/officeDocument/2006/relationships/image" Target="../media/image2898.png"/><Relationship Id="rId150" Type="http://schemas.openxmlformats.org/officeDocument/2006/relationships/image" Target="../media/image2913.png"/><Relationship Id="rId155" Type="http://schemas.openxmlformats.org/officeDocument/2006/relationships/customXml" Target="../ink/ink1302.xml"/><Relationship Id="rId171" Type="http://schemas.openxmlformats.org/officeDocument/2006/relationships/customXml" Target="../ink/ink1310.xml"/><Relationship Id="rId176" Type="http://schemas.openxmlformats.org/officeDocument/2006/relationships/image" Target="../media/image2926.png"/><Relationship Id="rId59" Type="http://schemas.openxmlformats.org/officeDocument/2006/relationships/image" Target="../media/image2889.png"/><Relationship Id="rId103" Type="http://schemas.openxmlformats.org/officeDocument/2006/relationships/customXml" Target="../ink/ink1276.xml"/><Relationship Id="rId108" Type="http://schemas.openxmlformats.org/officeDocument/2006/relationships/image" Target="../media/image2872.png"/><Relationship Id="rId124" Type="http://schemas.openxmlformats.org/officeDocument/2006/relationships/image" Target="../media/image2880.png"/><Relationship Id="rId129" Type="http://schemas.openxmlformats.org/officeDocument/2006/relationships/customXml" Target="../ink/ink1289.xml"/><Relationship Id="rId54" Type="http://schemas.openxmlformats.org/officeDocument/2006/relationships/customXml" Target="../ink/ink1252.xml"/><Relationship Id="rId70" Type="http://schemas.openxmlformats.org/officeDocument/2006/relationships/customXml" Target="../ink/ink1259.xml"/><Relationship Id="rId75" Type="http://schemas.openxmlformats.org/officeDocument/2006/relationships/image" Target="../media/image2849.png"/><Relationship Id="rId91" Type="http://schemas.openxmlformats.org/officeDocument/2006/relationships/customXml" Target="../ink/ink1270.xml"/><Relationship Id="rId96" Type="http://schemas.openxmlformats.org/officeDocument/2006/relationships/image" Target="../media/image2866.png"/><Relationship Id="rId140" Type="http://schemas.openxmlformats.org/officeDocument/2006/relationships/image" Target="../media/image2908.png"/><Relationship Id="rId145" Type="http://schemas.openxmlformats.org/officeDocument/2006/relationships/customXml" Target="../ink/ink1297.xml"/><Relationship Id="rId161" Type="http://schemas.openxmlformats.org/officeDocument/2006/relationships/customXml" Target="../ink/ink1305.xml"/><Relationship Id="rId166" Type="http://schemas.openxmlformats.org/officeDocument/2006/relationships/image" Target="../media/image2921.png"/><Relationship Id="rId182" Type="http://schemas.openxmlformats.org/officeDocument/2006/relationships/image" Target="../media/image292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46.xml"/><Relationship Id="rId49" Type="http://schemas.openxmlformats.org/officeDocument/2006/relationships/image" Target="../media/image2884.png"/><Relationship Id="rId114" Type="http://schemas.openxmlformats.org/officeDocument/2006/relationships/image" Target="../media/image2875.png"/><Relationship Id="rId119" Type="http://schemas.openxmlformats.org/officeDocument/2006/relationships/customXml" Target="../ink/ink1284.xml"/><Relationship Id="rId60" Type="http://schemas.openxmlformats.org/officeDocument/2006/relationships/customXml" Target="../ink/ink1255.xml"/><Relationship Id="rId81" Type="http://schemas.openxmlformats.org/officeDocument/2006/relationships/image" Target="../media/image2896.png"/><Relationship Id="rId86" Type="http://schemas.openxmlformats.org/officeDocument/2006/relationships/customXml" Target="../ink/ink1267.xml"/><Relationship Id="rId130" Type="http://schemas.openxmlformats.org/officeDocument/2006/relationships/image" Target="../media/image2903.png"/><Relationship Id="rId135" Type="http://schemas.openxmlformats.org/officeDocument/2006/relationships/customXml" Target="../ink/ink1292.xml"/><Relationship Id="rId151" Type="http://schemas.openxmlformats.org/officeDocument/2006/relationships/customXml" Target="../ink/ink1300.xml"/><Relationship Id="rId156" Type="http://schemas.openxmlformats.org/officeDocument/2006/relationships/image" Target="../media/image2916.png"/><Relationship Id="rId177" Type="http://schemas.openxmlformats.org/officeDocument/2006/relationships/customXml" Target="../ink/ink1313.xml"/><Relationship Id="rId172" Type="http://schemas.openxmlformats.org/officeDocument/2006/relationships/image" Target="../media/image2924.png"/><Relationship Id="rId109" Type="http://schemas.openxmlformats.org/officeDocument/2006/relationships/customXml" Target="../ink/ink1279.xml"/><Relationship Id="rId50" Type="http://schemas.openxmlformats.org/officeDocument/2006/relationships/customXml" Target="../ink/ink1250.xml"/><Relationship Id="rId55" Type="http://schemas.openxmlformats.org/officeDocument/2006/relationships/image" Target="../media/image2887.png"/><Relationship Id="rId76" Type="http://schemas.openxmlformats.org/officeDocument/2006/relationships/customXml" Target="../ink/ink1262.xml"/><Relationship Id="rId97" Type="http://schemas.openxmlformats.org/officeDocument/2006/relationships/customXml" Target="../ink/ink1273.xml"/><Relationship Id="rId104" Type="http://schemas.openxmlformats.org/officeDocument/2006/relationships/image" Target="../media/image2870.png"/><Relationship Id="rId120" Type="http://schemas.openxmlformats.org/officeDocument/2006/relationships/image" Target="../media/image2878.png"/><Relationship Id="rId125" Type="http://schemas.openxmlformats.org/officeDocument/2006/relationships/customXml" Target="../ink/ink1287.xml"/><Relationship Id="rId141" Type="http://schemas.openxmlformats.org/officeDocument/2006/relationships/customXml" Target="../ink/ink1295.xml"/><Relationship Id="rId146" Type="http://schemas.openxmlformats.org/officeDocument/2006/relationships/image" Target="../media/image2911.png"/><Relationship Id="rId167" Type="http://schemas.openxmlformats.org/officeDocument/2006/relationships/customXml" Target="../ink/ink1308.xml"/><Relationship Id="rId7" Type="http://schemas.openxmlformats.org/officeDocument/2006/relationships/image" Target="../media/image2803.png"/><Relationship Id="rId71" Type="http://schemas.openxmlformats.org/officeDocument/2006/relationships/image" Target="../media/image2893.png"/><Relationship Id="rId92" Type="http://schemas.openxmlformats.org/officeDocument/2006/relationships/image" Target="../media/image2901.png"/><Relationship Id="rId162" Type="http://schemas.openxmlformats.org/officeDocument/2006/relationships/image" Target="../media/image2919.png"/><Relationship Id="rId183" Type="http://schemas.openxmlformats.org/officeDocument/2006/relationships/customXml" Target="../ink/ink1316.xml"/><Relationship Id="rId2" Type="http://schemas.openxmlformats.org/officeDocument/2006/relationships/customXml" Target="../ink/ink1244.xml"/><Relationship Id="rId87" Type="http://schemas.openxmlformats.org/officeDocument/2006/relationships/customXml" Target="../ink/ink1268.xml"/><Relationship Id="rId110" Type="http://schemas.openxmlformats.org/officeDocument/2006/relationships/image" Target="../media/image2873.png"/><Relationship Id="rId115" Type="http://schemas.openxmlformats.org/officeDocument/2006/relationships/customXml" Target="../ink/ink1282.xml"/><Relationship Id="rId131" Type="http://schemas.openxmlformats.org/officeDocument/2006/relationships/customXml" Target="../ink/ink1290.xml"/><Relationship Id="rId136" Type="http://schemas.openxmlformats.org/officeDocument/2006/relationships/image" Target="../media/image2906.png"/><Relationship Id="rId157" Type="http://schemas.openxmlformats.org/officeDocument/2006/relationships/customXml" Target="../ink/ink1303.xml"/><Relationship Id="rId178" Type="http://schemas.openxmlformats.org/officeDocument/2006/relationships/image" Target="../media/image2927.png"/><Relationship Id="rId61" Type="http://schemas.openxmlformats.org/officeDocument/2006/relationships/image" Target="../media/image2890.png"/><Relationship Id="rId82" Type="http://schemas.openxmlformats.org/officeDocument/2006/relationships/customXml" Target="../ink/ink1265.xml"/><Relationship Id="rId152" Type="http://schemas.openxmlformats.org/officeDocument/2006/relationships/image" Target="../media/image2914.png"/><Relationship Id="rId173" Type="http://schemas.openxmlformats.org/officeDocument/2006/relationships/customXml" Target="../ink/ink1311.xml"/><Relationship Id="rId56" Type="http://schemas.openxmlformats.org/officeDocument/2006/relationships/customXml" Target="../ink/ink1253.xml"/><Relationship Id="rId77" Type="http://schemas.openxmlformats.org/officeDocument/2006/relationships/image" Target="../media/image2894.png"/><Relationship Id="rId100" Type="http://schemas.openxmlformats.org/officeDocument/2006/relationships/image" Target="../media/image2868.png"/><Relationship Id="rId105" Type="http://schemas.openxmlformats.org/officeDocument/2006/relationships/customXml" Target="../ink/ink1277.xml"/><Relationship Id="rId126" Type="http://schemas.openxmlformats.org/officeDocument/2006/relationships/image" Target="../media/image2882.png"/><Relationship Id="rId147" Type="http://schemas.openxmlformats.org/officeDocument/2006/relationships/customXml" Target="../ink/ink1298.xml"/><Relationship Id="rId168" Type="http://schemas.openxmlformats.org/officeDocument/2006/relationships/image" Target="../media/image2922.png"/><Relationship Id="rId8" Type="http://schemas.openxmlformats.org/officeDocument/2006/relationships/customXml" Target="../ink/ink1247.xml"/><Relationship Id="rId51" Type="http://schemas.openxmlformats.org/officeDocument/2006/relationships/image" Target="../media/image2885.png"/><Relationship Id="rId72" Type="http://schemas.openxmlformats.org/officeDocument/2006/relationships/customXml" Target="../ink/ink1260.xml"/><Relationship Id="rId93" Type="http://schemas.openxmlformats.org/officeDocument/2006/relationships/customXml" Target="../ink/ink1271.xml"/><Relationship Id="rId98" Type="http://schemas.openxmlformats.org/officeDocument/2006/relationships/image" Target="../media/image2867.png"/><Relationship Id="rId121" Type="http://schemas.openxmlformats.org/officeDocument/2006/relationships/customXml" Target="../ink/ink1285.xml"/><Relationship Id="rId142" Type="http://schemas.openxmlformats.org/officeDocument/2006/relationships/image" Target="../media/image2909.png"/><Relationship Id="rId163" Type="http://schemas.openxmlformats.org/officeDocument/2006/relationships/customXml" Target="../ink/ink1306.xml"/><Relationship Id="rId184" Type="http://schemas.openxmlformats.org/officeDocument/2006/relationships/image" Target="../media/image2930.png"/><Relationship Id="rId3" Type="http://schemas.openxmlformats.org/officeDocument/2006/relationships/image" Target="../media/image2801.png"/><Relationship Id="rId67" Type="http://schemas.openxmlformats.org/officeDocument/2006/relationships/image" Target="../media/image2819.png"/><Relationship Id="rId116" Type="http://schemas.openxmlformats.org/officeDocument/2006/relationships/image" Target="../media/image2876.png"/><Relationship Id="rId137" Type="http://schemas.openxmlformats.org/officeDocument/2006/relationships/customXml" Target="../ink/ink1293.xml"/><Relationship Id="rId158" Type="http://schemas.openxmlformats.org/officeDocument/2006/relationships/image" Target="../media/image2917.png"/><Relationship Id="rId62" Type="http://schemas.openxmlformats.org/officeDocument/2006/relationships/customXml" Target="../ink/ink1256.xml"/><Relationship Id="rId83" Type="http://schemas.openxmlformats.org/officeDocument/2006/relationships/image" Target="../media/image2897.png"/><Relationship Id="rId88" Type="http://schemas.openxmlformats.org/officeDocument/2006/relationships/image" Target="../media/image2899.png"/><Relationship Id="rId111" Type="http://schemas.openxmlformats.org/officeDocument/2006/relationships/customXml" Target="../ink/ink1280.xml"/><Relationship Id="rId132" Type="http://schemas.openxmlformats.org/officeDocument/2006/relationships/image" Target="../media/image2904.png"/><Relationship Id="rId153" Type="http://schemas.openxmlformats.org/officeDocument/2006/relationships/customXml" Target="../ink/ink1301.xml"/><Relationship Id="rId174" Type="http://schemas.openxmlformats.org/officeDocument/2006/relationships/image" Target="../media/image2925.png"/><Relationship Id="rId179" Type="http://schemas.openxmlformats.org/officeDocument/2006/relationships/customXml" Target="../ink/ink1314.xml"/><Relationship Id="rId57" Type="http://schemas.openxmlformats.org/officeDocument/2006/relationships/image" Target="../media/image2888.png"/><Relationship Id="rId106" Type="http://schemas.openxmlformats.org/officeDocument/2006/relationships/image" Target="../media/image2871.png"/><Relationship Id="rId127" Type="http://schemas.openxmlformats.org/officeDocument/2006/relationships/customXml" Target="../ink/ink1288.xml"/><Relationship Id="rId10" Type="http://schemas.openxmlformats.org/officeDocument/2006/relationships/customXml" Target="../ink/ink1248.xml"/><Relationship Id="rId52" Type="http://schemas.openxmlformats.org/officeDocument/2006/relationships/customXml" Target="../ink/ink1251.xml"/><Relationship Id="rId73" Type="http://schemas.openxmlformats.org/officeDocument/2006/relationships/image" Target="../media/image2848.png"/><Relationship Id="rId78" Type="http://schemas.openxmlformats.org/officeDocument/2006/relationships/customXml" Target="../ink/ink1263.xml"/><Relationship Id="rId94" Type="http://schemas.openxmlformats.org/officeDocument/2006/relationships/image" Target="../media/image2902.png"/><Relationship Id="rId99" Type="http://schemas.openxmlformats.org/officeDocument/2006/relationships/customXml" Target="../ink/ink1274.xml"/><Relationship Id="rId101" Type="http://schemas.openxmlformats.org/officeDocument/2006/relationships/customXml" Target="../ink/ink1275.xml"/><Relationship Id="rId122" Type="http://schemas.openxmlformats.org/officeDocument/2006/relationships/image" Target="../media/image2879.png"/><Relationship Id="rId143" Type="http://schemas.openxmlformats.org/officeDocument/2006/relationships/customXml" Target="../ink/ink1296.xml"/><Relationship Id="rId148" Type="http://schemas.openxmlformats.org/officeDocument/2006/relationships/image" Target="../media/image2912.png"/><Relationship Id="rId164" Type="http://schemas.openxmlformats.org/officeDocument/2006/relationships/image" Target="../media/image2920.png"/><Relationship Id="rId169" Type="http://schemas.openxmlformats.org/officeDocument/2006/relationships/customXml" Target="../ink/ink1309.xml"/><Relationship Id="rId4" Type="http://schemas.openxmlformats.org/officeDocument/2006/relationships/customXml" Target="../ink/ink1245.xml"/><Relationship Id="rId9" Type="http://schemas.openxmlformats.org/officeDocument/2006/relationships/image" Target="../media/image2865.png"/><Relationship Id="rId180" Type="http://schemas.openxmlformats.org/officeDocument/2006/relationships/image" Target="../media/image2928.png"/><Relationship Id="rId47" Type="http://schemas.openxmlformats.org/officeDocument/2006/relationships/image" Target="../media/image2883.png"/><Relationship Id="rId68" Type="http://schemas.openxmlformats.org/officeDocument/2006/relationships/customXml" Target="../ink/ink1258.xml"/><Relationship Id="rId89" Type="http://schemas.openxmlformats.org/officeDocument/2006/relationships/customXml" Target="../ink/ink1269.xml"/><Relationship Id="rId112" Type="http://schemas.openxmlformats.org/officeDocument/2006/relationships/image" Target="../media/image2874.png"/><Relationship Id="rId133" Type="http://schemas.openxmlformats.org/officeDocument/2006/relationships/customXml" Target="../ink/ink1291.xml"/><Relationship Id="rId154" Type="http://schemas.openxmlformats.org/officeDocument/2006/relationships/image" Target="../media/image2915.png"/><Relationship Id="rId175" Type="http://schemas.openxmlformats.org/officeDocument/2006/relationships/customXml" Target="../ink/ink1312.xml"/><Relationship Id="rId58" Type="http://schemas.openxmlformats.org/officeDocument/2006/relationships/customXml" Target="../ink/ink1254.xml"/><Relationship Id="rId79" Type="http://schemas.openxmlformats.org/officeDocument/2006/relationships/image" Target="../media/image2895.png"/><Relationship Id="rId102" Type="http://schemas.openxmlformats.org/officeDocument/2006/relationships/image" Target="../media/image2869.png"/><Relationship Id="rId123" Type="http://schemas.openxmlformats.org/officeDocument/2006/relationships/customXml" Target="../ink/ink1286.xml"/><Relationship Id="rId144" Type="http://schemas.openxmlformats.org/officeDocument/2006/relationships/image" Target="../media/image2910.png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88.png"/><Relationship Id="rId21" Type="http://schemas.openxmlformats.org/officeDocument/2006/relationships/image" Target="../media/image2940.png"/><Relationship Id="rId42" Type="http://schemas.openxmlformats.org/officeDocument/2006/relationships/customXml" Target="../ink/ink1337.xml"/><Relationship Id="rId63" Type="http://schemas.openxmlformats.org/officeDocument/2006/relationships/image" Target="../media/image2961.png"/><Relationship Id="rId84" Type="http://schemas.openxmlformats.org/officeDocument/2006/relationships/customXml" Target="../ink/ink1358.xml"/><Relationship Id="rId138" Type="http://schemas.openxmlformats.org/officeDocument/2006/relationships/customXml" Target="../ink/ink1385.xml"/><Relationship Id="rId107" Type="http://schemas.openxmlformats.org/officeDocument/2006/relationships/image" Target="../media/image2983.png"/><Relationship Id="rId11" Type="http://schemas.openxmlformats.org/officeDocument/2006/relationships/image" Target="../media/image2935.png"/><Relationship Id="rId32" Type="http://schemas.openxmlformats.org/officeDocument/2006/relationships/customXml" Target="../ink/ink1332.xml"/><Relationship Id="rId53" Type="http://schemas.openxmlformats.org/officeDocument/2006/relationships/image" Target="../media/image2956.png"/><Relationship Id="rId74" Type="http://schemas.openxmlformats.org/officeDocument/2006/relationships/customXml" Target="../ink/ink1353.xml"/><Relationship Id="rId128" Type="http://schemas.openxmlformats.org/officeDocument/2006/relationships/customXml" Target="../ink/ink1380.xml"/><Relationship Id="rId5" Type="http://schemas.openxmlformats.org/officeDocument/2006/relationships/image" Target="../media/image2932.png"/><Relationship Id="rId90" Type="http://schemas.openxmlformats.org/officeDocument/2006/relationships/customXml" Target="../ink/ink1361.xml"/><Relationship Id="rId95" Type="http://schemas.openxmlformats.org/officeDocument/2006/relationships/image" Target="../media/image2977.png"/><Relationship Id="rId22" Type="http://schemas.openxmlformats.org/officeDocument/2006/relationships/customXml" Target="../ink/ink1327.xml"/><Relationship Id="rId27" Type="http://schemas.openxmlformats.org/officeDocument/2006/relationships/image" Target="../media/image2943.png"/><Relationship Id="rId43" Type="http://schemas.openxmlformats.org/officeDocument/2006/relationships/image" Target="../media/image2951.png"/><Relationship Id="rId48" Type="http://schemas.openxmlformats.org/officeDocument/2006/relationships/customXml" Target="../ink/ink1340.xml"/><Relationship Id="rId64" Type="http://schemas.openxmlformats.org/officeDocument/2006/relationships/customXml" Target="../ink/ink1348.xml"/><Relationship Id="rId69" Type="http://schemas.openxmlformats.org/officeDocument/2006/relationships/image" Target="../media/image2964.png"/><Relationship Id="rId113" Type="http://schemas.openxmlformats.org/officeDocument/2006/relationships/image" Target="../media/image2986.png"/><Relationship Id="rId118" Type="http://schemas.openxmlformats.org/officeDocument/2006/relationships/customXml" Target="../ink/ink1375.xml"/><Relationship Id="rId134" Type="http://schemas.openxmlformats.org/officeDocument/2006/relationships/customXml" Target="../ink/ink1383.xml"/><Relationship Id="rId139" Type="http://schemas.openxmlformats.org/officeDocument/2006/relationships/image" Target="../media/image2999.png"/><Relationship Id="rId80" Type="http://schemas.openxmlformats.org/officeDocument/2006/relationships/customXml" Target="../ink/ink1356.xml"/><Relationship Id="rId85" Type="http://schemas.openxmlformats.org/officeDocument/2006/relationships/image" Target="../media/image2972.png"/><Relationship Id="rId12" Type="http://schemas.openxmlformats.org/officeDocument/2006/relationships/customXml" Target="../ink/ink1322.xml"/><Relationship Id="rId17" Type="http://schemas.openxmlformats.org/officeDocument/2006/relationships/image" Target="../media/image2938.png"/><Relationship Id="rId33" Type="http://schemas.openxmlformats.org/officeDocument/2006/relationships/image" Target="../media/image2946.png"/><Relationship Id="rId38" Type="http://schemas.openxmlformats.org/officeDocument/2006/relationships/customXml" Target="../ink/ink1335.xml"/><Relationship Id="rId59" Type="http://schemas.openxmlformats.org/officeDocument/2006/relationships/image" Target="../media/image2959.png"/><Relationship Id="rId103" Type="http://schemas.openxmlformats.org/officeDocument/2006/relationships/image" Target="../media/image2981.png"/><Relationship Id="rId108" Type="http://schemas.openxmlformats.org/officeDocument/2006/relationships/customXml" Target="../ink/ink1370.xml"/><Relationship Id="rId124" Type="http://schemas.openxmlformats.org/officeDocument/2006/relationships/customXml" Target="../ink/ink1378.xml"/><Relationship Id="rId129" Type="http://schemas.openxmlformats.org/officeDocument/2006/relationships/image" Target="../media/image2994.png"/><Relationship Id="rId54" Type="http://schemas.openxmlformats.org/officeDocument/2006/relationships/customXml" Target="../ink/ink1343.xml"/><Relationship Id="rId70" Type="http://schemas.openxmlformats.org/officeDocument/2006/relationships/customXml" Target="../ink/ink1351.xml"/><Relationship Id="rId75" Type="http://schemas.openxmlformats.org/officeDocument/2006/relationships/image" Target="../media/image2967.png"/><Relationship Id="rId91" Type="http://schemas.openxmlformats.org/officeDocument/2006/relationships/image" Target="../media/image2975.png"/><Relationship Id="rId96" Type="http://schemas.openxmlformats.org/officeDocument/2006/relationships/customXml" Target="../ink/ink1364.xml"/><Relationship Id="rId140" Type="http://schemas.openxmlformats.org/officeDocument/2006/relationships/customXml" Target="../ink/ink1386.xml"/><Relationship Id="rId145" Type="http://schemas.openxmlformats.org/officeDocument/2006/relationships/image" Target="../media/image300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19.xml"/><Relationship Id="rId23" Type="http://schemas.openxmlformats.org/officeDocument/2006/relationships/image" Target="../media/image2941.png"/><Relationship Id="rId28" Type="http://schemas.openxmlformats.org/officeDocument/2006/relationships/customXml" Target="../ink/ink1330.xml"/><Relationship Id="rId49" Type="http://schemas.openxmlformats.org/officeDocument/2006/relationships/image" Target="../media/image2954.png"/><Relationship Id="rId114" Type="http://schemas.openxmlformats.org/officeDocument/2006/relationships/customXml" Target="../ink/ink1373.xml"/><Relationship Id="rId119" Type="http://schemas.openxmlformats.org/officeDocument/2006/relationships/image" Target="../media/image2989.png"/><Relationship Id="rId44" Type="http://schemas.openxmlformats.org/officeDocument/2006/relationships/customXml" Target="../ink/ink1338.xml"/><Relationship Id="rId60" Type="http://schemas.openxmlformats.org/officeDocument/2006/relationships/customXml" Target="../ink/ink1346.xml"/><Relationship Id="rId65" Type="http://schemas.openxmlformats.org/officeDocument/2006/relationships/image" Target="../media/image2962.png"/><Relationship Id="rId81" Type="http://schemas.openxmlformats.org/officeDocument/2006/relationships/image" Target="../media/image2970.png"/><Relationship Id="rId86" Type="http://schemas.openxmlformats.org/officeDocument/2006/relationships/customXml" Target="../ink/ink1359.xml"/><Relationship Id="rId130" Type="http://schemas.openxmlformats.org/officeDocument/2006/relationships/customXml" Target="../ink/ink1381.xml"/><Relationship Id="rId135" Type="http://schemas.openxmlformats.org/officeDocument/2006/relationships/image" Target="../media/image2997.png"/><Relationship Id="rId13" Type="http://schemas.openxmlformats.org/officeDocument/2006/relationships/image" Target="../media/image2936.png"/><Relationship Id="rId18" Type="http://schemas.openxmlformats.org/officeDocument/2006/relationships/customXml" Target="../ink/ink1325.xml"/><Relationship Id="rId39" Type="http://schemas.openxmlformats.org/officeDocument/2006/relationships/image" Target="../media/image2949.png"/><Relationship Id="rId109" Type="http://schemas.openxmlformats.org/officeDocument/2006/relationships/image" Target="../media/image2984.png"/><Relationship Id="rId34" Type="http://schemas.openxmlformats.org/officeDocument/2006/relationships/customXml" Target="../ink/ink1333.xml"/><Relationship Id="rId50" Type="http://schemas.openxmlformats.org/officeDocument/2006/relationships/customXml" Target="../ink/ink1341.xml"/><Relationship Id="rId55" Type="http://schemas.openxmlformats.org/officeDocument/2006/relationships/image" Target="../media/image2957.png"/><Relationship Id="rId76" Type="http://schemas.openxmlformats.org/officeDocument/2006/relationships/customXml" Target="../ink/ink1354.xml"/><Relationship Id="rId97" Type="http://schemas.openxmlformats.org/officeDocument/2006/relationships/image" Target="../media/image2978.png"/><Relationship Id="rId104" Type="http://schemas.openxmlformats.org/officeDocument/2006/relationships/customXml" Target="../ink/ink1368.xml"/><Relationship Id="rId120" Type="http://schemas.openxmlformats.org/officeDocument/2006/relationships/customXml" Target="../ink/ink1376.xml"/><Relationship Id="rId125" Type="http://schemas.openxmlformats.org/officeDocument/2006/relationships/image" Target="../media/image2992.png"/><Relationship Id="rId141" Type="http://schemas.openxmlformats.org/officeDocument/2006/relationships/image" Target="../media/image3000.png"/><Relationship Id="rId146" Type="http://schemas.openxmlformats.org/officeDocument/2006/relationships/customXml" Target="../ink/ink1389.xml"/><Relationship Id="rId7" Type="http://schemas.openxmlformats.org/officeDocument/2006/relationships/image" Target="../media/image2933.png"/><Relationship Id="rId71" Type="http://schemas.openxmlformats.org/officeDocument/2006/relationships/image" Target="../media/image2965.png"/><Relationship Id="rId92" Type="http://schemas.openxmlformats.org/officeDocument/2006/relationships/customXml" Target="../ink/ink1362.xml"/><Relationship Id="rId2" Type="http://schemas.openxmlformats.org/officeDocument/2006/relationships/customXml" Target="../ink/ink1317.xml"/><Relationship Id="rId29" Type="http://schemas.openxmlformats.org/officeDocument/2006/relationships/image" Target="../media/image2944.png"/><Relationship Id="rId24" Type="http://schemas.openxmlformats.org/officeDocument/2006/relationships/customXml" Target="../ink/ink1328.xml"/><Relationship Id="rId40" Type="http://schemas.openxmlformats.org/officeDocument/2006/relationships/customXml" Target="../ink/ink1336.xml"/><Relationship Id="rId45" Type="http://schemas.openxmlformats.org/officeDocument/2006/relationships/image" Target="../media/image2952.png"/><Relationship Id="rId66" Type="http://schemas.openxmlformats.org/officeDocument/2006/relationships/customXml" Target="../ink/ink1349.xml"/><Relationship Id="rId87" Type="http://schemas.openxmlformats.org/officeDocument/2006/relationships/image" Target="../media/image2973.png"/><Relationship Id="rId110" Type="http://schemas.openxmlformats.org/officeDocument/2006/relationships/customXml" Target="../ink/ink1371.xml"/><Relationship Id="rId115" Type="http://schemas.openxmlformats.org/officeDocument/2006/relationships/image" Target="../media/image2987.png"/><Relationship Id="rId131" Type="http://schemas.openxmlformats.org/officeDocument/2006/relationships/image" Target="../media/image2995.png"/><Relationship Id="rId136" Type="http://schemas.openxmlformats.org/officeDocument/2006/relationships/customXml" Target="../ink/ink1384.xml"/><Relationship Id="rId61" Type="http://schemas.openxmlformats.org/officeDocument/2006/relationships/image" Target="../media/image2960.png"/><Relationship Id="rId82" Type="http://schemas.openxmlformats.org/officeDocument/2006/relationships/customXml" Target="../ink/ink1357.xml"/><Relationship Id="rId19" Type="http://schemas.openxmlformats.org/officeDocument/2006/relationships/image" Target="../media/image2939.png"/><Relationship Id="rId14" Type="http://schemas.openxmlformats.org/officeDocument/2006/relationships/customXml" Target="../ink/ink1323.xml"/><Relationship Id="rId30" Type="http://schemas.openxmlformats.org/officeDocument/2006/relationships/customXml" Target="../ink/ink1331.xml"/><Relationship Id="rId35" Type="http://schemas.openxmlformats.org/officeDocument/2006/relationships/image" Target="../media/image2947.png"/><Relationship Id="rId56" Type="http://schemas.openxmlformats.org/officeDocument/2006/relationships/customXml" Target="../ink/ink1344.xml"/><Relationship Id="rId77" Type="http://schemas.openxmlformats.org/officeDocument/2006/relationships/image" Target="../media/image2968.png"/><Relationship Id="rId100" Type="http://schemas.openxmlformats.org/officeDocument/2006/relationships/customXml" Target="../ink/ink1366.xml"/><Relationship Id="rId105" Type="http://schemas.openxmlformats.org/officeDocument/2006/relationships/image" Target="../media/image2982.png"/><Relationship Id="rId126" Type="http://schemas.openxmlformats.org/officeDocument/2006/relationships/customXml" Target="../ink/ink1379.xml"/><Relationship Id="rId147" Type="http://schemas.openxmlformats.org/officeDocument/2006/relationships/image" Target="../media/image3003.png"/><Relationship Id="rId8" Type="http://schemas.openxmlformats.org/officeDocument/2006/relationships/customXml" Target="../ink/ink1320.xml"/><Relationship Id="rId51" Type="http://schemas.openxmlformats.org/officeDocument/2006/relationships/image" Target="../media/image2955.png"/><Relationship Id="rId72" Type="http://schemas.openxmlformats.org/officeDocument/2006/relationships/customXml" Target="../ink/ink1352.xml"/><Relationship Id="rId93" Type="http://schemas.openxmlformats.org/officeDocument/2006/relationships/image" Target="../media/image2976.png"/><Relationship Id="rId98" Type="http://schemas.openxmlformats.org/officeDocument/2006/relationships/customXml" Target="../ink/ink1365.xml"/><Relationship Id="rId121" Type="http://schemas.openxmlformats.org/officeDocument/2006/relationships/image" Target="../media/image2990.png"/><Relationship Id="rId142" Type="http://schemas.openxmlformats.org/officeDocument/2006/relationships/customXml" Target="../ink/ink1387.xml"/><Relationship Id="rId3" Type="http://schemas.openxmlformats.org/officeDocument/2006/relationships/image" Target="../media/image2931.png"/><Relationship Id="rId25" Type="http://schemas.openxmlformats.org/officeDocument/2006/relationships/image" Target="../media/image2942.png"/><Relationship Id="rId46" Type="http://schemas.openxmlformats.org/officeDocument/2006/relationships/customXml" Target="../ink/ink1339.xml"/><Relationship Id="rId67" Type="http://schemas.openxmlformats.org/officeDocument/2006/relationships/image" Target="../media/image2963.png"/><Relationship Id="rId116" Type="http://schemas.openxmlformats.org/officeDocument/2006/relationships/customXml" Target="../ink/ink1374.xml"/><Relationship Id="rId137" Type="http://schemas.openxmlformats.org/officeDocument/2006/relationships/image" Target="../media/image2998.png"/><Relationship Id="rId20" Type="http://schemas.openxmlformats.org/officeDocument/2006/relationships/customXml" Target="../ink/ink1326.xml"/><Relationship Id="rId41" Type="http://schemas.openxmlformats.org/officeDocument/2006/relationships/image" Target="../media/image2950.png"/><Relationship Id="rId62" Type="http://schemas.openxmlformats.org/officeDocument/2006/relationships/customXml" Target="../ink/ink1347.xml"/><Relationship Id="rId83" Type="http://schemas.openxmlformats.org/officeDocument/2006/relationships/image" Target="../media/image2971.png"/><Relationship Id="rId88" Type="http://schemas.openxmlformats.org/officeDocument/2006/relationships/customXml" Target="../ink/ink1360.xml"/><Relationship Id="rId111" Type="http://schemas.openxmlformats.org/officeDocument/2006/relationships/image" Target="../media/image2985.png"/><Relationship Id="rId132" Type="http://schemas.openxmlformats.org/officeDocument/2006/relationships/customXml" Target="../ink/ink1382.xml"/><Relationship Id="rId15" Type="http://schemas.openxmlformats.org/officeDocument/2006/relationships/image" Target="../media/image2937.png"/><Relationship Id="rId36" Type="http://schemas.openxmlformats.org/officeDocument/2006/relationships/customXml" Target="../ink/ink1334.xml"/><Relationship Id="rId57" Type="http://schemas.openxmlformats.org/officeDocument/2006/relationships/image" Target="../media/image2958.png"/><Relationship Id="rId106" Type="http://schemas.openxmlformats.org/officeDocument/2006/relationships/customXml" Target="../ink/ink1369.xml"/><Relationship Id="rId127" Type="http://schemas.openxmlformats.org/officeDocument/2006/relationships/image" Target="../media/image2993.png"/><Relationship Id="rId10" Type="http://schemas.openxmlformats.org/officeDocument/2006/relationships/customXml" Target="../ink/ink1321.xml"/><Relationship Id="rId31" Type="http://schemas.openxmlformats.org/officeDocument/2006/relationships/image" Target="../media/image2945.png"/><Relationship Id="rId52" Type="http://schemas.openxmlformats.org/officeDocument/2006/relationships/customXml" Target="../ink/ink1342.xml"/><Relationship Id="rId73" Type="http://schemas.openxmlformats.org/officeDocument/2006/relationships/image" Target="../media/image2966.png"/><Relationship Id="rId78" Type="http://schemas.openxmlformats.org/officeDocument/2006/relationships/customXml" Target="../ink/ink1355.xml"/><Relationship Id="rId94" Type="http://schemas.openxmlformats.org/officeDocument/2006/relationships/customXml" Target="../ink/ink1363.xml"/><Relationship Id="rId99" Type="http://schemas.openxmlformats.org/officeDocument/2006/relationships/image" Target="../media/image2979.png"/><Relationship Id="rId101" Type="http://schemas.openxmlformats.org/officeDocument/2006/relationships/image" Target="../media/image2980.png"/><Relationship Id="rId122" Type="http://schemas.openxmlformats.org/officeDocument/2006/relationships/customXml" Target="../ink/ink1377.xml"/><Relationship Id="rId143" Type="http://schemas.openxmlformats.org/officeDocument/2006/relationships/image" Target="../media/image3001.png"/><Relationship Id="rId4" Type="http://schemas.openxmlformats.org/officeDocument/2006/relationships/customXml" Target="../ink/ink1318.xml"/><Relationship Id="rId9" Type="http://schemas.openxmlformats.org/officeDocument/2006/relationships/image" Target="../media/image2934.png"/><Relationship Id="rId26" Type="http://schemas.openxmlformats.org/officeDocument/2006/relationships/customXml" Target="../ink/ink1329.xml"/><Relationship Id="rId47" Type="http://schemas.openxmlformats.org/officeDocument/2006/relationships/image" Target="../media/image2953.png"/><Relationship Id="rId68" Type="http://schemas.openxmlformats.org/officeDocument/2006/relationships/customXml" Target="../ink/ink1350.xml"/><Relationship Id="rId89" Type="http://schemas.openxmlformats.org/officeDocument/2006/relationships/image" Target="../media/image2974.png"/><Relationship Id="rId112" Type="http://schemas.openxmlformats.org/officeDocument/2006/relationships/customXml" Target="../ink/ink1372.xml"/><Relationship Id="rId133" Type="http://schemas.openxmlformats.org/officeDocument/2006/relationships/image" Target="../media/image2996.png"/><Relationship Id="rId16" Type="http://schemas.openxmlformats.org/officeDocument/2006/relationships/customXml" Target="../ink/ink1324.xml"/><Relationship Id="rId37" Type="http://schemas.openxmlformats.org/officeDocument/2006/relationships/image" Target="../media/image2948.png"/><Relationship Id="rId58" Type="http://schemas.openxmlformats.org/officeDocument/2006/relationships/customXml" Target="../ink/ink1345.xml"/><Relationship Id="rId79" Type="http://schemas.openxmlformats.org/officeDocument/2006/relationships/image" Target="../media/image2969.png"/><Relationship Id="rId102" Type="http://schemas.openxmlformats.org/officeDocument/2006/relationships/customXml" Target="../ink/ink1367.xml"/><Relationship Id="rId123" Type="http://schemas.openxmlformats.org/officeDocument/2006/relationships/image" Target="../media/image2991.png"/><Relationship Id="rId144" Type="http://schemas.openxmlformats.org/officeDocument/2006/relationships/customXml" Target="../ink/ink138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60.png"/><Relationship Id="rId21" Type="http://schemas.openxmlformats.org/officeDocument/2006/relationships/image" Target="../media/image3012.png"/><Relationship Id="rId42" Type="http://schemas.openxmlformats.org/officeDocument/2006/relationships/customXml" Target="../ink/ink1410.xml"/><Relationship Id="rId47" Type="http://schemas.openxmlformats.org/officeDocument/2006/relationships/image" Target="../media/image3025.png"/><Relationship Id="rId63" Type="http://schemas.openxmlformats.org/officeDocument/2006/relationships/image" Target="../media/image3033.png"/><Relationship Id="rId68" Type="http://schemas.openxmlformats.org/officeDocument/2006/relationships/customXml" Target="../ink/ink1423.xml"/><Relationship Id="rId84" Type="http://schemas.openxmlformats.org/officeDocument/2006/relationships/customXml" Target="../ink/ink1431.xml"/><Relationship Id="rId89" Type="http://schemas.openxmlformats.org/officeDocument/2006/relationships/image" Target="../media/image3046.png"/><Relationship Id="rId112" Type="http://schemas.openxmlformats.org/officeDocument/2006/relationships/customXml" Target="../ink/ink1445.xml"/><Relationship Id="rId16" Type="http://schemas.openxmlformats.org/officeDocument/2006/relationships/customXml" Target="../ink/ink1397.xml"/><Relationship Id="rId107" Type="http://schemas.openxmlformats.org/officeDocument/2006/relationships/image" Target="../media/image3055.png"/><Relationship Id="rId11" Type="http://schemas.openxmlformats.org/officeDocument/2006/relationships/image" Target="../media/image3007.png"/><Relationship Id="rId32" Type="http://schemas.openxmlformats.org/officeDocument/2006/relationships/customXml" Target="../ink/ink1405.xml"/><Relationship Id="rId37" Type="http://schemas.openxmlformats.org/officeDocument/2006/relationships/image" Target="../media/image3020.png"/><Relationship Id="rId53" Type="http://schemas.openxmlformats.org/officeDocument/2006/relationships/image" Target="../media/image3028.png"/><Relationship Id="rId58" Type="http://schemas.openxmlformats.org/officeDocument/2006/relationships/customXml" Target="../ink/ink1418.xml"/><Relationship Id="rId74" Type="http://schemas.openxmlformats.org/officeDocument/2006/relationships/customXml" Target="../ink/ink1426.xml"/><Relationship Id="rId79" Type="http://schemas.openxmlformats.org/officeDocument/2006/relationships/image" Target="../media/image3041.png"/><Relationship Id="rId102" Type="http://schemas.openxmlformats.org/officeDocument/2006/relationships/customXml" Target="../ink/ink1440.xml"/><Relationship Id="rId123" Type="http://schemas.openxmlformats.org/officeDocument/2006/relationships/image" Target="../media/image3063.png"/><Relationship Id="rId128" Type="http://schemas.openxmlformats.org/officeDocument/2006/relationships/customXml" Target="../ink/ink1453.xml"/><Relationship Id="rId5" Type="http://schemas.openxmlformats.org/officeDocument/2006/relationships/image" Target="../media/image3004.png"/><Relationship Id="rId90" Type="http://schemas.openxmlformats.org/officeDocument/2006/relationships/customXml" Target="../ink/ink1434.xml"/><Relationship Id="rId95" Type="http://schemas.openxmlformats.org/officeDocument/2006/relationships/image" Target="../media/image3049.png"/><Relationship Id="rId22" Type="http://schemas.openxmlformats.org/officeDocument/2006/relationships/customXml" Target="../ink/ink1400.xml"/><Relationship Id="rId27" Type="http://schemas.openxmlformats.org/officeDocument/2006/relationships/image" Target="../media/image3015.png"/><Relationship Id="rId43" Type="http://schemas.openxmlformats.org/officeDocument/2006/relationships/image" Target="../media/image3023.png"/><Relationship Id="rId48" Type="http://schemas.openxmlformats.org/officeDocument/2006/relationships/customXml" Target="../ink/ink1413.xml"/><Relationship Id="rId64" Type="http://schemas.openxmlformats.org/officeDocument/2006/relationships/customXml" Target="../ink/ink1421.xml"/><Relationship Id="rId69" Type="http://schemas.openxmlformats.org/officeDocument/2006/relationships/image" Target="../media/image3036.png"/><Relationship Id="rId113" Type="http://schemas.openxmlformats.org/officeDocument/2006/relationships/image" Target="../media/image3058.png"/><Relationship Id="rId118" Type="http://schemas.openxmlformats.org/officeDocument/2006/relationships/customXml" Target="../ink/ink1448.xml"/><Relationship Id="rId80" Type="http://schemas.openxmlformats.org/officeDocument/2006/relationships/customXml" Target="../ink/ink1429.xml"/><Relationship Id="rId85" Type="http://schemas.openxmlformats.org/officeDocument/2006/relationships/image" Target="../media/image3044.png"/><Relationship Id="rId12" Type="http://schemas.openxmlformats.org/officeDocument/2006/relationships/customXml" Target="../ink/ink1395.xml"/><Relationship Id="rId17" Type="http://schemas.openxmlformats.org/officeDocument/2006/relationships/image" Target="../media/image3010.png"/><Relationship Id="rId33" Type="http://schemas.openxmlformats.org/officeDocument/2006/relationships/image" Target="../media/image3018.png"/><Relationship Id="rId38" Type="http://schemas.openxmlformats.org/officeDocument/2006/relationships/customXml" Target="../ink/ink1408.xml"/><Relationship Id="rId59" Type="http://schemas.openxmlformats.org/officeDocument/2006/relationships/image" Target="../media/image3031.png"/><Relationship Id="rId103" Type="http://schemas.openxmlformats.org/officeDocument/2006/relationships/image" Target="../media/image3053.png"/><Relationship Id="rId108" Type="http://schemas.openxmlformats.org/officeDocument/2006/relationships/customXml" Target="../ink/ink1443.xml"/><Relationship Id="rId124" Type="http://schemas.openxmlformats.org/officeDocument/2006/relationships/customXml" Target="../ink/ink1451.xml"/><Relationship Id="rId129" Type="http://schemas.openxmlformats.org/officeDocument/2006/relationships/image" Target="../media/image3066.png"/><Relationship Id="rId54" Type="http://schemas.openxmlformats.org/officeDocument/2006/relationships/customXml" Target="../ink/ink1416.xml"/><Relationship Id="rId70" Type="http://schemas.openxmlformats.org/officeDocument/2006/relationships/customXml" Target="../ink/ink1424.xml"/><Relationship Id="rId75" Type="http://schemas.openxmlformats.org/officeDocument/2006/relationships/image" Target="../media/image3039.png"/><Relationship Id="rId91" Type="http://schemas.openxmlformats.org/officeDocument/2006/relationships/image" Target="../media/image3047.png"/><Relationship Id="rId96" Type="http://schemas.openxmlformats.org/officeDocument/2006/relationships/customXml" Target="../ink/ink143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92.xml"/><Relationship Id="rId23" Type="http://schemas.openxmlformats.org/officeDocument/2006/relationships/image" Target="../media/image3013.png"/><Relationship Id="rId28" Type="http://schemas.openxmlformats.org/officeDocument/2006/relationships/customXml" Target="../ink/ink1403.xml"/><Relationship Id="rId49" Type="http://schemas.openxmlformats.org/officeDocument/2006/relationships/image" Target="../media/image3026.png"/><Relationship Id="rId114" Type="http://schemas.openxmlformats.org/officeDocument/2006/relationships/customXml" Target="../ink/ink1446.xml"/><Relationship Id="rId119" Type="http://schemas.openxmlformats.org/officeDocument/2006/relationships/image" Target="../media/image3061.png"/><Relationship Id="rId44" Type="http://schemas.openxmlformats.org/officeDocument/2006/relationships/customXml" Target="../ink/ink1411.xml"/><Relationship Id="rId60" Type="http://schemas.openxmlformats.org/officeDocument/2006/relationships/customXml" Target="../ink/ink1419.xml"/><Relationship Id="rId65" Type="http://schemas.openxmlformats.org/officeDocument/2006/relationships/image" Target="../media/image3034.png"/><Relationship Id="rId81" Type="http://schemas.openxmlformats.org/officeDocument/2006/relationships/image" Target="../media/image3042.png"/><Relationship Id="rId86" Type="http://schemas.openxmlformats.org/officeDocument/2006/relationships/customXml" Target="../ink/ink1432.xml"/><Relationship Id="rId13" Type="http://schemas.openxmlformats.org/officeDocument/2006/relationships/image" Target="../media/image3008.png"/><Relationship Id="rId18" Type="http://schemas.openxmlformats.org/officeDocument/2006/relationships/customXml" Target="../ink/ink1398.xml"/><Relationship Id="rId39" Type="http://schemas.openxmlformats.org/officeDocument/2006/relationships/image" Target="../media/image3021.png"/><Relationship Id="rId109" Type="http://schemas.openxmlformats.org/officeDocument/2006/relationships/image" Target="../media/image3056.png"/><Relationship Id="rId34" Type="http://schemas.openxmlformats.org/officeDocument/2006/relationships/customXml" Target="../ink/ink1406.xml"/><Relationship Id="rId50" Type="http://schemas.openxmlformats.org/officeDocument/2006/relationships/customXml" Target="../ink/ink1414.xml"/><Relationship Id="rId55" Type="http://schemas.openxmlformats.org/officeDocument/2006/relationships/image" Target="../media/image3029.png"/><Relationship Id="rId76" Type="http://schemas.openxmlformats.org/officeDocument/2006/relationships/customXml" Target="../ink/ink1427.xml"/><Relationship Id="rId97" Type="http://schemas.openxmlformats.org/officeDocument/2006/relationships/image" Target="../media/image3050.png"/><Relationship Id="rId104" Type="http://schemas.openxmlformats.org/officeDocument/2006/relationships/customXml" Target="../ink/ink1441.xml"/><Relationship Id="rId120" Type="http://schemas.openxmlformats.org/officeDocument/2006/relationships/customXml" Target="../ink/ink1449.xml"/><Relationship Id="rId125" Type="http://schemas.openxmlformats.org/officeDocument/2006/relationships/image" Target="../media/image3064.png"/><Relationship Id="rId7" Type="http://schemas.openxmlformats.org/officeDocument/2006/relationships/image" Target="../media/image3005.png"/><Relationship Id="rId71" Type="http://schemas.openxmlformats.org/officeDocument/2006/relationships/image" Target="../media/image3037.png"/><Relationship Id="rId92" Type="http://schemas.openxmlformats.org/officeDocument/2006/relationships/customXml" Target="../ink/ink1435.xml"/><Relationship Id="rId2" Type="http://schemas.openxmlformats.org/officeDocument/2006/relationships/customXml" Target="../ink/ink1390.xml"/><Relationship Id="rId29" Type="http://schemas.openxmlformats.org/officeDocument/2006/relationships/image" Target="../media/image3016.png"/><Relationship Id="rId24" Type="http://schemas.openxmlformats.org/officeDocument/2006/relationships/customXml" Target="../ink/ink1401.xml"/><Relationship Id="rId40" Type="http://schemas.openxmlformats.org/officeDocument/2006/relationships/customXml" Target="../ink/ink1409.xml"/><Relationship Id="rId45" Type="http://schemas.openxmlformats.org/officeDocument/2006/relationships/image" Target="../media/image3024.png"/><Relationship Id="rId66" Type="http://schemas.openxmlformats.org/officeDocument/2006/relationships/customXml" Target="../ink/ink1422.xml"/><Relationship Id="rId87" Type="http://schemas.openxmlformats.org/officeDocument/2006/relationships/image" Target="../media/image3045.png"/><Relationship Id="rId110" Type="http://schemas.openxmlformats.org/officeDocument/2006/relationships/customXml" Target="../ink/ink1444.xml"/><Relationship Id="rId115" Type="http://schemas.openxmlformats.org/officeDocument/2006/relationships/image" Target="../media/image3059.png"/><Relationship Id="rId61" Type="http://schemas.openxmlformats.org/officeDocument/2006/relationships/image" Target="../media/image3032.png"/><Relationship Id="rId82" Type="http://schemas.openxmlformats.org/officeDocument/2006/relationships/customXml" Target="../ink/ink1430.xml"/><Relationship Id="rId19" Type="http://schemas.openxmlformats.org/officeDocument/2006/relationships/image" Target="../media/image3011.png"/><Relationship Id="rId14" Type="http://schemas.openxmlformats.org/officeDocument/2006/relationships/customXml" Target="../ink/ink1396.xml"/><Relationship Id="rId30" Type="http://schemas.openxmlformats.org/officeDocument/2006/relationships/customXml" Target="../ink/ink1404.xml"/><Relationship Id="rId35" Type="http://schemas.openxmlformats.org/officeDocument/2006/relationships/image" Target="../media/image3019.png"/><Relationship Id="rId56" Type="http://schemas.openxmlformats.org/officeDocument/2006/relationships/customXml" Target="../ink/ink1417.xml"/><Relationship Id="rId77" Type="http://schemas.openxmlformats.org/officeDocument/2006/relationships/image" Target="../media/image3040.png"/><Relationship Id="rId100" Type="http://schemas.openxmlformats.org/officeDocument/2006/relationships/customXml" Target="../ink/ink1439.xml"/><Relationship Id="rId105" Type="http://schemas.openxmlformats.org/officeDocument/2006/relationships/image" Target="../media/image3054.png"/><Relationship Id="rId126" Type="http://schemas.openxmlformats.org/officeDocument/2006/relationships/customXml" Target="../ink/ink1452.xml"/><Relationship Id="rId8" Type="http://schemas.openxmlformats.org/officeDocument/2006/relationships/customXml" Target="../ink/ink1393.xml"/><Relationship Id="rId51" Type="http://schemas.openxmlformats.org/officeDocument/2006/relationships/image" Target="../media/image3027.png"/><Relationship Id="rId72" Type="http://schemas.openxmlformats.org/officeDocument/2006/relationships/customXml" Target="../ink/ink1425.xml"/><Relationship Id="rId93" Type="http://schemas.openxmlformats.org/officeDocument/2006/relationships/image" Target="../media/image3048.png"/><Relationship Id="rId98" Type="http://schemas.openxmlformats.org/officeDocument/2006/relationships/customXml" Target="../ink/ink1438.xml"/><Relationship Id="rId121" Type="http://schemas.openxmlformats.org/officeDocument/2006/relationships/image" Target="../media/image3062.png"/><Relationship Id="rId3" Type="http://schemas.openxmlformats.org/officeDocument/2006/relationships/image" Target="../media/image2931.png"/><Relationship Id="rId25" Type="http://schemas.openxmlformats.org/officeDocument/2006/relationships/image" Target="../media/image3014.png"/><Relationship Id="rId46" Type="http://schemas.openxmlformats.org/officeDocument/2006/relationships/customXml" Target="../ink/ink1412.xml"/><Relationship Id="rId67" Type="http://schemas.openxmlformats.org/officeDocument/2006/relationships/image" Target="../media/image3035.png"/><Relationship Id="rId116" Type="http://schemas.openxmlformats.org/officeDocument/2006/relationships/customXml" Target="../ink/ink1447.xml"/><Relationship Id="rId20" Type="http://schemas.openxmlformats.org/officeDocument/2006/relationships/customXml" Target="../ink/ink1399.xml"/><Relationship Id="rId41" Type="http://schemas.openxmlformats.org/officeDocument/2006/relationships/image" Target="../media/image3022.png"/><Relationship Id="rId62" Type="http://schemas.openxmlformats.org/officeDocument/2006/relationships/customXml" Target="../ink/ink1420.xml"/><Relationship Id="rId83" Type="http://schemas.openxmlformats.org/officeDocument/2006/relationships/image" Target="../media/image3043.png"/><Relationship Id="rId88" Type="http://schemas.openxmlformats.org/officeDocument/2006/relationships/customXml" Target="../ink/ink1433.xml"/><Relationship Id="rId111" Type="http://schemas.openxmlformats.org/officeDocument/2006/relationships/image" Target="../media/image3057.png"/><Relationship Id="rId15" Type="http://schemas.openxmlformats.org/officeDocument/2006/relationships/image" Target="../media/image3009.png"/><Relationship Id="rId36" Type="http://schemas.openxmlformats.org/officeDocument/2006/relationships/customXml" Target="../ink/ink1407.xml"/><Relationship Id="rId57" Type="http://schemas.openxmlformats.org/officeDocument/2006/relationships/image" Target="../media/image3030.png"/><Relationship Id="rId106" Type="http://schemas.openxmlformats.org/officeDocument/2006/relationships/customXml" Target="../ink/ink1442.xml"/><Relationship Id="rId127" Type="http://schemas.openxmlformats.org/officeDocument/2006/relationships/image" Target="../media/image3065.png"/><Relationship Id="rId10" Type="http://schemas.openxmlformats.org/officeDocument/2006/relationships/customXml" Target="../ink/ink1394.xml"/><Relationship Id="rId31" Type="http://schemas.openxmlformats.org/officeDocument/2006/relationships/image" Target="../media/image3017.png"/><Relationship Id="rId52" Type="http://schemas.openxmlformats.org/officeDocument/2006/relationships/customXml" Target="../ink/ink1415.xml"/><Relationship Id="rId73" Type="http://schemas.openxmlformats.org/officeDocument/2006/relationships/image" Target="../media/image3038.png"/><Relationship Id="rId78" Type="http://schemas.openxmlformats.org/officeDocument/2006/relationships/customXml" Target="../ink/ink1428.xml"/><Relationship Id="rId94" Type="http://schemas.openxmlformats.org/officeDocument/2006/relationships/customXml" Target="../ink/ink1436.xml"/><Relationship Id="rId99" Type="http://schemas.openxmlformats.org/officeDocument/2006/relationships/image" Target="../media/image3051.png"/><Relationship Id="rId101" Type="http://schemas.openxmlformats.org/officeDocument/2006/relationships/image" Target="../media/image3052.png"/><Relationship Id="rId122" Type="http://schemas.openxmlformats.org/officeDocument/2006/relationships/customXml" Target="../ink/ink1450.xml"/><Relationship Id="rId4" Type="http://schemas.openxmlformats.org/officeDocument/2006/relationships/customXml" Target="../ink/ink1391.xml"/><Relationship Id="rId9" Type="http://schemas.openxmlformats.org/officeDocument/2006/relationships/image" Target="../media/image3006.png"/><Relationship Id="rId26" Type="http://schemas.openxmlformats.org/officeDocument/2006/relationships/customXml" Target="../ink/ink1402.xml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122.png"/><Relationship Id="rId21" Type="http://schemas.openxmlformats.org/officeDocument/2006/relationships/image" Target="../media/image3074.png"/><Relationship Id="rId42" Type="http://schemas.openxmlformats.org/officeDocument/2006/relationships/customXml" Target="../ink/ink1474.xml"/><Relationship Id="rId63" Type="http://schemas.openxmlformats.org/officeDocument/2006/relationships/image" Target="../media/image3095.png"/><Relationship Id="rId84" Type="http://schemas.openxmlformats.org/officeDocument/2006/relationships/customXml" Target="../ink/ink1495.xml"/><Relationship Id="rId138" Type="http://schemas.openxmlformats.org/officeDocument/2006/relationships/customXml" Target="../ink/ink1522.xml"/><Relationship Id="rId107" Type="http://schemas.openxmlformats.org/officeDocument/2006/relationships/image" Target="../media/image3117.png"/><Relationship Id="rId11" Type="http://schemas.openxmlformats.org/officeDocument/2006/relationships/image" Target="../media/image3069.png"/><Relationship Id="rId32" Type="http://schemas.openxmlformats.org/officeDocument/2006/relationships/customXml" Target="../ink/ink1469.xml"/><Relationship Id="rId53" Type="http://schemas.openxmlformats.org/officeDocument/2006/relationships/image" Target="../media/image3090.png"/><Relationship Id="rId74" Type="http://schemas.openxmlformats.org/officeDocument/2006/relationships/customXml" Target="../ink/ink1490.xml"/><Relationship Id="rId128" Type="http://schemas.openxmlformats.org/officeDocument/2006/relationships/customXml" Target="../ink/ink1517.xml"/><Relationship Id="rId149" Type="http://schemas.openxmlformats.org/officeDocument/2006/relationships/image" Target="../media/image3138.png"/><Relationship Id="rId5" Type="http://schemas.openxmlformats.org/officeDocument/2006/relationships/image" Target="../media/image3004.png"/><Relationship Id="rId95" Type="http://schemas.openxmlformats.org/officeDocument/2006/relationships/image" Target="../media/image3111.png"/><Relationship Id="rId22" Type="http://schemas.openxmlformats.org/officeDocument/2006/relationships/customXml" Target="../ink/ink1464.xml"/><Relationship Id="rId27" Type="http://schemas.openxmlformats.org/officeDocument/2006/relationships/image" Target="../media/image3077.png"/><Relationship Id="rId43" Type="http://schemas.openxmlformats.org/officeDocument/2006/relationships/image" Target="../media/image3085.png"/><Relationship Id="rId48" Type="http://schemas.openxmlformats.org/officeDocument/2006/relationships/customXml" Target="../ink/ink1477.xml"/><Relationship Id="rId64" Type="http://schemas.openxmlformats.org/officeDocument/2006/relationships/customXml" Target="../ink/ink1485.xml"/><Relationship Id="rId69" Type="http://schemas.openxmlformats.org/officeDocument/2006/relationships/image" Target="../media/image3098.png"/><Relationship Id="rId113" Type="http://schemas.openxmlformats.org/officeDocument/2006/relationships/image" Target="../media/image3120.png"/><Relationship Id="rId118" Type="http://schemas.openxmlformats.org/officeDocument/2006/relationships/customXml" Target="../ink/ink1512.xml"/><Relationship Id="rId134" Type="http://schemas.openxmlformats.org/officeDocument/2006/relationships/customXml" Target="../ink/ink1520.xml"/><Relationship Id="rId139" Type="http://schemas.openxmlformats.org/officeDocument/2006/relationships/image" Target="../media/image3133.png"/><Relationship Id="rId80" Type="http://schemas.openxmlformats.org/officeDocument/2006/relationships/customXml" Target="../ink/ink1493.xml"/><Relationship Id="rId85" Type="http://schemas.openxmlformats.org/officeDocument/2006/relationships/image" Target="../media/image3106.png"/><Relationship Id="rId150" Type="http://schemas.openxmlformats.org/officeDocument/2006/relationships/customXml" Target="../ink/ink1528.xml"/><Relationship Id="rId12" Type="http://schemas.openxmlformats.org/officeDocument/2006/relationships/customXml" Target="../ink/ink1459.xml"/><Relationship Id="rId17" Type="http://schemas.openxmlformats.org/officeDocument/2006/relationships/image" Target="../media/image3072.png"/><Relationship Id="rId33" Type="http://schemas.openxmlformats.org/officeDocument/2006/relationships/image" Target="../media/image3080.png"/><Relationship Id="rId38" Type="http://schemas.openxmlformats.org/officeDocument/2006/relationships/customXml" Target="../ink/ink1472.xml"/><Relationship Id="rId59" Type="http://schemas.openxmlformats.org/officeDocument/2006/relationships/image" Target="../media/image3093.png"/><Relationship Id="rId103" Type="http://schemas.openxmlformats.org/officeDocument/2006/relationships/image" Target="../media/image3115.png"/><Relationship Id="rId108" Type="http://schemas.openxmlformats.org/officeDocument/2006/relationships/customXml" Target="../ink/ink1507.xml"/><Relationship Id="rId124" Type="http://schemas.openxmlformats.org/officeDocument/2006/relationships/customXml" Target="../ink/ink1515.xml"/><Relationship Id="rId129" Type="http://schemas.openxmlformats.org/officeDocument/2006/relationships/image" Target="../media/image3128.png"/><Relationship Id="rId54" Type="http://schemas.openxmlformats.org/officeDocument/2006/relationships/customXml" Target="../ink/ink1480.xml"/><Relationship Id="rId70" Type="http://schemas.openxmlformats.org/officeDocument/2006/relationships/customXml" Target="../ink/ink1488.xml"/><Relationship Id="rId75" Type="http://schemas.openxmlformats.org/officeDocument/2006/relationships/image" Target="../media/image3101.png"/><Relationship Id="rId91" Type="http://schemas.openxmlformats.org/officeDocument/2006/relationships/image" Target="../media/image3109.png"/><Relationship Id="rId96" Type="http://schemas.openxmlformats.org/officeDocument/2006/relationships/customXml" Target="../ink/ink1501.xml"/><Relationship Id="rId140" Type="http://schemas.openxmlformats.org/officeDocument/2006/relationships/customXml" Target="../ink/ink1523.xml"/><Relationship Id="rId145" Type="http://schemas.openxmlformats.org/officeDocument/2006/relationships/image" Target="../media/image313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56.xml"/><Relationship Id="rId23" Type="http://schemas.openxmlformats.org/officeDocument/2006/relationships/image" Target="../media/image3075.png"/><Relationship Id="rId28" Type="http://schemas.openxmlformats.org/officeDocument/2006/relationships/customXml" Target="../ink/ink1467.xml"/><Relationship Id="rId49" Type="http://schemas.openxmlformats.org/officeDocument/2006/relationships/image" Target="../media/image3088.png"/><Relationship Id="rId114" Type="http://schemas.openxmlformats.org/officeDocument/2006/relationships/customXml" Target="../ink/ink1510.xml"/><Relationship Id="rId119" Type="http://schemas.openxmlformats.org/officeDocument/2006/relationships/image" Target="../media/image3123.png"/><Relationship Id="rId44" Type="http://schemas.openxmlformats.org/officeDocument/2006/relationships/customXml" Target="../ink/ink1475.xml"/><Relationship Id="rId60" Type="http://schemas.openxmlformats.org/officeDocument/2006/relationships/customXml" Target="../ink/ink1483.xml"/><Relationship Id="rId65" Type="http://schemas.openxmlformats.org/officeDocument/2006/relationships/image" Target="../media/image3096.png"/><Relationship Id="rId81" Type="http://schemas.openxmlformats.org/officeDocument/2006/relationships/image" Target="../media/image3104.png"/><Relationship Id="rId86" Type="http://schemas.openxmlformats.org/officeDocument/2006/relationships/customXml" Target="../ink/ink1496.xml"/><Relationship Id="rId130" Type="http://schemas.openxmlformats.org/officeDocument/2006/relationships/customXml" Target="../ink/ink1518.xml"/><Relationship Id="rId135" Type="http://schemas.openxmlformats.org/officeDocument/2006/relationships/image" Target="../media/image3131.png"/><Relationship Id="rId151" Type="http://schemas.openxmlformats.org/officeDocument/2006/relationships/image" Target="../media/image3139.png"/><Relationship Id="rId13" Type="http://schemas.openxmlformats.org/officeDocument/2006/relationships/image" Target="../media/image3070.png"/><Relationship Id="rId18" Type="http://schemas.openxmlformats.org/officeDocument/2006/relationships/customXml" Target="../ink/ink1462.xml"/><Relationship Id="rId39" Type="http://schemas.openxmlformats.org/officeDocument/2006/relationships/image" Target="../media/image3083.png"/><Relationship Id="rId109" Type="http://schemas.openxmlformats.org/officeDocument/2006/relationships/image" Target="../media/image3118.png"/><Relationship Id="rId34" Type="http://schemas.openxmlformats.org/officeDocument/2006/relationships/customXml" Target="../ink/ink1470.xml"/><Relationship Id="rId50" Type="http://schemas.openxmlformats.org/officeDocument/2006/relationships/customXml" Target="../ink/ink1478.xml"/><Relationship Id="rId55" Type="http://schemas.openxmlformats.org/officeDocument/2006/relationships/image" Target="../media/image3091.png"/><Relationship Id="rId76" Type="http://schemas.openxmlformats.org/officeDocument/2006/relationships/customXml" Target="../ink/ink1491.xml"/><Relationship Id="rId97" Type="http://schemas.openxmlformats.org/officeDocument/2006/relationships/image" Target="../media/image3112.png"/><Relationship Id="rId104" Type="http://schemas.openxmlformats.org/officeDocument/2006/relationships/customXml" Target="../ink/ink1505.xml"/><Relationship Id="rId120" Type="http://schemas.openxmlformats.org/officeDocument/2006/relationships/customXml" Target="../ink/ink1513.xml"/><Relationship Id="rId125" Type="http://schemas.openxmlformats.org/officeDocument/2006/relationships/image" Target="../media/image3126.png"/><Relationship Id="rId141" Type="http://schemas.openxmlformats.org/officeDocument/2006/relationships/image" Target="../media/image3134.png"/><Relationship Id="rId146" Type="http://schemas.openxmlformats.org/officeDocument/2006/relationships/customXml" Target="../ink/ink1526.xml"/><Relationship Id="rId7" Type="http://schemas.openxmlformats.org/officeDocument/2006/relationships/image" Target="../media/image3067.png"/><Relationship Id="rId71" Type="http://schemas.openxmlformats.org/officeDocument/2006/relationships/image" Target="../media/image3099.png"/><Relationship Id="rId92" Type="http://schemas.openxmlformats.org/officeDocument/2006/relationships/customXml" Target="../ink/ink1499.xml"/><Relationship Id="rId2" Type="http://schemas.openxmlformats.org/officeDocument/2006/relationships/customXml" Target="../ink/ink1454.xml"/><Relationship Id="rId29" Type="http://schemas.openxmlformats.org/officeDocument/2006/relationships/image" Target="../media/image3078.png"/><Relationship Id="rId24" Type="http://schemas.openxmlformats.org/officeDocument/2006/relationships/customXml" Target="../ink/ink1465.xml"/><Relationship Id="rId40" Type="http://schemas.openxmlformats.org/officeDocument/2006/relationships/customXml" Target="../ink/ink1473.xml"/><Relationship Id="rId45" Type="http://schemas.openxmlformats.org/officeDocument/2006/relationships/image" Target="../media/image3086.png"/><Relationship Id="rId66" Type="http://schemas.openxmlformats.org/officeDocument/2006/relationships/customXml" Target="../ink/ink1486.xml"/><Relationship Id="rId87" Type="http://schemas.openxmlformats.org/officeDocument/2006/relationships/image" Target="../media/image3107.png"/><Relationship Id="rId110" Type="http://schemas.openxmlformats.org/officeDocument/2006/relationships/customXml" Target="../ink/ink1508.xml"/><Relationship Id="rId115" Type="http://schemas.openxmlformats.org/officeDocument/2006/relationships/image" Target="../media/image3121.png"/><Relationship Id="rId131" Type="http://schemas.openxmlformats.org/officeDocument/2006/relationships/image" Target="../media/image3129.png"/><Relationship Id="rId136" Type="http://schemas.openxmlformats.org/officeDocument/2006/relationships/customXml" Target="../ink/ink1521.xml"/><Relationship Id="rId61" Type="http://schemas.openxmlformats.org/officeDocument/2006/relationships/image" Target="../media/image3094.png"/><Relationship Id="rId82" Type="http://schemas.openxmlformats.org/officeDocument/2006/relationships/customXml" Target="../ink/ink1494.xml"/><Relationship Id="rId19" Type="http://schemas.openxmlformats.org/officeDocument/2006/relationships/image" Target="../media/image3073.png"/><Relationship Id="rId14" Type="http://schemas.openxmlformats.org/officeDocument/2006/relationships/customXml" Target="../ink/ink1460.xml"/><Relationship Id="rId30" Type="http://schemas.openxmlformats.org/officeDocument/2006/relationships/customXml" Target="../ink/ink1468.xml"/><Relationship Id="rId35" Type="http://schemas.openxmlformats.org/officeDocument/2006/relationships/image" Target="../media/image3081.png"/><Relationship Id="rId56" Type="http://schemas.openxmlformats.org/officeDocument/2006/relationships/customXml" Target="../ink/ink1481.xml"/><Relationship Id="rId77" Type="http://schemas.openxmlformats.org/officeDocument/2006/relationships/image" Target="../media/image3102.png"/><Relationship Id="rId100" Type="http://schemas.openxmlformats.org/officeDocument/2006/relationships/customXml" Target="../ink/ink1503.xml"/><Relationship Id="rId105" Type="http://schemas.openxmlformats.org/officeDocument/2006/relationships/image" Target="../media/image3116.png"/><Relationship Id="rId126" Type="http://schemas.openxmlformats.org/officeDocument/2006/relationships/customXml" Target="../ink/ink1516.xml"/><Relationship Id="rId147" Type="http://schemas.openxmlformats.org/officeDocument/2006/relationships/image" Target="../media/image3137.png"/><Relationship Id="rId8" Type="http://schemas.openxmlformats.org/officeDocument/2006/relationships/customXml" Target="../ink/ink1457.xml"/><Relationship Id="rId51" Type="http://schemas.openxmlformats.org/officeDocument/2006/relationships/image" Target="../media/image3089.png"/><Relationship Id="rId72" Type="http://schemas.openxmlformats.org/officeDocument/2006/relationships/customXml" Target="../ink/ink1489.xml"/><Relationship Id="rId93" Type="http://schemas.openxmlformats.org/officeDocument/2006/relationships/image" Target="../media/image3110.png"/><Relationship Id="rId98" Type="http://schemas.openxmlformats.org/officeDocument/2006/relationships/customXml" Target="../ink/ink1502.xml"/><Relationship Id="rId121" Type="http://schemas.openxmlformats.org/officeDocument/2006/relationships/image" Target="../media/image3124.png"/><Relationship Id="rId142" Type="http://schemas.openxmlformats.org/officeDocument/2006/relationships/customXml" Target="../ink/ink1524.xml"/><Relationship Id="rId3" Type="http://schemas.openxmlformats.org/officeDocument/2006/relationships/image" Target="../media/image2931.png"/><Relationship Id="rId25" Type="http://schemas.openxmlformats.org/officeDocument/2006/relationships/image" Target="../media/image3076.png"/><Relationship Id="rId46" Type="http://schemas.openxmlformats.org/officeDocument/2006/relationships/customXml" Target="../ink/ink1476.xml"/><Relationship Id="rId67" Type="http://schemas.openxmlformats.org/officeDocument/2006/relationships/image" Target="../media/image3097.png"/><Relationship Id="rId116" Type="http://schemas.openxmlformats.org/officeDocument/2006/relationships/customXml" Target="../ink/ink1511.xml"/><Relationship Id="rId137" Type="http://schemas.openxmlformats.org/officeDocument/2006/relationships/image" Target="../media/image3132.png"/><Relationship Id="rId20" Type="http://schemas.openxmlformats.org/officeDocument/2006/relationships/customXml" Target="../ink/ink1463.xml"/><Relationship Id="rId41" Type="http://schemas.openxmlformats.org/officeDocument/2006/relationships/image" Target="../media/image3084.png"/><Relationship Id="rId62" Type="http://schemas.openxmlformats.org/officeDocument/2006/relationships/customXml" Target="../ink/ink1484.xml"/><Relationship Id="rId83" Type="http://schemas.openxmlformats.org/officeDocument/2006/relationships/image" Target="../media/image3105.png"/><Relationship Id="rId88" Type="http://schemas.openxmlformats.org/officeDocument/2006/relationships/customXml" Target="../ink/ink1497.xml"/><Relationship Id="rId111" Type="http://schemas.openxmlformats.org/officeDocument/2006/relationships/image" Target="../media/image3119.png"/><Relationship Id="rId132" Type="http://schemas.openxmlformats.org/officeDocument/2006/relationships/customXml" Target="../ink/ink1519.xml"/><Relationship Id="rId15" Type="http://schemas.openxmlformats.org/officeDocument/2006/relationships/image" Target="../media/image3071.png"/><Relationship Id="rId36" Type="http://schemas.openxmlformats.org/officeDocument/2006/relationships/customXml" Target="../ink/ink1471.xml"/><Relationship Id="rId57" Type="http://schemas.openxmlformats.org/officeDocument/2006/relationships/image" Target="../media/image3092.png"/><Relationship Id="rId106" Type="http://schemas.openxmlformats.org/officeDocument/2006/relationships/customXml" Target="../ink/ink1506.xml"/><Relationship Id="rId127" Type="http://schemas.openxmlformats.org/officeDocument/2006/relationships/image" Target="../media/image3127.png"/><Relationship Id="rId10" Type="http://schemas.openxmlformats.org/officeDocument/2006/relationships/customXml" Target="../ink/ink1458.xml"/><Relationship Id="rId31" Type="http://schemas.openxmlformats.org/officeDocument/2006/relationships/image" Target="../media/image3079.png"/><Relationship Id="rId52" Type="http://schemas.openxmlformats.org/officeDocument/2006/relationships/customXml" Target="../ink/ink1479.xml"/><Relationship Id="rId73" Type="http://schemas.openxmlformats.org/officeDocument/2006/relationships/image" Target="../media/image3100.png"/><Relationship Id="rId78" Type="http://schemas.openxmlformats.org/officeDocument/2006/relationships/customXml" Target="../ink/ink1492.xml"/><Relationship Id="rId94" Type="http://schemas.openxmlformats.org/officeDocument/2006/relationships/customXml" Target="../ink/ink1500.xml"/><Relationship Id="rId99" Type="http://schemas.openxmlformats.org/officeDocument/2006/relationships/image" Target="../media/image3113.png"/><Relationship Id="rId101" Type="http://schemas.openxmlformats.org/officeDocument/2006/relationships/image" Target="../media/image3114.png"/><Relationship Id="rId122" Type="http://schemas.openxmlformats.org/officeDocument/2006/relationships/customXml" Target="../ink/ink1514.xml"/><Relationship Id="rId143" Type="http://schemas.openxmlformats.org/officeDocument/2006/relationships/image" Target="../media/image3135.png"/><Relationship Id="rId148" Type="http://schemas.openxmlformats.org/officeDocument/2006/relationships/customXml" Target="../ink/ink1527.xml"/><Relationship Id="rId4" Type="http://schemas.openxmlformats.org/officeDocument/2006/relationships/customXml" Target="../ink/ink1455.xml"/><Relationship Id="rId9" Type="http://schemas.openxmlformats.org/officeDocument/2006/relationships/image" Target="../media/image3068.png"/><Relationship Id="rId26" Type="http://schemas.openxmlformats.org/officeDocument/2006/relationships/customXml" Target="../ink/ink1466.xml"/><Relationship Id="rId47" Type="http://schemas.openxmlformats.org/officeDocument/2006/relationships/image" Target="../media/image3087.png"/><Relationship Id="rId68" Type="http://schemas.openxmlformats.org/officeDocument/2006/relationships/customXml" Target="../ink/ink1487.xml"/><Relationship Id="rId89" Type="http://schemas.openxmlformats.org/officeDocument/2006/relationships/image" Target="../media/image3108.png"/><Relationship Id="rId112" Type="http://schemas.openxmlformats.org/officeDocument/2006/relationships/customXml" Target="../ink/ink1509.xml"/><Relationship Id="rId133" Type="http://schemas.openxmlformats.org/officeDocument/2006/relationships/image" Target="../media/image3130.png"/><Relationship Id="rId16" Type="http://schemas.openxmlformats.org/officeDocument/2006/relationships/customXml" Target="../ink/ink1461.xml"/><Relationship Id="rId37" Type="http://schemas.openxmlformats.org/officeDocument/2006/relationships/image" Target="../media/image3082.png"/><Relationship Id="rId58" Type="http://schemas.openxmlformats.org/officeDocument/2006/relationships/customXml" Target="../ink/ink1482.xml"/><Relationship Id="rId79" Type="http://schemas.openxmlformats.org/officeDocument/2006/relationships/image" Target="../media/image3103.png"/><Relationship Id="rId102" Type="http://schemas.openxmlformats.org/officeDocument/2006/relationships/customXml" Target="../ink/ink1504.xml"/><Relationship Id="rId123" Type="http://schemas.openxmlformats.org/officeDocument/2006/relationships/image" Target="../media/image3125.png"/><Relationship Id="rId144" Type="http://schemas.openxmlformats.org/officeDocument/2006/relationships/customXml" Target="../ink/ink1525.xml"/><Relationship Id="rId90" Type="http://schemas.openxmlformats.org/officeDocument/2006/relationships/customXml" Target="../ink/ink1498.xml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41.xml"/><Relationship Id="rId21" Type="http://schemas.openxmlformats.org/officeDocument/2006/relationships/image" Target="../media/image3140.png"/><Relationship Id="rId42" Type="http://schemas.openxmlformats.org/officeDocument/2006/relationships/customXml" Target="../ink/ink1549.xml"/><Relationship Id="rId47" Type="http://schemas.openxmlformats.org/officeDocument/2006/relationships/image" Target="../media/image3153.png"/><Relationship Id="rId63" Type="http://schemas.openxmlformats.org/officeDocument/2006/relationships/image" Target="../media/image3161.png"/><Relationship Id="rId68" Type="http://schemas.openxmlformats.org/officeDocument/2006/relationships/customXml" Target="../ink/ink1562.xml"/><Relationship Id="rId2" Type="http://schemas.openxmlformats.org/officeDocument/2006/relationships/customXml" Target="../ink/ink1529.xml"/><Relationship Id="rId16" Type="http://schemas.openxmlformats.org/officeDocument/2006/relationships/customXml" Target="../ink/ink1536.xml"/><Relationship Id="rId29" Type="http://schemas.openxmlformats.org/officeDocument/2006/relationships/image" Target="../media/image3144.png"/><Relationship Id="rId11" Type="http://schemas.openxmlformats.org/officeDocument/2006/relationships/image" Target="../media/image3069.png"/><Relationship Id="rId24" Type="http://schemas.openxmlformats.org/officeDocument/2006/relationships/customXml" Target="../ink/ink1540.xml"/><Relationship Id="rId32" Type="http://schemas.openxmlformats.org/officeDocument/2006/relationships/customXml" Target="../ink/ink1544.xml"/><Relationship Id="rId37" Type="http://schemas.openxmlformats.org/officeDocument/2006/relationships/image" Target="../media/image3148.png"/><Relationship Id="rId40" Type="http://schemas.openxmlformats.org/officeDocument/2006/relationships/customXml" Target="../ink/ink1548.xml"/><Relationship Id="rId45" Type="http://schemas.openxmlformats.org/officeDocument/2006/relationships/image" Target="../media/image3152.png"/><Relationship Id="rId53" Type="http://schemas.openxmlformats.org/officeDocument/2006/relationships/image" Target="../media/image3156.png"/><Relationship Id="rId58" Type="http://schemas.openxmlformats.org/officeDocument/2006/relationships/customXml" Target="../ink/ink1557.xml"/><Relationship Id="rId66" Type="http://schemas.openxmlformats.org/officeDocument/2006/relationships/customXml" Target="../ink/ink1561.xml"/><Relationship Id="rId74" Type="http://schemas.openxmlformats.org/officeDocument/2006/relationships/customXml" Target="../ink/ink1565.xml"/><Relationship Id="rId5" Type="http://schemas.openxmlformats.org/officeDocument/2006/relationships/image" Target="../media/image3004.png"/><Relationship Id="rId61" Type="http://schemas.openxmlformats.org/officeDocument/2006/relationships/image" Target="../media/image3160.png"/><Relationship Id="rId19" Type="http://schemas.openxmlformats.org/officeDocument/2006/relationships/image" Target="../media/image3076.png"/><Relationship Id="rId14" Type="http://schemas.openxmlformats.org/officeDocument/2006/relationships/customXml" Target="../ink/ink1535.xml"/><Relationship Id="rId22" Type="http://schemas.openxmlformats.org/officeDocument/2006/relationships/customXml" Target="../ink/ink1539.xml"/><Relationship Id="rId27" Type="http://schemas.openxmlformats.org/officeDocument/2006/relationships/image" Target="../media/image3143.png"/><Relationship Id="rId30" Type="http://schemas.openxmlformats.org/officeDocument/2006/relationships/customXml" Target="../ink/ink1543.xml"/><Relationship Id="rId35" Type="http://schemas.openxmlformats.org/officeDocument/2006/relationships/image" Target="../media/image3147.png"/><Relationship Id="rId43" Type="http://schemas.openxmlformats.org/officeDocument/2006/relationships/image" Target="../media/image3151.png"/><Relationship Id="rId48" Type="http://schemas.openxmlformats.org/officeDocument/2006/relationships/customXml" Target="../ink/ink1552.xml"/><Relationship Id="rId56" Type="http://schemas.openxmlformats.org/officeDocument/2006/relationships/customXml" Target="../ink/ink1556.xml"/><Relationship Id="rId64" Type="http://schemas.openxmlformats.org/officeDocument/2006/relationships/customXml" Target="../ink/ink1560.xml"/><Relationship Id="rId69" Type="http://schemas.openxmlformats.org/officeDocument/2006/relationships/image" Target="../media/image3164.png"/><Relationship Id="rId8" Type="http://schemas.openxmlformats.org/officeDocument/2006/relationships/customXml" Target="../ink/ink1532.xml"/><Relationship Id="rId51" Type="http://schemas.openxmlformats.org/officeDocument/2006/relationships/image" Target="../media/image3155.png"/><Relationship Id="rId72" Type="http://schemas.openxmlformats.org/officeDocument/2006/relationships/customXml" Target="../ink/ink1564.xml"/><Relationship Id="rId3" Type="http://schemas.openxmlformats.org/officeDocument/2006/relationships/image" Target="../media/image2931.png"/><Relationship Id="rId12" Type="http://schemas.openxmlformats.org/officeDocument/2006/relationships/customXml" Target="../ink/ink1534.xml"/><Relationship Id="rId17" Type="http://schemas.openxmlformats.org/officeDocument/2006/relationships/image" Target="../media/image3072.png"/><Relationship Id="rId25" Type="http://schemas.openxmlformats.org/officeDocument/2006/relationships/image" Target="../media/image3142.png"/><Relationship Id="rId33" Type="http://schemas.openxmlformats.org/officeDocument/2006/relationships/image" Target="../media/image3146.png"/><Relationship Id="rId38" Type="http://schemas.openxmlformats.org/officeDocument/2006/relationships/customXml" Target="../ink/ink1547.xml"/><Relationship Id="rId46" Type="http://schemas.openxmlformats.org/officeDocument/2006/relationships/customXml" Target="../ink/ink1551.xml"/><Relationship Id="rId59" Type="http://schemas.openxmlformats.org/officeDocument/2006/relationships/image" Target="../media/image3159.png"/><Relationship Id="rId67" Type="http://schemas.openxmlformats.org/officeDocument/2006/relationships/image" Target="../media/image3163.png"/><Relationship Id="rId20" Type="http://schemas.openxmlformats.org/officeDocument/2006/relationships/customXml" Target="../ink/ink1538.xml"/><Relationship Id="rId41" Type="http://schemas.openxmlformats.org/officeDocument/2006/relationships/image" Target="../media/image3150.png"/><Relationship Id="rId54" Type="http://schemas.openxmlformats.org/officeDocument/2006/relationships/customXml" Target="../ink/ink1555.xml"/><Relationship Id="rId62" Type="http://schemas.openxmlformats.org/officeDocument/2006/relationships/customXml" Target="../ink/ink1559.xml"/><Relationship Id="rId70" Type="http://schemas.openxmlformats.org/officeDocument/2006/relationships/customXml" Target="../ink/ink1563.xml"/><Relationship Id="rId75" Type="http://schemas.openxmlformats.org/officeDocument/2006/relationships/image" Target="../media/image316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31.xml"/><Relationship Id="rId15" Type="http://schemas.openxmlformats.org/officeDocument/2006/relationships/image" Target="../media/image3071.png"/><Relationship Id="rId23" Type="http://schemas.openxmlformats.org/officeDocument/2006/relationships/image" Target="../media/image3141.png"/><Relationship Id="rId28" Type="http://schemas.openxmlformats.org/officeDocument/2006/relationships/customXml" Target="../ink/ink1542.xml"/><Relationship Id="rId36" Type="http://schemas.openxmlformats.org/officeDocument/2006/relationships/customXml" Target="../ink/ink1546.xml"/><Relationship Id="rId49" Type="http://schemas.openxmlformats.org/officeDocument/2006/relationships/image" Target="../media/image3154.png"/><Relationship Id="rId57" Type="http://schemas.openxmlformats.org/officeDocument/2006/relationships/image" Target="../media/image3158.png"/><Relationship Id="rId10" Type="http://schemas.openxmlformats.org/officeDocument/2006/relationships/customXml" Target="../ink/ink1533.xml"/><Relationship Id="rId31" Type="http://schemas.openxmlformats.org/officeDocument/2006/relationships/image" Target="../media/image3145.png"/><Relationship Id="rId44" Type="http://schemas.openxmlformats.org/officeDocument/2006/relationships/customXml" Target="../ink/ink1550.xml"/><Relationship Id="rId52" Type="http://schemas.openxmlformats.org/officeDocument/2006/relationships/customXml" Target="../ink/ink1554.xml"/><Relationship Id="rId60" Type="http://schemas.openxmlformats.org/officeDocument/2006/relationships/customXml" Target="../ink/ink1558.xml"/><Relationship Id="rId65" Type="http://schemas.openxmlformats.org/officeDocument/2006/relationships/image" Target="../media/image3162.png"/><Relationship Id="rId73" Type="http://schemas.openxmlformats.org/officeDocument/2006/relationships/image" Target="../media/image3166.png"/><Relationship Id="rId4" Type="http://schemas.openxmlformats.org/officeDocument/2006/relationships/customXml" Target="../ink/ink1530.xml"/><Relationship Id="rId9" Type="http://schemas.openxmlformats.org/officeDocument/2006/relationships/image" Target="../media/image3068.png"/><Relationship Id="rId13" Type="http://schemas.openxmlformats.org/officeDocument/2006/relationships/image" Target="../media/image3070.png"/><Relationship Id="rId18" Type="http://schemas.openxmlformats.org/officeDocument/2006/relationships/customXml" Target="../ink/ink1537.xml"/><Relationship Id="rId39" Type="http://schemas.openxmlformats.org/officeDocument/2006/relationships/image" Target="../media/image3149.png"/><Relationship Id="rId34" Type="http://schemas.openxmlformats.org/officeDocument/2006/relationships/customXml" Target="../ink/ink1545.xml"/><Relationship Id="rId50" Type="http://schemas.openxmlformats.org/officeDocument/2006/relationships/customXml" Target="../ink/ink1553.xml"/><Relationship Id="rId55" Type="http://schemas.openxmlformats.org/officeDocument/2006/relationships/image" Target="../media/image3157.png"/><Relationship Id="rId7" Type="http://schemas.openxmlformats.org/officeDocument/2006/relationships/image" Target="../media/image3067.png"/><Relationship Id="rId71" Type="http://schemas.openxmlformats.org/officeDocument/2006/relationships/image" Target="../media/image316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9.png"/><Relationship Id="rId4" Type="http://schemas.openxmlformats.org/officeDocument/2006/relationships/image" Target="../media/image318.jpeg"/></Relationships>
</file>

<file path=ppt/slides/_rels/slide3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25.png"/><Relationship Id="rId21" Type="http://schemas.openxmlformats.org/officeDocument/2006/relationships/image" Target="../media/image3177.png"/><Relationship Id="rId42" Type="http://schemas.openxmlformats.org/officeDocument/2006/relationships/customXml" Target="../ink/ink1586.xml"/><Relationship Id="rId63" Type="http://schemas.openxmlformats.org/officeDocument/2006/relationships/image" Target="../media/image3198.png"/><Relationship Id="rId84" Type="http://schemas.openxmlformats.org/officeDocument/2006/relationships/customXml" Target="../ink/ink1607.xml"/><Relationship Id="rId138" Type="http://schemas.openxmlformats.org/officeDocument/2006/relationships/customXml" Target="../ink/ink1634.xml"/><Relationship Id="rId159" Type="http://schemas.openxmlformats.org/officeDocument/2006/relationships/image" Target="../media/image3246.png"/><Relationship Id="rId170" Type="http://schemas.openxmlformats.org/officeDocument/2006/relationships/customXml" Target="../ink/ink1650.xml"/><Relationship Id="rId191" Type="http://schemas.openxmlformats.org/officeDocument/2006/relationships/image" Target="../media/image3262.png"/><Relationship Id="rId205" Type="http://schemas.openxmlformats.org/officeDocument/2006/relationships/image" Target="../media/image3269.png"/><Relationship Id="rId107" Type="http://schemas.openxmlformats.org/officeDocument/2006/relationships/image" Target="../media/image3220.png"/><Relationship Id="rId11" Type="http://schemas.openxmlformats.org/officeDocument/2006/relationships/image" Target="../media/image3172.png"/><Relationship Id="rId32" Type="http://schemas.openxmlformats.org/officeDocument/2006/relationships/customXml" Target="../ink/ink1581.xml"/><Relationship Id="rId53" Type="http://schemas.openxmlformats.org/officeDocument/2006/relationships/image" Target="../media/image3193.png"/><Relationship Id="rId74" Type="http://schemas.openxmlformats.org/officeDocument/2006/relationships/customXml" Target="../ink/ink1602.xml"/><Relationship Id="rId128" Type="http://schemas.openxmlformats.org/officeDocument/2006/relationships/customXml" Target="../ink/ink1629.xml"/><Relationship Id="rId149" Type="http://schemas.openxmlformats.org/officeDocument/2006/relationships/image" Target="../media/image3241.png"/><Relationship Id="rId5" Type="http://schemas.openxmlformats.org/officeDocument/2006/relationships/image" Target="../media/image3169.png"/><Relationship Id="rId95" Type="http://schemas.openxmlformats.org/officeDocument/2006/relationships/image" Target="../media/image3214.png"/><Relationship Id="rId160" Type="http://schemas.openxmlformats.org/officeDocument/2006/relationships/customXml" Target="../ink/ink1645.xml"/><Relationship Id="rId181" Type="http://schemas.openxmlformats.org/officeDocument/2006/relationships/image" Target="../media/image3257.png"/><Relationship Id="rId22" Type="http://schemas.openxmlformats.org/officeDocument/2006/relationships/customXml" Target="../ink/ink1576.xml"/><Relationship Id="rId43" Type="http://schemas.openxmlformats.org/officeDocument/2006/relationships/image" Target="../media/image3188.png"/><Relationship Id="rId64" Type="http://schemas.openxmlformats.org/officeDocument/2006/relationships/customXml" Target="../ink/ink1597.xml"/><Relationship Id="rId118" Type="http://schemas.openxmlformats.org/officeDocument/2006/relationships/customXml" Target="../ink/ink1624.xml"/><Relationship Id="rId139" Type="http://schemas.openxmlformats.org/officeDocument/2006/relationships/image" Target="../media/image3236.png"/><Relationship Id="rId85" Type="http://schemas.openxmlformats.org/officeDocument/2006/relationships/image" Target="../media/image3209.png"/><Relationship Id="rId150" Type="http://schemas.openxmlformats.org/officeDocument/2006/relationships/customXml" Target="../ink/ink1640.xml"/><Relationship Id="rId171" Type="http://schemas.openxmlformats.org/officeDocument/2006/relationships/image" Target="../media/image3252.png"/><Relationship Id="rId192" Type="http://schemas.openxmlformats.org/officeDocument/2006/relationships/customXml" Target="../ink/ink1661.xml"/><Relationship Id="rId206" Type="http://schemas.openxmlformats.org/officeDocument/2006/relationships/customXml" Target="../ink/ink1668.xml"/><Relationship Id="rId12" Type="http://schemas.openxmlformats.org/officeDocument/2006/relationships/customXml" Target="../ink/ink1571.xml"/><Relationship Id="rId33" Type="http://schemas.openxmlformats.org/officeDocument/2006/relationships/image" Target="../media/image3183.png"/><Relationship Id="rId108" Type="http://schemas.openxmlformats.org/officeDocument/2006/relationships/customXml" Target="../ink/ink1619.xml"/><Relationship Id="rId129" Type="http://schemas.openxmlformats.org/officeDocument/2006/relationships/image" Target="../media/image3231.png"/><Relationship Id="rId54" Type="http://schemas.openxmlformats.org/officeDocument/2006/relationships/customXml" Target="../ink/ink1592.xml"/><Relationship Id="rId75" Type="http://schemas.openxmlformats.org/officeDocument/2006/relationships/image" Target="../media/image3204.png"/><Relationship Id="rId96" Type="http://schemas.openxmlformats.org/officeDocument/2006/relationships/customXml" Target="../ink/ink1613.xml"/><Relationship Id="rId140" Type="http://schemas.openxmlformats.org/officeDocument/2006/relationships/customXml" Target="../ink/ink1635.xml"/><Relationship Id="rId161" Type="http://schemas.openxmlformats.org/officeDocument/2006/relationships/image" Target="../media/image3247.png"/><Relationship Id="rId182" Type="http://schemas.openxmlformats.org/officeDocument/2006/relationships/customXml" Target="../ink/ink1656.xml"/><Relationship Id="rId6" Type="http://schemas.openxmlformats.org/officeDocument/2006/relationships/customXml" Target="../ink/ink1568.xml"/><Relationship Id="rId23" Type="http://schemas.openxmlformats.org/officeDocument/2006/relationships/image" Target="../media/image3178.png"/><Relationship Id="rId119" Type="http://schemas.openxmlformats.org/officeDocument/2006/relationships/image" Target="../media/image3226.png"/><Relationship Id="rId44" Type="http://schemas.openxmlformats.org/officeDocument/2006/relationships/customXml" Target="../ink/ink1587.xml"/><Relationship Id="rId65" Type="http://schemas.openxmlformats.org/officeDocument/2006/relationships/image" Target="../media/image3199.png"/><Relationship Id="rId86" Type="http://schemas.openxmlformats.org/officeDocument/2006/relationships/customXml" Target="../ink/ink1608.xml"/><Relationship Id="rId130" Type="http://schemas.openxmlformats.org/officeDocument/2006/relationships/customXml" Target="../ink/ink1630.xml"/><Relationship Id="rId151" Type="http://schemas.openxmlformats.org/officeDocument/2006/relationships/image" Target="../media/image3242.png"/><Relationship Id="rId172" Type="http://schemas.openxmlformats.org/officeDocument/2006/relationships/customXml" Target="../ink/ink1651.xml"/><Relationship Id="rId193" Type="http://schemas.openxmlformats.org/officeDocument/2006/relationships/image" Target="../media/image3263.png"/><Relationship Id="rId207" Type="http://schemas.openxmlformats.org/officeDocument/2006/relationships/image" Target="../media/image3270.png"/><Relationship Id="rId13" Type="http://schemas.openxmlformats.org/officeDocument/2006/relationships/image" Target="../media/image3173.png"/><Relationship Id="rId109" Type="http://schemas.openxmlformats.org/officeDocument/2006/relationships/image" Target="../media/image3221.png"/><Relationship Id="rId34" Type="http://schemas.openxmlformats.org/officeDocument/2006/relationships/customXml" Target="../ink/ink1582.xml"/><Relationship Id="rId55" Type="http://schemas.openxmlformats.org/officeDocument/2006/relationships/image" Target="../media/image3194.png"/><Relationship Id="rId76" Type="http://schemas.openxmlformats.org/officeDocument/2006/relationships/customXml" Target="../ink/ink1603.xml"/><Relationship Id="rId97" Type="http://schemas.openxmlformats.org/officeDocument/2006/relationships/image" Target="../media/image3215.png"/><Relationship Id="rId120" Type="http://schemas.openxmlformats.org/officeDocument/2006/relationships/customXml" Target="../ink/ink1625.xml"/><Relationship Id="rId141" Type="http://schemas.openxmlformats.org/officeDocument/2006/relationships/image" Target="../media/image3237.png"/><Relationship Id="rId7" Type="http://schemas.openxmlformats.org/officeDocument/2006/relationships/image" Target="../media/image3170.png"/><Relationship Id="rId162" Type="http://schemas.openxmlformats.org/officeDocument/2006/relationships/customXml" Target="../ink/ink1646.xml"/><Relationship Id="rId183" Type="http://schemas.openxmlformats.org/officeDocument/2006/relationships/image" Target="../media/image3258.png"/><Relationship Id="rId24" Type="http://schemas.openxmlformats.org/officeDocument/2006/relationships/customXml" Target="../ink/ink1577.xml"/><Relationship Id="rId45" Type="http://schemas.openxmlformats.org/officeDocument/2006/relationships/image" Target="../media/image3189.png"/><Relationship Id="rId66" Type="http://schemas.openxmlformats.org/officeDocument/2006/relationships/customXml" Target="../ink/ink1598.xml"/><Relationship Id="rId87" Type="http://schemas.openxmlformats.org/officeDocument/2006/relationships/image" Target="../media/image3210.png"/><Relationship Id="rId110" Type="http://schemas.openxmlformats.org/officeDocument/2006/relationships/customXml" Target="../ink/ink1620.xml"/><Relationship Id="rId131" Type="http://schemas.openxmlformats.org/officeDocument/2006/relationships/image" Target="../media/image3232.png"/><Relationship Id="rId61" Type="http://schemas.openxmlformats.org/officeDocument/2006/relationships/image" Target="../media/image3197.png"/><Relationship Id="rId82" Type="http://schemas.openxmlformats.org/officeDocument/2006/relationships/customXml" Target="../ink/ink1606.xml"/><Relationship Id="rId152" Type="http://schemas.openxmlformats.org/officeDocument/2006/relationships/customXml" Target="../ink/ink1641.xml"/><Relationship Id="rId173" Type="http://schemas.openxmlformats.org/officeDocument/2006/relationships/image" Target="../media/image3253.png"/><Relationship Id="rId194" Type="http://schemas.openxmlformats.org/officeDocument/2006/relationships/customXml" Target="../ink/ink1662.xml"/><Relationship Id="rId199" Type="http://schemas.openxmlformats.org/officeDocument/2006/relationships/image" Target="../media/image3266.png"/><Relationship Id="rId203" Type="http://schemas.openxmlformats.org/officeDocument/2006/relationships/image" Target="../media/image3268.png"/><Relationship Id="rId208" Type="http://schemas.openxmlformats.org/officeDocument/2006/relationships/customXml" Target="../ink/ink1669.xml"/><Relationship Id="rId19" Type="http://schemas.openxmlformats.org/officeDocument/2006/relationships/image" Target="../media/image3176.png"/><Relationship Id="rId14" Type="http://schemas.openxmlformats.org/officeDocument/2006/relationships/customXml" Target="../ink/ink1572.xml"/><Relationship Id="rId30" Type="http://schemas.openxmlformats.org/officeDocument/2006/relationships/customXml" Target="../ink/ink1580.xml"/><Relationship Id="rId35" Type="http://schemas.openxmlformats.org/officeDocument/2006/relationships/image" Target="../media/image3184.png"/><Relationship Id="rId56" Type="http://schemas.openxmlformats.org/officeDocument/2006/relationships/customXml" Target="../ink/ink1593.xml"/><Relationship Id="rId77" Type="http://schemas.openxmlformats.org/officeDocument/2006/relationships/image" Target="../media/image3205.png"/><Relationship Id="rId100" Type="http://schemas.openxmlformats.org/officeDocument/2006/relationships/customXml" Target="../ink/ink1615.xml"/><Relationship Id="rId105" Type="http://schemas.openxmlformats.org/officeDocument/2006/relationships/image" Target="../media/image3219.png"/><Relationship Id="rId126" Type="http://schemas.openxmlformats.org/officeDocument/2006/relationships/customXml" Target="../ink/ink1628.xml"/><Relationship Id="rId147" Type="http://schemas.openxmlformats.org/officeDocument/2006/relationships/image" Target="../media/image3240.png"/><Relationship Id="rId168" Type="http://schemas.openxmlformats.org/officeDocument/2006/relationships/customXml" Target="../ink/ink1649.xml"/><Relationship Id="rId8" Type="http://schemas.openxmlformats.org/officeDocument/2006/relationships/customXml" Target="../ink/ink1569.xml"/><Relationship Id="rId51" Type="http://schemas.openxmlformats.org/officeDocument/2006/relationships/image" Target="../media/image3192.png"/><Relationship Id="rId72" Type="http://schemas.openxmlformats.org/officeDocument/2006/relationships/customXml" Target="../ink/ink1601.xml"/><Relationship Id="rId93" Type="http://schemas.openxmlformats.org/officeDocument/2006/relationships/image" Target="../media/image3213.png"/><Relationship Id="rId98" Type="http://schemas.openxmlformats.org/officeDocument/2006/relationships/customXml" Target="../ink/ink1614.xml"/><Relationship Id="rId121" Type="http://schemas.openxmlformats.org/officeDocument/2006/relationships/image" Target="../media/image3227.png"/><Relationship Id="rId142" Type="http://schemas.openxmlformats.org/officeDocument/2006/relationships/customXml" Target="../ink/ink1636.xml"/><Relationship Id="rId163" Type="http://schemas.openxmlformats.org/officeDocument/2006/relationships/image" Target="../media/image3248.png"/><Relationship Id="rId184" Type="http://schemas.openxmlformats.org/officeDocument/2006/relationships/customXml" Target="../ink/ink1657.xml"/><Relationship Id="rId189" Type="http://schemas.openxmlformats.org/officeDocument/2006/relationships/image" Target="../media/image3261.png"/><Relationship Id="rId3" Type="http://schemas.openxmlformats.org/officeDocument/2006/relationships/image" Target="../media/image3168.png"/><Relationship Id="rId25" Type="http://schemas.openxmlformats.org/officeDocument/2006/relationships/image" Target="../media/image3179.png"/><Relationship Id="rId46" Type="http://schemas.openxmlformats.org/officeDocument/2006/relationships/customXml" Target="../ink/ink1588.xml"/><Relationship Id="rId67" Type="http://schemas.openxmlformats.org/officeDocument/2006/relationships/image" Target="../media/image3200.png"/><Relationship Id="rId116" Type="http://schemas.openxmlformats.org/officeDocument/2006/relationships/customXml" Target="../ink/ink1623.xml"/><Relationship Id="rId137" Type="http://schemas.openxmlformats.org/officeDocument/2006/relationships/image" Target="../media/image3235.png"/><Relationship Id="rId158" Type="http://schemas.openxmlformats.org/officeDocument/2006/relationships/customXml" Target="../ink/ink1644.xml"/><Relationship Id="rId20" Type="http://schemas.openxmlformats.org/officeDocument/2006/relationships/customXml" Target="../ink/ink1575.xml"/><Relationship Id="rId41" Type="http://schemas.openxmlformats.org/officeDocument/2006/relationships/image" Target="../media/image3187.png"/><Relationship Id="rId62" Type="http://schemas.openxmlformats.org/officeDocument/2006/relationships/customXml" Target="../ink/ink1596.xml"/><Relationship Id="rId83" Type="http://schemas.openxmlformats.org/officeDocument/2006/relationships/image" Target="../media/image3208.png"/><Relationship Id="rId88" Type="http://schemas.openxmlformats.org/officeDocument/2006/relationships/customXml" Target="../ink/ink1609.xml"/><Relationship Id="rId111" Type="http://schemas.openxmlformats.org/officeDocument/2006/relationships/image" Target="../media/image3222.png"/><Relationship Id="rId132" Type="http://schemas.openxmlformats.org/officeDocument/2006/relationships/customXml" Target="../ink/ink1631.xml"/><Relationship Id="rId153" Type="http://schemas.openxmlformats.org/officeDocument/2006/relationships/image" Target="../media/image3243.png"/><Relationship Id="rId174" Type="http://schemas.openxmlformats.org/officeDocument/2006/relationships/customXml" Target="../ink/ink1652.xml"/><Relationship Id="rId179" Type="http://schemas.openxmlformats.org/officeDocument/2006/relationships/image" Target="../media/image3256.png"/><Relationship Id="rId195" Type="http://schemas.openxmlformats.org/officeDocument/2006/relationships/image" Target="../media/image3264.png"/><Relationship Id="rId209" Type="http://schemas.openxmlformats.org/officeDocument/2006/relationships/image" Target="../media/image3271.png"/><Relationship Id="rId190" Type="http://schemas.openxmlformats.org/officeDocument/2006/relationships/customXml" Target="../ink/ink1660.xml"/><Relationship Id="rId204" Type="http://schemas.openxmlformats.org/officeDocument/2006/relationships/customXml" Target="../ink/ink1667.xml"/><Relationship Id="rId15" Type="http://schemas.openxmlformats.org/officeDocument/2006/relationships/image" Target="../media/image3174.png"/><Relationship Id="rId36" Type="http://schemas.openxmlformats.org/officeDocument/2006/relationships/customXml" Target="../ink/ink1583.xml"/><Relationship Id="rId57" Type="http://schemas.openxmlformats.org/officeDocument/2006/relationships/image" Target="../media/image3195.png"/><Relationship Id="rId106" Type="http://schemas.openxmlformats.org/officeDocument/2006/relationships/customXml" Target="../ink/ink1618.xml"/><Relationship Id="rId127" Type="http://schemas.openxmlformats.org/officeDocument/2006/relationships/image" Target="../media/image3230.png"/><Relationship Id="rId10" Type="http://schemas.openxmlformats.org/officeDocument/2006/relationships/customXml" Target="../ink/ink1570.xml"/><Relationship Id="rId31" Type="http://schemas.openxmlformats.org/officeDocument/2006/relationships/image" Target="../media/image3182.png"/><Relationship Id="rId52" Type="http://schemas.openxmlformats.org/officeDocument/2006/relationships/customXml" Target="../ink/ink1591.xml"/><Relationship Id="rId73" Type="http://schemas.openxmlformats.org/officeDocument/2006/relationships/image" Target="../media/image3203.png"/><Relationship Id="rId78" Type="http://schemas.openxmlformats.org/officeDocument/2006/relationships/customXml" Target="../ink/ink1604.xml"/><Relationship Id="rId94" Type="http://schemas.openxmlformats.org/officeDocument/2006/relationships/customXml" Target="../ink/ink1612.xml"/><Relationship Id="rId99" Type="http://schemas.openxmlformats.org/officeDocument/2006/relationships/image" Target="../media/image3216.png"/><Relationship Id="rId101" Type="http://schemas.openxmlformats.org/officeDocument/2006/relationships/image" Target="../media/image3217.png"/><Relationship Id="rId122" Type="http://schemas.openxmlformats.org/officeDocument/2006/relationships/customXml" Target="../ink/ink1626.xml"/><Relationship Id="rId143" Type="http://schemas.openxmlformats.org/officeDocument/2006/relationships/image" Target="../media/image3238.png"/><Relationship Id="rId148" Type="http://schemas.openxmlformats.org/officeDocument/2006/relationships/customXml" Target="../ink/ink1639.xml"/><Relationship Id="rId164" Type="http://schemas.openxmlformats.org/officeDocument/2006/relationships/customXml" Target="../ink/ink1647.xml"/><Relationship Id="rId169" Type="http://schemas.openxmlformats.org/officeDocument/2006/relationships/image" Target="../media/image3251.png"/><Relationship Id="rId185" Type="http://schemas.openxmlformats.org/officeDocument/2006/relationships/image" Target="../media/image3259.png"/><Relationship Id="rId4" Type="http://schemas.openxmlformats.org/officeDocument/2006/relationships/customXml" Target="../ink/ink1567.xml"/><Relationship Id="rId9" Type="http://schemas.openxmlformats.org/officeDocument/2006/relationships/image" Target="../media/image3171.png"/><Relationship Id="rId180" Type="http://schemas.openxmlformats.org/officeDocument/2006/relationships/customXml" Target="../ink/ink1655.xml"/><Relationship Id="rId26" Type="http://schemas.openxmlformats.org/officeDocument/2006/relationships/customXml" Target="../ink/ink1578.xml"/><Relationship Id="rId47" Type="http://schemas.openxmlformats.org/officeDocument/2006/relationships/image" Target="../media/image3190.png"/><Relationship Id="rId68" Type="http://schemas.openxmlformats.org/officeDocument/2006/relationships/customXml" Target="../ink/ink1599.xml"/><Relationship Id="rId89" Type="http://schemas.openxmlformats.org/officeDocument/2006/relationships/image" Target="../media/image3211.png"/><Relationship Id="rId112" Type="http://schemas.openxmlformats.org/officeDocument/2006/relationships/customXml" Target="../ink/ink1621.xml"/><Relationship Id="rId133" Type="http://schemas.openxmlformats.org/officeDocument/2006/relationships/image" Target="../media/image3233.png"/><Relationship Id="rId154" Type="http://schemas.openxmlformats.org/officeDocument/2006/relationships/customXml" Target="../ink/ink1642.xml"/><Relationship Id="rId175" Type="http://schemas.openxmlformats.org/officeDocument/2006/relationships/image" Target="../media/image3254.png"/><Relationship Id="rId196" Type="http://schemas.openxmlformats.org/officeDocument/2006/relationships/customXml" Target="../ink/ink1663.xml"/><Relationship Id="rId200" Type="http://schemas.openxmlformats.org/officeDocument/2006/relationships/customXml" Target="../ink/ink1665.xml"/><Relationship Id="rId16" Type="http://schemas.openxmlformats.org/officeDocument/2006/relationships/customXml" Target="../ink/ink1573.xml"/><Relationship Id="rId37" Type="http://schemas.openxmlformats.org/officeDocument/2006/relationships/image" Target="../media/image3185.png"/><Relationship Id="rId58" Type="http://schemas.openxmlformats.org/officeDocument/2006/relationships/customXml" Target="../ink/ink1594.xml"/><Relationship Id="rId79" Type="http://schemas.openxmlformats.org/officeDocument/2006/relationships/image" Target="../media/image3206.png"/><Relationship Id="rId102" Type="http://schemas.openxmlformats.org/officeDocument/2006/relationships/customXml" Target="../ink/ink1616.xml"/><Relationship Id="rId123" Type="http://schemas.openxmlformats.org/officeDocument/2006/relationships/image" Target="../media/image3228.png"/><Relationship Id="rId144" Type="http://schemas.openxmlformats.org/officeDocument/2006/relationships/customXml" Target="../ink/ink1637.xml"/><Relationship Id="rId90" Type="http://schemas.openxmlformats.org/officeDocument/2006/relationships/customXml" Target="../ink/ink1610.xml"/><Relationship Id="rId165" Type="http://schemas.openxmlformats.org/officeDocument/2006/relationships/image" Target="../media/image3249.png"/><Relationship Id="rId186" Type="http://schemas.openxmlformats.org/officeDocument/2006/relationships/customXml" Target="../ink/ink1658.xml"/><Relationship Id="rId27" Type="http://schemas.openxmlformats.org/officeDocument/2006/relationships/image" Target="../media/image3180.png"/><Relationship Id="rId48" Type="http://schemas.openxmlformats.org/officeDocument/2006/relationships/customXml" Target="../ink/ink1589.xml"/><Relationship Id="rId69" Type="http://schemas.openxmlformats.org/officeDocument/2006/relationships/image" Target="../media/image3201.png"/><Relationship Id="rId113" Type="http://schemas.openxmlformats.org/officeDocument/2006/relationships/image" Target="../media/image3223.png"/><Relationship Id="rId134" Type="http://schemas.openxmlformats.org/officeDocument/2006/relationships/customXml" Target="../ink/ink1632.xml"/><Relationship Id="rId80" Type="http://schemas.openxmlformats.org/officeDocument/2006/relationships/customXml" Target="../ink/ink1605.xml"/><Relationship Id="rId155" Type="http://schemas.openxmlformats.org/officeDocument/2006/relationships/image" Target="../media/image3244.png"/><Relationship Id="rId176" Type="http://schemas.openxmlformats.org/officeDocument/2006/relationships/customXml" Target="../ink/ink1653.xml"/><Relationship Id="rId197" Type="http://schemas.openxmlformats.org/officeDocument/2006/relationships/image" Target="../media/image3265.png"/><Relationship Id="rId201" Type="http://schemas.openxmlformats.org/officeDocument/2006/relationships/image" Target="../media/image3267.png"/><Relationship Id="rId17" Type="http://schemas.openxmlformats.org/officeDocument/2006/relationships/image" Target="../media/image3175.png"/><Relationship Id="rId38" Type="http://schemas.openxmlformats.org/officeDocument/2006/relationships/customXml" Target="../ink/ink1584.xml"/><Relationship Id="rId59" Type="http://schemas.openxmlformats.org/officeDocument/2006/relationships/image" Target="../media/image3196.png"/><Relationship Id="rId103" Type="http://schemas.openxmlformats.org/officeDocument/2006/relationships/image" Target="../media/image3218.png"/><Relationship Id="rId124" Type="http://schemas.openxmlformats.org/officeDocument/2006/relationships/customXml" Target="../ink/ink1627.xml"/><Relationship Id="rId70" Type="http://schemas.openxmlformats.org/officeDocument/2006/relationships/customXml" Target="../ink/ink1600.xml"/><Relationship Id="rId91" Type="http://schemas.openxmlformats.org/officeDocument/2006/relationships/image" Target="../media/image3212.png"/><Relationship Id="rId145" Type="http://schemas.openxmlformats.org/officeDocument/2006/relationships/image" Target="../media/image3239.png"/><Relationship Id="rId166" Type="http://schemas.openxmlformats.org/officeDocument/2006/relationships/customXml" Target="../ink/ink1648.xml"/><Relationship Id="rId187" Type="http://schemas.openxmlformats.org/officeDocument/2006/relationships/image" Target="../media/image3260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579.xml"/><Relationship Id="rId49" Type="http://schemas.openxmlformats.org/officeDocument/2006/relationships/image" Target="../media/image3191.png"/><Relationship Id="rId114" Type="http://schemas.openxmlformats.org/officeDocument/2006/relationships/customXml" Target="../ink/ink1622.xml"/><Relationship Id="rId60" Type="http://schemas.openxmlformats.org/officeDocument/2006/relationships/customXml" Target="../ink/ink1595.xml"/><Relationship Id="rId81" Type="http://schemas.openxmlformats.org/officeDocument/2006/relationships/image" Target="../media/image3207.png"/><Relationship Id="rId135" Type="http://schemas.openxmlformats.org/officeDocument/2006/relationships/image" Target="../media/image3234.png"/><Relationship Id="rId156" Type="http://schemas.openxmlformats.org/officeDocument/2006/relationships/customXml" Target="../ink/ink1643.xml"/><Relationship Id="rId177" Type="http://schemas.openxmlformats.org/officeDocument/2006/relationships/image" Target="../media/image3255.png"/><Relationship Id="rId198" Type="http://schemas.openxmlformats.org/officeDocument/2006/relationships/customXml" Target="../ink/ink1664.xml"/><Relationship Id="rId202" Type="http://schemas.openxmlformats.org/officeDocument/2006/relationships/customXml" Target="../ink/ink1666.xml"/><Relationship Id="rId18" Type="http://schemas.openxmlformats.org/officeDocument/2006/relationships/customXml" Target="../ink/ink1574.xml"/><Relationship Id="rId39" Type="http://schemas.openxmlformats.org/officeDocument/2006/relationships/image" Target="../media/image3186.png"/><Relationship Id="rId50" Type="http://schemas.openxmlformats.org/officeDocument/2006/relationships/customXml" Target="../ink/ink1590.xml"/><Relationship Id="rId104" Type="http://schemas.openxmlformats.org/officeDocument/2006/relationships/customXml" Target="../ink/ink1617.xml"/><Relationship Id="rId125" Type="http://schemas.openxmlformats.org/officeDocument/2006/relationships/image" Target="../media/image3229.png"/><Relationship Id="rId146" Type="http://schemas.openxmlformats.org/officeDocument/2006/relationships/customXml" Target="../ink/ink1638.xml"/><Relationship Id="rId167" Type="http://schemas.openxmlformats.org/officeDocument/2006/relationships/image" Target="../media/image3250.png"/><Relationship Id="rId188" Type="http://schemas.openxmlformats.org/officeDocument/2006/relationships/customXml" Target="../ink/ink1659.xml"/><Relationship Id="rId71" Type="http://schemas.openxmlformats.org/officeDocument/2006/relationships/image" Target="../media/image3202.png"/><Relationship Id="rId92" Type="http://schemas.openxmlformats.org/officeDocument/2006/relationships/customXml" Target="../ink/ink1611.xml"/><Relationship Id="rId2" Type="http://schemas.openxmlformats.org/officeDocument/2006/relationships/customXml" Target="../ink/ink1566.xml"/><Relationship Id="rId29" Type="http://schemas.openxmlformats.org/officeDocument/2006/relationships/image" Target="../media/image3181.png"/><Relationship Id="rId40" Type="http://schemas.openxmlformats.org/officeDocument/2006/relationships/customXml" Target="../ink/ink1585.xml"/><Relationship Id="rId115" Type="http://schemas.openxmlformats.org/officeDocument/2006/relationships/image" Target="../media/image3224.png"/><Relationship Id="rId136" Type="http://schemas.openxmlformats.org/officeDocument/2006/relationships/customXml" Target="../ink/ink1633.xml"/><Relationship Id="rId157" Type="http://schemas.openxmlformats.org/officeDocument/2006/relationships/image" Target="../media/image3245.png"/><Relationship Id="rId178" Type="http://schemas.openxmlformats.org/officeDocument/2006/relationships/customXml" Target="../ink/ink165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72.png"/><Relationship Id="rId7" Type="http://schemas.openxmlformats.org/officeDocument/2006/relationships/image" Target="../media/image321.jpeg"/><Relationship Id="rId2" Type="http://schemas.openxmlformats.org/officeDocument/2006/relationships/customXml" Target="../ink/ink167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0.jpeg"/><Relationship Id="rId5" Type="http://schemas.openxmlformats.org/officeDocument/2006/relationships/image" Target="../media/image3273.png"/><Relationship Id="rId4" Type="http://schemas.openxmlformats.org/officeDocument/2006/relationships/customXml" Target="../ink/ink16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2C81E1-3F7E-9A28-FF2A-A019EBA00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0" y="-240536"/>
            <a:ext cx="12502342" cy="12034478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D54AAA3-6C21-E365-7609-65152E5E3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2894"/>
            <a:ext cx="10515600" cy="3152212"/>
          </a:xfrm>
          <a:solidFill>
            <a:schemeClr val="tx1">
              <a:alpha val="44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Dataset handling and structure</a:t>
            </a:r>
            <a:b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b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11.07.2026</a:t>
            </a:r>
            <a:br>
              <a:rPr lang="en-US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en-US" sz="3600" b="1" i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Neurasmus</a:t>
            </a:r>
            <a:r>
              <a:rPr lang="en-US" sz="36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 Neurocomputation Workshop</a:t>
            </a:r>
            <a:endParaRPr lang="en-US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786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3B1FBA0-C296-60F8-DD9D-1242940EB1A0}"/>
                  </a:ext>
                </a:extLst>
              </p14:cNvPr>
              <p14:cNvContentPartPr/>
              <p14:nvPr/>
            </p14:nvContentPartPr>
            <p14:xfrm>
              <a:off x="305383" y="373553"/>
              <a:ext cx="773640" cy="320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3B1FBA0-C296-60F8-DD9D-1242940EB1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4783" y="342593"/>
                <a:ext cx="83520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E9E8DB5-CB92-C5D6-2DAC-F36C7CFD03BB}"/>
                  </a:ext>
                </a:extLst>
              </p14:cNvPr>
              <p14:cNvContentPartPr/>
              <p14:nvPr/>
            </p14:nvContentPartPr>
            <p14:xfrm>
              <a:off x="5159623" y="294353"/>
              <a:ext cx="1747440" cy="4050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E9E8DB5-CB92-C5D6-2DAC-F36C7CFD03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29023" y="263753"/>
                <a:ext cx="1809000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1B3725E-A0D6-DB99-FD66-7481182C4050}"/>
                  </a:ext>
                </a:extLst>
              </p14:cNvPr>
              <p14:cNvContentPartPr/>
              <p14:nvPr/>
            </p14:nvContentPartPr>
            <p14:xfrm>
              <a:off x="2726743" y="341873"/>
              <a:ext cx="1980000" cy="3582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1B3725E-A0D6-DB99-FD66-7481182C405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95783" y="311273"/>
                <a:ext cx="204156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B727A71-DC74-209F-5D4B-E902D161765B}"/>
                  </a:ext>
                </a:extLst>
              </p14:cNvPr>
              <p14:cNvContentPartPr/>
              <p14:nvPr/>
            </p14:nvContentPartPr>
            <p14:xfrm>
              <a:off x="1525783" y="335753"/>
              <a:ext cx="860760" cy="3337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B727A71-DC74-209F-5D4B-E902D161765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95196" y="305153"/>
                <a:ext cx="921934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0E3FC8B-6E05-058C-B8C2-8A460FCD5807}"/>
                  </a:ext>
                </a:extLst>
              </p14:cNvPr>
              <p14:cNvContentPartPr/>
              <p14:nvPr/>
            </p14:nvContentPartPr>
            <p14:xfrm>
              <a:off x="550543" y="1391993"/>
              <a:ext cx="270720" cy="442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0E3FC8B-6E05-058C-B8C2-8A460FCD580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9943" y="1361393"/>
                <a:ext cx="3319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F355B8C-D780-3D59-2EC4-AB919B9DAB43}"/>
                  </a:ext>
                </a:extLst>
              </p14:cNvPr>
              <p14:cNvContentPartPr/>
              <p14:nvPr/>
            </p14:nvContentPartPr>
            <p14:xfrm>
              <a:off x="1097383" y="1241153"/>
              <a:ext cx="1672920" cy="4179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F355B8C-D780-3D59-2EC4-AB919B9DAB4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66776" y="1210193"/>
                <a:ext cx="1734493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F84EB84-E1C2-2D35-DAE9-BA1D751DC979}"/>
                  </a:ext>
                </a:extLst>
              </p14:cNvPr>
              <p14:cNvContentPartPr/>
              <p14:nvPr/>
            </p14:nvContentPartPr>
            <p14:xfrm>
              <a:off x="5510983" y="1281473"/>
              <a:ext cx="1924560" cy="4064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F84EB84-E1C2-2D35-DAE9-BA1D751DC97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80377" y="1250846"/>
                <a:ext cx="1985771" cy="4680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D8FDFC7-AF32-568D-63A3-7F2306DDC523}"/>
                  </a:ext>
                </a:extLst>
              </p14:cNvPr>
              <p14:cNvContentPartPr/>
              <p14:nvPr/>
            </p14:nvContentPartPr>
            <p14:xfrm>
              <a:off x="4203463" y="1237553"/>
              <a:ext cx="937080" cy="4186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D8FDFC7-AF32-568D-63A3-7F2306DDC52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72863" y="1206953"/>
                <a:ext cx="998640" cy="4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F3B182A-54DF-807B-66D0-A5C6203BADB9}"/>
                  </a:ext>
                </a:extLst>
              </p14:cNvPr>
              <p14:cNvContentPartPr/>
              <p14:nvPr/>
            </p14:nvContentPartPr>
            <p14:xfrm>
              <a:off x="3153343" y="1259873"/>
              <a:ext cx="648000" cy="4147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F3B182A-54DF-807B-66D0-A5C6203BADB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122743" y="1229273"/>
                <a:ext cx="70920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BD982FD-859C-24F6-DCE1-45F35A4332EC}"/>
                  </a:ext>
                </a:extLst>
              </p14:cNvPr>
              <p14:cNvContentPartPr/>
              <p14:nvPr/>
            </p14:nvContentPartPr>
            <p14:xfrm>
              <a:off x="557023" y="2328713"/>
              <a:ext cx="214200" cy="316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BD982FD-859C-24F6-DCE1-45F35A4332E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6063" y="2298113"/>
                <a:ext cx="27540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782129D8-51EB-8717-678B-21C1B1872CBD}"/>
                  </a:ext>
                </a:extLst>
              </p14:cNvPr>
              <p14:cNvContentPartPr/>
              <p14:nvPr/>
            </p14:nvContentPartPr>
            <p14:xfrm>
              <a:off x="2920783" y="2034593"/>
              <a:ext cx="1829880" cy="3949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782129D8-51EB-8717-678B-21C1B1872CB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890183" y="2003993"/>
                <a:ext cx="1891440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ED5CBE86-7FB1-5B70-7274-FFB650B040CF}"/>
                  </a:ext>
                </a:extLst>
              </p14:cNvPr>
              <p14:cNvContentPartPr/>
              <p14:nvPr/>
            </p14:nvContentPartPr>
            <p14:xfrm>
              <a:off x="2147503" y="2089673"/>
              <a:ext cx="434160" cy="3715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ED5CBE86-7FB1-5B70-7274-FFB650B040C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16903" y="2059043"/>
                <a:ext cx="495360" cy="4331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FDF3DCE-8772-6D39-AA9F-03B936C632F8}"/>
                  </a:ext>
                </a:extLst>
              </p14:cNvPr>
              <p14:cNvContentPartPr/>
              <p14:nvPr/>
            </p14:nvContentPartPr>
            <p14:xfrm>
              <a:off x="1097383" y="2102993"/>
              <a:ext cx="748800" cy="3700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FDF3DCE-8772-6D39-AA9F-03B936C632F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66768" y="2072393"/>
                <a:ext cx="81039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9A39EFA-99F9-40E7-9FB7-AD9CEAA41D96}"/>
                  </a:ext>
                </a:extLst>
              </p14:cNvPr>
              <p14:cNvContentPartPr/>
              <p14:nvPr/>
            </p14:nvContentPartPr>
            <p14:xfrm>
              <a:off x="5178703" y="1964033"/>
              <a:ext cx="426600" cy="35820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9A39EFA-99F9-40E7-9FB7-AD9CEAA41D9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147743" y="1933433"/>
                <a:ext cx="48780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CA5C1ABF-D8B8-E06D-2183-9C160979467B}"/>
                  </a:ext>
                </a:extLst>
              </p14:cNvPr>
              <p14:cNvContentPartPr/>
              <p14:nvPr/>
            </p14:nvContentPartPr>
            <p14:xfrm>
              <a:off x="5954863" y="1977353"/>
              <a:ext cx="1537200" cy="4550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CA5C1ABF-D8B8-E06D-2183-9C160979467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923903" y="1946753"/>
                <a:ext cx="1598400" cy="51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B7D79E74-C947-A5F8-D462-24F1869F0D86}"/>
                  </a:ext>
                </a:extLst>
              </p14:cNvPr>
              <p14:cNvContentPartPr/>
              <p14:nvPr/>
            </p14:nvContentPartPr>
            <p14:xfrm>
              <a:off x="10377463" y="1480553"/>
              <a:ext cx="578880" cy="6091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B7D79E74-C947-A5F8-D462-24F1869F0D8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346503" y="1449935"/>
                <a:ext cx="640080" cy="6707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48F2562-3FCD-9563-4100-F4B161E68C43}"/>
                  </a:ext>
                </a:extLst>
              </p14:cNvPr>
              <p14:cNvContentPartPr/>
              <p14:nvPr/>
            </p14:nvContentPartPr>
            <p14:xfrm>
              <a:off x="7623463" y="1291193"/>
              <a:ext cx="2402280" cy="127512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48F2562-3FCD-9563-4100-F4B161E68C4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592858" y="1260593"/>
                <a:ext cx="2463849" cy="13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533089C2-C802-BA2B-A0F8-F2742664C446}"/>
                  </a:ext>
                </a:extLst>
              </p14:cNvPr>
              <p14:cNvContentPartPr/>
              <p14:nvPr/>
            </p14:nvContentPartPr>
            <p14:xfrm>
              <a:off x="8220703" y="2059073"/>
              <a:ext cx="1591200" cy="5306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533089C2-C802-BA2B-A0F8-F2742664C44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190096" y="2028473"/>
                <a:ext cx="1652774" cy="59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07433182-8DD7-F5BA-A232-DE6368D8E441}"/>
                  </a:ext>
                </a:extLst>
              </p14:cNvPr>
              <p14:cNvContentPartPr/>
              <p14:nvPr/>
            </p14:nvContentPartPr>
            <p14:xfrm>
              <a:off x="8340943" y="3203873"/>
              <a:ext cx="2634120" cy="7959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07433182-8DD7-F5BA-A232-DE6368D8E44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310343" y="3173273"/>
                <a:ext cx="2695320" cy="85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66709471-E82E-2F23-7B2B-55B539023B4E}"/>
                  </a:ext>
                </a:extLst>
              </p14:cNvPr>
              <p14:cNvContentPartPr/>
              <p14:nvPr/>
            </p14:nvContentPartPr>
            <p14:xfrm>
              <a:off x="8277583" y="2662793"/>
              <a:ext cx="2848320" cy="31248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66709471-E82E-2F23-7B2B-55B539023B4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246623" y="2631833"/>
                <a:ext cx="290988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2960D235-F359-835B-9D47-144C646A4C48}"/>
                  </a:ext>
                </a:extLst>
              </p14:cNvPr>
              <p14:cNvContentPartPr/>
              <p14:nvPr/>
            </p14:nvContentPartPr>
            <p14:xfrm>
              <a:off x="10176223" y="2077073"/>
              <a:ext cx="603720" cy="32112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2960D235-F359-835B-9D47-144C646A4C4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145641" y="2046473"/>
                <a:ext cx="664884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9BD92D55-CE19-AED9-3FBE-CE23DD762868}"/>
                  </a:ext>
                </a:extLst>
              </p14:cNvPr>
              <p14:cNvContentPartPr/>
              <p14:nvPr/>
            </p14:nvContentPartPr>
            <p14:xfrm>
              <a:off x="651343" y="3045473"/>
              <a:ext cx="239400" cy="3168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9BD92D55-CE19-AED9-3FBE-CE23DD76286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20383" y="3014873"/>
                <a:ext cx="30060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CF94DD3B-3BAE-4267-55A7-DFC40EFFCD23}"/>
                  </a:ext>
                </a:extLst>
              </p14:cNvPr>
              <p14:cNvContentPartPr/>
              <p14:nvPr/>
            </p14:nvContentPartPr>
            <p14:xfrm>
              <a:off x="2097103" y="2835233"/>
              <a:ext cx="1338840" cy="4719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CF94DD3B-3BAE-4267-55A7-DFC40EFFCD2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066503" y="2804633"/>
                <a:ext cx="1400040" cy="53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EEABD557-EE20-2D50-C4F4-7C2E2ABD5A65}"/>
                  </a:ext>
                </a:extLst>
              </p14:cNvPr>
              <p14:cNvContentPartPr/>
              <p14:nvPr/>
            </p14:nvContentPartPr>
            <p14:xfrm>
              <a:off x="1185583" y="2964473"/>
              <a:ext cx="559800" cy="3315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EEABD557-EE20-2D50-C4F4-7C2E2ABD5A6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44543" y="2923433"/>
                <a:ext cx="63144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45758E0B-6D0A-E1F5-3063-92A44A1ADE96}"/>
                  </a:ext>
                </a:extLst>
              </p14:cNvPr>
              <p14:cNvContentPartPr/>
              <p14:nvPr/>
            </p14:nvContentPartPr>
            <p14:xfrm>
              <a:off x="1808023" y="3492593"/>
              <a:ext cx="480960" cy="32580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45758E0B-6D0A-E1F5-3063-92A44A1ADE9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777423" y="3461993"/>
                <a:ext cx="54216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198D9700-FCBD-A856-2AA4-DEC1D968DD07}"/>
                  </a:ext>
                </a:extLst>
              </p14:cNvPr>
              <p14:cNvContentPartPr/>
              <p14:nvPr/>
            </p14:nvContentPartPr>
            <p14:xfrm>
              <a:off x="2411383" y="3479273"/>
              <a:ext cx="968760" cy="37476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198D9700-FCBD-A856-2AA4-DEC1D968DD0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380772" y="3448673"/>
                <a:ext cx="1030343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ABB4D382-DE37-1961-EDDF-2F3BEFA27DA1}"/>
                  </a:ext>
                </a:extLst>
              </p14:cNvPr>
              <p14:cNvContentPartPr/>
              <p14:nvPr/>
            </p14:nvContentPartPr>
            <p14:xfrm>
              <a:off x="3826183" y="3429593"/>
              <a:ext cx="2647440" cy="37044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ABB4D382-DE37-1961-EDDF-2F3BEFA27DA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785137" y="3398993"/>
                <a:ext cx="271909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F474C721-7902-14C8-679C-8A60AB188F4B}"/>
                  </a:ext>
                </a:extLst>
              </p14:cNvPr>
              <p14:cNvContentPartPr/>
              <p14:nvPr/>
            </p14:nvContentPartPr>
            <p14:xfrm>
              <a:off x="1864543" y="4089833"/>
              <a:ext cx="484560" cy="45828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F474C721-7902-14C8-679C-8A60AB188F4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823503" y="4048825"/>
                <a:ext cx="556200" cy="529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B2988FF0-6159-2D19-966D-DAA6D9095F7D}"/>
                  </a:ext>
                </a:extLst>
              </p14:cNvPr>
              <p14:cNvContentPartPr/>
              <p14:nvPr/>
            </p14:nvContentPartPr>
            <p14:xfrm>
              <a:off x="2518303" y="4145633"/>
              <a:ext cx="748440" cy="39312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B2988FF0-6159-2D19-966D-DAA6D9095F7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477623" y="4115033"/>
                <a:ext cx="82008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ACA1502A-D027-FCBA-5E46-D702BE31AC5D}"/>
                  </a:ext>
                </a:extLst>
              </p14:cNvPr>
              <p14:cNvContentPartPr/>
              <p14:nvPr/>
            </p14:nvContentPartPr>
            <p14:xfrm>
              <a:off x="3242263" y="4164713"/>
              <a:ext cx="288720" cy="35856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ACA1502A-D027-FCBA-5E46-D702BE31AC5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211663" y="4123673"/>
                <a:ext cx="36036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CBF931CF-7D44-C4FB-9B2B-9F995E605E50}"/>
                  </a:ext>
                </a:extLst>
              </p14:cNvPr>
              <p14:cNvContentPartPr/>
              <p14:nvPr/>
            </p14:nvContentPartPr>
            <p14:xfrm>
              <a:off x="5932183" y="3854393"/>
              <a:ext cx="1949400" cy="88920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CBF931CF-7D44-C4FB-9B2B-9F995E605E5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901583" y="3823781"/>
                <a:ext cx="2010600" cy="950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20944C58-FBB3-0F5E-6854-3DA4F2CEF760}"/>
                  </a:ext>
                </a:extLst>
              </p14:cNvPr>
              <p14:cNvContentPartPr/>
              <p14:nvPr/>
            </p14:nvContentPartPr>
            <p14:xfrm>
              <a:off x="5020663" y="3983633"/>
              <a:ext cx="522360" cy="79668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20944C58-FBB3-0F5E-6854-3DA4F2CEF76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90063" y="3953033"/>
                <a:ext cx="583560" cy="85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14C34187-8593-0F6D-66C8-5062BA80072E}"/>
                  </a:ext>
                </a:extLst>
              </p14:cNvPr>
              <p14:cNvContentPartPr/>
              <p14:nvPr/>
            </p14:nvContentPartPr>
            <p14:xfrm>
              <a:off x="2163649" y="6494021"/>
              <a:ext cx="538032" cy="196141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14C34187-8593-0F6D-66C8-5062BA80072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132699" y="6463070"/>
                <a:ext cx="599213" cy="2576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CB8FB202-5D48-2D6C-72A7-EC2E37856F59}"/>
                  </a:ext>
                </a:extLst>
              </p14:cNvPr>
              <p14:cNvContentPartPr/>
              <p14:nvPr/>
            </p14:nvContentPartPr>
            <p14:xfrm>
              <a:off x="1489284" y="6468826"/>
              <a:ext cx="436077" cy="230047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CB8FB202-5D48-2D6C-72A7-EC2E37856F5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458341" y="6438225"/>
                <a:ext cx="497243" cy="2916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DC01D5E3-388E-AB3D-7FB4-7A9D480ACF28}"/>
                  </a:ext>
                </a:extLst>
              </p14:cNvPr>
              <p14:cNvContentPartPr/>
              <p14:nvPr/>
            </p14:nvContentPartPr>
            <p14:xfrm>
              <a:off x="1016239" y="6448341"/>
              <a:ext cx="288206" cy="263012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DC01D5E3-388E-AB3D-7FB4-7A9D480ACF2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85655" y="6417398"/>
                <a:ext cx="349373" cy="3241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3FBB6428-1C30-35ED-904B-35AD5993C993}"/>
                  </a:ext>
                </a:extLst>
              </p14:cNvPr>
              <p14:cNvContentPartPr/>
              <p14:nvPr/>
            </p14:nvContentPartPr>
            <p14:xfrm>
              <a:off x="280183" y="6456111"/>
              <a:ext cx="575942" cy="234286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3FBB6428-1C30-35ED-904B-35AD5993C99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49586" y="6425161"/>
                <a:ext cx="637496" cy="2954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5FDBFEC0-F418-BFBE-0335-0A1F077901B5}"/>
                  </a:ext>
                </a:extLst>
              </p14:cNvPr>
              <p14:cNvContentPartPr/>
              <p14:nvPr/>
            </p14:nvContentPartPr>
            <p14:xfrm>
              <a:off x="2944915" y="6452815"/>
              <a:ext cx="1258548" cy="237582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5FDBFEC0-F418-BFBE-0335-0A1F077901B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914315" y="6422217"/>
                <a:ext cx="1320107" cy="2987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0BD06930-F5DB-776B-D663-C773A7EF86B9}"/>
                  </a:ext>
                </a:extLst>
              </p14:cNvPr>
              <p14:cNvContentPartPr/>
              <p14:nvPr/>
            </p14:nvContentPartPr>
            <p14:xfrm>
              <a:off x="3844903" y="4067513"/>
              <a:ext cx="855360" cy="41796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0BD06930-F5DB-776B-D663-C773A7EF86B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814303" y="4036913"/>
                <a:ext cx="916920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DE0CD974-E9BF-0D91-94D2-3EA96D1BA3C6}"/>
                  </a:ext>
                </a:extLst>
              </p14:cNvPr>
              <p14:cNvContentPartPr/>
              <p14:nvPr/>
            </p14:nvContentPartPr>
            <p14:xfrm>
              <a:off x="10185943" y="4630553"/>
              <a:ext cx="789120" cy="64368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DE0CD974-E9BF-0D91-94D2-3EA96D1BA3C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155343" y="4599953"/>
                <a:ext cx="850320" cy="70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230FD05D-65D1-9589-D436-3C0B0A045B35}"/>
                  </a:ext>
                </a:extLst>
              </p14:cNvPr>
              <p14:cNvContentPartPr/>
              <p14:nvPr/>
            </p14:nvContentPartPr>
            <p14:xfrm>
              <a:off x="6026503" y="4583033"/>
              <a:ext cx="3810600" cy="53424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230FD05D-65D1-9589-D436-3C0B0A045B3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995900" y="4552433"/>
                <a:ext cx="3872166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3C654C9F-000C-622F-2B20-925E40F976F7}"/>
                  </a:ext>
                </a:extLst>
              </p14:cNvPr>
              <p14:cNvContentPartPr/>
              <p14:nvPr/>
            </p14:nvContentPartPr>
            <p14:xfrm>
              <a:off x="5293903" y="4743593"/>
              <a:ext cx="412200" cy="65268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3C654C9F-000C-622F-2B20-925E40F976F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263330" y="4712993"/>
                <a:ext cx="473347" cy="71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6A0068E1-FCB9-743A-3B77-E3051287E721}"/>
                  </a:ext>
                </a:extLst>
              </p14:cNvPr>
              <p14:cNvContentPartPr/>
              <p14:nvPr/>
            </p14:nvContentPartPr>
            <p14:xfrm>
              <a:off x="2543503" y="4777073"/>
              <a:ext cx="2376720" cy="41544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6A0068E1-FCB9-743A-3B77-E3051287E72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512903" y="4746473"/>
                <a:ext cx="2438280" cy="4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B9CFEF8F-CD14-EA81-15D4-1C6F3837BFEE}"/>
                  </a:ext>
                </a:extLst>
              </p14:cNvPr>
              <p14:cNvContentPartPr/>
              <p14:nvPr/>
            </p14:nvContentPartPr>
            <p14:xfrm>
              <a:off x="1852663" y="4837193"/>
              <a:ext cx="420840" cy="31968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B9CFEF8F-CD14-EA81-15D4-1C6F3837BFE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822063" y="4806593"/>
                <a:ext cx="48240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27A49DCE-7CF2-8EC2-6DD9-3CC6BEBD7258}"/>
                  </a:ext>
                </a:extLst>
              </p14:cNvPr>
              <p14:cNvContentPartPr/>
              <p14:nvPr/>
            </p14:nvContentPartPr>
            <p14:xfrm>
              <a:off x="2538103" y="5258393"/>
              <a:ext cx="2319480" cy="59724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27A49DCE-7CF2-8EC2-6DD9-3CC6BEBD725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507503" y="5227775"/>
                <a:ext cx="2381040" cy="6588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B2FA69E5-3261-9E06-07C1-3EE94D48C5B9}"/>
                  </a:ext>
                </a:extLst>
              </p14:cNvPr>
              <p14:cNvContentPartPr/>
              <p14:nvPr/>
            </p14:nvContentPartPr>
            <p14:xfrm>
              <a:off x="487543" y="6000353"/>
              <a:ext cx="270720" cy="1296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B2FA69E5-3261-9E06-07C1-3EE94D48C5B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56943" y="5969753"/>
                <a:ext cx="33192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55457877-3078-5A9D-2253-841424E24605}"/>
                  </a:ext>
                </a:extLst>
              </p14:cNvPr>
              <p14:cNvContentPartPr/>
              <p14:nvPr/>
            </p14:nvContentPartPr>
            <p14:xfrm>
              <a:off x="1041583" y="5799113"/>
              <a:ext cx="1936080" cy="49644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55457877-3078-5A9D-2253-841424E2460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10983" y="5768513"/>
                <a:ext cx="1997280" cy="55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9CA9089D-EE63-925A-B992-00465E62AF33}"/>
                  </a:ext>
                </a:extLst>
              </p14:cNvPr>
              <p14:cNvContentPartPr/>
              <p14:nvPr/>
            </p14:nvContentPartPr>
            <p14:xfrm>
              <a:off x="3052903" y="5949953"/>
              <a:ext cx="163080" cy="157680"/>
            </p14:xfrm>
          </p:contentPart>
        </mc:Choice>
        <mc:Fallback xmlns=""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9CA9089D-EE63-925A-B992-00465E62AF3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022303" y="5919353"/>
                <a:ext cx="22464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592FACC1-8D7B-9A66-E236-1F77DFAC3659}"/>
                  </a:ext>
                </a:extLst>
              </p14:cNvPr>
              <p14:cNvContentPartPr/>
              <p14:nvPr/>
            </p14:nvContentPartPr>
            <p14:xfrm>
              <a:off x="3643663" y="5849513"/>
              <a:ext cx="1188720" cy="53460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592FACC1-8D7B-9A66-E236-1F77DFAC365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613063" y="5818913"/>
                <a:ext cx="1249920" cy="5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69F6F144-4F64-2FDA-F1F5-85F6DBD70B6E}"/>
                  </a:ext>
                </a:extLst>
              </p14:cNvPr>
              <p14:cNvContentPartPr/>
              <p14:nvPr/>
            </p14:nvContentPartPr>
            <p14:xfrm>
              <a:off x="8082463" y="5726393"/>
              <a:ext cx="1879560" cy="44424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69F6F144-4F64-2FDA-F1F5-85F6DBD70B6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051863" y="5695768"/>
                <a:ext cx="1940760" cy="5058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283F253E-F61C-07AA-B920-B6068165075D}"/>
                  </a:ext>
                </a:extLst>
              </p14:cNvPr>
              <p14:cNvContentPartPr/>
              <p14:nvPr/>
            </p14:nvContentPartPr>
            <p14:xfrm>
              <a:off x="5253223" y="5743313"/>
              <a:ext cx="2546640" cy="41400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283F253E-F61C-07AA-B920-B6068165075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222623" y="5712713"/>
                <a:ext cx="260784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57758EAD-74DB-25C6-DED8-3279E7506D5A}"/>
                  </a:ext>
                </a:extLst>
              </p14:cNvPr>
              <p14:cNvContentPartPr/>
              <p14:nvPr/>
            </p14:nvContentPartPr>
            <p14:xfrm>
              <a:off x="3857503" y="2801033"/>
              <a:ext cx="2836080" cy="578160"/>
            </p14:xfrm>
          </p:contentPart>
        </mc:Choice>
        <mc:Fallback xmlns=""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57758EAD-74DB-25C6-DED8-3279E7506D5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826899" y="2770433"/>
                <a:ext cx="2897648" cy="63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443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8EE5241-AB15-495A-0232-0809A910BC81}"/>
                  </a:ext>
                </a:extLst>
              </p14:cNvPr>
              <p14:cNvContentPartPr/>
              <p14:nvPr/>
            </p14:nvContentPartPr>
            <p14:xfrm>
              <a:off x="261463" y="236393"/>
              <a:ext cx="761040" cy="293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8EE5241-AB15-495A-0232-0809A910BC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0863" y="205793"/>
                <a:ext cx="82260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C517C2E-F202-846B-51D9-B6DE39177071}"/>
                  </a:ext>
                </a:extLst>
              </p14:cNvPr>
              <p14:cNvContentPartPr/>
              <p14:nvPr/>
            </p14:nvContentPartPr>
            <p14:xfrm>
              <a:off x="4020943" y="191753"/>
              <a:ext cx="31680" cy="24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C517C2E-F202-846B-51D9-B6DE391770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90343" y="161153"/>
                <a:ext cx="932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0BFA9A5-51AF-922F-025C-9BA066A9C6A2}"/>
                  </a:ext>
                </a:extLst>
              </p14:cNvPr>
              <p14:cNvContentPartPr/>
              <p14:nvPr/>
            </p14:nvContentPartPr>
            <p14:xfrm>
              <a:off x="1380343" y="115793"/>
              <a:ext cx="887040" cy="3902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0BFA9A5-51AF-922F-025C-9BA066A9C6A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49731" y="84833"/>
                <a:ext cx="948625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DBCFACD-E17C-6498-53F3-F34EBB9AB16C}"/>
                  </a:ext>
                </a:extLst>
              </p14:cNvPr>
              <p14:cNvContentPartPr/>
              <p14:nvPr/>
            </p14:nvContentPartPr>
            <p14:xfrm>
              <a:off x="2870383" y="116153"/>
              <a:ext cx="4275720" cy="4399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DBCFACD-E17C-6498-53F3-F34EBB9AB16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39783" y="85553"/>
                <a:ext cx="4336920" cy="5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3C26107-4640-98F0-6E9F-3DFA7C8CF5FD}"/>
                  </a:ext>
                </a:extLst>
              </p14:cNvPr>
              <p14:cNvContentPartPr/>
              <p14:nvPr/>
            </p14:nvContentPartPr>
            <p14:xfrm>
              <a:off x="814783" y="1303793"/>
              <a:ext cx="163800" cy="6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3C26107-4640-98F0-6E9F-3DFA7C8CF5F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3823" y="1273193"/>
                <a:ext cx="22500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2C2F535-E39E-8E08-CA12-5007DE804D9D}"/>
                  </a:ext>
                </a:extLst>
              </p14:cNvPr>
              <p14:cNvContentPartPr/>
              <p14:nvPr/>
            </p14:nvContentPartPr>
            <p14:xfrm>
              <a:off x="1374223" y="1118753"/>
              <a:ext cx="19080" cy="2952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2C2F535-E39E-8E08-CA12-5007DE804D9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43623" y="1088153"/>
                <a:ext cx="8064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2574773-E47A-B362-CC24-9C4DB4C8F43D}"/>
                  </a:ext>
                </a:extLst>
              </p14:cNvPr>
              <p14:cNvContentPartPr/>
              <p14:nvPr/>
            </p14:nvContentPartPr>
            <p14:xfrm>
              <a:off x="1512463" y="1134233"/>
              <a:ext cx="188280" cy="3146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2574773-E47A-B362-CC24-9C4DB4C8F43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81863" y="1103633"/>
                <a:ext cx="24948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ED63D31-74EA-0E1B-7EAC-6E7C640A5017}"/>
                  </a:ext>
                </a:extLst>
              </p14:cNvPr>
              <p14:cNvContentPartPr/>
              <p14:nvPr/>
            </p14:nvContentPartPr>
            <p14:xfrm>
              <a:off x="1543783" y="1253753"/>
              <a:ext cx="258120" cy="63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ED63D31-74EA-0E1B-7EAC-6E7C640A501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13183" y="1222793"/>
                <a:ext cx="31932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4A50808-5412-E53E-F4F9-EEFABAE48DCB}"/>
                  </a:ext>
                </a:extLst>
              </p14:cNvPr>
              <p14:cNvContentPartPr/>
              <p14:nvPr/>
            </p14:nvContentPartPr>
            <p14:xfrm>
              <a:off x="1914943" y="1159433"/>
              <a:ext cx="220320" cy="1386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4A50808-5412-E53E-F4F9-EEFABAE48DC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84343" y="1128473"/>
                <a:ext cx="2818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2BEF448-7F2D-4B2F-3A15-18ADB1108D8C}"/>
                  </a:ext>
                </a:extLst>
              </p14:cNvPr>
              <p14:cNvContentPartPr/>
              <p14:nvPr/>
            </p14:nvContentPartPr>
            <p14:xfrm>
              <a:off x="1990183" y="1165553"/>
              <a:ext cx="69480" cy="3463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2BEF448-7F2D-4B2F-3A15-18ADB1108D8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59583" y="1134953"/>
                <a:ext cx="13104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4BE8C18-BA33-D00B-43A4-F8EA2B59F7E3}"/>
                  </a:ext>
                </a:extLst>
              </p14:cNvPr>
              <p14:cNvContentPartPr/>
              <p14:nvPr/>
            </p14:nvContentPartPr>
            <p14:xfrm>
              <a:off x="2499583" y="1259873"/>
              <a:ext cx="232920" cy="4370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4BE8C18-BA33-D00B-43A4-F8EA2B59F7E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68983" y="1229273"/>
                <a:ext cx="294480" cy="4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1F19EF6-F582-64B6-D8B7-5FA85BE1027F}"/>
                  </a:ext>
                </a:extLst>
              </p14:cNvPr>
              <p14:cNvContentPartPr/>
              <p14:nvPr/>
            </p14:nvContentPartPr>
            <p14:xfrm>
              <a:off x="2807743" y="1266353"/>
              <a:ext cx="327240" cy="1576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1F19EF6-F582-64B6-D8B7-5FA85BE1027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77143" y="1235393"/>
                <a:ext cx="3888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42B77141-07D4-6BE2-17C3-933187687968}"/>
                  </a:ext>
                </a:extLst>
              </p14:cNvPr>
              <p14:cNvContentPartPr/>
              <p14:nvPr/>
            </p14:nvContentPartPr>
            <p14:xfrm>
              <a:off x="3150823" y="1223513"/>
              <a:ext cx="254520" cy="1904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42B77141-07D4-6BE2-17C3-93318768796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19863" y="1192913"/>
                <a:ext cx="31608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1390761-C847-3AF9-4452-171F25976ADE}"/>
                  </a:ext>
                </a:extLst>
              </p14:cNvPr>
              <p14:cNvContentPartPr/>
              <p14:nvPr/>
            </p14:nvContentPartPr>
            <p14:xfrm>
              <a:off x="3492823" y="1042073"/>
              <a:ext cx="88200" cy="3218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1390761-C847-3AF9-4452-171F25976AD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462223" y="1011113"/>
                <a:ext cx="14976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19B1D68-CACE-FFC5-DD38-80B8CC576A0C}"/>
                  </a:ext>
                </a:extLst>
              </p14:cNvPr>
              <p14:cNvContentPartPr/>
              <p14:nvPr/>
            </p14:nvContentPartPr>
            <p14:xfrm>
              <a:off x="3385903" y="1178153"/>
              <a:ext cx="314640" cy="63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19B1D68-CACE-FFC5-DD38-80B8CC576A0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55303" y="1147553"/>
                <a:ext cx="37620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4FBA9E4-BFBB-9205-82DA-CB5557E9783B}"/>
                  </a:ext>
                </a:extLst>
              </p14:cNvPr>
              <p14:cNvContentPartPr/>
              <p14:nvPr/>
            </p14:nvContentPartPr>
            <p14:xfrm>
              <a:off x="3700543" y="1209473"/>
              <a:ext cx="31680" cy="1681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4FBA9E4-BFBB-9205-82DA-CB5557E9783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69583" y="1178873"/>
                <a:ext cx="9324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3FDFC09-B55A-9F2F-466B-77172B04446D}"/>
                  </a:ext>
                </a:extLst>
              </p14:cNvPr>
              <p14:cNvContentPartPr/>
              <p14:nvPr/>
            </p14:nvContentPartPr>
            <p14:xfrm>
              <a:off x="3788383" y="1127753"/>
              <a:ext cx="19080" cy="129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3FDFC09-B55A-9F2F-466B-77172B04446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757783" y="1097153"/>
                <a:ext cx="806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207D4DF-586E-2BDB-03BD-BAE7FBA3CE5A}"/>
                  </a:ext>
                </a:extLst>
              </p14:cNvPr>
              <p14:cNvContentPartPr/>
              <p14:nvPr/>
            </p14:nvContentPartPr>
            <p14:xfrm>
              <a:off x="3924103" y="1241153"/>
              <a:ext cx="223200" cy="1378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207D4DF-586E-2BDB-03BD-BAE7FBA3CE5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93143" y="1210193"/>
                <a:ext cx="2844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7DFEF0D-07A2-2585-E9F9-329E7B4CDBBD}"/>
                  </a:ext>
                </a:extLst>
              </p14:cNvPr>
              <p14:cNvContentPartPr/>
              <p14:nvPr/>
            </p14:nvContentPartPr>
            <p14:xfrm>
              <a:off x="4203463" y="1247273"/>
              <a:ext cx="25560" cy="1227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7DFEF0D-07A2-2585-E9F9-329E7B4CDBB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172863" y="1216673"/>
                <a:ext cx="8676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C17EC1B-91B2-FE5D-8837-E82914A7EE4E}"/>
                  </a:ext>
                </a:extLst>
              </p14:cNvPr>
              <p14:cNvContentPartPr/>
              <p14:nvPr/>
            </p14:nvContentPartPr>
            <p14:xfrm>
              <a:off x="4196983" y="1127753"/>
              <a:ext cx="25560" cy="190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C17EC1B-91B2-FE5D-8837-E82914A7EE4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166383" y="1097153"/>
                <a:ext cx="867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C7E965E-AEFF-8430-BB78-67E85318DE5E}"/>
                  </a:ext>
                </a:extLst>
              </p14:cNvPr>
              <p14:cNvContentPartPr/>
              <p14:nvPr/>
            </p14:nvContentPartPr>
            <p14:xfrm>
              <a:off x="4373023" y="1206953"/>
              <a:ext cx="232920" cy="3704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C7E965E-AEFF-8430-BB78-67E85318DE5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342423" y="1175993"/>
                <a:ext cx="2944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3981D0B-B225-5987-F3EB-E3B9BBB6B8BD}"/>
                  </a:ext>
                </a:extLst>
              </p14:cNvPr>
              <p14:cNvContentPartPr/>
              <p14:nvPr/>
            </p14:nvContentPartPr>
            <p14:xfrm>
              <a:off x="4699903" y="1209473"/>
              <a:ext cx="339840" cy="1378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3981D0B-B225-5987-F3EB-E3B9BBB6B8B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669303" y="1178873"/>
                <a:ext cx="4010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48D6C66-3083-FF12-AAA7-260EE0BD186B}"/>
                  </a:ext>
                </a:extLst>
              </p14:cNvPr>
              <p14:cNvContentPartPr/>
              <p14:nvPr/>
            </p14:nvContentPartPr>
            <p14:xfrm>
              <a:off x="5077183" y="1203353"/>
              <a:ext cx="365040" cy="1324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A48D6C66-3083-FF12-AAA7-260EE0BD186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046583" y="1172753"/>
                <a:ext cx="42624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0834315-22F6-4977-D7E6-1FD3C6E25275}"/>
                  </a:ext>
                </a:extLst>
              </p14:cNvPr>
              <p14:cNvContentPartPr/>
              <p14:nvPr/>
            </p14:nvContentPartPr>
            <p14:xfrm>
              <a:off x="5486143" y="1011113"/>
              <a:ext cx="68760" cy="2923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0834315-22F6-4977-D7E6-1FD3C6E2527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455183" y="980513"/>
                <a:ext cx="13032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CE66878-8133-E7EA-F8E0-34BD55614236}"/>
                  </a:ext>
                </a:extLst>
              </p14:cNvPr>
              <p14:cNvContentPartPr/>
              <p14:nvPr/>
            </p14:nvContentPartPr>
            <p14:xfrm>
              <a:off x="5404063" y="1090313"/>
              <a:ext cx="295920" cy="63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CE66878-8133-E7EA-F8E0-34BD5561423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373463" y="1059353"/>
                <a:ext cx="35712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6E688C2-841E-DC79-2221-BCFFA0036196}"/>
                  </a:ext>
                </a:extLst>
              </p14:cNvPr>
              <p14:cNvContentPartPr/>
              <p14:nvPr/>
            </p14:nvContentPartPr>
            <p14:xfrm>
              <a:off x="5605303" y="1146833"/>
              <a:ext cx="182520" cy="1882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6E688C2-841E-DC79-2221-BCFFA003619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574703" y="1115873"/>
                <a:ext cx="24408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B1E5F2F-504F-11B7-F3D8-E6FC2456FB3A}"/>
                  </a:ext>
                </a:extLst>
              </p14:cNvPr>
              <p14:cNvContentPartPr/>
              <p14:nvPr/>
            </p14:nvContentPartPr>
            <p14:xfrm>
              <a:off x="2015383" y="1731473"/>
              <a:ext cx="371160" cy="3463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B1E5F2F-504F-11B7-F3D8-E6FC2456FB3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984783" y="1700873"/>
                <a:ext cx="43272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E94E3FA-B7DD-C3DF-90FB-1DA931CF60BD}"/>
                  </a:ext>
                </a:extLst>
              </p14:cNvPr>
              <p14:cNvContentPartPr/>
              <p14:nvPr/>
            </p14:nvContentPartPr>
            <p14:xfrm>
              <a:off x="2354863" y="1989233"/>
              <a:ext cx="229320" cy="1162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E94E3FA-B7DD-C3DF-90FB-1DA931CF60B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324263" y="1958633"/>
                <a:ext cx="2908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130A087-3FEF-0637-3D8C-99D648FE1577}"/>
                  </a:ext>
                </a:extLst>
              </p14:cNvPr>
              <p14:cNvContentPartPr/>
              <p14:nvPr/>
            </p14:nvContentPartPr>
            <p14:xfrm>
              <a:off x="2927263" y="1787993"/>
              <a:ext cx="490680" cy="3337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130A087-3FEF-0637-3D8C-99D648FE157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896303" y="1757393"/>
                <a:ext cx="55224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EC8A4EB-B6D5-9557-FEA8-3CF10B74667B}"/>
                  </a:ext>
                </a:extLst>
              </p14:cNvPr>
              <p14:cNvContentPartPr/>
              <p14:nvPr/>
            </p14:nvContentPartPr>
            <p14:xfrm>
              <a:off x="5071063" y="1669193"/>
              <a:ext cx="1710360" cy="6062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EC8A4EB-B6D5-9557-FEA8-3CF10B74667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040463" y="1638575"/>
                <a:ext cx="1771920" cy="6678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3381EC1-434E-1B55-1551-6D4EF2122079}"/>
                  </a:ext>
                </a:extLst>
              </p14:cNvPr>
              <p14:cNvContentPartPr/>
              <p14:nvPr/>
            </p14:nvContentPartPr>
            <p14:xfrm>
              <a:off x="3995743" y="1775393"/>
              <a:ext cx="572040" cy="3402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3381EC1-434E-1B55-1551-6D4EF212207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965124" y="1744761"/>
                <a:ext cx="633639" cy="401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BAF6B99-2ADA-BC4E-54A9-5E45D5605741}"/>
                  </a:ext>
                </a:extLst>
              </p14:cNvPr>
              <p14:cNvContentPartPr/>
              <p14:nvPr/>
            </p14:nvContentPartPr>
            <p14:xfrm>
              <a:off x="2047063" y="2366513"/>
              <a:ext cx="6480" cy="3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BAF6B99-2ADA-BC4E-54A9-5E45D560574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016103" y="2335913"/>
                <a:ext cx="6804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182439F-4730-7546-3ADF-2CC6AF213EC5}"/>
                  </a:ext>
                </a:extLst>
              </p14:cNvPr>
              <p14:cNvContentPartPr/>
              <p14:nvPr/>
            </p14:nvContentPartPr>
            <p14:xfrm>
              <a:off x="7076623" y="1543553"/>
              <a:ext cx="295920" cy="6534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182439F-4730-7546-3ADF-2CC6AF213EC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046023" y="1512953"/>
                <a:ext cx="357120" cy="71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BEE62B2-B50C-1C47-1062-B82A2AD7E05C}"/>
                  </a:ext>
                </a:extLst>
              </p14:cNvPr>
              <p14:cNvContentPartPr/>
              <p14:nvPr/>
            </p14:nvContentPartPr>
            <p14:xfrm>
              <a:off x="7573423" y="1643273"/>
              <a:ext cx="533880" cy="3384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BEE62B2-B50C-1C47-1062-B82A2AD7E05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542484" y="1612673"/>
                <a:ext cx="595039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D3C23F88-AB43-FA5D-C910-AF90E0D35C2C}"/>
                  </a:ext>
                </a:extLst>
              </p14:cNvPr>
              <p14:cNvContentPartPr/>
              <p14:nvPr/>
            </p14:nvContentPartPr>
            <p14:xfrm>
              <a:off x="8466223" y="1548953"/>
              <a:ext cx="1245240" cy="4338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D3C23F88-AB43-FA5D-C910-AF90E0D35C2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435263" y="1518328"/>
                <a:ext cx="1306440" cy="4954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C2569D82-5EF5-9BCC-1188-AA5FC4CBAD04}"/>
                  </a:ext>
                </a:extLst>
              </p14:cNvPr>
              <p14:cNvContentPartPr/>
              <p14:nvPr/>
            </p14:nvContentPartPr>
            <p14:xfrm>
              <a:off x="10498063" y="1590353"/>
              <a:ext cx="945000" cy="3924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C2569D82-5EF5-9BCC-1188-AA5FC4CBAD0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467463" y="1559753"/>
                <a:ext cx="100620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5AC4F0F-19F9-5512-D1F1-1B1C23010609}"/>
                  </a:ext>
                </a:extLst>
              </p14:cNvPr>
              <p14:cNvContentPartPr/>
              <p14:nvPr/>
            </p14:nvContentPartPr>
            <p14:xfrm>
              <a:off x="9735943" y="1643993"/>
              <a:ext cx="415440" cy="58248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5AC4F0F-19F9-5512-D1F1-1B1C2301060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705343" y="1613374"/>
                <a:ext cx="476640" cy="6440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D83F69FD-407D-2375-2084-654E64B2F103}"/>
                  </a:ext>
                </a:extLst>
              </p14:cNvPr>
              <p14:cNvContentPartPr/>
              <p14:nvPr/>
            </p14:nvContentPartPr>
            <p14:xfrm>
              <a:off x="764383" y="2574593"/>
              <a:ext cx="1792080" cy="4399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D83F69FD-407D-2375-2084-654E64B2F10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33783" y="2543993"/>
                <a:ext cx="1853640" cy="5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3C50C5DE-D51C-EE63-BA49-E83794AD8D91}"/>
                  </a:ext>
                </a:extLst>
              </p14:cNvPr>
              <p14:cNvContentPartPr/>
              <p14:nvPr/>
            </p14:nvContentPartPr>
            <p14:xfrm>
              <a:off x="6794383" y="2574593"/>
              <a:ext cx="3099240" cy="6814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3C50C5DE-D51C-EE63-BA49-E83794AD8D9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763783" y="2543993"/>
                <a:ext cx="3160440" cy="74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229D2DBC-3B71-50E9-3246-0E84374B2049}"/>
                  </a:ext>
                </a:extLst>
              </p14:cNvPr>
              <p14:cNvContentPartPr/>
              <p14:nvPr/>
            </p14:nvContentPartPr>
            <p14:xfrm>
              <a:off x="5265823" y="2533553"/>
              <a:ext cx="1157400" cy="42912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229D2DBC-3B71-50E9-3246-0E84374B204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235213" y="2502593"/>
                <a:ext cx="1218979" cy="49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0793D22-CB1C-E9CD-39C3-EA07A76BC194}"/>
                  </a:ext>
                </a:extLst>
              </p14:cNvPr>
              <p14:cNvContentPartPr/>
              <p14:nvPr/>
            </p14:nvContentPartPr>
            <p14:xfrm>
              <a:off x="4349263" y="2529953"/>
              <a:ext cx="546120" cy="67248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0793D22-CB1C-E9CD-39C3-EA07A76BC19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318663" y="2499353"/>
                <a:ext cx="607320" cy="73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47432593-4311-0301-2CDD-8EDB3A61726B}"/>
                  </a:ext>
                </a:extLst>
              </p14:cNvPr>
              <p14:cNvContentPartPr/>
              <p14:nvPr/>
            </p14:nvContentPartPr>
            <p14:xfrm>
              <a:off x="2706943" y="2587193"/>
              <a:ext cx="1270440" cy="5598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47432593-4311-0301-2CDD-8EDB3A61726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676343" y="2556593"/>
                <a:ext cx="1331640" cy="62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E97C5838-1815-A97B-D77B-9D27DD9277A9}"/>
                  </a:ext>
                </a:extLst>
              </p14:cNvPr>
              <p14:cNvContentPartPr/>
              <p14:nvPr/>
            </p14:nvContentPartPr>
            <p14:xfrm>
              <a:off x="1254703" y="3209633"/>
              <a:ext cx="2050200" cy="39420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E97C5838-1815-A97B-D77B-9D27DD9277A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224098" y="3179033"/>
                <a:ext cx="2111771" cy="45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278944A4-E9B3-F332-D09F-EF16170D44A5}"/>
                  </a:ext>
                </a:extLst>
              </p14:cNvPr>
              <p14:cNvContentPartPr/>
              <p14:nvPr/>
            </p14:nvContentPartPr>
            <p14:xfrm>
              <a:off x="3341983" y="3929993"/>
              <a:ext cx="4005360" cy="73728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278944A4-E9B3-F332-D09F-EF16170D44A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311383" y="3899033"/>
                <a:ext cx="4066560" cy="79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DB5EE761-DF69-F1C3-F248-A96D1CBC7C7A}"/>
                  </a:ext>
                </a:extLst>
              </p14:cNvPr>
              <p14:cNvContentPartPr/>
              <p14:nvPr/>
            </p14:nvContentPartPr>
            <p14:xfrm>
              <a:off x="2468263" y="3803273"/>
              <a:ext cx="581400" cy="4712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DB5EE761-DF69-F1C3-F248-A96D1CBC7C7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437303" y="3772673"/>
                <a:ext cx="642960" cy="53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324E561F-3BB9-4355-B725-39B34AEB9372}"/>
                  </a:ext>
                </a:extLst>
              </p14:cNvPr>
              <p14:cNvContentPartPr/>
              <p14:nvPr/>
            </p14:nvContentPartPr>
            <p14:xfrm>
              <a:off x="927823" y="4881113"/>
              <a:ext cx="182520" cy="64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324E561F-3BB9-4355-B725-39B34AEB937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97223" y="4850513"/>
                <a:ext cx="24408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31F1F37F-958B-ECC2-4EB3-D1E96336ADAE}"/>
                  </a:ext>
                </a:extLst>
              </p14:cNvPr>
              <p14:cNvContentPartPr/>
              <p14:nvPr/>
            </p14:nvContentPartPr>
            <p14:xfrm>
              <a:off x="5278423" y="4655033"/>
              <a:ext cx="2006280" cy="47736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31F1F37F-958B-ECC2-4EB3-D1E96336ADA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247818" y="4624433"/>
                <a:ext cx="2067851" cy="53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AEA8AD81-B566-CCFF-5465-ED5651216C28}"/>
                  </a:ext>
                </a:extLst>
              </p14:cNvPr>
              <p14:cNvContentPartPr/>
              <p14:nvPr/>
            </p14:nvContentPartPr>
            <p14:xfrm>
              <a:off x="2387263" y="4655753"/>
              <a:ext cx="2489400" cy="53388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AEA8AD81-B566-CCFF-5465-ED5651216C2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356303" y="4624814"/>
                <a:ext cx="2550600" cy="5950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C388C86F-A07C-077C-872B-5EED67D0C709}"/>
                  </a:ext>
                </a:extLst>
              </p14:cNvPr>
              <p14:cNvContentPartPr/>
              <p14:nvPr/>
            </p14:nvContentPartPr>
            <p14:xfrm>
              <a:off x="1481143" y="4742873"/>
              <a:ext cx="426240" cy="39024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C388C86F-A07C-077C-872B-5EED67D0C70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450569" y="4712273"/>
                <a:ext cx="487388" cy="45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635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AACBBE0-1201-AC44-4053-8CE32D485958}"/>
                  </a:ext>
                </a:extLst>
              </p14:cNvPr>
              <p14:cNvContentPartPr/>
              <p14:nvPr/>
            </p14:nvContentPartPr>
            <p14:xfrm>
              <a:off x="400423" y="348353"/>
              <a:ext cx="773280" cy="321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AACBBE0-1201-AC44-4053-8CE32D4859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9364" y="307313"/>
                <a:ext cx="844953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B63BBDD-165B-B568-D672-F400B793695F}"/>
                  </a:ext>
                </a:extLst>
              </p14:cNvPr>
              <p14:cNvContentPartPr/>
              <p14:nvPr/>
            </p14:nvContentPartPr>
            <p14:xfrm>
              <a:off x="5813023" y="269873"/>
              <a:ext cx="2175480" cy="3679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B63BBDD-165B-B568-D672-F400B79369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82068" y="239273"/>
                <a:ext cx="223667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E520F13-5CC5-6181-C41B-2021927E6DA6}"/>
                  </a:ext>
                </a:extLst>
              </p14:cNvPr>
              <p14:cNvContentPartPr/>
              <p14:nvPr/>
            </p14:nvContentPartPr>
            <p14:xfrm>
              <a:off x="3090703" y="282473"/>
              <a:ext cx="2150280" cy="3240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E520F13-5CC5-6181-C41B-2021927E6DA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59748" y="241748"/>
                <a:ext cx="2211470" cy="3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A963FE6-09FD-A31F-A0A9-FD5FA1CB5E5F}"/>
                  </a:ext>
                </a:extLst>
              </p14:cNvPr>
              <p14:cNvContentPartPr/>
              <p14:nvPr/>
            </p14:nvContentPartPr>
            <p14:xfrm>
              <a:off x="1632703" y="304073"/>
              <a:ext cx="842040" cy="3060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A963FE6-09FD-A31F-A0A9-FD5FA1CB5E5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02103" y="273437"/>
                <a:ext cx="903600" cy="3672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643AB32-4CF3-91F0-3BA9-D0CC0B7EE79A}"/>
                  </a:ext>
                </a:extLst>
              </p14:cNvPr>
              <p14:cNvContentPartPr/>
              <p14:nvPr/>
            </p14:nvContentPartPr>
            <p14:xfrm>
              <a:off x="6328543" y="1467233"/>
              <a:ext cx="19080" cy="1638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643AB32-4CF3-91F0-3BA9-D0CC0B7EE79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97943" y="1436633"/>
                <a:ext cx="8064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3BB005F-51CB-84E5-993E-AD5F2E8849A7}"/>
                  </a:ext>
                </a:extLst>
              </p14:cNvPr>
              <p14:cNvContentPartPr/>
              <p14:nvPr/>
            </p14:nvContentPartPr>
            <p14:xfrm>
              <a:off x="6359863" y="2253113"/>
              <a:ext cx="12960" cy="3463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3BB005F-51CB-84E5-993E-AD5F2E8849A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29263" y="2222513"/>
                <a:ext cx="7416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4CEAA7B-D866-86DA-F5A8-EFC7EAF5390D}"/>
                  </a:ext>
                </a:extLst>
              </p14:cNvPr>
              <p14:cNvContentPartPr/>
              <p14:nvPr/>
            </p14:nvContentPartPr>
            <p14:xfrm>
              <a:off x="6334663" y="3526793"/>
              <a:ext cx="19080" cy="2988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4CEAA7B-D866-86DA-F5A8-EFC7EAF5390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304063" y="3496193"/>
                <a:ext cx="806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B7A8BE31-F6AD-D568-83B1-9F54F2001817}"/>
                  </a:ext>
                </a:extLst>
              </p14:cNvPr>
              <p14:cNvContentPartPr/>
              <p14:nvPr/>
            </p14:nvContentPartPr>
            <p14:xfrm>
              <a:off x="6347263" y="4573313"/>
              <a:ext cx="19080" cy="4719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B7A8BE31-F6AD-D568-83B1-9F54F200181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316663" y="4542353"/>
                <a:ext cx="80640" cy="53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AC1708C6-38C8-B915-89F3-824B9A69F92E}"/>
                  </a:ext>
                </a:extLst>
              </p14:cNvPr>
              <p14:cNvContentPartPr/>
              <p14:nvPr/>
            </p14:nvContentPartPr>
            <p14:xfrm>
              <a:off x="6441583" y="5805593"/>
              <a:ext cx="6480" cy="2768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AC1708C6-38C8-B915-89F3-824B9A69F92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410983" y="5774633"/>
                <a:ext cx="6804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1AED10B4-C6E2-44AA-74C9-CC50BD358880}"/>
                  </a:ext>
                </a:extLst>
              </p14:cNvPr>
              <p14:cNvContentPartPr/>
              <p14:nvPr/>
            </p14:nvContentPartPr>
            <p14:xfrm>
              <a:off x="450103" y="2102273"/>
              <a:ext cx="2192400" cy="3762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1AED10B4-C6E2-44AA-74C9-CC50BD35888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19143" y="2071673"/>
                <a:ext cx="225396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A9213125-EE30-635A-8470-CC7F218892C4}"/>
                  </a:ext>
                </a:extLst>
              </p14:cNvPr>
              <p14:cNvContentPartPr/>
              <p14:nvPr/>
            </p14:nvContentPartPr>
            <p14:xfrm>
              <a:off x="827383" y="2567753"/>
              <a:ext cx="1100520" cy="3769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A9213125-EE30-635A-8470-CC7F218892C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96423" y="2536793"/>
                <a:ext cx="116208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1CE2DA9-1F64-26D8-8E35-99BF59FD3C9B}"/>
                  </a:ext>
                </a:extLst>
              </p14:cNvPr>
              <p14:cNvContentPartPr/>
              <p14:nvPr/>
            </p14:nvContentPartPr>
            <p14:xfrm>
              <a:off x="3046423" y="2036033"/>
              <a:ext cx="2068920" cy="3747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1CE2DA9-1F64-26D8-8E35-99BF59FD3C9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015823" y="2005433"/>
                <a:ext cx="213012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C844B4ED-F58C-772A-2155-CB4E628D2AED}"/>
                  </a:ext>
                </a:extLst>
              </p14:cNvPr>
              <p14:cNvContentPartPr/>
              <p14:nvPr/>
            </p14:nvContentPartPr>
            <p14:xfrm>
              <a:off x="2273143" y="2564873"/>
              <a:ext cx="2433600" cy="2988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C844B4ED-F58C-772A-2155-CB4E628D2AE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242543" y="2534273"/>
                <a:ext cx="24948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20F81065-072B-4DC2-46B5-371D8993F4E0}"/>
                  </a:ext>
                </a:extLst>
              </p14:cNvPr>
              <p14:cNvContentPartPr/>
              <p14:nvPr/>
            </p14:nvContentPartPr>
            <p14:xfrm>
              <a:off x="494023" y="3271913"/>
              <a:ext cx="1873800" cy="6012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20F81065-072B-4DC2-46B5-371D8993F4E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63423" y="3240953"/>
                <a:ext cx="1935360" cy="66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E6F7DBF5-A2C8-5438-6155-88B2D6E70CD1}"/>
                  </a:ext>
                </a:extLst>
              </p14:cNvPr>
              <p14:cNvContentPartPr/>
              <p14:nvPr/>
            </p14:nvContentPartPr>
            <p14:xfrm>
              <a:off x="2820343" y="3190193"/>
              <a:ext cx="195120" cy="3711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E6F7DBF5-A2C8-5438-6155-88B2D6E70CD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789383" y="3159233"/>
                <a:ext cx="25668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9F805292-B5BE-5100-B403-DEF3A87FB5AA}"/>
                  </a:ext>
                </a:extLst>
              </p14:cNvPr>
              <p14:cNvContentPartPr/>
              <p14:nvPr/>
            </p14:nvContentPartPr>
            <p14:xfrm>
              <a:off x="2769943" y="3372353"/>
              <a:ext cx="207720" cy="752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9F805292-B5BE-5100-B403-DEF3A87FB5A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739343" y="3341753"/>
                <a:ext cx="26928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2BA50DA6-00BD-C38B-393A-82BD43133409}"/>
                  </a:ext>
                </a:extLst>
              </p14:cNvPr>
              <p14:cNvContentPartPr/>
              <p14:nvPr/>
            </p14:nvContentPartPr>
            <p14:xfrm>
              <a:off x="2977303" y="3359753"/>
              <a:ext cx="239400" cy="1825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2BA50DA6-00BD-C38B-393A-82BD4313340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946703" y="3329153"/>
                <a:ext cx="30060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2B441B40-7F9F-1980-3A36-1DB25374BD68}"/>
                  </a:ext>
                </a:extLst>
              </p14:cNvPr>
              <p14:cNvContentPartPr/>
              <p14:nvPr/>
            </p14:nvContentPartPr>
            <p14:xfrm>
              <a:off x="3241543" y="3366233"/>
              <a:ext cx="333720" cy="16308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2B441B40-7F9F-1980-3A36-1DB25374BD6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210943" y="3335273"/>
                <a:ext cx="39492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4208B517-0C74-FC45-D56A-63701DCEB336}"/>
                  </a:ext>
                </a:extLst>
              </p14:cNvPr>
              <p14:cNvContentPartPr/>
              <p14:nvPr/>
            </p14:nvContentPartPr>
            <p14:xfrm>
              <a:off x="3555823" y="3193433"/>
              <a:ext cx="82080" cy="2916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4208B517-0C74-FC45-D56A-63701DCEB33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525223" y="3162833"/>
                <a:ext cx="14328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87CF3940-A3EF-26D5-3756-75B57001E990}"/>
                  </a:ext>
                </a:extLst>
              </p14:cNvPr>
              <p14:cNvContentPartPr/>
              <p14:nvPr/>
            </p14:nvContentPartPr>
            <p14:xfrm>
              <a:off x="3524503" y="3321953"/>
              <a:ext cx="151200" cy="129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87CF3940-A3EF-26D5-3756-75B57001E99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493543" y="3291353"/>
                <a:ext cx="21276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2DE7423B-0BED-4EA5-004B-37A00BDB4296}"/>
                  </a:ext>
                </a:extLst>
              </p14:cNvPr>
              <p14:cNvContentPartPr/>
              <p14:nvPr/>
            </p14:nvContentPartPr>
            <p14:xfrm>
              <a:off x="3706663" y="3360473"/>
              <a:ext cx="132480" cy="1126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2DE7423B-0BED-4EA5-004B-37A00BDB429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676063" y="3329873"/>
                <a:ext cx="19368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5E010CA8-5A97-9080-F72E-D04FC7DF290F}"/>
                  </a:ext>
                </a:extLst>
              </p14:cNvPr>
              <p14:cNvContentPartPr/>
              <p14:nvPr/>
            </p14:nvContentPartPr>
            <p14:xfrm>
              <a:off x="3914023" y="3325553"/>
              <a:ext cx="195120" cy="1339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5E010CA8-5A97-9080-F72E-D04FC7DF290F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883423" y="3294953"/>
                <a:ext cx="25668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9F5B9DD9-54CF-40E3-F45D-D590E2DC62E4}"/>
                  </a:ext>
                </a:extLst>
              </p14:cNvPr>
              <p14:cNvContentPartPr/>
              <p14:nvPr/>
            </p14:nvContentPartPr>
            <p14:xfrm>
              <a:off x="4072063" y="3329153"/>
              <a:ext cx="169560" cy="1378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9F5B9DD9-54CF-40E3-F45D-D590E2DC62E4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041463" y="3298553"/>
                <a:ext cx="23076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F1D63766-9450-5E28-254D-843BC926FA9C}"/>
                  </a:ext>
                </a:extLst>
              </p14:cNvPr>
              <p14:cNvContentPartPr/>
              <p14:nvPr/>
            </p14:nvContentPartPr>
            <p14:xfrm>
              <a:off x="4536463" y="3281633"/>
              <a:ext cx="195120" cy="1918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F1D63766-9450-5E28-254D-843BC926FA9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505863" y="3251033"/>
                <a:ext cx="25668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B53B3D17-B883-529A-3965-803E09683947}"/>
                  </a:ext>
                </a:extLst>
              </p14:cNvPr>
              <p14:cNvContentPartPr/>
              <p14:nvPr/>
            </p14:nvContentPartPr>
            <p14:xfrm>
              <a:off x="4775503" y="3303953"/>
              <a:ext cx="239400" cy="1630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B53B3D17-B883-529A-3965-803E0968394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744903" y="3273353"/>
                <a:ext cx="3006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2374D486-0438-ED9A-F980-FBBE11A34D89}"/>
                  </a:ext>
                </a:extLst>
              </p14:cNvPr>
              <p14:cNvContentPartPr/>
              <p14:nvPr/>
            </p14:nvContentPartPr>
            <p14:xfrm>
              <a:off x="5059183" y="3165713"/>
              <a:ext cx="282600" cy="31248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2374D486-0438-ED9A-F980-FBBE11A34D8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028583" y="3134753"/>
                <a:ext cx="34380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B64C360C-73E8-9F37-464F-903A4AB13AAB}"/>
                  </a:ext>
                </a:extLst>
              </p14:cNvPr>
              <p14:cNvContentPartPr/>
              <p14:nvPr/>
            </p14:nvContentPartPr>
            <p14:xfrm>
              <a:off x="5203183" y="3303233"/>
              <a:ext cx="289440" cy="316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B64C360C-73E8-9F37-464F-903A4AB13AA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172223" y="3272633"/>
                <a:ext cx="35100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C03F598-ABB6-D6CA-CABD-A68AC21F7FA5}"/>
                  </a:ext>
                </a:extLst>
              </p14:cNvPr>
              <p14:cNvContentPartPr/>
              <p14:nvPr/>
            </p14:nvContentPartPr>
            <p14:xfrm>
              <a:off x="5392183" y="3328433"/>
              <a:ext cx="182160" cy="16380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C03F598-ABB6-D6CA-CABD-A68AC21F7FA5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361583" y="3297833"/>
                <a:ext cx="2433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15CF600-65CF-CD84-FA11-446415E2D8DE}"/>
                  </a:ext>
                </a:extLst>
              </p14:cNvPr>
              <p14:cNvContentPartPr/>
              <p14:nvPr/>
            </p14:nvContentPartPr>
            <p14:xfrm>
              <a:off x="5655703" y="3328433"/>
              <a:ext cx="226800" cy="1252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15CF600-65CF-CD84-FA11-446415E2D8D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625103" y="3297833"/>
                <a:ext cx="28800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EF6D04CF-81A7-5B01-FC60-396C0F8BEC8D}"/>
                  </a:ext>
                </a:extLst>
              </p14:cNvPr>
              <p14:cNvContentPartPr/>
              <p14:nvPr/>
            </p14:nvContentPartPr>
            <p14:xfrm>
              <a:off x="557383" y="3969593"/>
              <a:ext cx="2772360" cy="49104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EF6D04CF-81A7-5B01-FC60-396C0F8BEC8D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26783" y="3938971"/>
                <a:ext cx="2833560" cy="552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80FB933B-3EF8-2C64-FD08-901D78139191}"/>
                  </a:ext>
                </a:extLst>
              </p14:cNvPr>
              <p14:cNvContentPartPr/>
              <p14:nvPr/>
            </p14:nvContentPartPr>
            <p14:xfrm>
              <a:off x="4530343" y="4001633"/>
              <a:ext cx="2043720" cy="5900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80FB933B-3EF8-2C64-FD08-901D7813919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499743" y="3971033"/>
                <a:ext cx="2104920" cy="65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A4706B51-0840-91B2-68FC-8BE9E98B124C}"/>
                  </a:ext>
                </a:extLst>
              </p14:cNvPr>
              <p14:cNvContentPartPr/>
              <p14:nvPr/>
            </p14:nvContentPartPr>
            <p14:xfrm>
              <a:off x="3713143" y="3944393"/>
              <a:ext cx="490680" cy="4028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A4706B51-0840-91B2-68FC-8BE9E98B124C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682183" y="3913793"/>
                <a:ext cx="55224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8B452131-8262-615B-BC72-4BC3CF7BFE17}"/>
                  </a:ext>
                </a:extLst>
              </p14:cNvPr>
              <p14:cNvContentPartPr/>
              <p14:nvPr/>
            </p14:nvContentPartPr>
            <p14:xfrm>
              <a:off x="2807743" y="4586633"/>
              <a:ext cx="1578240" cy="61560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8B452131-8262-615B-BC72-4BC3CF7BFE1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777150" y="4555691"/>
                <a:ext cx="1639426" cy="6767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D709B2C6-F78C-08A2-E278-76DF54E25B6C}"/>
                  </a:ext>
                </a:extLst>
              </p14:cNvPr>
              <p14:cNvContentPartPr/>
              <p14:nvPr/>
            </p14:nvContentPartPr>
            <p14:xfrm>
              <a:off x="2090983" y="4774553"/>
              <a:ext cx="352440" cy="2257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D709B2C6-F78C-08A2-E278-76DF54E25B6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060383" y="4743642"/>
                <a:ext cx="413640" cy="2868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5BF73D5B-A389-B19F-82BA-A117A4A446F6}"/>
                  </a:ext>
                </a:extLst>
              </p14:cNvPr>
              <p14:cNvContentPartPr/>
              <p14:nvPr/>
            </p14:nvContentPartPr>
            <p14:xfrm>
              <a:off x="1110703" y="4715153"/>
              <a:ext cx="584640" cy="32724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5BF73D5B-A389-B19F-82BA-A117A4A446F6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80084" y="4684193"/>
                <a:ext cx="646238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880831E9-F637-DDF4-F734-3B55DB63A059}"/>
                  </a:ext>
                </a:extLst>
              </p14:cNvPr>
              <p14:cNvContentPartPr/>
              <p14:nvPr/>
            </p14:nvContentPartPr>
            <p14:xfrm>
              <a:off x="8472343" y="2209193"/>
              <a:ext cx="1861200" cy="57564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880831E9-F637-DDF4-F734-3B55DB63A05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441743" y="2178574"/>
                <a:ext cx="1922760" cy="6368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1FF2CEFD-FFAC-F1A3-473B-C3582C86A72B}"/>
                  </a:ext>
                </a:extLst>
              </p14:cNvPr>
              <p14:cNvContentPartPr/>
              <p14:nvPr/>
            </p14:nvContentPartPr>
            <p14:xfrm>
              <a:off x="6668023" y="2240513"/>
              <a:ext cx="1370880" cy="3268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1FF2CEFD-FFAC-F1A3-473B-C3582C86A72B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637423" y="2209879"/>
                <a:ext cx="1432440" cy="3885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86E34311-3E13-5302-D9B6-0DFCDA92256C}"/>
                  </a:ext>
                </a:extLst>
              </p14:cNvPr>
              <p14:cNvContentPartPr/>
              <p14:nvPr/>
            </p14:nvContentPartPr>
            <p14:xfrm>
              <a:off x="7210903" y="2751353"/>
              <a:ext cx="2336760" cy="33192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86E34311-3E13-5302-D9B6-0DFCDA92256C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179948" y="2720786"/>
                <a:ext cx="2397951" cy="3930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72FC268E-106B-D5EB-9F30-2CE49AAFE070}"/>
                  </a:ext>
                </a:extLst>
              </p14:cNvPr>
              <p14:cNvContentPartPr/>
              <p14:nvPr/>
            </p14:nvContentPartPr>
            <p14:xfrm>
              <a:off x="6563263" y="3542273"/>
              <a:ext cx="237240" cy="3816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72FC268E-106B-D5EB-9F30-2CE49AAFE070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532663" y="3511313"/>
                <a:ext cx="2984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646E9163-9441-7F32-02CD-D784922B0E0B}"/>
                  </a:ext>
                </a:extLst>
              </p14:cNvPr>
              <p14:cNvContentPartPr/>
              <p14:nvPr/>
            </p14:nvContentPartPr>
            <p14:xfrm>
              <a:off x="9607423" y="2869433"/>
              <a:ext cx="170640" cy="22680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646E9163-9441-7F32-02CD-D784922B0E0B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576823" y="2838833"/>
                <a:ext cx="2322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D41040E2-A24E-5697-54C5-2DEC21B94B65}"/>
                  </a:ext>
                </a:extLst>
              </p14:cNvPr>
              <p14:cNvContentPartPr/>
              <p14:nvPr/>
            </p14:nvContentPartPr>
            <p14:xfrm>
              <a:off x="7051423" y="3913793"/>
              <a:ext cx="1157400" cy="33552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D41040E2-A24E-5697-54C5-2DEC21B94B65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020813" y="3883193"/>
                <a:ext cx="1218979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0FB0CD61-0D16-BF96-974C-5AD657DD3BBA}"/>
                  </a:ext>
                </a:extLst>
              </p14:cNvPr>
              <p14:cNvContentPartPr/>
              <p14:nvPr/>
            </p14:nvContentPartPr>
            <p14:xfrm>
              <a:off x="10779583" y="3428873"/>
              <a:ext cx="421920" cy="55440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0FB0CD61-0D16-BF96-974C-5AD657DD3BBA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0748957" y="3398273"/>
                <a:ext cx="483533" cy="61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EC3EA4F7-4104-31CC-3D2E-45FA114BE429}"/>
                  </a:ext>
                </a:extLst>
              </p14:cNvPr>
              <p14:cNvContentPartPr/>
              <p14:nvPr/>
            </p14:nvContentPartPr>
            <p14:xfrm>
              <a:off x="7064023" y="3352193"/>
              <a:ext cx="3382920" cy="41508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EC3EA4F7-4104-31CC-3D2E-45FA114BE429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033423" y="3321620"/>
                <a:ext cx="3444120" cy="4762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6021FA2F-A70A-2EC5-70EF-E9960A4322FD}"/>
                  </a:ext>
                </a:extLst>
              </p14:cNvPr>
              <p14:cNvContentPartPr/>
              <p14:nvPr/>
            </p14:nvContentPartPr>
            <p14:xfrm>
              <a:off x="8717503" y="3894713"/>
              <a:ext cx="1707840" cy="51192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6021FA2F-A70A-2EC5-70EF-E9960A4322FD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686903" y="3864091"/>
                <a:ext cx="1769040" cy="5735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57E2E98A-4C10-9C09-21AA-89A83749BC0D}"/>
                  </a:ext>
                </a:extLst>
              </p14:cNvPr>
              <p14:cNvContentPartPr/>
              <p14:nvPr/>
            </p14:nvContentPartPr>
            <p14:xfrm>
              <a:off x="6643543" y="4824593"/>
              <a:ext cx="182160" cy="3168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57E2E98A-4C10-9C09-21AA-89A83749BC0D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612943" y="4793993"/>
                <a:ext cx="24336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48BC3CCC-6F73-C360-9CCD-B6F9ACAE7A53}"/>
                  </a:ext>
                </a:extLst>
              </p14:cNvPr>
              <p14:cNvContentPartPr/>
              <p14:nvPr/>
            </p14:nvContentPartPr>
            <p14:xfrm>
              <a:off x="7177063" y="4686353"/>
              <a:ext cx="3647160" cy="92484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48BC3CCC-6F73-C360-9CCD-B6F9ACAE7A53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146460" y="4655741"/>
                <a:ext cx="3708726" cy="9864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AAE0C30F-F605-52C6-3383-770E2407DF5F}"/>
                  </a:ext>
                </a:extLst>
              </p14:cNvPr>
              <p14:cNvContentPartPr/>
              <p14:nvPr/>
            </p14:nvContentPartPr>
            <p14:xfrm>
              <a:off x="8679703" y="5736473"/>
              <a:ext cx="1031760" cy="24552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AAE0C30F-F605-52C6-3383-770E2407DF5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649092" y="5705513"/>
                <a:ext cx="1093341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F51FDDB3-4B08-4E53-35F7-08B419804DE9}"/>
                  </a:ext>
                </a:extLst>
              </p14:cNvPr>
              <p14:cNvContentPartPr/>
              <p14:nvPr/>
            </p14:nvContentPartPr>
            <p14:xfrm>
              <a:off x="7127743" y="5708393"/>
              <a:ext cx="1131120" cy="26748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F51FDDB3-4B08-4E53-35F7-08B419804DE9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096793" y="5677752"/>
                <a:ext cx="1192301" cy="3291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D7AFC6E6-7CB2-F62C-E377-2625786C0BF6}"/>
                  </a:ext>
                </a:extLst>
              </p14:cNvPr>
              <p14:cNvContentPartPr/>
              <p14:nvPr/>
            </p14:nvContentPartPr>
            <p14:xfrm>
              <a:off x="10945183" y="5252273"/>
              <a:ext cx="469800" cy="55908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D7AFC6E6-7CB2-F62C-E377-2625786C0BF6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914583" y="5221673"/>
                <a:ext cx="531000" cy="62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262881F9-564C-8547-AE7A-2123CB521D4F}"/>
                  </a:ext>
                </a:extLst>
              </p14:cNvPr>
              <p14:cNvContentPartPr/>
              <p14:nvPr/>
            </p14:nvContentPartPr>
            <p14:xfrm>
              <a:off x="1367743" y="1391993"/>
              <a:ext cx="2138040" cy="396360"/>
            </p14:xfrm>
          </p:contentPart>
        </mc:Choice>
        <mc:Fallback xmlns=""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262881F9-564C-8547-AE7A-2123CB521D4F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337143" y="1361393"/>
                <a:ext cx="219924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FBCCADA5-E040-DC91-6288-52BB3E5D3737}"/>
                  </a:ext>
                </a:extLst>
              </p14:cNvPr>
              <p14:cNvContentPartPr/>
              <p14:nvPr/>
            </p14:nvContentPartPr>
            <p14:xfrm>
              <a:off x="1418143" y="1371113"/>
              <a:ext cx="3056040" cy="549360"/>
            </p14:xfrm>
          </p:contentPart>
        </mc:Choice>
        <mc:Fallback xmlns=""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FBCCADA5-E040-DC91-6288-52BB3E5D3737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387543" y="1340173"/>
                <a:ext cx="3117240" cy="6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93340190-E48F-E019-EB81-135D435F03AB}"/>
                  </a:ext>
                </a:extLst>
              </p14:cNvPr>
              <p14:cNvContentPartPr/>
              <p14:nvPr/>
            </p14:nvContentPartPr>
            <p14:xfrm>
              <a:off x="7441303" y="1247273"/>
              <a:ext cx="2804040" cy="365040"/>
            </p14:xfrm>
          </p:contentPart>
        </mc:Choice>
        <mc:Fallback xmlns=""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93340190-E48F-E019-EB81-135D435F03AB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410707" y="1216673"/>
                <a:ext cx="2865232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DEF41000-D2FB-979F-D7A3-6588FC460BA2}"/>
                  </a:ext>
                </a:extLst>
              </p14:cNvPr>
              <p14:cNvContentPartPr/>
              <p14:nvPr/>
            </p14:nvContentPartPr>
            <p14:xfrm>
              <a:off x="7365703" y="1838393"/>
              <a:ext cx="3181680" cy="113760"/>
            </p14:xfrm>
          </p:contentPart>
        </mc:Choice>
        <mc:Fallback xmlns=""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DEF41000-D2FB-979F-D7A3-6588FC460BA2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335103" y="1807433"/>
                <a:ext cx="3242880" cy="17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6657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D1143EA-D5D3-A2AD-AEEC-04C723624FBA}"/>
                  </a:ext>
                </a:extLst>
              </p14:cNvPr>
              <p14:cNvContentPartPr/>
              <p14:nvPr/>
            </p14:nvContentPartPr>
            <p14:xfrm>
              <a:off x="5649583" y="125513"/>
              <a:ext cx="1924200" cy="3927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D1143EA-D5D3-A2AD-AEEC-04C723624F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18623" y="94581"/>
                <a:ext cx="1985400" cy="4539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44E53EA-0A60-7BA4-847A-DD7ADBD97810}"/>
                  </a:ext>
                </a:extLst>
              </p14:cNvPr>
              <p14:cNvContentPartPr/>
              <p14:nvPr/>
            </p14:nvContentPartPr>
            <p14:xfrm>
              <a:off x="3285463" y="173033"/>
              <a:ext cx="2012040" cy="420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44E53EA-0A60-7BA4-847A-DD7ADBD978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54868" y="142073"/>
                <a:ext cx="2073229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FE04CD9-5612-69C4-5C32-4A3CA1BB7158}"/>
                  </a:ext>
                </a:extLst>
              </p14:cNvPr>
              <p14:cNvContentPartPr/>
              <p14:nvPr/>
            </p14:nvContentPartPr>
            <p14:xfrm>
              <a:off x="1726303" y="210113"/>
              <a:ext cx="1131840" cy="3319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FE04CD9-5612-69C4-5C32-4A3CA1BB715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85276" y="179187"/>
                <a:ext cx="1203457" cy="3930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A51B1FF-A44F-D937-6BBE-6BDCE2F86FAD}"/>
                  </a:ext>
                </a:extLst>
              </p14:cNvPr>
              <p14:cNvContentPartPr/>
              <p14:nvPr/>
            </p14:nvContentPartPr>
            <p14:xfrm>
              <a:off x="355783" y="283193"/>
              <a:ext cx="849240" cy="2847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A51B1FF-A44F-D937-6BBE-6BDCE2F86FA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4823" y="252593"/>
                <a:ext cx="91044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A5AEAC9-D0FE-3E49-506A-6AE95D1DBA71}"/>
                  </a:ext>
                </a:extLst>
              </p14:cNvPr>
              <p14:cNvContentPartPr/>
              <p14:nvPr/>
            </p14:nvContentPartPr>
            <p14:xfrm>
              <a:off x="626143" y="1662353"/>
              <a:ext cx="1752840" cy="3553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A5AEAC9-D0FE-3E49-506A-6AE95D1DBA7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5189" y="1631753"/>
                <a:ext cx="1814027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8943EC6-B270-4727-F86D-42EE3D1E3430}"/>
                  </a:ext>
                </a:extLst>
              </p14:cNvPr>
              <p14:cNvContentPartPr/>
              <p14:nvPr/>
            </p14:nvContentPartPr>
            <p14:xfrm>
              <a:off x="676183" y="2215673"/>
              <a:ext cx="1729800" cy="35838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8943EC6-B270-4727-F86D-42EE3D1E343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5577" y="2184716"/>
                <a:ext cx="1791013" cy="36449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3169999-74C3-BDDE-E630-2B2F33DF52C8}"/>
                  </a:ext>
                </a:extLst>
              </p14:cNvPr>
              <p14:cNvContentPartPr/>
              <p14:nvPr/>
            </p14:nvContentPartPr>
            <p14:xfrm>
              <a:off x="877423" y="2435633"/>
              <a:ext cx="1107000" cy="2638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3169999-74C3-BDDE-E630-2B2F33DF52C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6823" y="2405033"/>
                <a:ext cx="116820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2A181BC-0FFC-6C5D-09D4-CE67282CFA97}"/>
                  </a:ext>
                </a:extLst>
              </p14:cNvPr>
              <p14:cNvContentPartPr/>
              <p14:nvPr/>
            </p14:nvContentPartPr>
            <p14:xfrm>
              <a:off x="927823" y="2913353"/>
              <a:ext cx="1150920" cy="316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2A181BC-0FFC-6C5D-09D4-CE67282CFA9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97223" y="2882753"/>
                <a:ext cx="12121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AA8FDCF-3D8F-D5E3-6491-5A505E75C4A6}"/>
                  </a:ext>
                </a:extLst>
              </p14:cNvPr>
              <p14:cNvContentPartPr/>
              <p14:nvPr/>
            </p14:nvContentPartPr>
            <p14:xfrm>
              <a:off x="887143" y="3711833"/>
              <a:ext cx="1147320" cy="381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AA8FDCF-3D8F-D5E3-6491-5A505E75C4A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56543" y="3681233"/>
                <a:ext cx="120888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BAE24C3A-EB35-0E12-4147-DC2B531A0187}"/>
                  </a:ext>
                </a:extLst>
              </p14:cNvPr>
              <p14:cNvContentPartPr/>
              <p14:nvPr/>
            </p14:nvContentPartPr>
            <p14:xfrm>
              <a:off x="1412023" y="4026113"/>
              <a:ext cx="6480" cy="129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BAE24C3A-EB35-0E12-4147-DC2B531A018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81063" y="3995513"/>
                <a:ext cx="680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B3DBEE9-D93C-DE02-1723-582513028D33}"/>
                  </a:ext>
                </a:extLst>
              </p14:cNvPr>
              <p14:cNvContentPartPr/>
              <p14:nvPr/>
            </p14:nvContentPartPr>
            <p14:xfrm>
              <a:off x="1418143" y="4208633"/>
              <a:ext cx="12960" cy="129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B3DBEE9-D93C-DE02-1723-582513028D3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87543" y="4178033"/>
                <a:ext cx="7416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A55B448-271E-3176-473E-FC10894E4E29}"/>
                  </a:ext>
                </a:extLst>
              </p14:cNvPr>
              <p14:cNvContentPartPr/>
              <p14:nvPr/>
            </p14:nvContentPartPr>
            <p14:xfrm>
              <a:off x="1430743" y="4414553"/>
              <a:ext cx="25560" cy="331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A55B448-271E-3176-473E-FC10894E4E2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00143" y="4383953"/>
                <a:ext cx="8676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830D11E6-EA3F-0CF1-D3BD-0C28BD82BB6C}"/>
                  </a:ext>
                </a:extLst>
              </p14:cNvPr>
              <p14:cNvContentPartPr/>
              <p14:nvPr/>
            </p14:nvContentPartPr>
            <p14:xfrm>
              <a:off x="877423" y="3133313"/>
              <a:ext cx="1245240" cy="2840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830D11E6-EA3F-0CF1-D3BD-0C28BD82BB6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46823" y="3102713"/>
                <a:ext cx="130644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BB959F6-013A-97CF-3470-096128FF6208}"/>
                  </a:ext>
                </a:extLst>
              </p14:cNvPr>
              <p14:cNvContentPartPr/>
              <p14:nvPr/>
            </p14:nvContentPartPr>
            <p14:xfrm>
              <a:off x="2449903" y="3824873"/>
              <a:ext cx="520920" cy="1324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BB959F6-013A-97CF-3470-096128FF620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19303" y="3794273"/>
                <a:ext cx="58212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56AF21B-C912-D093-97A1-EF84ADBEDF0F}"/>
                  </a:ext>
                </a:extLst>
              </p14:cNvPr>
              <p14:cNvContentPartPr/>
              <p14:nvPr/>
            </p14:nvContentPartPr>
            <p14:xfrm>
              <a:off x="822343" y="5239673"/>
              <a:ext cx="1230480" cy="3337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56AF21B-C912-D093-97A1-EF84ADBEDF0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91743" y="5209073"/>
                <a:ext cx="129204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F81CB1D-A84E-41BF-3049-7E82ABC1C163}"/>
                  </a:ext>
                </a:extLst>
              </p14:cNvPr>
              <p14:cNvContentPartPr/>
              <p14:nvPr/>
            </p14:nvContentPartPr>
            <p14:xfrm>
              <a:off x="3103303" y="3649553"/>
              <a:ext cx="2036880" cy="3960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F81CB1D-A84E-41BF-3049-7E82ABC1C16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72348" y="3618925"/>
                <a:ext cx="2098429" cy="4576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C343D106-3C85-0D24-0C10-65EC2C73CDBA}"/>
                  </a:ext>
                </a:extLst>
              </p14:cNvPr>
              <p14:cNvContentPartPr/>
              <p14:nvPr/>
            </p14:nvContentPartPr>
            <p14:xfrm>
              <a:off x="3197623" y="3290633"/>
              <a:ext cx="1276560" cy="3747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C343D106-3C85-0D24-0C10-65EC2C73CDB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66663" y="3260033"/>
                <a:ext cx="133812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9B8D9BEE-F3E8-F0EF-18A6-DFA6AD98064B}"/>
                  </a:ext>
                </a:extLst>
              </p14:cNvPr>
              <p14:cNvContentPartPr/>
              <p14:nvPr/>
            </p14:nvContentPartPr>
            <p14:xfrm>
              <a:off x="3153343" y="4111433"/>
              <a:ext cx="1320480" cy="3114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9B8D9BEE-F3E8-F0EF-18A6-DFA6AD98064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122743" y="4080833"/>
                <a:ext cx="138204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D02E00A3-EDBA-6961-05A0-5A9974115424}"/>
                  </a:ext>
                </a:extLst>
              </p14:cNvPr>
              <p14:cNvContentPartPr/>
              <p14:nvPr/>
            </p14:nvContentPartPr>
            <p14:xfrm>
              <a:off x="5259703" y="3769073"/>
              <a:ext cx="503280" cy="1443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D02E00A3-EDBA-6961-05A0-5A997411542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229103" y="3738473"/>
                <a:ext cx="56484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A8ED06B-0696-BD69-B37E-17041BF31AD1}"/>
                  </a:ext>
                </a:extLst>
              </p14:cNvPr>
              <p14:cNvContentPartPr/>
              <p14:nvPr/>
            </p14:nvContentPartPr>
            <p14:xfrm>
              <a:off x="6032983" y="1970153"/>
              <a:ext cx="1490400" cy="34902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A8ED06B-0696-BD69-B37E-17041BF31AD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002383" y="1939550"/>
                <a:ext cx="1551600" cy="35514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1E2D2A7B-22C6-A7D8-A441-7488362E7B7A}"/>
                  </a:ext>
                </a:extLst>
              </p14:cNvPr>
              <p14:cNvContentPartPr/>
              <p14:nvPr/>
            </p14:nvContentPartPr>
            <p14:xfrm>
              <a:off x="6416383" y="3058073"/>
              <a:ext cx="490320" cy="20988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1E2D2A7B-22C6-A7D8-A441-7488362E7B7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385761" y="3027473"/>
                <a:ext cx="551925" cy="21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2C58BD2E-F058-C596-277C-DFC99A4EF732}"/>
                  </a:ext>
                </a:extLst>
              </p14:cNvPr>
              <p14:cNvContentPartPr/>
              <p14:nvPr/>
            </p14:nvContentPartPr>
            <p14:xfrm>
              <a:off x="6315943" y="1008953"/>
              <a:ext cx="1207440" cy="3754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2C58BD2E-F058-C596-277C-DFC99A4EF73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285343" y="978353"/>
                <a:ext cx="126900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640417E6-64B4-2E6F-60D8-4FCC2000CF42}"/>
                  </a:ext>
                </a:extLst>
              </p14:cNvPr>
              <p14:cNvContentPartPr/>
              <p14:nvPr/>
            </p14:nvContentPartPr>
            <p14:xfrm>
              <a:off x="9402943" y="1014713"/>
              <a:ext cx="2544480" cy="3772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640417E6-64B4-2E6F-60D8-4FCC2000CF4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372343" y="984142"/>
                <a:ext cx="2606040" cy="4384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A01D44A1-CB5A-E88A-AACC-71CC12F88EAB}"/>
                  </a:ext>
                </a:extLst>
              </p14:cNvPr>
              <p14:cNvContentPartPr/>
              <p14:nvPr/>
            </p14:nvContentPartPr>
            <p14:xfrm>
              <a:off x="2732143" y="1222073"/>
              <a:ext cx="1383840" cy="40896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A01D44A1-CB5A-E88A-AACC-71CC12F88EA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691092" y="1181033"/>
                <a:ext cx="1455499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8B3DCACE-AE7F-7CAD-C957-05070CB3605E}"/>
                  </a:ext>
                </a:extLst>
              </p14:cNvPr>
              <p14:cNvContentPartPr/>
              <p14:nvPr/>
            </p14:nvContentPartPr>
            <p14:xfrm>
              <a:off x="7566943" y="3837473"/>
              <a:ext cx="1238400" cy="10368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8B3DCACE-AE7F-7CAD-C957-05070CB3605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536343" y="3806873"/>
                <a:ext cx="129960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1DC14F92-F9AD-2358-779E-2EAD4909889F}"/>
                  </a:ext>
                </a:extLst>
              </p14:cNvPr>
              <p14:cNvContentPartPr/>
              <p14:nvPr/>
            </p14:nvContentPartPr>
            <p14:xfrm>
              <a:off x="8981743" y="3036473"/>
              <a:ext cx="502920" cy="71964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1DC14F92-F9AD-2358-779E-2EAD4909889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950805" y="3005528"/>
                <a:ext cx="564436" cy="7808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AE3C6209-2163-F949-8BCA-65C1B6C42E1F}"/>
                  </a:ext>
                </a:extLst>
              </p14:cNvPr>
              <p14:cNvContentPartPr/>
              <p14:nvPr/>
            </p14:nvContentPartPr>
            <p14:xfrm>
              <a:off x="10026823" y="4331393"/>
              <a:ext cx="865800" cy="3866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AE3C6209-2163-F949-8BCA-65C1B6C42E1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995863" y="4300793"/>
                <a:ext cx="927360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132AE9D5-4DE7-1AC7-4436-D2B477ACB8B9}"/>
                  </a:ext>
                </a:extLst>
              </p14:cNvPr>
              <p14:cNvContentPartPr/>
              <p14:nvPr/>
            </p14:nvContentPartPr>
            <p14:xfrm>
              <a:off x="9019183" y="3944393"/>
              <a:ext cx="723600" cy="69840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132AE9D5-4DE7-1AC7-4436-D2B477ACB8B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988568" y="3913793"/>
                <a:ext cx="785191" cy="75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EE6A29AE-90D2-22A5-8BB7-E410756040A5}"/>
                  </a:ext>
                </a:extLst>
              </p14:cNvPr>
              <p14:cNvContentPartPr/>
              <p14:nvPr/>
            </p14:nvContentPartPr>
            <p14:xfrm>
              <a:off x="9767623" y="2810033"/>
              <a:ext cx="575640" cy="3488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EE6A29AE-90D2-22A5-8BB7-E410756040A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736682" y="2779433"/>
                <a:ext cx="636802" cy="41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8706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7FC5774-F034-F58D-E5D5-6B328895A95E}"/>
                  </a:ext>
                </a:extLst>
              </p14:cNvPr>
              <p14:cNvContentPartPr/>
              <p14:nvPr/>
            </p14:nvContentPartPr>
            <p14:xfrm>
              <a:off x="399703" y="2215673"/>
              <a:ext cx="1301760" cy="3304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7FC5774-F034-F58D-E5D5-6B328895A9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9103" y="2184747"/>
                <a:ext cx="1363320" cy="3916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143621E-79F7-CD9C-52F1-DA34C4B15CEF}"/>
                  </a:ext>
                </a:extLst>
              </p14:cNvPr>
              <p14:cNvContentPartPr/>
              <p14:nvPr/>
            </p14:nvContentPartPr>
            <p14:xfrm>
              <a:off x="349303" y="1605833"/>
              <a:ext cx="1729440" cy="3711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143621E-79F7-CD9C-52F1-DA34C4B15C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8703" y="1574873"/>
                <a:ext cx="179064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0487AD7-FA34-774B-ACD8-8D56E3115BF0}"/>
                  </a:ext>
                </a:extLst>
              </p14:cNvPr>
              <p14:cNvContentPartPr/>
              <p14:nvPr/>
            </p14:nvContentPartPr>
            <p14:xfrm>
              <a:off x="537943" y="2322233"/>
              <a:ext cx="453240" cy="1659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0487AD7-FA34-774B-ACD8-8D56E3115B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7319" y="2291633"/>
                <a:ext cx="514849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56B314D-82EC-93B8-EE51-6BF0CA1B55EC}"/>
                  </a:ext>
                </a:extLst>
              </p14:cNvPr>
              <p14:cNvContentPartPr/>
              <p14:nvPr/>
            </p14:nvContentPartPr>
            <p14:xfrm>
              <a:off x="462703" y="3038993"/>
              <a:ext cx="1276560" cy="3654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56B314D-82EC-93B8-EE51-6BF0CA1B55E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1743" y="3008363"/>
                <a:ext cx="1338120" cy="4266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5923A6A-6ED1-1650-F97E-9FC3E3BB19B4}"/>
                  </a:ext>
                </a:extLst>
              </p14:cNvPr>
              <p14:cNvContentPartPr/>
              <p14:nvPr/>
            </p14:nvContentPartPr>
            <p14:xfrm>
              <a:off x="933943" y="3636593"/>
              <a:ext cx="12960" cy="255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5923A6A-6ED1-1650-F97E-9FC3E3BB19B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3343" y="3605633"/>
                <a:ext cx="741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75202CD-A34D-72FD-F5B7-462084BD8347}"/>
                  </a:ext>
                </a:extLst>
              </p14:cNvPr>
              <p14:cNvContentPartPr/>
              <p14:nvPr/>
            </p14:nvContentPartPr>
            <p14:xfrm>
              <a:off x="959143" y="3762233"/>
              <a:ext cx="6480" cy="129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75202CD-A34D-72FD-F5B7-462084BD834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8543" y="3731633"/>
                <a:ext cx="680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8B8E4EF-6DD8-42AA-67B4-B46ECF5D0341}"/>
                  </a:ext>
                </a:extLst>
              </p14:cNvPr>
              <p14:cNvContentPartPr/>
              <p14:nvPr/>
            </p14:nvContentPartPr>
            <p14:xfrm>
              <a:off x="984343" y="3938273"/>
              <a:ext cx="6480" cy="64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8B8E4EF-6DD8-42AA-67B4-B46ECF5D034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53743" y="3907673"/>
                <a:ext cx="680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EC62F68-75B1-8741-7827-A02D07B03E10}"/>
                  </a:ext>
                </a:extLst>
              </p14:cNvPr>
              <p14:cNvContentPartPr/>
              <p14:nvPr/>
            </p14:nvContentPartPr>
            <p14:xfrm>
              <a:off x="984343" y="4076513"/>
              <a:ext cx="360" cy="64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EC62F68-75B1-8741-7827-A02D07B03E1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53743" y="4045913"/>
                <a:ext cx="615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F30F2BD-F7AA-C3A4-8552-630AA25DC323}"/>
                  </a:ext>
                </a:extLst>
              </p14:cNvPr>
              <p14:cNvContentPartPr/>
              <p14:nvPr/>
            </p14:nvContentPartPr>
            <p14:xfrm>
              <a:off x="431023" y="4598513"/>
              <a:ext cx="1276920" cy="3146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F30F2BD-F7AA-C3A4-8552-630AA25DC32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9971" y="4557473"/>
                <a:ext cx="13485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2DE6521-EA09-CF9A-50F6-930931A7F935}"/>
                  </a:ext>
                </a:extLst>
              </p14:cNvPr>
              <p14:cNvContentPartPr/>
              <p14:nvPr/>
            </p14:nvContentPartPr>
            <p14:xfrm>
              <a:off x="2323543" y="2341313"/>
              <a:ext cx="1011960" cy="1008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2DE6521-EA09-CF9A-50F6-930931A7F93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92943" y="2310713"/>
                <a:ext cx="10731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598A52F-836F-5C49-B363-D41B1BCC844F}"/>
                  </a:ext>
                </a:extLst>
              </p14:cNvPr>
              <p14:cNvContentPartPr/>
              <p14:nvPr/>
            </p14:nvContentPartPr>
            <p14:xfrm>
              <a:off x="2099983" y="3051593"/>
              <a:ext cx="3317040" cy="45324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598A52F-836F-5C49-B363-D41B1BCC844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58943" y="3010553"/>
                <a:ext cx="339912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1D8F61F5-BF8E-A877-E4C8-07954BA5E173}"/>
                  </a:ext>
                </a:extLst>
              </p14:cNvPr>
              <p14:cNvContentPartPr/>
              <p14:nvPr/>
            </p14:nvContentPartPr>
            <p14:xfrm>
              <a:off x="3385903" y="2215673"/>
              <a:ext cx="1981080" cy="4528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1D8F61F5-BF8E-A877-E4C8-07954BA5E17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55297" y="2184713"/>
                <a:ext cx="2042651" cy="5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AB261949-F391-9913-B216-F1CF35168C47}"/>
                  </a:ext>
                </a:extLst>
              </p14:cNvPr>
              <p14:cNvContentPartPr/>
              <p14:nvPr/>
            </p14:nvContentPartPr>
            <p14:xfrm>
              <a:off x="2015383" y="4667633"/>
              <a:ext cx="1653840" cy="1540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AB261949-F391-9913-B216-F1CF35168C4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984783" y="4636673"/>
                <a:ext cx="17154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A32AF64D-107D-48FE-6B41-CF3C40D8FA7F}"/>
                  </a:ext>
                </a:extLst>
              </p14:cNvPr>
              <p14:cNvContentPartPr/>
              <p14:nvPr/>
            </p14:nvContentPartPr>
            <p14:xfrm>
              <a:off x="3763183" y="4510313"/>
              <a:ext cx="1905480" cy="4471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A32AF64D-107D-48FE-6B41-CF3C40D8FA7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732583" y="4479353"/>
                <a:ext cx="1966680" cy="50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68C37C3-91E6-6400-3A91-9EAAA6B6D5F1}"/>
                  </a:ext>
                </a:extLst>
              </p14:cNvPr>
              <p14:cNvContentPartPr/>
              <p14:nvPr/>
            </p14:nvContentPartPr>
            <p14:xfrm>
              <a:off x="5643103" y="169433"/>
              <a:ext cx="1629000" cy="2984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68C37C3-91E6-6400-3A91-9EAAA6B6D5F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612496" y="138870"/>
                <a:ext cx="1690574" cy="359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CA55CF6C-84C9-E4AA-C136-879806D51EBB}"/>
                  </a:ext>
                </a:extLst>
              </p14:cNvPr>
              <p14:cNvContentPartPr/>
              <p14:nvPr/>
            </p14:nvContentPartPr>
            <p14:xfrm>
              <a:off x="3298063" y="160433"/>
              <a:ext cx="1880280" cy="3376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CA55CF6C-84C9-E4AA-C136-879806D51EB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267463" y="129833"/>
                <a:ext cx="194148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90551386-A211-D99A-0079-EA8A6AB47CD3}"/>
                  </a:ext>
                </a:extLst>
              </p14:cNvPr>
              <p14:cNvContentPartPr/>
              <p14:nvPr/>
            </p14:nvContentPartPr>
            <p14:xfrm>
              <a:off x="1902343" y="153233"/>
              <a:ext cx="1000080" cy="3142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90551386-A211-D99A-0079-EA8A6AB47CD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861303" y="112506"/>
                <a:ext cx="1071720" cy="3860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7D927DFF-0F02-E3E3-5007-B04DEE7B7237}"/>
                  </a:ext>
                </a:extLst>
              </p14:cNvPr>
              <p14:cNvContentPartPr/>
              <p14:nvPr/>
            </p14:nvContentPartPr>
            <p14:xfrm>
              <a:off x="343183" y="200033"/>
              <a:ext cx="1006200" cy="2916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7D927DFF-0F02-E3E3-5007-B04DEE7B723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12583" y="169433"/>
                <a:ext cx="106776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F00C6E11-00F6-A2B7-E93E-C8CA4F5BEF76}"/>
                  </a:ext>
                </a:extLst>
              </p14:cNvPr>
              <p14:cNvContentPartPr/>
              <p14:nvPr/>
            </p14:nvContentPartPr>
            <p14:xfrm>
              <a:off x="512743" y="939113"/>
              <a:ext cx="1239120" cy="3204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F00C6E11-00F6-A2B7-E93E-C8CA4F5BEF7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82134" y="908513"/>
                <a:ext cx="1300698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5E69BBD-F501-A7EC-50C0-D71211A32B4F}"/>
                  </a:ext>
                </a:extLst>
              </p14:cNvPr>
              <p14:cNvContentPartPr/>
              <p14:nvPr/>
            </p14:nvContentPartPr>
            <p14:xfrm>
              <a:off x="3587143" y="963593"/>
              <a:ext cx="1006200" cy="3344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5E69BBD-F501-A7EC-50C0-D71211A32B4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556543" y="932993"/>
                <a:ext cx="106776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EDDA89F1-D84D-6C39-30E9-61A33C625155}"/>
                  </a:ext>
                </a:extLst>
              </p14:cNvPr>
              <p14:cNvContentPartPr/>
              <p14:nvPr/>
            </p14:nvContentPartPr>
            <p14:xfrm>
              <a:off x="4646983" y="936593"/>
              <a:ext cx="692640" cy="3679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EDDA89F1-D84D-6C39-30E9-61A33C62515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616383" y="905633"/>
                <a:ext cx="75384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8AF9C03C-458A-1C35-FE74-723B092B2D99}"/>
                  </a:ext>
                </a:extLst>
              </p14:cNvPr>
              <p14:cNvContentPartPr/>
              <p14:nvPr/>
            </p14:nvContentPartPr>
            <p14:xfrm>
              <a:off x="9528583" y="857393"/>
              <a:ext cx="2640960" cy="5533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8AF9C03C-458A-1C35-FE74-723B092B2D9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497983" y="826773"/>
                <a:ext cx="2702160" cy="6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23BCE6D0-2C55-9260-A512-D82B126623DB}"/>
                  </a:ext>
                </a:extLst>
              </p14:cNvPr>
              <p14:cNvContentPartPr/>
              <p14:nvPr/>
            </p14:nvContentPartPr>
            <p14:xfrm>
              <a:off x="6561823" y="879713"/>
              <a:ext cx="2180520" cy="34884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23BCE6D0-2C55-9260-A512-D82B126623D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531223" y="849113"/>
                <a:ext cx="224208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E7D23B40-28B5-FF53-7D5D-402CEC5191B0}"/>
                  </a:ext>
                </a:extLst>
              </p14:cNvPr>
              <p14:cNvContentPartPr/>
              <p14:nvPr/>
            </p14:nvContentPartPr>
            <p14:xfrm>
              <a:off x="6850903" y="1952153"/>
              <a:ext cx="622080" cy="25092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E7D23B40-28B5-FF53-7D5D-402CEC5191B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809863" y="1914048"/>
                <a:ext cx="693720" cy="319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AF9CA386-3554-0B09-A1D6-58C2B7879174}"/>
                  </a:ext>
                </a:extLst>
              </p14:cNvPr>
              <p14:cNvContentPartPr/>
              <p14:nvPr/>
            </p14:nvContentPartPr>
            <p14:xfrm>
              <a:off x="5773063" y="2466953"/>
              <a:ext cx="848520" cy="18252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AF9CA386-3554-0B09-A1D6-58C2B787917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742463" y="2436353"/>
                <a:ext cx="90972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F129AE40-FCB9-DD9A-312E-F12559C3F5DC}"/>
                  </a:ext>
                </a:extLst>
              </p14:cNvPr>
              <p14:cNvContentPartPr/>
              <p14:nvPr/>
            </p14:nvContentPartPr>
            <p14:xfrm>
              <a:off x="5649943" y="2090393"/>
              <a:ext cx="792000" cy="26352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F129AE40-FCB9-DD9A-312E-F12559C3F5D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619343" y="2059835"/>
                <a:ext cx="853200" cy="3246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D269E698-CE47-EBB5-E531-59C9716BE437}"/>
                  </a:ext>
                </a:extLst>
              </p14:cNvPr>
              <p14:cNvContentPartPr/>
              <p14:nvPr/>
            </p14:nvContentPartPr>
            <p14:xfrm>
              <a:off x="6895543" y="2413313"/>
              <a:ext cx="839520" cy="2858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D269E698-CE47-EBB5-E531-59C9716BE43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864943" y="2382751"/>
                <a:ext cx="900720" cy="346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96F4F37C-17F2-EE60-EB8A-B52438E2852C}"/>
                  </a:ext>
                </a:extLst>
              </p14:cNvPr>
              <p14:cNvContentPartPr/>
              <p14:nvPr/>
            </p14:nvContentPartPr>
            <p14:xfrm>
              <a:off x="5763343" y="3101993"/>
              <a:ext cx="889560" cy="24552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96F4F37C-17F2-EE60-EB8A-B52438E2852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732383" y="3071393"/>
                <a:ext cx="95112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FC5432E1-70B2-F57D-44D4-9A9281500B8D}"/>
                  </a:ext>
                </a:extLst>
              </p14:cNvPr>
              <p14:cNvContentPartPr/>
              <p14:nvPr/>
            </p14:nvContentPartPr>
            <p14:xfrm>
              <a:off x="5857663" y="3467393"/>
              <a:ext cx="785520" cy="24480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FC5432E1-70B2-F57D-44D4-9A9281500B8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826703" y="3436793"/>
                <a:ext cx="84708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101947DD-B2AF-0DAB-8BA2-1A9E4594A792}"/>
                  </a:ext>
                </a:extLst>
              </p14:cNvPr>
              <p14:cNvContentPartPr/>
              <p14:nvPr/>
            </p14:nvContentPartPr>
            <p14:xfrm>
              <a:off x="6966103" y="3577193"/>
              <a:ext cx="765360" cy="28584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101947DD-B2AF-0DAB-8BA2-1A9E4594A79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935503" y="3546272"/>
                <a:ext cx="826560" cy="346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DE7A64A3-ADF5-0C23-9B93-511136E67B74}"/>
                  </a:ext>
                </a:extLst>
              </p14:cNvPr>
              <p14:cNvContentPartPr/>
              <p14:nvPr/>
            </p14:nvContentPartPr>
            <p14:xfrm>
              <a:off x="6963943" y="2957993"/>
              <a:ext cx="587880" cy="25452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DE7A64A3-ADF5-0C23-9B93-511136E67B7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933343" y="2927393"/>
                <a:ext cx="64908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0845EC65-BD11-0236-E469-7E7350CAD75C}"/>
                  </a:ext>
                </a:extLst>
              </p14:cNvPr>
              <p14:cNvContentPartPr/>
              <p14:nvPr/>
            </p14:nvContentPartPr>
            <p14:xfrm>
              <a:off x="5851903" y="4353713"/>
              <a:ext cx="1923480" cy="91800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0845EC65-BD11-0236-E469-7E7350CAD75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810863" y="4323101"/>
                <a:ext cx="1995120" cy="9792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F66B07A6-0E32-CFC6-D835-48625ECF0118}"/>
                  </a:ext>
                </a:extLst>
              </p14:cNvPr>
              <p14:cNvContentPartPr/>
              <p14:nvPr/>
            </p14:nvContentPartPr>
            <p14:xfrm>
              <a:off x="7875823" y="4891193"/>
              <a:ext cx="6480" cy="31140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F66B07A6-0E32-CFC6-D835-48625ECF011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844863" y="4860233"/>
                <a:ext cx="6804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29BD4FB8-F654-460B-2C03-2AF9ED354A79}"/>
                  </a:ext>
                </a:extLst>
              </p14:cNvPr>
              <p14:cNvContentPartPr/>
              <p14:nvPr/>
            </p14:nvContentPartPr>
            <p14:xfrm>
              <a:off x="8039263" y="2221793"/>
              <a:ext cx="1151640" cy="10080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29BD4FB8-F654-460B-2C03-2AF9ED354A7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08663" y="2191193"/>
                <a:ext cx="121284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87E12A67-CDA0-27FE-AE8F-8021B3BBBC56}"/>
                  </a:ext>
                </a:extLst>
              </p14:cNvPr>
              <p14:cNvContentPartPr/>
              <p14:nvPr/>
            </p14:nvContentPartPr>
            <p14:xfrm>
              <a:off x="7895263" y="3378473"/>
              <a:ext cx="1086120" cy="11988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87E12A67-CDA0-27FE-AE8F-8021B3BBBC5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864653" y="3347873"/>
                <a:ext cx="114770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E5329CA4-AD9A-FE4E-EC53-9169342759F7}"/>
                  </a:ext>
                </a:extLst>
              </p14:cNvPr>
              <p14:cNvContentPartPr/>
              <p14:nvPr/>
            </p14:nvContentPartPr>
            <p14:xfrm>
              <a:off x="8165623" y="4642433"/>
              <a:ext cx="979200" cy="16380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E5329CA4-AD9A-FE4E-EC53-9169342759F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135023" y="4611833"/>
                <a:ext cx="10404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E63A39B2-91C0-3BED-67CA-09EF8022F599}"/>
                  </a:ext>
                </a:extLst>
              </p14:cNvPr>
              <p14:cNvContentPartPr/>
              <p14:nvPr/>
            </p14:nvContentPartPr>
            <p14:xfrm>
              <a:off x="9365863" y="2284793"/>
              <a:ext cx="824040" cy="7923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E63A39B2-91C0-3BED-67CA-09EF8022F59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334903" y="2253833"/>
                <a:ext cx="885240" cy="85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EC28C9AE-69A5-E6E6-77B5-3A23233F524D}"/>
                  </a:ext>
                </a:extLst>
              </p14:cNvPr>
              <p14:cNvContentPartPr/>
              <p14:nvPr/>
            </p14:nvContentPartPr>
            <p14:xfrm>
              <a:off x="9215023" y="3403673"/>
              <a:ext cx="893160" cy="2556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EC28C9AE-69A5-E6E6-77B5-3A23233F524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184063" y="3373073"/>
                <a:ext cx="9543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D96A8AB8-95FF-3704-EF91-DE017E12A126}"/>
                  </a:ext>
                </a:extLst>
              </p14:cNvPr>
              <p14:cNvContentPartPr/>
              <p14:nvPr/>
            </p14:nvContentPartPr>
            <p14:xfrm>
              <a:off x="9391063" y="3881753"/>
              <a:ext cx="948240" cy="78552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D96A8AB8-95FF-3704-EF91-DE017E12A12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360103" y="3850793"/>
                <a:ext cx="1009800" cy="84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9B69718A-0E6D-4BE7-B683-BD8B8B06C001}"/>
                  </a:ext>
                </a:extLst>
              </p14:cNvPr>
              <p14:cNvContentPartPr/>
              <p14:nvPr/>
            </p14:nvContentPartPr>
            <p14:xfrm>
              <a:off x="10088743" y="1804193"/>
              <a:ext cx="371160" cy="27612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9B69718A-0E6D-4BE7-B683-BD8B8B06C00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058143" y="1773233"/>
                <a:ext cx="43272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2094CE77-1FDB-9045-CA37-5B7B6C416883}"/>
                  </a:ext>
                </a:extLst>
              </p14:cNvPr>
              <p14:cNvContentPartPr/>
              <p14:nvPr/>
            </p14:nvContentPartPr>
            <p14:xfrm>
              <a:off x="10447303" y="1945313"/>
              <a:ext cx="258120" cy="11340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2094CE77-1FDB-9045-CA37-5B7B6C41688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406263" y="1904273"/>
                <a:ext cx="3402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DD93C991-1E84-57D9-99B1-F18FE71265D5}"/>
                  </a:ext>
                </a:extLst>
              </p14:cNvPr>
              <p14:cNvContentPartPr/>
              <p14:nvPr/>
            </p14:nvContentPartPr>
            <p14:xfrm>
              <a:off x="10623343" y="1970153"/>
              <a:ext cx="252000" cy="37116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DD93C991-1E84-57D9-99B1-F18FE71265D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582303" y="1929473"/>
                <a:ext cx="33372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5C989FC2-6DCB-6A73-7C38-CA7479E23BE6}"/>
                  </a:ext>
                </a:extLst>
              </p14:cNvPr>
              <p14:cNvContentPartPr/>
              <p14:nvPr/>
            </p14:nvContentPartPr>
            <p14:xfrm>
              <a:off x="10849423" y="1781873"/>
              <a:ext cx="19080" cy="36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5C989FC2-6DCB-6A73-7C38-CA7479E23BE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808383" y="1740833"/>
                <a:ext cx="1011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5F64364A-240F-9E9A-B825-1E6109A0D5E7}"/>
                  </a:ext>
                </a:extLst>
              </p14:cNvPr>
              <p14:cNvContentPartPr/>
              <p14:nvPr/>
            </p14:nvContentPartPr>
            <p14:xfrm>
              <a:off x="10925743" y="1945313"/>
              <a:ext cx="131760" cy="11340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5F64364A-240F-9E9A-B825-1E6109A0D5E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895143" y="1914353"/>
                <a:ext cx="19296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D684162F-A220-7718-ABD9-359BA1191197}"/>
                  </a:ext>
                </a:extLst>
              </p14:cNvPr>
              <p14:cNvContentPartPr/>
              <p14:nvPr/>
            </p14:nvContentPartPr>
            <p14:xfrm>
              <a:off x="11176303" y="1932713"/>
              <a:ext cx="119880" cy="10728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D684162F-A220-7718-ABD9-359BA119119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145703" y="1901753"/>
                <a:ext cx="18108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4EECC971-4D26-B160-D9F8-6C3D0F810E43}"/>
                  </a:ext>
                </a:extLst>
              </p14:cNvPr>
              <p14:cNvContentPartPr/>
              <p14:nvPr/>
            </p14:nvContentPartPr>
            <p14:xfrm>
              <a:off x="11421823" y="1926233"/>
              <a:ext cx="25560" cy="11268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4EECC971-4D26-B160-D9F8-6C3D0F810E4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390863" y="1895633"/>
                <a:ext cx="8676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88FB617C-0CB2-89A7-23A8-85471A6544B8}"/>
                  </a:ext>
                </a:extLst>
              </p14:cNvPr>
              <p14:cNvContentPartPr/>
              <p14:nvPr/>
            </p14:nvContentPartPr>
            <p14:xfrm>
              <a:off x="11440543" y="1789433"/>
              <a:ext cx="12960" cy="3672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88FB617C-0CB2-89A7-23A8-85471A6544B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409943" y="1758833"/>
                <a:ext cx="7416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D4111052-FC6B-32FD-B1E9-47CD0C643D96}"/>
                  </a:ext>
                </a:extLst>
              </p14:cNvPr>
              <p14:cNvContentPartPr/>
              <p14:nvPr/>
            </p14:nvContentPartPr>
            <p14:xfrm>
              <a:off x="11566183" y="1781873"/>
              <a:ext cx="50760" cy="32652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D4111052-FC6B-32FD-B1E9-47CD0C643D9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1525143" y="1740833"/>
                <a:ext cx="13248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44167C27-A0D6-9BA6-64C6-84F764C13B91}"/>
                  </a:ext>
                </a:extLst>
              </p14:cNvPr>
              <p14:cNvContentPartPr/>
              <p14:nvPr/>
            </p14:nvContentPartPr>
            <p14:xfrm>
              <a:off x="11503543" y="1951433"/>
              <a:ext cx="132480" cy="648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44167C27-A0D6-9BA6-64C6-84F764C13B9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1472583" y="1920833"/>
                <a:ext cx="19368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B6645D29-3A38-490E-21EB-4E55BCC0A692}"/>
                  </a:ext>
                </a:extLst>
              </p14:cNvPr>
              <p14:cNvContentPartPr/>
              <p14:nvPr/>
            </p14:nvContentPartPr>
            <p14:xfrm>
              <a:off x="11603983" y="1946033"/>
              <a:ext cx="270720" cy="40824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B6645D29-3A38-490E-21EB-4E55BCC0A69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573383" y="1915073"/>
                <a:ext cx="33192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53040125-0272-587B-EE7D-B2BFFE56E370}"/>
                  </a:ext>
                </a:extLst>
              </p14:cNvPr>
              <p14:cNvContentPartPr/>
              <p14:nvPr/>
            </p14:nvContentPartPr>
            <p14:xfrm>
              <a:off x="10264783" y="2310713"/>
              <a:ext cx="207720" cy="19404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53040125-0272-587B-EE7D-B2BFFE56E37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234183" y="2279753"/>
                <a:ext cx="26928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B8EA9BE7-449E-4A9C-329B-0D11B8B7678C}"/>
                  </a:ext>
                </a:extLst>
              </p14:cNvPr>
              <p14:cNvContentPartPr/>
              <p14:nvPr/>
            </p14:nvContentPartPr>
            <p14:xfrm>
              <a:off x="10523263" y="2372633"/>
              <a:ext cx="163080" cy="12600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B8EA9BE7-449E-4A9C-329B-0D11B8B7678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492663" y="2342033"/>
                <a:ext cx="22464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D45638E3-8C1A-6081-9AA9-CFC800C4317E}"/>
                  </a:ext>
                </a:extLst>
              </p14:cNvPr>
              <p14:cNvContentPartPr/>
              <p14:nvPr/>
            </p14:nvContentPartPr>
            <p14:xfrm>
              <a:off x="10899823" y="2288033"/>
              <a:ext cx="53280" cy="22896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D45638E3-8C1A-6081-9AA9-CFC800C4317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869223" y="2257433"/>
                <a:ext cx="11484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96CAF180-4BEE-80E4-2B35-CD95980036EE}"/>
                  </a:ext>
                </a:extLst>
              </p14:cNvPr>
              <p14:cNvContentPartPr/>
              <p14:nvPr/>
            </p14:nvContentPartPr>
            <p14:xfrm>
              <a:off x="10818103" y="2379113"/>
              <a:ext cx="182520" cy="3816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96CAF180-4BEE-80E4-2B35-CD95980036E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787503" y="2348153"/>
                <a:ext cx="24408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1E1FB384-9052-F076-79D9-F70F267EEC55}"/>
                  </a:ext>
                </a:extLst>
              </p14:cNvPr>
              <p14:cNvContentPartPr/>
              <p14:nvPr/>
            </p14:nvContentPartPr>
            <p14:xfrm>
              <a:off x="11063263" y="2372633"/>
              <a:ext cx="151200" cy="13248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1E1FB384-9052-F076-79D9-F70F267EEC5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1032663" y="2342033"/>
                <a:ext cx="2127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63F8A1E6-6C9C-F847-5AB9-F5F521F320F2}"/>
                  </a:ext>
                </a:extLst>
              </p14:cNvPr>
              <p14:cNvContentPartPr/>
              <p14:nvPr/>
            </p14:nvContentPartPr>
            <p14:xfrm>
              <a:off x="10466743" y="3164993"/>
              <a:ext cx="1464480" cy="49104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63F8A1E6-6C9C-F847-5AB9-F5F521F320F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436143" y="3134056"/>
                <a:ext cx="1526040" cy="55255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5795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8BD9716-8DE4-450B-3072-60289D2D1FD9}"/>
                  </a:ext>
                </a:extLst>
              </p14:cNvPr>
              <p14:cNvContentPartPr/>
              <p14:nvPr/>
            </p14:nvContentPartPr>
            <p14:xfrm>
              <a:off x="249146" y="200928"/>
              <a:ext cx="927360" cy="330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8BD9716-8DE4-450B-3072-60289D2D1F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8186" y="169968"/>
                <a:ext cx="98856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5677B76-C1CB-415A-314B-979C8B0E26EE}"/>
                  </a:ext>
                </a:extLst>
              </p14:cNvPr>
              <p14:cNvContentPartPr/>
              <p14:nvPr/>
            </p14:nvContentPartPr>
            <p14:xfrm>
              <a:off x="1381063" y="34586"/>
              <a:ext cx="1816920" cy="522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5677B76-C1CB-415A-314B-979C8B0E26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0097" y="3647"/>
                <a:ext cx="1878132" cy="5838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E2583E2-791D-D9D4-7ADE-346FCB1BCBF8}"/>
                  </a:ext>
                </a:extLst>
              </p14:cNvPr>
              <p14:cNvContentPartPr/>
              <p14:nvPr/>
            </p14:nvContentPartPr>
            <p14:xfrm>
              <a:off x="3619543" y="48626"/>
              <a:ext cx="2162520" cy="3801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E2583E2-791D-D9D4-7ADE-346FCB1BCBF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88583" y="17695"/>
                <a:ext cx="2223720" cy="4413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ED76C98-995B-5978-4C60-34CE011AFE8D}"/>
                  </a:ext>
                </a:extLst>
              </p14:cNvPr>
              <p14:cNvContentPartPr/>
              <p14:nvPr/>
            </p14:nvContentPartPr>
            <p14:xfrm>
              <a:off x="1386823" y="2081494"/>
              <a:ext cx="5514120" cy="41832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ED76C98-995B-5978-4C60-34CE011AFE8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55863" y="2050534"/>
                <a:ext cx="5575320" cy="42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214F61E-D448-DA30-5E29-1CA5EFBF8AD5}"/>
                  </a:ext>
                </a:extLst>
              </p14:cNvPr>
              <p14:cNvContentPartPr/>
              <p14:nvPr/>
            </p14:nvContentPartPr>
            <p14:xfrm>
              <a:off x="1405543" y="2138734"/>
              <a:ext cx="5595840" cy="41367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214F61E-D448-DA30-5E29-1CA5EFBF8AD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74583" y="2107771"/>
                <a:ext cx="5657040" cy="4197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B6F866C-FA21-8B65-B33E-EBE003E43F9F}"/>
                  </a:ext>
                </a:extLst>
              </p14:cNvPr>
              <p14:cNvContentPartPr/>
              <p14:nvPr/>
            </p14:nvContentPartPr>
            <p14:xfrm>
              <a:off x="1499863" y="3483694"/>
              <a:ext cx="5023800" cy="507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B6F866C-FA21-8B65-B33E-EBE003E43F9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81863" y="3465694"/>
                <a:ext cx="50594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E33A653-2CA0-17D6-F941-4B6740B8254C}"/>
                  </a:ext>
                </a:extLst>
              </p14:cNvPr>
              <p14:cNvContentPartPr/>
              <p14:nvPr/>
            </p14:nvContentPartPr>
            <p14:xfrm>
              <a:off x="1443343" y="4087054"/>
              <a:ext cx="5375880" cy="1260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E33A653-2CA0-17D6-F941-4B6740B8254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25343" y="4069054"/>
                <a:ext cx="541152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4E2ACA5-05BB-BDD8-1272-D7BCA9BC98E6}"/>
                  </a:ext>
                </a:extLst>
              </p14:cNvPr>
              <p14:cNvContentPartPr/>
              <p14:nvPr/>
            </p14:nvContentPartPr>
            <p14:xfrm>
              <a:off x="1525063" y="4709494"/>
              <a:ext cx="5205960" cy="1260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4E2ACA5-05BB-BDD8-1272-D7BCA9BC98E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07063" y="4691494"/>
                <a:ext cx="524160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0663DF4-2FC0-6DBB-5983-8E7CA56C25B8}"/>
                  </a:ext>
                </a:extLst>
              </p14:cNvPr>
              <p14:cNvContentPartPr/>
              <p14:nvPr/>
            </p14:nvContentPartPr>
            <p14:xfrm>
              <a:off x="1512463" y="5482774"/>
              <a:ext cx="5092920" cy="126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0663DF4-2FC0-6DBB-5983-8E7CA56C25B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94463" y="5464774"/>
                <a:ext cx="5128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1C403BE-B077-221F-596B-A6151FF2F882}"/>
                  </a:ext>
                </a:extLst>
              </p14:cNvPr>
              <p14:cNvContentPartPr/>
              <p14:nvPr/>
            </p14:nvContentPartPr>
            <p14:xfrm>
              <a:off x="2989903" y="2273734"/>
              <a:ext cx="142200" cy="38318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1C403BE-B077-221F-596B-A6151FF2F88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71948" y="2255736"/>
                <a:ext cx="177750" cy="38674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F53117F-9C2B-11A3-841C-FA3D9041B909}"/>
                  </a:ext>
                </a:extLst>
              </p14:cNvPr>
              <p14:cNvContentPartPr/>
              <p14:nvPr/>
            </p14:nvContentPartPr>
            <p14:xfrm>
              <a:off x="3650143" y="2229814"/>
              <a:ext cx="132480" cy="40708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F53117F-9C2B-11A3-841C-FA3D9041B90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632094" y="2211814"/>
                <a:ext cx="168217" cy="41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A78FAAB-3E9D-12E8-1CDE-AFD5B8B2761F}"/>
                  </a:ext>
                </a:extLst>
              </p14:cNvPr>
              <p14:cNvContentPartPr/>
              <p14:nvPr/>
            </p14:nvContentPartPr>
            <p14:xfrm>
              <a:off x="4259983" y="2246374"/>
              <a:ext cx="157680" cy="39942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A78FAAB-3E9D-12E8-1CDE-AFD5B8B2761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41942" y="2228372"/>
                <a:ext cx="193402" cy="40298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394317D-2B97-1E2C-8C04-AFBD3C25F56A}"/>
                  </a:ext>
                </a:extLst>
              </p14:cNvPr>
              <p14:cNvContentPartPr/>
              <p14:nvPr/>
            </p14:nvContentPartPr>
            <p14:xfrm>
              <a:off x="4976743" y="2201014"/>
              <a:ext cx="201600" cy="40291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394317D-2B97-1E2C-8C04-AFBD3C25F56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958711" y="2183012"/>
                <a:ext cx="237304" cy="40647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99972AA-5246-EA8D-C388-1A580CBDE5DE}"/>
                  </a:ext>
                </a:extLst>
              </p14:cNvPr>
              <p14:cNvContentPartPr/>
              <p14:nvPr/>
            </p14:nvContentPartPr>
            <p14:xfrm>
              <a:off x="5718703" y="2100574"/>
              <a:ext cx="107280" cy="40687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99972AA-5246-EA8D-C388-1A580CBDE5D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700703" y="2082574"/>
                <a:ext cx="142920" cy="41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7EB5C3D-D115-F560-2F39-AC33C4470D5A}"/>
                  </a:ext>
                </a:extLst>
              </p14:cNvPr>
              <p14:cNvContentPartPr/>
              <p14:nvPr/>
            </p14:nvContentPartPr>
            <p14:xfrm>
              <a:off x="1480800" y="973440"/>
              <a:ext cx="5658840" cy="11055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7EB5C3D-D115-F560-2F39-AC33C4470D5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60639" y="958320"/>
                <a:ext cx="5699523" cy="11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9FDF41F-CC6A-33B8-7C34-E6A0EF6EA194}"/>
                  </a:ext>
                </a:extLst>
              </p14:cNvPr>
              <p14:cNvContentPartPr/>
              <p14:nvPr/>
            </p14:nvContentPartPr>
            <p14:xfrm>
              <a:off x="1493743" y="2622214"/>
              <a:ext cx="5486400" cy="820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9FDF41F-CC6A-33B8-7C34-E6A0EF6EA19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62783" y="2591254"/>
                <a:ext cx="55476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E211E63-653D-FE23-C5C5-B6DCED157186}"/>
                  </a:ext>
                </a:extLst>
              </p14:cNvPr>
              <p14:cNvContentPartPr/>
              <p14:nvPr/>
            </p14:nvContentPartPr>
            <p14:xfrm>
              <a:off x="6165103" y="2327374"/>
              <a:ext cx="151200" cy="144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E211E63-653D-FE23-C5C5-B6DCED15718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34217" y="2296337"/>
                <a:ext cx="212255" cy="2057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141C068-05D3-4E2B-72FD-58C711A020D5}"/>
                  </a:ext>
                </a:extLst>
              </p14:cNvPr>
              <p14:cNvContentPartPr/>
              <p14:nvPr/>
            </p14:nvContentPartPr>
            <p14:xfrm>
              <a:off x="5159263" y="2402254"/>
              <a:ext cx="264240" cy="316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141C068-05D3-4E2B-72FD-58C711A020D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128345" y="2371642"/>
                <a:ext cx="325357" cy="921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039DC7BD-787F-A105-D258-8A7495E4C59C}"/>
                  </a:ext>
                </a:extLst>
              </p14:cNvPr>
              <p14:cNvContentPartPr/>
              <p14:nvPr/>
            </p14:nvContentPartPr>
            <p14:xfrm>
              <a:off x="2084863" y="2276614"/>
              <a:ext cx="88200" cy="39394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039DC7BD-787F-A105-D258-8A7495E4C59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54029" y="2245654"/>
                <a:ext cx="149151" cy="40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1B3C1A0-B0F3-6620-CE98-B496E29F950A}"/>
                  </a:ext>
                </a:extLst>
              </p14:cNvPr>
              <p14:cNvContentPartPr/>
              <p14:nvPr/>
            </p14:nvContentPartPr>
            <p14:xfrm>
              <a:off x="5900863" y="2163214"/>
              <a:ext cx="126000" cy="2520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1B3C1A0-B0F3-6620-CE98-B496E29F950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869903" y="2132210"/>
                <a:ext cx="187200" cy="3132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F425AC4-5C7E-7213-D8FA-187FCD729E4D}"/>
                  </a:ext>
                </a:extLst>
              </p14:cNvPr>
              <p14:cNvContentPartPr/>
              <p14:nvPr/>
            </p14:nvContentPartPr>
            <p14:xfrm>
              <a:off x="4436023" y="2264014"/>
              <a:ext cx="314640" cy="3211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F425AC4-5C7E-7213-D8FA-187FCD729E4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405063" y="2233054"/>
                <a:ext cx="37584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789FD78-564A-D1C5-6C4A-6818F52AA92C}"/>
                  </a:ext>
                </a:extLst>
              </p14:cNvPr>
              <p14:cNvContentPartPr/>
              <p14:nvPr/>
            </p14:nvContentPartPr>
            <p14:xfrm>
              <a:off x="3800983" y="2264014"/>
              <a:ext cx="302400" cy="3081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789FD78-564A-D1C5-6C4A-6818F52AA92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769986" y="2233090"/>
                <a:ext cx="363673" cy="3692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CAE5A029-1037-4FF7-C354-E027A0F5AD74}"/>
                  </a:ext>
                </a:extLst>
              </p14:cNvPr>
              <p14:cNvContentPartPr/>
              <p14:nvPr/>
            </p14:nvContentPartPr>
            <p14:xfrm>
              <a:off x="3191143" y="2270134"/>
              <a:ext cx="352440" cy="3150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CAE5A029-1037-4FF7-C354-E027A0F5AD7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160183" y="2239139"/>
                <a:ext cx="413640" cy="3762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068F8E88-BE18-1A83-6D6C-F0FE81A99D3E}"/>
                  </a:ext>
                </a:extLst>
              </p14:cNvPr>
              <p14:cNvContentPartPr/>
              <p14:nvPr/>
            </p14:nvContentPartPr>
            <p14:xfrm>
              <a:off x="2317423" y="2270134"/>
              <a:ext cx="326880" cy="3024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068F8E88-BE18-1A83-6D6C-F0FE81A99D3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286497" y="2239137"/>
                <a:ext cx="388013" cy="3636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90AB3C86-E53B-DEC4-5416-66FBB1F9FB1D}"/>
                  </a:ext>
                </a:extLst>
              </p14:cNvPr>
              <p14:cNvContentPartPr/>
              <p14:nvPr/>
            </p14:nvContentPartPr>
            <p14:xfrm>
              <a:off x="1600663" y="3810574"/>
              <a:ext cx="371520" cy="2959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90AB3C86-E53B-DEC4-5416-66FBB1F9FB1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69703" y="3779614"/>
                <a:ext cx="43272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1B620890-DAE8-B702-2176-9A000AF33BC7}"/>
                  </a:ext>
                </a:extLst>
              </p14:cNvPr>
              <p14:cNvContentPartPr/>
              <p14:nvPr/>
            </p14:nvContentPartPr>
            <p14:xfrm>
              <a:off x="1613983" y="3037294"/>
              <a:ext cx="263520" cy="3711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1B620890-DAE8-B702-2176-9A000AF33BC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83065" y="3006364"/>
                <a:ext cx="324637" cy="4323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E362AFC-C1EA-3FBE-D711-A0D3D67DFA50}"/>
                  </a:ext>
                </a:extLst>
              </p14:cNvPr>
              <p14:cNvContentPartPr/>
              <p14:nvPr/>
            </p14:nvContentPartPr>
            <p14:xfrm>
              <a:off x="1675903" y="5213134"/>
              <a:ext cx="289440" cy="561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E362AFC-C1EA-3FBE-D711-A0D3D67DFA5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644943" y="5182174"/>
                <a:ext cx="35064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8C46D26-B939-6A62-2756-B46B4025A207}"/>
                  </a:ext>
                </a:extLst>
              </p14:cNvPr>
              <p14:cNvContentPartPr/>
              <p14:nvPr/>
            </p14:nvContentPartPr>
            <p14:xfrm>
              <a:off x="1556743" y="4344814"/>
              <a:ext cx="232920" cy="3715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8C46D26-B939-6A62-2756-B46B4025A20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525783" y="4313824"/>
                <a:ext cx="294120" cy="4327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60F92FB-097C-5C10-441C-6DAD07A3EDAC}"/>
                  </a:ext>
                </a:extLst>
              </p14:cNvPr>
              <p14:cNvContentPartPr/>
              <p14:nvPr/>
            </p14:nvContentPartPr>
            <p14:xfrm>
              <a:off x="1556743" y="5759614"/>
              <a:ext cx="377640" cy="3333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60F92FB-097C-5C10-441C-6DAD07A3EDA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525783" y="5728687"/>
                <a:ext cx="438840" cy="394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A5E4DECA-C3B9-AD4B-91C4-01CD0803C920}"/>
                  </a:ext>
                </a:extLst>
              </p14:cNvPr>
              <p14:cNvContentPartPr/>
              <p14:nvPr/>
            </p14:nvContentPartPr>
            <p14:xfrm>
              <a:off x="883903" y="2238814"/>
              <a:ext cx="497160" cy="40305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A5E4DECA-C3B9-AD4B-91C4-01CD0803C92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68423" y="2223334"/>
                <a:ext cx="527760" cy="406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55A2F29-5C61-16CD-69AE-A6A993091C6F}"/>
                  </a:ext>
                </a:extLst>
              </p14:cNvPr>
              <p14:cNvContentPartPr/>
              <p14:nvPr/>
            </p14:nvContentPartPr>
            <p14:xfrm>
              <a:off x="633343" y="2264734"/>
              <a:ext cx="251640" cy="17035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55A2F29-5C61-16CD-69AE-A6A993091C6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17841" y="2249257"/>
                <a:ext cx="282284" cy="17341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B19F06F0-0CC0-81C1-B3A8-5E5FF84292DF}"/>
                  </a:ext>
                </a:extLst>
              </p14:cNvPr>
              <p14:cNvContentPartPr/>
              <p14:nvPr/>
            </p14:nvContentPartPr>
            <p14:xfrm>
              <a:off x="569263" y="3743513"/>
              <a:ext cx="31680" cy="2077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B19F06F0-0CC0-81C1-B3A8-5E5FF84292D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54143" y="3728393"/>
                <a:ext cx="6228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8337F8D1-5573-1F4F-6FFD-39FFA0F1B84D}"/>
                  </a:ext>
                </a:extLst>
              </p14:cNvPr>
              <p14:cNvContentPartPr/>
              <p14:nvPr/>
            </p14:nvContentPartPr>
            <p14:xfrm>
              <a:off x="7032703" y="2102633"/>
              <a:ext cx="672840" cy="41497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8337F8D1-5573-1F4F-6FFD-39FFA0F1B84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017231" y="2087513"/>
                <a:ext cx="703064" cy="418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DE7B8B59-0129-FC59-574F-2D7C49196D0F}"/>
                  </a:ext>
                </a:extLst>
              </p14:cNvPr>
              <p14:cNvContentPartPr/>
              <p14:nvPr/>
            </p14:nvContentPartPr>
            <p14:xfrm>
              <a:off x="7051423" y="6233273"/>
              <a:ext cx="534600" cy="255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DE7B8B59-0129-FC59-574F-2D7C49196D0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036303" y="6218153"/>
                <a:ext cx="5652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0D14A797-D48D-413E-FD90-315120558396}"/>
                  </a:ext>
                </a:extLst>
              </p14:cNvPr>
              <p14:cNvContentPartPr/>
              <p14:nvPr/>
            </p14:nvContentPartPr>
            <p14:xfrm>
              <a:off x="7014343" y="3473153"/>
              <a:ext cx="557640" cy="255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0D14A797-D48D-413E-FD90-31512055839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996703" y="3455513"/>
                <a:ext cx="59328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5B8AF902-CC21-6E7F-F6E2-1A90124AFBA7}"/>
                  </a:ext>
                </a:extLst>
              </p14:cNvPr>
              <p14:cNvContentPartPr/>
              <p14:nvPr/>
            </p14:nvContentPartPr>
            <p14:xfrm>
              <a:off x="7013623" y="4095593"/>
              <a:ext cx="522360" cy="442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5B8AF902-CC21-6E7F-F6E2-1A90124AFBA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995983" y="4077953"/>
                <a:ext cx="5580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66B9649-3CA5-323F-FAAC-56556155214E}"/>
                  </a:ext>
                </a:extLst>
              </p14:cNvPr>
              <p14:cNvContentPartPr/>
              <p14:nvPr/>
            </p14:nvContentPartPr>
            <p14:xfrm>
              <a:off x="6994903" y="4630193"/>
              <a:ext cx="666720" cy="129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66B9649-3CA5-323F-FAAC-56556155214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976903" y="4612193"/>
                <a:ext cx="7023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552135D-CD3F-B6D0-82CB-60E25CF2302E}"/>
                  </a:ext>
                </a:extLst>
              </p14:cNvPr>
              <p14:cNvContentPartPr/>
              <p14:nvPr/>
            </p14:nvContentPartPr>
            <p14:xfrm>
              <a:off x="7007503" y="5472593"/>
              <a:ext cx="559800" cy="129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552135D-CD3F-B6D0-82CB-60E25CF2302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989503" y="5454593"/>
                <a:ext cx="5954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B4CD8324-CFA4-5713-4760-2D7928EA4C50}"/>
                  </a:ext>
                </a:extLst>
              </p14:cNvPr>
              <p14:cNvContentPartPr/>
              <p14:nvPr/>
            </p14:nvContentPartPr>
            <p14:xfrm>
              <a:off x="6963583" y="2655953"/>
              <a:ext cx="638280" cy="255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B4CD8324-CFA4-5713-4760-2D7928EA4C5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932623" y="2625353"/>
                <a:ext cx="6994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82EDD668-4B54-0B20-9A38-A521D11368F2}"/>
                  </a:ext>
                </a:extLst>
              </p14:cNvPr>
              <p14:cNvContentPartPr/>
              <p14:nvPr/>
            </p14:nvContentPartPr>
            <p14:xfrm>
              <a:off x="4461223" y="4454153"/>
              <a:ext cx="360" cy="3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82EDD668-4B54-0B20-9A38-A521D11368F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443223" y="443615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B26F3D14-D6A1-700A-70BB-A5B9BC4FCC9D}"/>
                  </a:ext>
                </a:extLst>
              </p14:cNvPr>
              <p14:cNvContentPartPr/>
              <p14:nvPr/>
            </p14:nvContentPartPr>
            <p14:xfrm>
              <a:off x="4373743" y="4340753"/>
              <a:ext cx="437040" cy="2988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B26F3D14-D6A1-700A-70BB-A5B9BC4FCC9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358623" y="4325633"/>
                <a:ext cx="46764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9A62CB88-EBC7-CCCB-3608-E13F7DEA61B4}"/>
                  </a:ext>
                </a:extLst>
              </p14:cNvPr>
              <p14:cNvContentPartPr/>
              <p14:nvPr/>
            </p14:nvContentPartPr>
            <p14:xfrm>
              <a:off x="8699143" y="912122"/>
              <a:ext cx="1671840" cy="3020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9A62CB88-EBC7-CCCB-3608-E13F7DEA61B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668550" y="881162"/>
                <a:ext cx="1733027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BE4ED45-2FA7-C6C2-D51A-D1081B976C96}"/>
                  </a:ext>
                </a:extLst>
              </p14:cNvPr>
              <p14:cNvContentPartPr/>
              <p14:nvPr/>
            </p14:nvContentPartPr>
            <p14:xfrm>
              <a:off x="8692303" y="1326842"/>
              <a:ext cx="1829880" cy="820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BE4ED45-2FA7-C6C2-D51A-D1081B976C9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661703" y="1296242"/>
                <a:ext cx="189144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621E226F-20D3-9896-1F48-6D45386CC749}"/>
                  </a:ext>
                </a:extLst>
              </p14:cNvPr>
              <p14:cNvContentPartPr/>
              <p14:nvPr/>
            </p14:nvContentPartPr>
            <p14:xfrm>
              <a:off x="8704903" y="1572002"/>
              <a:ext cx="377280" cy="3315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621E226F-20D3-9896-1F48-6D45386CC74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673973" y="1541402"/>
                <a:ext cx="438422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C49A29BE-28D8-0404-A979-B3CFD468EEAF}"/>
                  </a:ext>
                </a:extLst>
              </p14:cNvPr>
              <p14:cNvContentPartPr/>
              <p14:nvPr/>
            </p14:nvContentPartPr>
            <p14:xfrm>
              <a:off x="9170023" y="1635002"/>
              <a:ext cx="1855080" cy="3272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C49A29BE-28D8-0404-A979-B3CFD468EEA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139423" y="1604402"/>
                <a:ext cx="191628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CEEF2D4B-6DDB-E27E-691A-AF91FC675810}"/>
                  </a:ext>
                </a:extLst>
              </p14:cNvPr>
              <p14:cNvContentPartPr/>
              <p14:nvPr/>
            </p14:nvContentPartPr>
            <p14:xfrm>
              <a:off x="8711023" y="2207042"/>
              <a:ext cx="821880" cy="3546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CEEF2D4B-6DDB-E27E-691A-AF91FC67581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680423" y="2176442"/>
                <a:ext cx="88308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A4CAF127-E237-FB26-45A0-84DAF603EE51}"/>
                  </a:ext>
                </a:extLst>
              </p14:cNvPr>
              <p14:cNvContentPartPr/>
              <p14:nvPr/>
            </p14:nvContentPartPr>
            <p14:xfrm>
              <a:off x="9754663" y="2207042"/>
              <a:ext cx="2207160" cy="5000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A4CAF127-E237-FB26-45A0-84DAF603EE5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724063" y="2176420"/>
                <a:ext cx="2268360" cy="5616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4BE8B675-948C-8922-4735-6AC23021F610}"/>
                  </a:ext>
                </a:extLst>
              </p14:cNvPr>
              <p14:cNvContentPartPr/>
              <p14:nvPr/>
            </p14:nvContentPartPr>
            <p14:xfrm>
              <a:off x="7152223" y="2254913"/>
              <a:ext cx="276840" cy="27504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4BE8B675-948C-8922-4735-6AC23021F61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121263" y="2224313"/>
                <a:ext cx="33840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15DEFEB9-7940-57C3-1003-7DD0247EA1D3}"/>
                  </a:ext>
                </a:extLst>
              </p14:cNvPr>
              <p14:cNvContentPartPr/>
              <p14:nvPr/>
            </p14:nvContentPartPr>
            <p14:xfrm>
              <a:off x="7749463" y="3246713"/>
              <a:ext cx="308520" cy="135504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15DEFEB9-7940-57C3-1003-7DD0247EA1D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733983" y="3231593"/>
                <a:ext cx="33876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9F0788D4-3E8F-D511-3742-25F60C2D5394}"/>
                  </a:ext>
                </a:extLst>
              </p14:cNvPr>
              <p14:cNvContentPartPr/>
              <p14:nvPr/>
            </p14:nvContentPartPr>
            <p14:xfrm>
              <a:off x="7227463" y="5743673"/>
              <a:ext cx="157680" cy="25596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9F0788D4-3E8F-D511-3742-25F60C2D539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196863" y="5712713"/>
                <a:ext cx="21888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51AFBFC1-F40B-842B-A09B-06DABA98F764}"/>
                  </a:ext>
                </a:extLst>
              </p14:cNvPr>
              <p14:cNvContentPartPr/>
              <p14:nvPr/>
            </p14:nvContentPartPr>
            <p14:xfrm>
              <a:off x="7189663" y="4988393"/>
              <a:ext cx="163800" cy="2818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51AFBFC1-F40B-842B-A09B-06DABA98F76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159063" y="4957793"/>
                <a:ext cx="22500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E54E9B2C-7322-8417-D0A9-311010E1EBD4}"/>
                  </a:ext>
                </a:extLst>
              </p14:cNvPr>
              <p14:cNvContentPartPr/>
              <p14:nvPr/>
            </p14:nvContentPartPr>
            <p14:xfrm>
              <a:off x="7202263" y="4291073"/>
              <a:ext cx="201600" cy="20916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E54E9B2C-7322-8417-D0A9-311010E1EBD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171663" y="4260473"/>
                <a:ext cx="26280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B1F35563-D957-1D93-CA0E-8F184EBE8657}"/>
                  </a:ext>
                </a:extLst>
              </p14:cNvPr>
              <p14:cNvContentPartPr/>
              <p14:nvPr/>
            </p14:nvContentPartPr>
            <p14:xfrm>
              <a:off x="7189663" y="3685553"/>
              <a:ext cx="157680" cy="2595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B1F35563-D957-1D93-CA0E-8F184EBE865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159063" y="3654953"/>
                <a:ext cx="21888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16A920F2-E0E3-9AC6-3C6F-1CF380CAFF8D}"/>
                  </a:ext>
                </a:extLst>
              </p14:cNvPr>
              <p14:cNvContentPartPr/>
              <p14:nvPr/>
            </p14:nvContentPartPr>
            <p14:xfrm>
              <a:off x="7170943" y="3064553"/>
              <a:ext cx="207720" cy="27576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16A920F2-E0E3-9AC6-3C6F-1CF380CAFF8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140343" y="3033953"/>
                <a:ext cx="26928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A4A4B728-ADDA-3E42-30DF-D90632DE0529}"/>
                  </a:ext>
                </a:extLst>
              </p14:cNvPr>
              <p14:cNvContentPartPr/>
              <p14:nvPr/>
            </p14:nvContentPartPr>
            <p14:xfrm>
              <a:off x="8717503" y="2776193"/>
              <a:ext cx="679680" cy="34560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A4A4B728-ADDA-3E42-30DF-D90632DE052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686887" y="2745233"/>
                <a:ext cx="741273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0F3A3A1C-6431-FE80-200B-6177FF029745}"/>
                  </a:ext>
                </a:extLst>
              </p14:cNvPr>
              <p14:cNvContentPartPr/>
              <p14:nvPr/>
            </p14:nvContentPartPr>
            <p14:xfrm>
              <a:off x="9704623" y="2841713"/>
              <a:ext cx="1553040" cy="33624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0F3A3A1C-6431-FE80-200B-6177FF02974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674030" y="2811113"/>
                <a:ext cx="1614226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A79B424D-0318-01B2-A838-CB66DF6C7726}"/>
                  </a:ext>
                </a:extLst>
              </p14:cNvPr>
              <p14:cNvContentPartPr/>
              <p14:nvPr/>
            </p14:nvContentPartPr>
            <p14:xfrm>
              <a:off x="9711463" y="3366233"/>
              <a:ext cx="1737360" cy="62280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A79B424D-0318-01B2-A838-CB66DF6C772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680857" y="3335633"/>
                <a:ext cx="1798573" cy="68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180428CB-0C9A-24D0-CAC7-157C5BEB198C}"/>
                  </a:ext>
                </a:extLst>
              </p14:cNvPr>
              <p14:cNvContentPartPr/>
              <p14:nvPr/>
            </p14:nvContentPartPr>
            <p14:xfrm>
              <a:off x="11490223" y="2894633"/>
              <a:ext cx="459360" cy="32112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180428CB-0C9A-24D0-CAC7-157C5BEB198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1459623" y="2864033"/>
                <a:ext cx="52056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499CAA95-1920-4A89-BB0C-BB8199C02FBB}"/>
                  </a:ext>
                </a:extLst>
              </p14:cNvPr>
              <p14:cNvContentPartPr/>
              <p14:nvPr/>
            </p14:nvContentPartPr>
            <p14:xfrm>
              <a:off x="4712503" y="4755833"/>
              <a:ext cx="3614760" cy="74232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499CAA95-1920-4A89-BB0C-BB8199C02FBB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681903" y="4725233"/>
                <a:ext cx="3675960" cy="80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98CF6414-7444-58D4-E042-742E337C877B}"/>
                  </a:ext>
                </a:extLst>
              </p14:cNvPr>
              <p14:cNvContentPartPr/>
              <p14:nvPr/>
            </p14:nvContentPartPr>
            <p14:xfrm>
              <a:off x="8428423" y="5236433"/>
              <a:ext cx="1188360" cy="77724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98CF6414-7444-58D4-E042-742E337C877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397832" y="5205833"/>
                <a:ext cx="1249541" cy="83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16789FFF-9844-E24B-5FDB-76EE08F24292}"/>
                  </a:ext>
                </a:extLst>
              </p14:cNvPr>
              <p14:cNvContentPartPr/>
              <p14:nvPr/>
            </p14:nvContentPartPr>
            <p14:xfrm>
              <a:off x="6196423" y="4447673"/>
              <a:ext cx="3697200" cy="40896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16789FFF-9844-E24B-5FDB-76EE08F2429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165823" y="4417073"/>
                <a:ext cx="3758400" cy="47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466035DB-8A52-65C0-EDE8-D5174A95E61C}"/>
                  </a:ext>
                </a:extLst>
              </p14:cNvPr>
              <p14:cNvContentPartPr/>
              <p14:nvPr/>
            </p14:nvContentPartPr>
            <p14:xfrm>
              <a:off x="10062823" y="4510673"/>
              <a:ext cx="2030760" cy="43416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466035DB-8A52-65C0-EDE8-D5174A95E61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032218" y="4480073"/>
                <a:ext cx="2091971" cy="49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4912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64F411-3165-E428-55BE-966738FEADB0}"/>
                  </a:ext>
                </a:extLst>
              </p14:cNvPr>
              <p14:cNvContentPartPr/>
              <p14:nvPr/>
            </p14:nvContentPartPr>
            <p14:xfrm>
              <a:off x="336703" y="291833"/>
              <a:ext cx="245520" cy="346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64F411-3165-E428-55BE-966738FEAD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6103" y="260873"/>
                <a:ext cx="30708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A52BE97-FAE5-E355-E185-61F8F8CAB051}"/>
                  </a:ext>
                </a:extLst>
              </p14:cNvPr>
              <p14:cNvContentPartPr/>
              <p14:nvPr/>
            </p14:nvContentPartPr>
            <p14:xfrm>
              <a:off x="688783" y="593513"/>
              <a:ext cx="12960" cy="19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A52BE97-FAE5-E355-E185-61F8F8CAB0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8183" y="562913"/>
                <a:ext cx="741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CBD7757-1BD3-F885-9D73-BEC1C0E07895}"/>
                  </a:ext>
                </a:extLst>
              </p14:cNvPr>
              <p14:cNvContentPartPr/>
              <p14:nvPr/>
            </p14:nvContentPartPr>
            <p14:xfrm>
              <a:off x="833503" y="323873"/>
              <a:ext cx="182520" cy="356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CBD7757-1BD3-F885-9D73-BEC1C0E0789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2903" y="293273"/>
                <a:ext cx="24408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01FA40D-D979-AC68-735F-4A8C1327BE32}"/>
                  </a:ext>
                </a:extLst>
              </p14:cNvPr>
              <p14:cNvContentPartPr/>
              <p14:nvPr/>
            </p14:nvContentPartPr>
            <p14:xfrm>
              <a:off x="1418143" y="222353"/>
              <a:ext cx="220320" cy="383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01FA40D-D979-AC68-735F-4A8C1327BE3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87543" y="191753"/>
                <a:ext cx="28188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E6F5979-A772-8C90-7944-27F3CDCC36B5}"/>
                  </a:ext>
                </a:extLst>
              </p14:cNvPr>
              <p14:cNvContentPartPr/>
              <p14:nvPr/>
            </p14:nvContentPartPr>
            <p14:xfrm>
              <a:off x="1757623" y="285353"/>
              <a:ext cx="69480" cy="304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E6F5979-A772-8C90-7944-27F3CDCC36B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27023" y="254753"/>
                <a:ext cx="13104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29EF628-C07B-4B41-2EE7-7BA00E358CB9}"/>
                  </a:ext>
                </a:extLst>
              </p14:cNvPr>
              <p14:cNvContentPartPr/>
              <p14:nvPr/>
            </p14:nvContentPartPr>
            <p14:xfrm>
              <a:off x="1692103" y="348353"/>
              <a:ext cx="191880" cy="88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29EF628-C07B-4B41-2EE7-7BA00E358CB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61503" y="317753"/>
                <a:ext cx="2530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900BAB3-019D-1E66-952B-9FB7FE251DDD}"/>
                  </a:ext>
                </a:extLst>
              </p14:cNvPr>
              <p14:cNvContentPartPr/>
              <p14:nvPr/>
            </p14:nvContentPartPr>
            <p14:xfrm>
              <a:off x="1908463" y="410993"/>
              <a:ext cx="276840" cy="189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900BAB3-019D-1E66-952B-9FB7FE251DD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77863" y="380393"/>
                <a:ext cx="33840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7C9B606-4C8C-EE02-DA29-16E44C3B726F}"/>
                  </a:ext>
                </a:extLst>
              </p14:cNvPr>
              <p14:cNvContentPartPr/>
              <p14:nvPr/>
            </p14:nvContentPartPr>
            <p14:xfrm>
              <a:off x="2216623" y="427193"/>
              <a:ext cx="252000" cy="141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7C9B606-4C8C-EE02-DA29-16E44C3B726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186023" y="396593"/>
                <a:ext cx="31320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9DE69B7-5A05-8775-CE59-5965A8D2E508}"/>
                  </a:ext>
                </a:extLst>
              </p14:cNvPr>
              <p14:cNvContentPartPr/>
              <p14:nvPr/>
            </p14:nvContentPartPr>
            <p14:xfrm>
              <a:off x="2493463" y="274193"/>
              <a:ext cx="270720" cy="344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9DE69B7-5A05-8775-CE59-5965A8D2E50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62503" y="243593"/>
                <a:ext cx="33192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F5C0D32-C830-A921-645D-4E16CDC7A070}"/>
                  </a:ext>
                </a:extLst>
              </p14:cNvPr>
              <p14:cNvContentPartPr/>
              <p14:nvPr/>
            </p14:nvContentPartPr>
            <p14:xfrm>
              <a:off x="2776063" y="417473"/>
              <a:ext cx="232920" cy="157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F5C0D32-C830-A921-645D-4E16CDC7A07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45463" y="386873"/>
                <a:ext cx="29448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2FBC349-4E4F-053D-65F0-4FED29AD098D}"/>
                  </a:ext>
                </a:extLst>
              </p14:cNvPr>
              <p14:cNvContentPartPr/>
              <p14:nvPr/>
            </p14:nvContentPartPr>
            <p14:xfrm>
              <a:off x="3033823" y="379673"/>
              <a:ext cx="157680" cy="20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2FBC349-4E4F-053D-65F0-4FED29AD098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003223" y="349073"/>
                <a:ext cx="21888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9AD21D7-CA41-AB30-CDC8-750D99BDB648}"/>
                  </a:ext>
                </a:extLst>
              </p14:cNvPr>
              <p14:cNvContentPartPr/>
              <p14:nvPr/>
            </p14:nvContentPartPr>
            <p14:xfrm>
              <a:off x="3216343" y="257273"/>
              <a:ext cx="434160" cy="279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9AD21D7-CA41-AB30-CDC8-750D99BDB64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85743" y="226673"/>
                <a:ext cx="49536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02591D4-9843-8939-1454-148CDD441538}"/>
                  </a:ext>
                </a:extLst>
              </p14:cNvPr>
              <p14:cNvContentPartPr/>
              <p14:nvPr/>
            </p14:nvContentPartPr>
            <p14:xfrm>
              <a:off x="3650143" y="216233"/>
              <a:ext cx="19080" cy="31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02591D4-9843-8939-1454-148CDD44153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619543" y="185633"/>
                <a:ext cx="8064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112248D-1E4A-C7CA-BCB2-772D35AC2977}"/>
                  </a:ext>
                </a:extLst>
              </p14:cNvPr>
              <p14:cNvContentPartPr/>
              <p14:nvPr/>
            </p14:nvContentPartPr>
            <p14:xfrm>
              <a:off x="3713143" y="316673"/>
              <a:ext cx="145080" cy="213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112248D-1E4A-C7CA-BCB2-772D35AC297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682183" y="286073"/>
                <a:ext cx="2062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C2D9CD5-6F85-F246-3452-2CFCEEE3229A}"/>
                  </a:ext>
                </a:extLst>
              </p14:cNvPr>
              <p14:cNvContentPartPr/>
              <p14:nvPr/>
            </p14:nvContentPartPr>
            <p14:xfrm>
              <a:off x="3901783" y="360953"/>
              <a:ext cx="321120" cy="168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C2D9CD5-6F85-F246-3452-2CFCEEE3229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870823" y="329993"/>
                <a:ext cx="3823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A796521-00B5-E094-38E4-32C322C3FFA7}"/>
                  </a:ext>
                </a:extLst>
              </p14:cNvPr>
              <p14:cNvContentPartPr/>
              <p14:nvPr/>
            </p14:nvContentPartPr>
            <p14:xfrm>
              <a:off x="4310383" y="144233"/>
              <a:ext cx="44280" cy="360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A796521-00B5-E094-38E4-32C322C3FFA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279423" y="113633"/>
                <a:ext cx="105840" cy="4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CC633BD-627A-68C0-9A8D-290AA183AF31}"/>
                  </a:ext>
                </a:extLst>
              </p14:cNvPr>
              <p14:cNvContentPartPr/>
              <p14:nvPr/>
            </p14:nvContentPartPr>
            <p14:xfrm>
              <a:off x="4222183" y="285353"/>
              <a:ext cx="239400" cy="69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CC633BD-627A-68C0-9A8D-290AA183AF3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91583" y="254753"/>
                <a:ext cx="30060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091FB4F-0FBA-4F70-C407-95BC8721F0F2}"/>
                  </a:ext>
                </a:extLst>
              </p14:cNvPr>
              <p14:cNvContentPartPr/>
              <p14:nvPr/>
            </p14:nvContentPartPr>
            <p14:xfrm>
              <a:off x="4511623" y="310553"/>
              <a:ext cx="31680" cy="189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091FB4F-0FBA-4F70-C407-95BC8721F0F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480663" y="279953"/>
                <a:ext cx="9324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5852915-7DE5-6FCB-2DE4-E75F2664D64E}"/>
                  </a:ext>
                </a:extLst>
              </p14:cNvPr>
              <p14:cNvContentPartPr/>
              <p14:nvPr/>
            </p14:nvContentPartPr>
            <p14:xfrm>
              <a:off x="4561663" y="203633"/>
              <a:ext cx="648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5852915-7DE5-6FCB-2DE4-E75F2664D64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531063" y="173033"/>
                <a:ext cx="6804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232884A-B672-1B77-B9F2-804E6E925AED}"/>
                  </a:ext>
                </a:extLst>
              </p14:cNvPr>
              <p14:cNvContentPartPr/>
              <p14:nvPr/>
            </p14:nvContentPartPr>
            <p14:xfrm>
              <a:off x="4649863" y="335753"/>
              <a:ext cx="169560" cy="182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232884A-B672-1B77-B9F2-804E6E925AE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619263" y="305153"/>
                <a:ext cx="23076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ED86F65-DD59-AACE-0543-0311CDF55566}"/>
                  </a:ext>
                </a:extLst>
              </p14:cNvPr>
              <p14:cNvContentPartPr/>
              <p14:nvPr/>
            </p14:nvContentPartPr>
            <p14:xfrm>
              <a:off x="4920223" y="354473"/>
              <a:ext cx="258120" cy="189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ED86F65-DD59-AACE-0543-0311CDF5556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889623" y="323873"/>
                <a:ext cx="3193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1E1203C-5F4C-CB9E-1988-90BF7EF7A484}"/>
                  </a:ext>
                </a:extLst>
              </p14:cNvPr>
              <p14:cNvContentPartPr/>
              <p14:nvPr/>
            </p14:nvContentPartPr>
            <p14:xfrm>
              <a:off x="380983" y="1294793"/>
              <a:ext cx="170280" cy="253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1E1203C-5F4C-CB9E-1988-90BF7EF7A48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50023" y="1264193"/>
                <a:ext cx="23148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BE6F33B-629F-A97A-83EB-0F8F9D2AC6E2}"/>
                  </a:ext>
                </a:extLst>
              </p14:cNvPr>
              <p14:cNvContentPartPr/>
              <p14:nvPr/>
            </p14:nvContentPartPr>
            <p14:xfrm>
              <a:off x="688783" y="1492433"/>
              <a:ext cx="360" cy="381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BE6F33B-629F-A97A-83EB-0F8F9D2AC6E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58183" y="1461833"/>
                <a:ext cx="6156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D588FEB-1157-4C6B-0AF5-45328FE4FDA2}"/>
                  </a:ext>
                </a:extLst>
              </p14:cNvPr>
              <p14:cNvContentPartPr/>
              <p14:nvPr/>
            </p14:nvContentPartPr>
            <p14:xfrm>
              <a:off x="953023" y="1234673"/>
              <a:ext cx="176400" cy="3146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D588FEB-1157-4C6B-0AF5-45328FE4FDA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22423" y="1204073"/>
                <a:ext cx="23760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02403D1-E308-198B-DEF1-A5598BFB5E58}"/>
                  </a:ext>
                </a:extLst>
              </p14:cNvPr>
              <p14:cNvContentPartPr/>
              <p14:nvPr/>
            </p14:nvContentPartPr>
            <p14:xfrm>
              <a:off x="1185583" y="1272473"/>
              <a:ext cx="69480" cy="2671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02403D1-E308-198B-DEF1-A5598BFB5E5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54983" y="1241873"/>
                <a:ext cx="13104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1223233-14AD-C367-3792-3565086D94AD}"/>
                  </a:ext>
                </a:extLst>
              </p14:cNvPr>
              <p14:cNvContentPartPr/>
              <p14:nvPr/>
            </p14:nvContentPartPr>
            <p14:xfrm>
              <a:off x="1147783" y="1335473"/>
              <a:ext cx="189000" cy="75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1223233-14AD-C367-3792-3565086D94A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17183" y="1304513"/>
                <a:ext cx="25020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3D047A6-DAB3-D395-C97E-0F7610455B2D}"/>
                  </a:ext>
                </a:extLst>
              </p14:cNvPr>
              <p14:cNvContentPartPr/>
              <p14:nvPr/>
            </p14:nvContentPartPr>
            <p14:xfrm>
              <a:off x="1342903" y="1385513"/>
              <a:ext cx="226800" cy="181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3D047A6-DAB3-D395-C97E-0F7610455B2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311943" y="1354913"/>
                <a:ext cx="2880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475A1FD-49DE-6A45-04BF-4D78B612F761}"/>
                  </a:ext>
                </a:extLst>
              </p14:cNvPr>
              <p14:cNvContentPartPr/>
              <p14:nvPr/>
            </p14:nvContentPartPr>
            <p14:xfrm>
              <a:off x="1613263" y="1407833"/>
              <a:ext cx="214200" cy="1468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475A1FD-49DE-6A45-04BF-4D78B612F76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582303" y="1377233"/>
                <a:ext cx="27540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B828054-AC0B-57FE-D8E1-6B3B5D1E26C7}"/>
                  </a:ext>
                </a:extLst>
              </p14:cNvPr>
              <p14:cNvContentPartPr/>
              <p14:nvPr/>
            </p14:nvContentPartPr>
            <p14:xfrm>
              <a:off x="1858423" y="1238273"/>
              <a:ext cx="220320" cy="3049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B828054-AC0B-57FE-D8E1-6B3B5D1E26C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827463" y="1207673"/>
                <a:ext cx="28188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A620B93-8326-2642-17FD-3FF92A14D59A}"/>
                  </a:ext>
                </a:extLst>
              </p14:cNvPr>
              <p14:cNvContentPartPr/>
              <p14:nvPr/>
            </p14:nvContentPartPr>
            <p14:xfrm>
              <a:off x="2141383" y="1379393"/>
              <a:ext cx="189000" cy="1386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A620B93-8326-2642-17FD-3FF92A14D59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110423" y="1348793"/>
                <a:ext cx="25020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522988C-89E0-AFD5-0373-0C4AD102AB9F}"/>
                  </a:ext>
                </a:extLst>
              </p14:cNvPr>
              <p14:cNvContentPartPr/>
              <p14:nvPr/>
            </p14:nvContentPartPr>
            <p14:xfrm>
              <a:off x="2392663" y="1360313"/>
              <a:ext cx="151200" cy="141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522988C-89E0-AFD5-0373-0C4AD102AB9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362063" y="1329713"/>
                <a:ext cx="21276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8E54D85-B27F-DF88-0F07-8235D804C174}"/>
                  </a:ext>
                </a:extLst>
              </p14:cNvPr>
              <p14:cNvContentPartPr/>
              <p14:nvPr/>
            </p14:nvContentPartPr>
            <p14:xfrm>
              <a:off x="2543503" y="1206233"/>
              <a:ext cx="220320" cy="318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8E54D85-B27F-DF88-0F07-8235D804C17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512903" y="1175273"/>
                <a:ext cx="28188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DB6F728-25E2-B4E2-8D63-70307773643C}"/>
                  </a:ext>
                </a:extLst>
              </p14:cNvPr>
              <p14:cNvContentPartPr/>
              <p14:nvPr/>
            </p14:nvContentPartPr>
            <p14:xfrm>
              <a:off x="3065503" y="1184273"/>
              <a:ext cx="157680" cy="327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DB6F728-25E2-B4E2-8D63-70307773643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034903" y="1153673"/>
                <a:ext cx="21888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03973CC-11D2-A8A2-0DF9-DC15F0C7782F}"/>
                  </a:ext>
                </a:extLst>
              </p14:cNvPr>
              <p14:cNvContentPartPr/>
              <p14:nvPr/>
            </p14:nvContentPartPr>
            <p14:xfrm>
              <a:off x="3254143" y="1335473"/>
              <a:ext cx="145080" cy="1576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03973CC-11D2-A8A2-0DF9-DC15F0C7782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223183" y="1304513"/>
                <a:ext cx="20628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7153B33-C37B-C70F-9CC6-606F65A9E5F1}"/>
                  </a:ext>
                </a:extLst>
              </p14:cNvPr>
              <p14:cNvContentPartPr/>
              <p14:nvPr/>
            </p14:nvContentPartPr>
            <p14:xfrm>
              <a:off x="3418303" y="1379393"/>
              <a:ext cx="244800" cy="1134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7153B33-C37B-C70F-9CC6-606F65A9E5F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387703" y="1348793"/>
                <a:ext cx="30636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9116B08-487E-B22F-2D54-82D08075B56A}"/>
                  </a:ext>
                </a:extLst>
              </p14:cNvPr>
              <p14:cNvContentPartPr/>
              <p14:nvPr/>
            </p14:nvContentPartPr>
            <p14:xfrm>
              <a:off x="3719263" y="1184993"/>
              <a:ext cx="31680" cy="2880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9116B08-487E-B22F-2D54-82D08075B56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688663" y="1154393"/>
                <a:ext cx="9324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5C866F9-596D-DBD1-BF20-8E124555B9C7}"/>
                  </a:ext>
                </a:extLst>
              </p14:cNvPr>
              <p14:cNvContentPartPr/>
              <p14:nvPr/>
            </p14:nvContentPartPr>
            <p14:xfrm>
              <a:off x="3782263" y="1303793"/>
              <a:ext cx="239400" cy="1638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5C866F9-596D-DBD1-BF20-8E124555B9C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751303" y="1273193"/>
                <a:ext cx="3006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EF8E858-4DCA-2185-2F61-AAAECC081232}"/>
                  </a:ext>
                </a:extLst>
              </p14:cNvPr>
              <p14:cNvContentPartPr/>
              <p14:nvPr/>
            </p14:nvContentPartPr>
            <p14:xfrm>
              <a:off x="4058743" y="1278593"/>
              <a:ext cx="245520" cy="1638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EF8E858-4DCA-2185-2F61-AAAECC08123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028143" y="1247993"/>
                <a:ext cx="3070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4C7CB2A-1A6E-E7FA-7980-E7F3F5AA7792}"/>
                  </a:ext>
                </a:extLst>
              </p14:cNvPr>
              <p14:cNvContentPartPr/>
              <p14:nvPr/>
            </p14:nvContentPartPr>
            <p14:xfrm>
              <a:off x="317983" y="1561553"/>
              <a:ext cx="4728240" cy="2394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4C7CB2A-1A6E-E7FA-7980-E7F3F5AA779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99983" y="1543913"/>
                <a:ext cx="476388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6F07423-CB63-F23E-C98F-543FF666EC02}"/>
                  </a:ext>
                </a:extLst>
              </p14:cNvPr>
              <p14:cNvContentPartPr/>
              <p14:nvPr/>
            </p14:nvContentPartPr>
            <p14:xfrm>
              <a:off x="487543" y="1995353"/>
              <a:ext cx="175680" cy="4208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6F07423-CB63-F23E-C98F-543FF666EC0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56943" y="1964753"/>
                <a:ext cx="23688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BCA15DE-FABC-81DB-1848-C306A800438F}"/>
                  </a:ext>
                </a:extLst>
              </p14:cNvPr>
              <p14:cNvContentPartPr/>
              <p14:nvPr/>
            </p14:nvContentPartPr>
            <p14:xfrm>
              <a:off x="760063" y="2177873"/>
              <a:ext cx="130320" cy="1825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BCA15DE-FABC-81DB-1848-C306A800438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29463" y="2147273"/>
                <a:ext cx="19152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E42FD76-3BEB-2023-7354-9C902650B7A5}"/>
                  </a:ext>
                </a:extLst>
              </p14:cNvPr>
              <p14:cNvContentPartPr/>
              <p14:nvPr/>
            </p14:nvContentPartPr>
            <p14:xfrm>
              <a:off x="915223" y="2209193"/>
              <a:ext cx="289440" cy="1378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E42FD76-3BEB-2023-7354-9C902650B7A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84623" y="2178593"/>
                <a:ext cx="3510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ED4484C-26A5-90D0-40E9-2F16C89BEE85}"/>
                  </a:ext>
                </a:extLst>
              </p14:cNvPr>
              <p14:cNvContentPartPr/>
              <p14:nvPr/>
            </p14:nvContentPartPr>
            <p14:xfrm>
              <a:off x="1229503" y="2015153"/>
              <a:ext cx="55440" cy="3250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ED4484C-26A5-90D0-40E9-2F16C89BEE8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198903" y="1984193"/>
                <a:ext cx="11700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8F7E3C8-8B2C-08F8-44E7-9AF01273C341}"/>
                  </a:ext>
                </a:extLst>
              </p14:cNvPr>
              <p14:cNvContentPartPr/>
              <p14:nvPr/>
            </p14:nvContentPartPr>
            <p14:xfrm>
              <a:off x="1273423" y="2127473"/>
              <a:ext cx="232920" cy="1825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8F7E3C8-8B2C-08F8-44E7-9AF01273C34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242823" y="2096873"/>
                <a:ext cx="29448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041AA69-C29D-6AD1-6989-DEA12627A890}"/>
                  </a:ext>
                </a:extLst>
              </p14:cNvPr>
              <p14:cNvContentPartPr/>
              <p14:nvPr/>
            </p14:nvContentPartPr>
            <p14:xfrm>
              <a:off x="1525063" y="2121353"/>
              <a:ext cx="113400" cy="2203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041AA69-C29D-6AD1-6989-DEA12627A89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494463" y="2090393"/>
                <a:ext cx="17496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DC3EA23-E26A-4F7A-722F-C8CAD0EC252F}"/>
                  </a:ext>
                </a:extLst>
              </p14:cNvPr>
              <p14:cNvContentPartPr/>
              <p14:nvPr/>
            </p14:nvContentPartPr>
            <p14:xfrm>
              <a:off x="2084503" y="1934153"/>
              <a:ext cx="252000" cy="3888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DC3EA23-E26A-4F7A-722F-C8CAD0EC252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053903" y="1903193"/>
                <a:ext cx="313200" cy="4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74DACA9-65FA-4F53-50B8-2AA3AC81F051}"/>
                  </a:ext>
                </a:extLst>
              </p14:cNvPr>
              <p14:cNvContentPartPr/>
              <p14:nvPr/>
            </p14:nvContentPartPr>
            <p14:xfrm>
              <a:off x="2040583" y="2127473"/>
              <a:ext cx="232920" cy="820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74DACA9-65FA-4F53-50B8-2AA3AC81F05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009983" y="2096873"/>
                <a:ext cx="29448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366151D-D611-E9C9-7B71-4E8968C68DFF}"/>
                  </a:ext>
                </a:extLst>
              </p14:cNvPr>
              <p14:cNvContentPartPr/>
              <p14:nvPr/>
            </p14:nvContentPartPr>
            <p14:xfrm>
              <a:off x="2310943" y="2122073"/>
              <a:ext cx="201600" cy="1562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366151D-D611-E9C9-7B71-4E8968C68DF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280343" y="2091113"/>
                <a:ext cx="2628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D254ACE-59A9-D40F-12A3-E144B70317AE}"/>
                  </a:ext>
                </a:extLst>
              </p14:cNvPr>
              <p14:cNvContentPartPr/>
              <p14:nvPr/>
            </p14:nvContentPartPr>
            <p14:xfrm>
              <a:off x="2499583" y="2135753"/>
              <a:ext cx="321120" cy="1429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D254ACE-59A9-D40F-12A3-E144B70317A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468983" y="2105153"/>
                <a:ext cx="3823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BC2B4C0-1980-14FF-7ABE-007A1336949F}"/>
                  </a:ext>
                </a:extLst>
              </p14:cNvPr>
              <p14:cNvContentPartPr/>
              <p14:nvPr/>
            </p14:nvContentPartPr>
            <p14:xfrm>
              <a:off x="2889463" y="1952153"/>
              <a:ext cx="44280" cy="3196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BC2B4C0-1980-14FF-7ABE-007A1336949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858863" y="1921553"/>
                <a:ext cx="10584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E2372C2-0AA2-E134-4886-E01FBE6C3035}"/>
                  </a:ext>
                </a:extLst>
              </p14:cNvPr>
              <p14:cNvContentPartPr/>
              <p14:nvPr/>
            </p14:nvContentPartPr>
            <p14:xfrm>
              <a:off x="2813863" y="2058353"/>
              <a:ext cx="201600" cy="946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E2372C2-0AA2-E134-4886-E01FBE6C303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783263" y="2027753"/>
                <a:ext cx="2628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2A65A09-3FEA-0BED-E7F6-CB3C66E359BE}"/>
                  </a:ext>
                </a:extLst>
              </p14:cNvPr>
              <p14:cNvContentPartPr/>
              <p14:nvPr/>
            </p14:nvContentPartPr>
            <p14:xfrm>
              <a:off x="3033823" y="2089673"/>
              <a:ext cx="157680" cy="1450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2A65A09-3FEA-0BED-E7F6-CB3C66E359B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003223" y="2059073"/>
                <a:ext cx="21888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BEC7FEC-3AD0-C33A-F971-01CB455EA2BD}"/>
                  </a:ext>
                </a:extLst>
              </p14:cNvPr>
              <p14:cNvContentPartPr/>
              <p14:nvPr/>
            </p14:nvContentPartPr>
            <p14:xfrm>
              <a:off x="3272863" y="2045753"/>
              <a:ext cx="201600" cy="1638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BEC7FEC-3AD0-C33A-F971-01CB455EA2B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242263" y="2015153"/>
                <a:ext cx="2628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A918A4F-BD44-A722-F3DD-43B009E8A754}"/>
                  </a:ext>
                </a:extLst>
              </p14:cNvPr>
              <p14:cNvContentPartPr/>
              <p14:nvPr/>
            </p14:nvContentPartPr>
            <p14:xfrm>
              <a:off x="3492823" y="2077073"/>
              <a:ext cx="226800" cy="1324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A918A4F-BD44-A722-F3DD-43B009E8A75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462223" y="2046473"/>
                <a:ext cx="28800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1993653-AB4E-52D3-FD63-197AF2BC9CA3}"/>
                  </a:ext>
                </a:extLst>
              </p14:cNvPr>
              <p14:cNvContentPartPr/>
              <p14:nvPr/>
            </p14:nvContentPartPr>
            <p14:xfrm>
              <a:off x="3757063" y="2033153"/>
              <a:ext cx="155520" cy="1764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1993653-AB4E-52D3-FD63-197AF2BC9CA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726463" y="2002553"/>
                <a:ext cx="2167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4404E54-EF2A-EA32-1613-B50B0B2B7917}"/>
                  </a:ext>
                </a:extLst>
              </p14:cNvPr>
              <p14:cNvContentPartPr/>
              <p14:nvPr/>
            </p14:nvContentPartPr>
            <p14:xfrm>
              <a:off x="4410823" y="1810313"/>
              <a:ext cx="100800" cy="3769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4404E54-EF2A-EA32-1613-B50B0B2B791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380223" y="1779713"/>
                <a:ext cx="16236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71F744B-8C3B-6110-C73F-72CF20C3E8B7}"/>
                  </a:ext>
                </a:extLst>
              </p14:cNvPr>
              <p14:cNvContentPartPr/>
              <p14:nvPr/>
            </p14:nvContentPartPr>
            <p14:xfrm>
              <a:off x="4310383" y="1964033"/>
              <a:ext cx="308520" cy="946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71F744B-8C3B-6110-C73F-72CF20C3E8B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279423" y="1933433"/>
                <a:ext cx="36972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C3CE7E2-B655-97CB-8B0F-C92768643C23}"/>
                  </a:ext>
                </a:extLst>
              </p14:cNvPr>
              <p14:cNvContentPartPr/>
              <p14:nvPr/>
            </p14:nvContentPartPr>
            <p14:xfrm>
              <a:off x="4574983" y="2015873"/>
              <a:ext cx="149760" cy="1742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C3CE7E2-B655-97CB-8B0F-C92768643C2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544383" y="1984913"/>
                <a:ext cx="2113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48D5054-03F6-AB9A-817B-63F2B412E3FF}"/>
                  </a:ext>
                </a:extLst>
              </p14:cNvPr>
              <p14:cNvContentPartPr/>
              <p14:nvPr/>
            </p14:nvContentPartPr>
            <p14:xfrm>
              <a:off x="5077183" y="1839113"/>
              <a:ext cx="239400" cy="3286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48D5054-03F6-AB9A-817B-63F2B412E3F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046583" y="1808153"/>
                <a:ext cx="30060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CC63872C-F226-5BEA-54B4-24D8B8E1A2F0}"/>
                  </a:ext>
                </a:extLst>
              </p14:cNvPr>
              <p14:cNvContentPartPr/>
              <p14:nvPr/>
            </p14:nvContentPartPr>
            <p14:xfrm>
              <a:off x="5334943" y="1989233"/>
              <a:ext cx="232920" cy="1702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CC63872C-F226-5BEA-54B4-24D8B8E1A2F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304343" y="1958633"/>
                <a:ext cx="29448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B207296B-F4A3-CB47-C9C6-E8D84B07E600}"/>
                  </a:ext>
                </a:extLst>
              </p14:cNvPr>
              <p14:cNvContentPartPr/>
              <p14:nvPr/>
            </p14:nvContentPartPr>
            <p14:xfrm>
              <a:off x="5617903" y="1977353"/>
              <a:ext cx="183960" cy="1756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B207296B-F4A3-CB47-C9C6-E8D84B07E60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587303" y="1946753"/>
                <a:ext cx="24552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0DBF233-433E-8249-C9E7-C15757507BF9}"/>
                  </a:ext>
                </a:extLst>
              </p14:cNvPr>
              <p14:cNvContentPartPr/>
              <p14:nvPr/>
            </p14:nvContentPartPr>
            <p14:xfrm>
              <a:off x="5844343" y="1970153"/>
              <a:ext cx="207720" cy="1630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0DBF233-433E-8249-C9E7-C15757507BF9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813743" y="1939553"/>
                <a:ext cx="2692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E361865-459F-6C17-10AA-4F916D98ECA0}"/>
                  </a:ext>
                </a:extLst>
              </p14:cNvPr>
              <p14:cNvContentPartPr/>
              <p14:nvPr/>
            </p14:nvContentPartPr>
            <p14:xfrm>
              <a:off x="6441583" y="2014433"/>
              <a:ext cx="214200" cy="1260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E361865-459F-6C17-10AA-4F916D98ECA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410983" y="1983833"/>
                <a:ext cx="2754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070F86B-1AEA-2B48-6841-412E0AF119CF}"/>
                  </a:ext>
                </a:extLst>
              </p14:cNvPr>
              <p14:cNvContentPartPr/>
              <p14:nvPr/>
            </p14:nvContentPartPr>
            <p14:xfrm>
              <a:off x="7114423" y="1980233"/>
              <a:ext cx="471960" cy="1785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F070F86B-1AEA-2B48-6841-412E0AF119C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083823" y="1949273"/>
                <a:ext cx="53316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4A07E7A-79B3-9255-6E01-6142A16A5F52}"/>
                  </a:ext>
                </a:extLst>
              </p14:cNvPr>
              <p14:cNvContentPartPr/>
              <p14:nvPr/>
            </p14:nvContentPartPr>
            <p14:xfrm>
              <a:off x="7629943" y="1945313"/>
              <a:ext cx="220320" cy="1764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4A07E7A-79B3-9255-6E01-6142A16A5F5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599343" y="1914353"/>
                <a:ext cx="28188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BA88DE9-46AE-DCEF-4F6D-A8D7AB43663C}"/>
                  </a:ext>
                </a:extLst>
              </p14:cNvPr>
              <p14:cNvContentPartPr/>
              <p14:nvPr/>
            </p14:nvContentPartPr>
            <p14:xfrm>
              <a:off x="7876543" y="1957913"/>
              <a:ext cx="288000" cy="1512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BA88DE9-46AE-DCEF-4F6D-A8D7AB43663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845943" y="1926953"/>
                <a:ext cx="34956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73705F9-05C6-C409-A5B4-B53081900BB3}"/>
                  </a:ext>
                </a:extLst>
              </p14:cNvPr>
              <p14:cNvContentPartPr/>
              <p14:nvPr/>
            </p14:nvContentPartPr>
            <p14:xfrm>
              <a:off x="8195863" y="1955033"/>
              <a:ext cx="232920" cy="1414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73705F9-05C6-C409-A5B4-B53081900BB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164903" y="1924433"/>
                <a:ext cx="2944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14E2DD0-8E50-F3A9-4E3A-5DE32E80EA22}"/>
                  </a:ext>
                </a:extLst>
              </p14:cNvPr>
              <p14:cNvContentPartPr/>
              <p14:nvPr/>
            </p14:nvContentPartPr>
            <p14:xfrm>
              <a:off x="8767903" y="1970153"/>
              <a:ext cx="170280" cy="1569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14E2DD0-8E50-F3A9-4E3A-5DE32E80EA2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737303" y="1939553"/>
                <a:ext cx="23148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5B5834B-2559-8C3B-9909-2A5CA8FD776D}"/>
                  </a:ext>
                </a:extLst>
              </p14:cNvPr>
              <p14:cNvContentPartPr/>
              <p14:nvPr/>
            </p14:nvContentPartPr>
            <p14:xfrm>
              <a:off x="9026383" y="1801313"/>
              <a:ext cx="194400" cy="6026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5B5834B-2559-8C3B-9909-2A5CA8FD776D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995783" y="1770713"/>
                <a:ext cx="255960" cy="66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024CEFF-6E6E-840C-150A-1EEDAD71DC39}"/>
                  </a:ext>
                </a:extLst>
              </p14:cNvPr>
              <p14:cNvContentPartPr/>
              <p14:nvPr/>
            </p14:nvContentPartPr>
            <p14:xfrm>
              <a:off x="9579703" y="1808873"/>
              <a:ext cx="191160" cy="2995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024CEFF-6E6E-840C-150A-1EEDAD71DC39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548743" y="1778273"/>
                <a:ext cx="25236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AF6FEF98-07EF-C7D8-15CC-C282410F3685}"/>
                  </a:ext>
                </a:extLst>
              </p14:cNvPr>
              <p14:cNvContentPartPr/>
              <p14:nvPr/>
            </p14:nvContentPartPr>
            <p14:xfrm>
              <a:off x="7146463" y="2290913"/>
              <a:ext cx="2731680" cy="507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AF6FEF98-07EF-C7D8-15CC-C282410F368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115863" y="2260313"/>
                <a:ext cx="279324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032D0DE-0D3C-4DF9-AFB3-1030D6DF9B93}"/>
                  </a:ext>
                </a:extLst>
              </p14:cNvPr>
              <p14:cNvContentPartPr/>
              <p14:nvPr/>
            </p14:nvContentPartPr>
            <p14:xfrm>
              <a:off x="638743" y="2781233"/>
              <a:ext cx="314640" cy="1814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032D0DE-0D3C-4DF9-AFB3-1030D6DF9B9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07783" y="2750633"/>
                <a:ext cx="3762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BB6E78D-ABF5-AC7B-B260-B5E5986A8371}"/>
                  </a:ext>
                </a:extLst>
              </p14:cNvPr>
              <p14:cNvContentPartPr/>
              <p14:nvPr/>
            </p14:nvContentPartPr>
            <p14:xfrm>
              <a:off x="1003423" y="2807153"/>
              <a:ext cx="295920" cy="1310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BB6E78D-ABF5-AC7B-B260-B5E5986A837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72463" y="2776553"/>
                <a:ext cx="35712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88D7160E-5A3E-8399-173A-B58EEBEDF3B4}"/>
                  </a:ext>
                </a:extLst>
              </p14:cNvPr>
              <p14:cNvContentPartPr/>
              <p14:nvPr/>
            </p14:nvContentPartPr>
            <p14:xfrm>
              <a:off x="1298623" y="2669633"/>
              <a:ext cx="252000" cy="2692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88D7160E-5A3E-8399-173A-B58EEBEDF3B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268023" y="2639033"/>
                <a:ext cx="31320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5B47DBAC-91F3-7B97-CA17-51589D24F6A3}"/>
                  </a:ext>
                </a:extLst>
              </p14:cNvPr>
              <p14:cNvContentPartPr/>
              <p14:nvPr/>
            </p14:nvContentPartPr>
            <p14:xfrm>
              <a:off x="1971463" y="2762513"/>
              <a:ext cx="264240" cy="1749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5B47DBAC-91F3-7B97-CA17-51589D24F6A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940863" y="2731913"/>
                <a:ext cx="32580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7C2E151-4ECC-970E-D60E-AE3A1828EF7D}"/>
                  </a:ext>
                </a:extLst>
              </p14:cNvPr>
              <p14:cNvContentPartPr/>
              <p14:nvPr/>
            </p14:nvContentPartPr>
            <p14:xfrm>
              <a:off x="2505703" y="2712113"/>
              <a:ext cx="132480" cy="2455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27C2E151-4ECC-970E-D60E-AE3A1828EF7D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475103" y="2681513"/>
                <a:ext cx="19368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63F088BD-4A0F-31D4-048A-2E7AC970C1FF}"/>
                  </a:ext>
                </a:extLst>
              </p14:cNvPr>
              <p14:cNvContentPartPr/>
              <p14:nvPr/>
            </p14:nvContentPartPr>
            <p14:xfrm>
              <a:off x="2788663" y="2586473"/>
              <a:ext cx="88560" cy="3560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63F088BD-4A0F-31D4-048A-2E7AC970C1F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758063" y="2555873"/>
                <a:ext cx="14976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63DBC52-6219-1347-2CD9-0FF60137AE7B}"/>
                  </a:ext>
                </a:extLst>
              </p14:cNvPr>
              <p14:cNvContentPartPr/>
              <p14:nvPr/>
            </p14:nvContentPartPr>
            <p14:xfrm>
              <a:off x="2695063" y="2724713"/>
              <a:ext cx="213480" cy="568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63DBC52-6219-1347-2CD9-0FF60137AE7B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2664463" y="2694113"/>
                <a:ext cx="27468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DDF03C9-34D9-94F5-9D01-E1628D99D2B7}"/>
                  </a:ext>
                </a:extLst>
              </p14:cNvPr>
              <p14:cNvContentPartPr/>
              <p14:nvPr/>
            </p14:nvContentPartPr>
            <p14:xfrm>
              <a:off x="2876863" y="2768633"/>
              <a:ext cx="289440" cy="1512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DDF03C9-34D9-94F5-9D01-E1628D99D2B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846263" y="2738033"/>
                <a:ext cx="3510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E2D0F596-66E7-57D1-3A16-0DF65BB1431A}"/>
                  </a:ext>
                </a:extLst>
              </p14:cNvPr>
              <p14:cNvContentPartPr/>
              <p14:nvPr/>
            </p14:nvContentPartPr>
            <p14:xfrm>
              <a:off x="3222463" y="2781233"/>
              <a:ext cx="201600" cy="1371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E2D0F596-66E7-57D1-3A16-0DF65BB1431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191863" y="2750633"/>
                <a:ext cx="26280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C4646D59-A158-9E3B-2C73-4A7E32906DA1}"/>
                  </a:ext>
                </a:extLst>
              </p14:cNvPr>
              <p14:cNvContentPartPr/>
              <p14:nvPr/>
            </p14:nvContentPartPr>
            <p14:xfrm>
              <a:off x="3467623" y="2596193"/>
              <a:ext cx="282600" cy="3049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C4646D59-A158-9E3B-2C73-4A7E32906DA1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437023" y="2565593"/>
                <a:ext cx="34380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7211543-DFE3-E70C-E1BF-BDC3E1DA480F}"/>
                  </a:ext>
                </a:extLst>
              </p14:cNvPr>
              <p14:cNvContentPartPr/>
              <p14:nvPr/>
            </p14:nvContentPartPr>
            <p14:xfrm>
              <a:off x="3757063" y="2724713"/>
              <a:ext cx="239400" cy="1512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7211543-DFE3-E70C-E1BF-BDC3E1DA480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726463" y="2694113"/>
                <a:ext cx="3006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02034D62-CBCC-DD2D-A689-657B2ACBB229}"/>
                  </a:ext>
                </a:extLst>
              </p14:cNvPr>
              <p14:cNvContentPartPr/>
              <p14:nvPr/>
            </p14:nvContentPartPr>
            <p14:xfrm>
              <a:off x="4027423" y="2731193"/>
              <a:ext cx="182520" cy="1296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02034D62-CBCC-DD2D-A689-657B2ACBB229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996823" y="2700233"/>
                <a:ext cx="24408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EA905FBF-A97A-4E39-BBD4-02ADED63BB09}"/>
                  </a:ext>
                </a:extLst>
              </p14:cNvPr>
              <p14:cNvContentPartPr/>
              <p14:nvPr/>
            </p14:nvContentPartPr>
            <p14:xfrm>
              <a:off x="4278703" y="2602673"/>
              <a:ext cx="245520" cy="3175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EA905FBF-A97A-4E39-BBD4-02ADED63BB09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248103" y="2571713"/>
                <a:ext cx="30708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CF3068E-2069-7895-4F9A-D947C62849F6}"/>
                  </a:ext>
                </a:extLst>
              </p14:cNvPr>
              <p14:cNvContentPartPr/>
              <p14:nvPr/>
            </p14:nvContentPartPr>
            <p14:xfrm>
              <a:off x="4926343" y="2577473"/>
              <a:ext cx="239400" cy="29880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CF3068E-2069-7895-4F9A-D947C62849F6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895743" y="2546873"/>
                <a:ext cx="3006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6B937FCE-B6C1-E4FA-8A16-A0EAAFED1690}"/>
                  </a:ext>
                </a:extLst>
              </p14:cNvPr>
              <p14:cNvContentPartPr/>
              <p14:nvPr/>
            </p14:nvContentPartPr>
            <p14:xfrm>
              <a:off x="5171503" y="2668193"/>
              <a:ext cx="151200" cy="19404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6B937FCE-B6C1-E4FA-8A16-A0EAAFED169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140903" y="2637593"/>
                <a:ext cx="21276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795C8B70-F08A-6F1D-6059-E30EF72C8EA4}"/>
                  </a:ext>
                </a:extLst>
              </p14:cNvPr>
              <p14:cNvContentPartPr/>
              <p14:nvPr/>
            </p14:nvContentPartPr>
            <p14:xfrm>
              <a:off x="5322343" y="2640833"/>
              <a:ext cx="170280" cy="1980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795C8B70-F08A-6F1D-6059-E30EF72C8EA4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291743" y="2610233"/>
                <a:ext cx="23148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15CD5CD-B629-3E2E-EE8A-3525CDFBE731}"/>
                  </a:ext>
                </a:extLst>
              </p14:cNvPr>
              <p14:cNvContentPartPr/>
              <p14:nvPr/>
            </p14:nvContentPartPr>
            <p14:xfrm>
              <a:off x="5555263" y="2680793"/>
              <a:ext cx="19080" cy="1594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15CD5CD-B629-3E2E-EE8A-3525CDFBE731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524303" y="2650193"/>
                <a:ext cx="8064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E62E5ED-744B-ECFF-9459-2D5E51555B0F}"/>
                  </a:ext>
                </a:extLst>
              </p14:cNvPr>
              <p14:cNvContentPartPr/>
              <p14:nvPr/>
            </p14:nvContentPartPr>
            <p14:xfrm>
              <a:off x="5617903" y="2548673"/>
              <a:ext cx="6480" cy="3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E62E5ED-744B-ECFF-9459-2D5E51555B0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587303" y="2518073"/>
                <a:ext cx="6804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6BF85808-B9F9-C8C5-952D-55304D65F492}"/>
                  </a:ext>
                </a:extLst>
              </p14:cNvPr>
              <p14:cNvContentPartPr/>
              <p14:nvPr/>
            </p14:nvContentPartPr>
            <p14:xfrm>
              <a:off x="5649583" y="2668193"/>
              <a:ext cx="226800" cy="1702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6BF85808-B9F9-C8C5-952D-55304D65F492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618623" y="2637593"/>
                <a:ext cx="28800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AB09D13-8685-7832-14B7-467593F74EDC}"/>
                  </a:ext>
                </a:extLst>
              </p14:cNvPr>
              <p14:cNvContentPartPr/>
              <p14:nvPr/>
            </p14:nvContentPartPr>
            <p14:xfrm>
              <a:off x="5951263" y="2474153"/>
              <a:ext cx="69480" cy="3888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AB09D13-8685-7832-14B7-467593F74EDC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920663" y="2443193"/>
                <a:ext cx="131040" cy="4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E13FB02B-F694-D7AB-4F7D-FAE35D14EDBB}"/>
                  </a:ext>
                </a:extLst>
              </p14:cNvPr>
              <p14:cNvContentPartPr/>
              <p14:nvPr/>
            </p14:nvContentPartPr>
            <p14:xfrm>
              <a:off x="5882143" y="2617793"/>
              <a:ext cx="195120" cy="633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E13FB02B-F694-D7AB-4F7D-FAE35D14EDBB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851543" y="2587193"/>
                <a:ext cx="25668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7041EA28-C953-6AC0-C54F-20F255CF5DD8}"/>
                  </a:ext>
                </a:extLst>
              </p14:cNvPr>
              <p14:cNvContentPartPr/>
              <p14:nvPr/>
            </p14:nvContentPartPr>
            <p14:xfrm>
              <a:off x="6115423" y="2686913"/>
              <a:ext cx="24840" cy="1378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7041EA28-C953-6AC0-C54F-20F255CF5DD8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084823" y="2656313"/>
                <a:ext cx="860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2A35B0D-D8F1-B1DC-8D32-546340D6EE2D}"/>
                  </a:ext>
                </a:extLst>
              </p14:cNvPr>
              <p14:cNvContentPartPr/>
              <p14:nvPr/>
            </p14:nvContentPartPr>
            <p14:xfrm>
              <a:off x="6171223" y="2555153"/>
              <a:ext cx="360" cy="129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2A35B0D-D8F1-B1DC-8D32-546340D6EE2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140623" y="2524193"/>
                <a:ext cx="6156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4032DCDE-8C5F-1174-5A55-814D2C1D2DDB}"/>
                  </a:ext>
                </a:extLst>
              </p14:cNvPr>
              <p14:cNvContentPartPr/>
              <p14:nvPr/>
            </p14:nvContentPartPr>
            <p14:xfrm>
              <a:off x="6246823" y="2674313"/>
              <a:ext cx="147600" cy="1576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4032DCDE-8C5F-1174-5A55-814D2C1D2DD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215863" y="2643713"/>
                <a:ext cx="20916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B2C37D83-A5F9-ADCF-BB82-A736CF8C143C}"/>
                  </a:ext>
                </a:extLst>
              </p14:cNvPr>
              <p14:cNvContentPartPr/>
              <p14:nvPr/>
            </p14:nvContentPartPr>
            <p14:xfrm>
              <a:off x="6479383" y="2684393"/>
              <a:ext cx="170280" cy="1476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B2C37D83-A5F9-ADCF-BB82-A736CF8C143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448783" y="2653433"/>
                <a:ext cx="23148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84C260B2-5851-05A3-C785-93A37207F9A5}"/>
                  </a:ext>
                </a:extLst>
              </p14:cNvPr>
              <p14:cNvContentPartPr/>
              <p14:nvPr/>
            </p14:nvContentPartPr>
            <p14:xfrm>
              <a:off x="6994903" y="2712113"/>
              <a:ext cx="195120" cy="1702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84C260B2-5851-05A3-C785-93A37207F9A5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964303" y="2681513"/>
                <a:ext cx="25668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6C279DDF-D88E-5C17-5990-F5F2B0BEEE96}"/>
                  </a:ext>
                </a:extLst>
              </p14:cNvPr>
              <p14:cNvContentPartPr/>
              <p14:nvPr/>
            </p14:nvContentPartPr>
            <p14:xfrm>
              <a:off x="7233943" y="2567753"/>
              <a:ext cx="207720" cy="6249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6C279DDF-D88E-5C17-5990-F5F2B0BEEE96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7202983" y="2536793"/>
                <a:ext cx="269280" cy="68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49B6CC4A-E3EC-D457-6DEB-63C20C1F17FA}"/>
                  </a:ext>
                </a:extLst>
              </p14:cNvPr>
              <p14:cNvContentPartPr/>
              <p14:nvPr/>
            </p14:nvContentPartPr>
            <p14:xfrm>
              <a:off x="7742983" y="2539673"/>
              <a:ext cx="151200" cy="3168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49B6CC4A-E3EC-D457-6DEB-63C20C1F17FA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7712383" y="2509073"/>
                <a:ext cx="21276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074EB8FE-BA26-1A7E-A85A-D88F34A6BB27}"/>
                  </a:ext>
                </a:extLst>
              </p14:cNvPr>
              <p14:cNvContentPartPr/>
              <p14:nvPr/>
            </p14:nvContentPartPr>
            <p14:xfrm>
              <a:off x="2417863" y="2982473"/>
              <a:ext cx="5832000" cy="1515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074EB8FE-BA26-1A7E-A85A-D88F34A6BB27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2387263" y="2951873"/>
                <a:ext cx="58932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7FB96AA5-4171-6F58-99CE-B0E3A81AA84F}"/>
                  </a:ext>
                </a:extLst>
              </p14:cNvPr>
              <p14:cNvContentPartPr/>
              <p14:nvPr/>
            </p14:nvContentPartPr>
            <p14:xfrm>
              <a:off x="3247663" y="3549833"/>
              <a:ext cx="189000" cy="2757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7FB96AA5-4171-6F58-99CE-B0E3A81AA84F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217063" y="3519233"/>
                <a:ext cx="25020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E9539C4-43FA-4375-6BC5-10C35B9AD3E0}"/>
                  </a:ext>
                </a:extLst>
              </p14:cNvPr>
              <p14:cNvContentPartPr/>
              <p14:nvPr/>
            </p14:nvContentPartPr>
            <p14:xfrm>
              <a:off x="3216343" y="3667913"/>
              <a:ext cx="258120" cy="633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E9539C4-43FA-4375-6BC5-10C35B9AD3E0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185743" y="3637313"/>
                <a:ext cx="31932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9133D621-A2CD-A55F-66F3-0F2B458967FF}"/>
                  </a:ext>
                </a:extLst>
              </p14:cNvPr>
              <p14:cNvContentPartPr/>
              <p14:nvPr/>
            </p14:nvContentPartPr>
            <p14:xfrm>
              <a:off x="3656263" y="3648833"/>
              <a:ext cx="182520" cy="255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9133D621-A2CD-A55F-66F3-0F2B458967FF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625663" y="3618233"/>
                <a:ext cx="2440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C84F2A2-C011-8C55-35AC-E7732853B267}"/>
                  </a:ext>
                </a:extLst>
              </p14:cNvPr>
              <p14:cNvContentPartPr/>
              <p14:nvPr/>
            </p14:nvContentPartPr>
            <p14:xfrm>
              <a:off x="3706663" y="3718313"/>
              <a:ext cx="107280" cy="190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C84F2A2-C011-8C55-35AC-E7732853B267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3676063" y="3687353"/>
                <a:ext cx="16848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F71F241B-A48F-30F1-7E55-F1F41DE26D22}"/>
                  </a:ext>
                </a:extLst>
              </p14:cNvPr>
              <p14:cNvContentPartPr/>
              <p14:nvPr/>
            </p14:nvContentPartPr>
            <p14:xfrm>
              <a:off x="4329103" y="3347153"/>
              <a:ext cx="123480" cy="1926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F71F241B-A48F-30F1-7E55-F1F41DE26D22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298503" y="3316553"/>
                <a:ext cx="18468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5D5CF84B-130D-35D9-4EF5-EE864FD29CC3}"/>
                  </a:ext>
                </a:extLst>
              </p14:cNvPr>
              <p14:cNvContentPartPr/>
              <p14:nvPr/>
            </p14:nvContentPartPr>
            <p14:xfrm>
              <a:off x="4294903" y="3362633"/>
              <a:ext cx="166680" cy="1958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5D5CF84B-130D-35D9-4EF5-EE864FD29CC3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264303" y="3332033"/>
                <a:ext cx="2278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F5964A0-64F9-3E8A-F51D-DA1EE317348B}"/>
                  </a:ext>
                </a:extLst>
              </p14:cNvPr>
              <p14:cNvContentPartPr/>
              <p14:nvPr/>
            </p14:nvContentPartPr>
            <p14:xfrm>
              <a:off x="4675063" y="3416273"/>
              <a:ext cx="207720" cy="568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F5964A0-64F9-3E8A-F51D-DA1EE317348B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4644103" y="3385673"/>
                <a:ext cx="26928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27762E38-E9B9-3298-A58A-7C4C97A22D7B}"/>
                  </a:ext>
                </a:extLst>
              </p14:cNvPr>
              <p14:cNvContentPartPr/>
              <p14:nvPr/>
            </p14:nvContentPartPr>
            <p14:xfrm>
              <a:off x="5064583" y="3360473"/>
              <a:ext cx="346320" cy="3013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27762E38-E9B9-3298-A58A-7C4C97A22D7B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033983" y="3329873"/>
                <a:ext cx="40752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48DC555-FE28-9213-024A-AE5B847F6D24}"/>
                  </a:ext>
                </a:extLst>
              </p14:cNvPr>
              <p14:cNvContentPartPr/>
              <p14:nvPr/>
            </p14:nvContentPartPr>
            <p14:xfrm>
              <a:off x="4172503" y="3655313"/>
              <a:ext cx="1502280" cy="1008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48DC555-FE28-9213-024A-AE5B847F6D24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4141903" y="3624713"/>
                <a:ext cx="156348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66AAFDB-69CB-E8CF-190C-3867B19016C8}"/>
                  </a:ext>
                </a:extLst>
              </p14:cNvPr>
              <p14:cNvContentPartPr/>
              <p14:nvPr/>
            </p14:nvContentPartPr>
            <p14:xfrm>
              <a:off x="4781983" y="4007393"/>
              <a:ext cx="170280" cy="2016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66AAFDB-69CB-E8CF-190C-3867B19016C8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4751023" y="3976793"/>
                <a:ext cx="23148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B56097D-901C-295F-2936-EC1426929094}"/>
                  </a:ext>
                </a:extLst>
              </p14:cNvPr>
              <p14:cNvContentPartPr/>
              <p14:nvPr/>
            </p14:nvContentPartPr>
            <p14:xfrm>
              <a:off x="4882423" y="3976073"/>
              <a:ext cx="170280" cy="435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B56097D-901C-295F-2936-EC1426929094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4851823" y="3945113"/>
                <a:ext cx="23148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205EAC96-C807-4EDB-4910-D6BE0859BC9D}"/>
                  </a:ext>
                </a:extLst>
              </p14:cNvPr>
              <p14:cNvContentPartPr/>
              <p14:nvPr/>
            </p14:nvContentPartPr>
            <p14:xfrm>
              <a:off x="5592703" y="3416273"/>
              <a:ext cx="1245240" cy="694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205EAC96-C807-4EDB-4910-D6BE0859BC9D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572543" y="3395753"/>
                <a:ext cx="128592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C93490B-5D7D-E9EB-698C-85E65215CBE5}"/>
                  </a:ext>
                </a:extLst>
              </p14:cNvPr>
              <p14:cNvContentPartPr/>
              <p14:nvPr/>
            </p14:nvContentPartPr>
            <p14:xfrm>
              <a:off x="5588023" y="3428873"/>
              <a:ext cx="225360" cy="1198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C93490B-5D7D-E9EB-698C-85E65215CBE5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5567503" y="3408713"/>
                <a:ext cx="26604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1C44F32-CEC2-5B88-DA46-384CABE359EA}"/>
                  </a:ext>
                </a:extLst>
              </p14:cNvPr>
              <p14:cNvContentPartPr/>
              <p14:nvPr/>
            </p14:nvContentPartPr>
            <p14:xfrm>
              <a:off x="5699623" y="3416273"/>
              <a:ext cx="31680" cy="882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1C44F32-CEC2-5B88-DA46-384CABE359EA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679463" y="3396113"/>
                <a:ext cx="7272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2CB81E75-F6C3-15A0-47E6-D429860719FB}"/>
                  </a:ext>
                </a:extLst>
              </p14:cNvPr>
              <p14:cNvContentPartPr/>
              <p14:nvPr/>
            </p14:nvContentPartPr>
            <p14:xfrm>
              <a:off x="7001023" y="3375953"/>
              <a:ext cx="421560" cy="18324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2CB81E75-F6C3-15A0-47E6-D429860719FB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6985903" y="3360473"/>
                <a:ext cx="45216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22E52A92-930B-161A-79BA-1FF967DD071C}"/>
                  </a:ext>
                </a:extLst>
              </p14:cNvPr>
              <p14:cNvContentPartPr/>
              <p14:nvPr/>
            </p14:nvContentPartPr>
            <p14:xfrm>
              <a:off x="7466503" y="3384953"/>
              <a:ext cx="232920" cy="15768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22E52A92-930B-161A-79BA-1FF967DD071C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7451023" y="3369833"/>
                <a:ext cx="2635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A836AE6C-7DE7-6720-5425-34BB1B3C1A0E}"/>
                  </a:ext>
                </a:extLst>
              </p14:cNvPr>
              <p14:cNvContentPartPr/>
              <p14:nvPr/>
            </p14:nvContentPartPr>
            <p14:xfrm>
              <a:off x="7673863" y="3384953"/>
              <a:ext cx="226800" cy="1260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A836AE6C-7DE7-6720-5425-34BB1B3C1A0E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7658743" y="3369833"/>
                <a:ext cx="25704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E71CDA12-2B3F-8F96-C310-6BAD76923FF9}"/>
                  </a:ext>
                </a:extLst>
              </p14:cNvPr>
              <p14:cNvContentPartPr/>
              <p14:nvPr/>
            </p14:nvContentPartPr>
            <p14:xfrm>
              <a:off x="7931623" y="3369473"/>
              <a:ext cx="289440" cy="12132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E71CDA12-2B3F-8F96-C310-6BAD76923FF9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7916503" y="3354353"/>
                <a:ext cx="32004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505DDC91-5BAC-1131-A27E-68FD56177F42}"/>
                  </a:ext>
                </a:extLst>
              </p14:cNvPr>
              <p14:cNvContentPartPr/>
              <p14:nvPr/>
            </p14:nvContentPartPr>
            <p14:xfrm>
              <a:off x="8421943" y="3359753"/>
              <a:ext cx="132480" cy="1386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505DDC91-5BAC-1131-A27E-68FD56177F42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8406823" y="3344633"/>
                <a:ext cx="16272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09DB9FA4-CDB7-1AAC-7F9C-D1EEB7DFC428}"/>
                  </a:ext>
                </a:extLst>
              </p14:cNvPr>
              <p14:cNvContentPartPr/>
              <p14:nvPr/>
            </p14:nvContentPartPr>
            <p14:xfrm>
              <a:off x="8624623" y="3222233"/>
              <a:ext cx="156240" cy="50256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09DB9FA4-CDB7-1AAC-7F9C-D1EEB7DFC428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8609503" y="3206753"/>
                <a:ext cx="186480" cy="53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97B0B367-7C02-9747-25CD-67B22D092EE5}"/>
                  </a:ext>
                </a:extLst>
              </p14:cNvPr>
              <p14:cNvContentPartPr/>
              <p14:nvPr/>
            </p14:nvContentPartPr>
            <p14:xfrm>
              <a:off x="9088663" y="3202433"/>
              <a:ext cx="63360" cy="29880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97B0B367-7C02-9747-25CD-67B22D092EE5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9073183" y="3187313"/>
                <a:ext cx="9360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EFC5FEA6-29CF-30B6-BA49-3FA33320B2A5}"/>
                  </a:ext>
                </a:extLst>
              </p14:cNvPr>
              <p14:cNvContentPartPr/>
              <p14:nvPr/>
            </p14:nvContentPartPr>
            <p14:xfrm>
              <a:off x="9038263" y="3278033"/>
              <a:ext cx="189000" cy="759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EFC5FEA6-29CF-30B6-BA49-3FA33320B2A5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9022783" y="3262913"/>
                <a:ext cx="2196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18EDB798-654B-99F8-9237-979C4D68729B}"/>
                  </a:ext>
                </a:extLst>
              </p14:cNvPr>
              <p14:cNvContentPartPr/>
              <p14:nvPr/>
            </p14:nvContentPartPr>
            <p14:xfrm>
              <a:off x="9245623" y="3205313"/>
              <a:ext cx="478080" cy="2552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18EDB798-654B-99F8-9237-979C4D68729B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9230503" y="3190193"/>
                <a:ext cx="50868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39DCF8EA-3403-C84B-E34E-6D0D9259312F}"/>
                  </a:ext>
                </a:extLst>
              </p14:cNvPr>
              <p14:cNvContentPartPr/>
              <p14:nvPr/>
            </p14:nvContentPartPr>
            <p14:xfrm>
              <a:off x="10044103" y="3177593"/>
              <a:ext cx="220320" cy="5695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39DCF8EA-3403-C84B-E34E-6D0D9259312F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0028983" y="3162113"/>
                <a:ext cx="250920" cy="60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4B312A44-F322-CB6E-5EE2-79F595E1FD54}"/>
                  </a:ext>
                </a:extLst>
              </p14:cNvPr>
              <p14:cNvContentPartPr/>
              <p14:nvPr/>
            </p14:nvContentPartPr>
            <p14:xfrm>
              <a:off x="10257943" y="3303233"/>
              <a:ext cx="226800" cy="17028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4B312A44-F322-CB6E-5EE2-79F595E1FD54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0242823" y="3288113"/>
                <a:ext cx="25704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93ADFF2F-2BB1-7D2C-4E57-5D37C2FBC847}"/>
                  </a:ext>
                </a:extLst>
              </p14:cNvPr>
              <p14:cNvContentPartPr/>
              <p14:nvPr/>
            </p14:nvContentPartPr>
            <p14:xfrm>
              <a:off x="10484383" y="3328433"/>
              <a:ext cx="264240" cy="10080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93ADFF2F-2BB1-7D2C-4E57-5D37C2FBC847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0468903" y="3312953"/>
                <a:ext cx="2948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8E5E2A0A-96B6-8379-1DBF-FEB8F5F5FB1D}"/>
                  </a:ext>
                </a:extLst>
              </p14:cNvPr>
              <p14:cNvContentPartPr/>
              <p14:nvPr/>
            </p14:nvContentPartPr>
            <p14:xfrm>
              <a:off x="10760863" y="3115313"/>
              <a:ext cx="62640" cy="31392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8E5E2A0A-96B6-8379-1DBF-FEB8F5F5FB1D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0745743" y="3100193"/>
                <a:ext cx="9288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C17AB1E9-3D55-05C9-D979-0A70AC91D524}"/>
                  </a:ext>
                </a:extLst>
              </p14:cNvPr>
              <p14:cNvContentPartPr/>
              <p14:nvPr/>
            </p14:nvContentPartPr>
            <p14:xfrm>
              <a:off x="10723063" y="3259313"/>
              <a:ext cx="207720" cy="381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C17AB1E9-3D55-05C9-D979-0A70AC91D524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0707943" y="3243833"/>
                <a:ext cx="23832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84962818-36A3-8F18-EE3F-5E0BAE80F2FB}"/>
                  </a:ext>
                </a:extLst>
              </p14:cNvPr>
              <p14:cNvContentPartPr/>
              <p14:nvPr/>
            </p14:nvContentPartPr>
            <p14:xfrm>
              <a:off x="10899103" y="3278033"/>
              <a:ext cx="440640" cy="1324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84962818-36A3-8F18-EE3F-5E0BAE80F2FB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0883983" y="3262913"/>
                <a:ext cx="47088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C4E89BE4-A60F-328C-144B-DC359272004A}"/>
                  </a:ext>
                </a:extLst>
              </p14:cNvPr>
              <p14:cNvContentPartPr/>
              <p14:nvPr/>
            </p14:nvContentPartPr>
            <p14:xfrm>
              <a:off x="11307703" y="3284513"/>
              <a:ext cx="295920" cy="10728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C4E89BE4-A60F-328C-144B-DC359272004A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1292583" y="3269033"/>
                <a:ext cx="32652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56FDEB72-5DD4-5D29-6946-7908AA18DC3D}"/>
                  </a:ext>
                </a:extLst>
              </p14:cNvPr>
              <p14:cNvContentPartPr/>
              <p14:nvPr/>
            </p14:nvContentPartPr>
            <p14:xfrm>
              <a:off x="5228023" y="4139513"/>
              <a:ext cx="886680" cy="1764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56FDEB72-5DD4-5D29-6946-7908AA18DC3D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5207863" y="4118993"/>
                <a:ext cx="9277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3C63AA1C-F223-DB06-C454-B8042373A91A}"/>
                  </a:ext>
                </a:extLst>
              </p14:cNvPr>
              <p14:cNvContentPartPr/>
              <p14:nvPr/>
            </p14:nvContentPartPr>
            <p14:xfrm>
              <a:off x="5171503" y="4089113"/>
              <a:ext cx="170280" cy="1443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3C63AA1C-F223-DB06-C454-B8042373A91A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5156383" y="4073993"/>
                <a:ext cx="20052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D39699CD-3CF6-8C26-7793-F3D15655344A}"/>
                  </a:ext>
                </a:extLst>
              </p14:cNvPr>
              <p14:cNvContentPartPr/>
              <p14:nvPr/>
            </p14:nvContentPartPr>
            <p14:xfrm>
              <a:off x="6278143" y="4164713"/>
              <a:ext cx="94680" cy="26388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D39699CD-3CF6-8C26-7793-F3D15655344A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6263023" y="4149233"/>
                <a:ext cx="12528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3BC78071-6A68-B188-E8BF-C584F169A84C}"/>
                  </a:ext>
                </a:extLst>
              </p14:cNvPr>
              <p14:cNvContentPartPr/>
              <p14:nvPr/>
            </p14:nvContentPartPr>
            <p14:xfrm>
              <a:off x="6454183" y="4064633"/>
              <a:ext cx="69480" cy="34200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3BC78071-6A68-B188-E8BF-C584F169A84C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6433663" y="4044113"/>
                <a:ext cx="11016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D03572D1-E141-B5FE-735B-BF1632FEF55E}"/>
                  </a:ext>
                </a:extLst>
              </p14:cNvPr>
              <p14:cNvContentPartPr/>
              <p14:nvPr/>
            </p14:nvContentPartPr>
            <p14:xfrm>
              <a:off x="6397663" y="4183433"/>
              <a:ext cx="270720" cy="885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D03572D1-E141-B5FE-735B-BF1632FEF55E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6382183" y="4168313"/>
                <a:ext cx="30132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D6002EA0-0181-6210-A565-09FDF1DDAEED}"/>
                  </a:ext>
                </a:extLst>
              </p14:cNvPr>
              <p14:cNvContentPartPr/>
              <p14:nvPr/>
            </p14:nvContentPartPr>
            <p14:xfrm>
              <a:off x="6587023" y="4216193"/>
              <a:ext cx="276120" cy="14364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D6002EA0-0181-6210-A565-09FDF1DDAEED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6571543" y="4201073"/>
                <a:ext cx="30672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1FC4ECB5-F737-69D9-153E-021FF1A1A9D0}"/>
                  </a:ext>
                </a:extLst>
              </p14:cNvPr>
              <p14:cNvContentPartPr/>
              <p14:nvPr/>
            </p14:nvContentPartPr>
            <p14:xfrm>
              <a:off x="6856663" y="4234553"/>
              <a:ext cx="264240" cy="1126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1FC4ECB5-F737-69D9-153E-021FF1A1A9D0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6841183" y="4219073"/>
                <a:ext cx="29484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05A63459-C1B1-1A92-F369-69A653046C95}"/>
                  </a:ext>
                </a:extLst>
              </p14:cNvPr>
              <p14:cNvContentPartPr/>
              <p14:nvPr/>
            </p14:nvContentPartPr>
            <p14:xfrm>
              <a:off x="7077343" y="4090553"/>
              <a:ext cx="244800" cy="2566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05A63459-C1B1-1A92-F369-69A653046C95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062223" y="4075073"/>
                <a:ext cx="27540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D1F56B44-B6EC-3CF0-1C25-4C0AC0F0F979}"/>
                  </a:ext>
                </a:extLst>
              </p14:cNvPr>
              <p14:cNvContentPartPr/>
              <p14:nvPr/>
            </p14:nvContentPartPr>
            <p14:xfrm>
              <a:off x="7359583" y="4221233"/>
              <a:ext cx="189000" cy="12528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D1F56B44-B6EC-3CF0-1C25-4C0AC0F0F979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344463" y="4205753"/>
                <a:ext cx="2196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38551014-F03C-CA27-A7D1-358409564D9A}"/>
                  </a:ext>
                </a:extLst>
              </p14:cNvPr>
              <p14:cNvContentPartPr/>
              <p14:nvPr/>
            </p14:nvContentPartPr>
            <p14:xfrm>
              <a:off x="7579543" y="4183433"/>
              <a:ext cx="195120" cy="13536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38551014-F03C-CA27-A7D1-358409564D9A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564423" y="4168313"/>
                <a:ext cx="22572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21BAF8A5-5B25-0BDE-3A2F-CD202E07EE76}"/>
                  </a:ext>
                </a:extLst>
              </p14:cNvPr>
              <p14:cNvContentPartPr/>
              <p14:nvPr/>
            </p14:nvContentPartPr>
            <p14:xfrm>
              <a:off x="7736863" y="3998393"/>
              <a:ext cx="276840" cy="31752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21BAF8A5-5B25-0BDE-3A2F-CD202E07EE76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7721383" y="3982913"/>
                <a:ext cx="30744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3294EE63-1057-7EB2-184F-C2C7D17A5F32}"/>
                  </a:ext>
                </a:extLst>
              </p14:cNvPr>
              <p14:cNvContentPartPr/>
              <p14:nvPr/>
            </p14:nvContentPartPr>
            <p14:xfrm>
              <a:off x="8353543" y="4035833"/>
              <a:ext cx="257400" cy="27828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3294EE63-1057-7EB2-184F-C2C7D17A5F32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338423" y="4020713"/>
                <a:ext cx="28800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7DD675FD-AE8B-B10D-1401-1B811367C33D}"/>
                  </a:ext>
                </a:extLst>
              </p14:cNvPr>
              <p14:cNvContentPartPr/>
              <p14:nvPr/>
            </p14:nvContentPartPr>
            <p14:xfrm>
              <a:off x="8635783" y="4133033"/>
              <a:ext cx="214200" cy="15768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7DD675FD-AE8B-B10D-1401-1B811367C33D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620663" y="4117913"/>
                <a:ext cx="24444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D52D6AFD-33AB-4EDD-C702-1E922D3DD64B}"/>
                  </a:ext>
                </a:extLst>
              </p14:cNvPr>
              <p14:cNvContentPartPr/>
              <p14:nvPr/>
            </p14:nvContentPartPr>
            <p14:xfrm>
              <a:off x="8855743" y="4124033"/>
              <a:ext cx="176400" cy="14148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D52D6AFD-33AB-4EDD-C702-1E922D3DD64B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840623" y="4108913"/>
                <a:ext cx="20700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1B19850A-1E44-0819-E435-C088612E1F05}"/>
                  </a:ext>
                </a:extLst>
              </p14:cNvPr>
              <p14:cNvContentPartPr/>
              <p14:nvPr/>
            </p14:nvContentPartPr>
            <p14:xfrm>
              <a:off x="9082183" y="4117913"/>
              <a:ext cx="31680" cy="13536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1B19850A-1E44-0819-E435-C088612E1F05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067063" y="4102433"/>
                <a:ext cx="6228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369DA7CB-29AA-8DE0-F5BD-D8745E9B43BA}"/>
                  </a:ext>
                </a:extLst>
              </p14:cNvPr>
              <p14:cNvContentPartPr/>
              <p14:nvPr/>
            </p14:nvContentPartPr>
            <p14:xfrm>
              <a:off x="9151303" y="4019993"/>
              <a:ext cx="12960" cy="1908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369DA7CB-29AA-8DE0-F5BD-D8745E9B43BA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9136183" y="4004513"/>
                <a:ext cx="435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14B41952-ED0C-7CF9-9E88-45FE2F10A15B}"/>
                  </a:ext>
                </a:extLst>
              </p14:cNvPr>
              <p14:cNvContentPartPr/>
              <p14:nvPr/>
            </p14:nvContentPartPr>
            <p14:xfrm>
              <a:off x="9170383" y="4107833"/>
              <a:ext cx="239400" cy="12528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14B41952-ED0C-7CF9-9E88-45FE2F10A15B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9154903" y="4092713"/>
                <a:ext cx="26964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DFE1514A-B202-6913-FF35-D0BCF0BC907B}"/>
                  </a:ext>
                </a:extLst>
              </p14:cNvPr>
              <p14:cNvContentPartPr/>
              <p14:nvPr/>
            </p14:nvContentPartPr>
            <p14:xfrm>
              <a:off x="9497263" y="3901193"/>
              <a:ext cx="44280" cy="31068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DFE1514A-B202-6913-FF35-D0BCF0BC907B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9481783" y="3886073"/>
                <a:ext cx="7488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1C93C125-EAF8-A0A8-234F-C89F8BCA14E6}"/>
                  </a:ext>
                </a:extLst>
              </p14:cNvPr>
              <p14:cNvContentPartPr/>
              <p14:nvPr/>
            </p14:nvContentPartPr>
            <p14:xfrm>
              <a:off x="9409063" y="4026113"/>
              <a:ext cx="226800" cy="5688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1C93C125-EAF8-A0A8-234F-C89F8BCA14E6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9393943" y="4010993"/>
                <a:ext cx="25704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4BA2A41D-C5F8-A7A5-ACB8-AC18FC89723A}"/>
                  </a:ext>
                </a:extLst>
              </p14:cNvPr>
              <p14:cNvContentPartPr/>
              <p14:nvPr/>
            </p14:nvContentPartPr>
            <p14:xfrm>
              <a:off x="9654223" y="4063913"/>
              <a:ext cx="31680" cy="15408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4BA2A41D-C5F8-A7A5-ACB8-AC18FC89723A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9639103" y="4048793"/>
                <a:ext cx="6228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995AA735-E6F4-B134-7CF8-63D1E8F93571}"/>
                  </a:ext>
                </a:extLst>
              </p14:cNvPr>
              <p14:cNvContentPartPr/>
              <p14:nvPr/>
            </p14:nvContentPartPr>
            <p14:xfrm>
              <a:off x="9650983" y="3969593"/>
              <a:ext cx="16560" cy="36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995AA735-E6F4-B134-7CF8-63D1E8F93571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9635503" y="3954473"/>
                <a:ext cx="468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AB9D4F77-5843-105E-DCFE-9C30597C7F5C}"/>
                  </a:ext>
                </a:extLst>
              </p14:cNvPr>
              <p14:cNvContentPartPr/>
              <p14:nvPr/>
            </p14:nvContentPartPr>
            <p14:xfrm>
              <a:off x="9742423" y="4058513"/>
              <a:ext cx="157680" cy="13176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AB9D4F77-5843-105E-DCFE-9C30597C7F5C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9726943" y="4043033"/>
                <a:ext cx="18792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20BACD50-3CC1-4734-1F46-4C4DFE2F1FD9}"/>
                  </a:ext>
                </a:extLst>
              </p14:cNvPr>
              <p14:cNvContentPartPr/>
              <p14:nvPr/>
            </p14:nvContentPartPr>
            <p14:xfrm>
              <a:off x="9956263" y="4070753"/>
              <a:ext cx="295920" cy="12456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20BACD50-3CC1-4734-1F46-4C4DFE2F1FD9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9940783" y="4055633"/>
                <a:ext cx="32652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B730CA24-BD9C-4115-7411-47C3A422D3DD}"/>
                  </a:ext>
                </a:extLst>
              </p14:cNvPr>
              <p14:cNvContentPartPr/>
              <p14:nvPr/>
            </p14:nvContentPartPr>
            <p14:xfrm>
              <a:off x="4253863" y="3655313"/>
              <a:ext cx="119880" cy="88668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B730CA24-BD9C-4115-7411-47C3A422D3DD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4233343" y="3634793"/>
                <a:ext cx="160560" cy="9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FBDBFA52-ADF6-9DE3-B75F-5D313BA58C8E}"/>
                  </a:ext>
                </a:extLst>
              </p14:cNvPr>
              <p14:cNvContentPartPr/>
              <p14:nvPr/>
            </p14:nvContentPartPr>
            <p14:xfrm>
              <a:off x="4259983" y="3605633"/>
              <a:ext cx="163800" cy="11268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FBDBFA52-ADF6-9DE3-B75F-5D313BA58C8E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4244863" y="3590513"/>
                <a:ext cx="1944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F3C547E8-4000-A19A-E8A1-DB83524E6C69}"/>
                  </a:ext>
                </a:extLst>
              </p14:cNvPr>
              <p14:cNvContentPartPr/>
              <p14:nvPr/>
            </p14:nvContentPartPr>
            <p14:xfrm>
              <a:off x="3977023" y="4705793"/>
              <a:ext cx="132480" cy="1756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F3C547E8-4000-A19A-E8A1-DB83524E6C69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3961903" y="4690673"/>
                <a:ext cx="16272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183A07ED-B196-5AD6-C06F-FAFBA0C89346}"/>
                  </a:ext>
                </a:extLst>
              </p14:cNvPr>
              <p14:cNvContentPartPr/>
              <p14:nvPr/>
            </p14:nvContentPartPr>
            <p14:xfrm>
              <a:off x="4165663" y="4724153"/>
              <a:ext cx="214200" cy="14220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183A07ED-B196-5AD6-C06F-FAFBA0C89346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4150543" y="4708673"/>
                <a:ext cx="24444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969A786A-FB09-CF1E-A1D2-F37173AFFFE1}"/>
                  </a:ext>
                </a:extLst>
              </p14:cNvPr>
              <p14:cNvContentPartPr/>
              <p14:nvPr/>
            </p14:nvContentPartPr>
            <p14:xfrm>
              <a:off x="4404703" y="4756193"/>
              <a:ext cx="12960" cy="9684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969A786A-FB09-CF1E-A1D2-F37173AFFFE1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4389223" y="4741073"/>
                <a:ext cx="435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22C36B34-47E2-7043-58F9-F9BB7E8B67A2}"/>
                  </a:ext>
                </a:extLst>
              </p14:cNvPr>
              <p14:cNvContentPartPr/>
              <p14:nvPr/>
            </p14:nvContentPartPr>
            <p14:xfrm>
              <a:off x="4448623" y="4661153"/>
              <a:ext cx="12960" cy="64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22C36B34-47E2-7043-58F9-F9BB7E8B67A2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4433503" y="4646033"/>
                <a:ext cx="435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63D6BAF7-764A-64F0-08A2-B41D8A247E8C}"/>
                  </a:ext>
                </a:extLst>
              </p14:cNvPr>
              <p14:cNvContentPartPr/>
              <p14:nvPr/>
            </p14:nvContentPartPr>
            <p14:xfrm>
              <a:off x="4454743" y="4733873"/>
              <a:ext cx="415440" cy="4874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63D6BAF7-764A-64F0-08A2-B41D8A247E8C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4439623" y="4718753"/>
                <a:ext cx="44568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D2FFFDD8-DAEB-1FA7-726C-65636D8697E4}"/>
                  </a:ext>
                </a:extLst>
              </p14:cNvPr>
              <p14:cNvContentPartPr/>
              <p14:nvPr/>
            </p14:nvContentPartPr>
            <p14:xfrm>
              <a:off x="4814023" y="4604633"/>
              <a:ext cx="30960" cy="1908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D2FFFDD8-DAEB-1FA7-726C-65636D8697E4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4798543" y="4589513"/>
                <a:ext cx="615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96995A5A-155F-C7E5-B308-C6C29E157F4F}"/>
                  </a:ext>
                </a:extLst>
              </p14:cNvPr>
              <p14:cNvContentPartPr/>
              <p14:nvPr/>
            </p14:nvContentPartPr>
            <p14:xfrm>
              <a:off x="4938943" y="4727753"/>
              <a:ext cx="239400" cy="1220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96995A5A-155F-C7E5-B308-C6C29E157F4F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4923823" y="4712273"/>
                <a:ext cx="2696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73DAAE60-33F4-0B01-CB70-E60FCF61CC9D}"/>
                  </a:ext>
                </a:extLst>
              </p14:cNvPr>
              <p14:cNvContentPartPr/>
              <p14:nvPr/>
            </p14:nvContentPartPr>
            <p14:xfrm>
              <a:off x="5177983" y="4561433"/>
              <a:ext cx="390240" cy="3139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73DAAE60-33F4-0B01-CB70-E60FCF61CC9D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5162503" y="4545953"/>
                <a:ext cx="42048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F0CDF8D8-5433-3E2F-D8B6-BBA943CACD0A}"/>
                  </a:ext>
                </a:extLst>
              </p14:cNvPr>
              <p14:cNvContentPartPr/>
              <p14:nvPr/>
            </p14:nvContentPartPr>
            <p14:xfrm>
              <a:off x="3964423" y="5022233"/>
              <a:ext cx="308520" cy="31140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F0CDF8D8-5433-3E2F-D8B6-BBA943CACD0A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3949303" y="5007113"/>
                <a:ext cx="33876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865904FD-0C52-187A-53E6-0229DFD2A1A0}"/>
                  </a:ext>
                </a:extLst>
              </p14:cNvPr>
              <p14:cNvContentPartPr/>
              <p14:nvPr/>
            </p14:nvContentPartPr>
            <p14:xfrm>
              <a:off x="4285183" y="5176673"/>
              <a:ext cx="258120" cy="13248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865904FD-0C52-187A-53E6-0229DFD2A1A0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4269703" y="5161553"/>
                <a:ext cx="28872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D813A56C-33A2-B401-2B1A-2CA1E0530312}"/>
                  </a:ext>
                </a:extLst>
              </p14:cNvPr>
              <p14:cNvContentPartPr/>
              <p14:nvPr/>
            </p14:nvContentPartPr>
            <p14:xfrm>
              <a:off x="4675063" y="5003513"/>
              <a:ext cx="100800" cy="33012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D813A56C-33A2-B401-2B1A-2CA1E0530312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4659583" y="4988393"/>
                <a:ext cx="13140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11F5DDB9-C69E-57F8-85EE-EF44B4D3FD74}"/>
                  </a:ext>
                </a:extLst>
              </p14:cNvPr>
              <p14:cNvContentPartPr/>
              <p14:nvPr/>
            </p14:nvContentPartPr>
            <p14:xfrm>
              <a:off x="4568143" y="5151473"/>
              <a:ext cx="226800" cy="6336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11F5DDB9-C69E-57F8-85EE-EF44B4D3FD74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4552663" y="5136353"/>
                <a:ext cx="2570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1814D231-50F6-EEE8-B750-F946EACD953F}"/>
                  </a:ext>
                </a:extLst>
              </p14:cNvPr>
              <p14:cNvContentPartPr/>
              <p14:nvPr/>
            </p14:nvContentPartPr>
            <p14:xfrm>
              <a:off x="4806823" y="5189273"/>
              <a:ext cx="170280" cy="13248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1814D231-50F6-EEE8-B750-F946EACD953F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4791703" y="5174153"/>
                <a:ext cx="20052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DE950F97-6184-F92F-7E8C-FA7B396FA0DE}"/>
                  </a:ext>
                </a:extLst>
              </p14:cNvPr>
              <p14:cNvContentPartPr/>
              <p14:nvPr/>
            </p14:nvContentPartPr>
            <p14:xfrm>
              <a:off x="2383663" y="3769793"/>
              <a:ext cx="682200" cy="30060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DE950F97-6184-F92F-7E8C-FA7B396FA0DE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2368543" y="3754673"/>
                <a:ext cx="71280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542D48CF-165B-07AC-47B1-8A0DA1CE5BD0}"/>
                  </a:ext>
                </a:extLst>
              </p14:cNvPr>
              <p14:cNvContentPartPr/>
              <p14:nvPr/>
            </p14:nvContentPartPr>
            <p14:xfrm>
              <a:off x="2952103" y="3724433"/>
              <a:ext cx="175680" cy="17028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542D48CF-165B-07AC-47B1-8A0DA1CE5BD0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2936983" y="3709313"/>
                <a:ext cx="20628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292ACA66-C53C-6D9D-04E5-C057FB842173}"/>
                  </a:ext>
                </a:extLst>
              </p14:cNvPr>
              <p14:cNvContentPartPr/>
              <p14:nvPr/>
            </p14:nvContentPartPr>
            <p14:xfrm>
              <a:off x="984343" y="3963473"/>
              <a:ext cx="107280" cy="25812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292ACA66-C53C-6D9D-04E5-C057FB842173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969223" y="3947993"/>
                <a:ext cx="13788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CCF2255A-AC8F-5BB6-2212-0F8383A040BC}"/>
                  </a:ext>
                </a:extLst>
              </p14:cNvPr>
              <p14:cNvContentPartPr/>
              <p14:nvPr/>
            </p14:nvContentPartPr>
            <p14:xfrm>
              <a:off x="1160383" y="3875273"/>
              <a:ext cx="31680" cy="35100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CCF2255A-AC8F-5BB6-2212-0F8383A040BC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1145263" y="3860153"/>
                <a:ext cx="6228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60467444-3F90-DB49-6A22-C1A94394CBF4}"/>
                  </a:ext>
                </a:extLst>
              </p14:cNvPr>
              <p14:cNvContentPartPr/>
              <p14:nvPr/>
            </p14:nvContentPartPr>
            <p14:xfrm>
              <a:off x="1116463" y="4007393"/>
              <a:ext cx="189000" cy="8208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60467444-3F90-DB49-6A22-C1A94394CBF4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101343" y="3992273"/>
                <a:ext cx="2196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257B6B48-83EF-EE6E-815F-FD917C6F48E0}"/>
                  </a:ext>
                </a:extLst>
              </p14:cNvPr>
              <p14:cNvContentPartPr/>
              <p14:nvPr/>
            </p14:nvContentPartPr>
            <p14:xfrm>
              <a:off x="1273423" y="4034033"/>
              <a:ext cx="163800" cy="14904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257B6B48-83EF-EE6E-815F-FD917C6F48E0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1258303" y="4018553"/>
                <a:ext cx="19440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99722626-B39B-3447-0881-9B9912EE33B3}"/>
                  </a:ext>
                </a:extLst>
              </p14:cNvPr>
              <p14:cNvContentPartPr/>
              <p14:nvPr/>
            </p14:nvContentPartPr>
            <p14:xfrm>
              <a:off x="1462063" y="4045913"/>
              <a:ext cx="170280" cy="14436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99722626-B39B-3447-0881-9B9912EE33B3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1446943" y="4030433"/>
                <a:ext cx="20052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6C94D531-45C3-22B9-D65E-E62C0B733C65}"/>
                  </a:ext>
                </a:extLst>
              </p14:cNvPr>
              <p14:cNvContentPartPr/>
              <p14:nvPr/>
            </p14:nvContentPartPr>
            <p14:xfrm>
              <a:off x="1650703" y="3894713"/>
              <a:ext cx="207720" cy="2944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6C94D531-45C3-22B9-D65E-E62C0B733C65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1635583" y="3879593"/>
                <a:ext cx="23832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817189F9-7800-0268-6167-62CFFD4E9726}"/>
                  </a:ext>
                </a:extLst>
              </p14:cNvPr>
              <p14:cNvContentPartPr/>
              <p14:nvPr/>
            </p14:nvContentPartPr>
            <p14:xfrm>
              <a:off x="1858423" y="4032593"/>
              <a:ext cx="151200" cy="1638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817189F9-7800-0268-6167-62CFFD4E9726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1842943" y="4017113"/>
                <a:ext cx="18180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ADF5F633-DDEB-8644-B56D-CEDCF5BAC160}"/>
                  </a:ext>
                </a:extLst>
              </p14:cNvPr>
              <p14:cNvContentPartPr/>
              <p14:nvPr/>
            </p14:nvContentPartPr>
            <p14:xfrm>
              <a:off x="2009263" y="4057793"/>
              <a:ext cx="132480" cy="1378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ADF5F633-DDEB-8644-B56D-CEDCF5BAC160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1993783" y="4042313"/>
                <a:ext cx="16272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0FD23E7C-4568-B0A0-A75A-63E6549A4817}"/>
                  </a:ext>
                </a:extLst>
              </p14:cNvPr>
              <p14:cNvContentPartPr/>
              <p14:nvPr/>
            </p14:nvContentPartPr>
            <p14:xfrm>
              <a:off x="2122303" y="3881753"/>
              <a:ext cx="170280" cy="31896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0FD23E7C-4568-B0A0-A75A-63E6549A4817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2107183" y="3866273"/>
                <a:ext cx="20052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AB6A2E57-9F47-B80C-1D59-F82F0D7BDAC8}"/>
                  </a:ext>
                </a:extLst>
              </p14:cNvPr>
              <p14:cNvContentPartPr/>
              <p14:nvPr/>
            </p14:nvContentPartPr>
            <p14:xfrm>
              <a:off x="2329663" y="4089833"/>
              <a:ext cx="19080" cy="11844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AB6A2E57-9F47-B80C-1D59-F82F0D7BDAC8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2314543" y="4074713"/>
                <a:ext cx="4968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CFEC5FC9-92FB-6A1C-E380-3F8E14FE9CDB}"/>
                  </a:ext>
                </a:extLst>
              </p14:cNvPr>
              <p14:cNvContentPartPr/>
              <p14:nvPr/>
            </p14:nvContentPartPr>
            <p14:xfrm>
              <a:off x="2329663" y="3956993"/>
              <a:ext cx="19080" cy="1908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CFEC5FC9-92FB-6A1C-E380-3F8E14FE9CDB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2314543" y="3941873"/>
                <a:ext cx="496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21CAB1DF-CE35-D494-2CEA-939B46C0964B}"/>
                  </a:ext>
                </a:extLst>
              </p14:cNvPr>
              <p14:cNvContentPartPr/>
              <p14:nvPr/>
            </p14:nvContentPartPr>
            <p14:xfrm>
              <a:off x="2418583" y="4026113"/>
              <a:ext cx="182160" cy="21960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21CAB1DF-CE35-D494-2CEA-939B46C0964B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2403463" y="4010993"/>
                <a:ext cx="21240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35C289BD-8E6A-225F-3124-195A45319F10}"/>
                  </a:ext>
                </a:extLst>
              </p14:cNvPr>
              <p14:cNvContentPartPr/>
              <p14:nvPr/>
            </p14:nvContentPartPr>
            <p14:xfrm>
              <a:off x="2424703" y="4114313"/>
              <a:ext cx="137880" cy="4428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35C289BD-8E6A-225F-3124-195A45319F10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2409583" y="4098833"/>
                <a:ext cx="16848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F192B9ED-B003-9D85-B7DA-DB26A0AB914D}"/>
                  </a:ext>
                </a:extLst>
              </p14:cNvPr>
              <p14:cNvContentPartPr/>
              <p14:nvPr/>
            </p14:nvContentPartPr>
            <p14:xfrm>
              <a:off x="2619103" y="4070393"/>
              <a:ext cx="195120" cy="13860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F192B9ED-B003-9D85-B7DA-DB26A0AB914D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2603623" y="4054913"/>
                <a:ext cx="22572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4970AE7F-A721-415F-984A-9B1A93D462B5}"/>
                  </a:ext>
                </a:extLst>
              </p14:cNvPr>
              <p14:cNvContentPartPr/>
              <p14:nvPr/>
            </p14:nvContentPartPr>
            <p14:xfrm>
              <a:off x="2801263" y="3957713"/>
              <a:ext cx="213480" cy="25740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4970AE7F-A721-415F-984A-9B1A93D462B5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2786143" y="3942593"/>
                <a:ext cx="2440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C90F4006-83F2-1D20-E49C-0A21C4D9EF06}"/>
                  </a:ext>
                </a:extLst>
              </p14:cNvPr>
              <p14:cNvContentPartPr/>
              <p14:nvPr/>
            </p14:nvContentPartPr>
            <p14:xfrm>
              <a:off x="1305103" y="4281353"/>
              <a:ext cx="258120" cy="35856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C90F4006-83F2-1D20-E49C-0A21C4D9EF06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1289623" y="4265873"/>
                <a:ext cx="28872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6DA11ABC-CB57-CE61-BDBA-8CBCD3B6372E}"/>
                  </a:ext>
                </a:extLst>
              </p14:cNvPr>
              <p14:cNvContentPartPr/>
              <p14:nvPr/>
            </p14:nvContentPartPr>
            <p14:xfrm>
              <a:off x="1588063" y="4409873"/>
              <a:ext cx="245520" cy="18252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6DA11ABC-CB57-CE61-BDBA-8CBCD3B6372E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1572583" y="4394393"/>
                <a:ext cx="2761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A3EF5684-A28A-47E0-F5B7-2CB1FA2DCFC1}"/>
                  </a:ext>
                </a:extLst>
              </p14:cNvPr>
              <p14:cNvContentPartPr/>
              <p14:nvPr/>
            </p14:nvContentPartPr>
            <p14:xfrm>
              <a:off x="1877143" y="4337153"/>
              <a:ext cx="25560" cy="24192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A3EF5684-A28A-47E0-F5B7-2CB1FA2DCFC1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1862023" y="4321673"/>
                <a:ext cx="5616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C2D0BA6E-E070-828C-C5DE-A8D0BA6DED0C}"/>
                  </a:ext>
                </a:extLst>
              </p14:cNvPr>
              <p14:cNvContentPartPr/>
              <p14:nvPr/>
            </p14:nvContentPartPr>
            <p14:xfrm>
              <a:off x="1814143" y="4441193"/>
              <a:ext cx="151200" cy="3816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C2D0BA6E-E070-828C-C5DE-A8D0BA6DED0C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1799023" y="4426073"/>
                <a:ext cx="1818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BCE947A4-505E-83F9-31F4-324630C5EE1C}"/>
                  </a:ext>
                </a:extLst>
              </p14:cNvPr>
              <p14:cNvContentPartPr/>
              <p14:nvPr/>
            </p14:nvContentPartPr>
            <p14:xfrm>
              <a:off x="2009263" y="4453793"/>
              <a:ext cx="232920" cy="12456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BCE947A4-505E-83F9-31F4-324630C5EE1C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1993783" y="4438673"/>
                <a:ext cx="26352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02C37EB6-0DFB-2098-C47A-54C65A9559D8}"/>
                  </a:ext>
                </a:extLst>
              </p14:cNvPr>
              <p14:cNvContentPartPr/>
              <p14:nvPr/>
            </p14:nvContentPartPr>
            <p14:xfrm>
              <a:off x="776983" y="5674913"/>
              <a:ext cx="157680" cy="27828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02C37EB6-0DFB-2098-C47A-54C65A9559D8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761503" y="5659433"/>
                <a:ext cx="18792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AC8458B8-5863-5277-3120-B016999BE13F}"/>
                  </a:ext>
                </a:extLst>
              </p14:cNvPr>
              <p14:cNvContentPartPr/>
              <p14:nvPr/>
            </p14:nvContentPartPr>
            <p14:xfrm>
              <a:off x="1109983" y="5579873"/>
              <a:ext cx="151200" cy="43992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AC8458B8-5863-5277-3120-B016999BE13F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1094863" y="5564753"/>
                <a:ext cx="18180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D97B3271-C6D7-D826-0D41-F2C9D34B45CB}"/>
                  </a:ext>
                </a:extLst>
              </p14:cNvPr>
              <p14:cNvContentPartPr/>
              <p14:nvPr/>
            </p14:nvContentPartPr>
            <p14:xfrm>
              <a:off x="1323823" y="5814593"/>
              <a:ext cx="195120" cy="13572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D97B3271-C6D7-D826-0D41-F2C9D34B45CB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1308703" y="5799473"/>
                <a:ext cx="22572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89F8A493-B873-F7A0-8DFD-77C3B00CB8B5}"/>
                  </a:ext>
                </a:extLst>
              </p14:cNvPr>
              <p14:cNvContentPartPr/>
              <p14:nvPr/>
            </p14:nvContentPartPr>
            <p14:xfrm>
              <a:off x="1550263" y="5805593"/>
              <a:ext cx="360" cy="12960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89F8A493-B873-F7A0-8DFD-77C3B00CB8B5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1535143" y="5790113"/>
                <a:ext cx="309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E0D3E013-5B76-B385-ACCB-EDE7F63DD957}"/>
                  </a:ext>
                </a:extLst>
              </p14:cNvPr>
              <p14:cNvContentPartPr/>
              <p14:nvPr/>
            </p14:nvContentPartPr>
            <p14:xfrm>
              <a:off x="1562863" y="5698673"/>
              <a:ext cx="6480" cy="648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E0D3E013-5B76-B385-ACCB-EDE7F63DD957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1547383" y="5683193"/>
                <a:ext cx="370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B0071419-47A9-C5EA-C591-0D23210EA404}"/>
                  </a:ext>
                </a:extLst>
              </p14:cNvPr>
              <p14:cNvContentPartPr/>
              <p14:nvPr/>
            </p14:nvContentPartPr>
            <p14:xfrm>
              <a:off x="1694983" y="5597873"/>
              <a:ext cx="19080" cy="36792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B0071419-47A9-C5EA-C591-0D23210EA404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1679503" y="5582753"/>
                <a:ext cx="4968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7F161922-2B4F-28B9-B8E4-B725A317E9BD}"/>
                  </a:ext>
                </a:extLst>
              </p14:cNvPr>
              <p14:cNvContentPartPr/>
              <p14:nvPr/>
            </p14:nvContentPartPr>
            <p14:xfrm>
              <a:off x="1603903" y="5755193"/>
              <a:ext cx="198000" cy="759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7F161922-2B4F-28B9-B8E4-B725A317E9BD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1588783" y="5740073"/>
                <a:ext cx="2286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655F5325-92F7-2E5D-E47D-8AB229B89C61}"/>
                  </a:ext>
                </a:extLst>
              </p14:cNvPr>
              <p14:cNvContentPartPr/>
              <p14:nvPr/>
            </p14:nvContentPartPr>
            <p14:xfrm>
              <a:off x="1814143" y="5799113"/>
              <a:ext cx="226800" cy="1512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655F5325-92F7-2E5D-E47D-8AB229B89C61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1799023" y="5783993"/>
                <a:ext cx="25704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F7CF2DAC-30B5-9AF9-6663-BA23EA43585C}"/>
                  </a:ext>
                </a:extLst>
              </p14:cNvPr>
              <p14:cNvContentPartPr/>
              <p14:nvPr/>
            </p14:nvContentPartPr>
            <p14:xfrm>
              <a:off x="2071903" y="5611193"/>
              <a:ext cx="132480" cy="35172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F7CF2DAC-30B5-9AF9-6663-BA23EA43585C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2056783" y="5596073"/>
                <a:ext cx="16272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8CB92BD8-B43E-72AA-8C25-011C2C8BCE5F}"/>
                  </a:ext>
                </a:extLst>
              </p14:cNvPr>
              <p14:cNvContentPartPr/>
              <p14:nvPr/>
            </p14:nvContentPartPr>
            <p14:xfrm>
              <a:off x="2292223" y="5611193"/>
              <a:ext cx="19080" cy="32652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8CB92BD8-B43E-72AA-8C25-011C2C8BCE5F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2276743" y="5596073"/>
                <a:ext cx="4968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7A4D3EF3-6B0B-F2C7-5052-C861551E1161}"/>
                  </a:ext>
                </a:extLst>
              </p14:cNvPr>
              <p14:cNvContentPartPr/>
              <p14:nvPr/>
            </p14:nvContentPartPr>
            <p14:xfrm>
              <a:off x="2323543" y="5742593"/>
              <a:ext cx="151200" cy="14508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7A4D3EF3-6B0B-F2C7-5052-C861551E1161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2308423" y="5727473"/>
                <a:ext cx="18180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B8796358-A57E-5DA7-CD53-3327E2F00062}"/>
                  </a:ext>
                </a:extLst>
              </p14:cNvPr>
              <p14:cNvContentPartPr/>
              <p14:nvPr/>
            </p14:nvContentPartPr>
            <p14:xfrm>
              <a:off x="2897743" y="5510753"/>
              <a:ext cx="262440" cy="4021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B8796358-A57E-5DA7-CD53-3327E2F00062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2882623" y="5495273"/>
                <a:ext cx="292680" cy="4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F2B480ED-FC09-73BB-3946-21544B1709B4}"/>
                  </a:ext>
                </a:extLst>
              </p14:cNvPr>
              <p14:cNvContentPartPr/>
              <p14:nvPr/>
            </p14:nvContentPartPr>
            <p14:xfrm>
              <a:off x="2826463" y="5749073"/>
              <a:ext cx="189000" cy="6336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F2B480ED-FC09-73BB-3946-21544B1709B4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2811343" y="5733593"/>
                <a:ext cx="21960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3E6B2E6F-1382-4C72-4127-3EDDA66507C1}"/>
                  </a:ext>
                </a:extLst>
              </p14:cNvPr>
              <p14:cNvContentPartPr/>
              <p14:nvPr/>
            </p14:nvContentPartPr>
            <p14:xfrm>
              <a:off x="3034543" y="5730713"/>
              <a:ext cx="125280" cy="16164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3E6B2E6F-1382-4C72-4127-3EDDA66507C1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3019423" y="5715593"/>
                <a:ext cx="15588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5C23EDB6-BCB1-ACED-FE18-296B61A7873F}"/>
                  </a:ext>
                </a:extLst>
              </p14:cNvPr>
              <p14:cNvContentPartPr/>
              <p14:nvPr/>
            </p14:nvContentPartPr>
            <p14:xfrm>
              <a:off x="3216343" y="5698673"/>
              <a:ext cx="182520" cy="18540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5C23EDB6-BCB1-ACED-FE18-296B61A7873F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3201223" y="5683193"/>
                <a:ext cx="213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AEE54E5C-1858-18BE-53C2-0BDCB00EA7D1}"/>
                  </a:ext>
                </a:extLst>
              </p14:cNvPr>
              <p14:cNvContentPartPr/>
              <p14:nvPr/>
            </p14:nvContentPartPr>
            <p14:xfrm>
              <a:off x="3763183" y="5636393"/>
              <a:ext cx="239400" cy="32652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AEE54E5C-1858-18BE-53C2-0BDCB00EA7D1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3748063" y="5621273"/>
                <a:ext cx="26964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C863DB02-2954-DC57-ED63-DC5923D17A51}"/>
                  </a:ext>
                </a:extLst>
              </p14:cNvPr>
              <p14:cNvContentPartPr/>
              <p14:nvPr/>
            </p14:nvContentPartPr>
            <p14:xfrm>
              <a:off x="4040023" y="5792993"/>
              <a:ext cx="270720" cy="13860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C863DB02-2954-DC57-ED63-DC5923D17A51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4024543" y="5777513"/>
                <a:ext cx="30132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6AA2585C-FFDB-D125-64A2-C03775EAB379}"/>
                  </a:ext>
                </a:extLst>
              </p14:cNvPr>
              <p14:cNvContentPartPr/>
              <p14:nvPr/>
            </p14:nvContentPartPr>
            <p14:xfrm>
              <a:off x="4341703" y="5611193"/>
              <a:ext cx="56880" cy="34740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6AA2585C-FFDB-D125-64A2-C03775EAB379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4326583" y="5596073"/>
                <a:ext cx="8748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E69162EB-B910-9462-A7A1-98A9DD6F5FEC}"/>
                  </a:ext>
                </a:extLst>
              </p14:cNvPr>
              <p14:cNvContentPartPr/>
              <p14:nvPr/>
            </p14:nvContentPartPr>
            <p14:xfrm>
              <a:off x="4266103" y="5729993"/>
              <a:ext cx="201600" cy="6336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E69162EB-B910-9462-A7A1-98A9DD6F5FEC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4250983" y="5714873"/>
                <a:ext cx="23220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79B6ED32-F5B6-4069-EF74-5A7CB9498BE3}"/>
                  </a:ext>
                </a:extLst>
              </p14:cNvPr>
              <p14:cNvContentPartPr/>
              <p14:nvPr/>
            </p14:nvContentPartPr>
            <p14:xfrm>
              <a:off x="4473823" y="5755193"/>
              <a:ext cx="232920" cy="1569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79B6ED32-F5B6-4069-EF74-5A7CB9498BE3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4458343" y="5740073"/>
                <a:ext cx="26352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DE0DC52E-B15F-FD36-CE47-5EA7C746C374}"/>
                  </a:ext>
                </a:extLst>
              </p14:cNvPr>
              <p14:cNvContentPartPr/>
              <p14:nvPr/>
            </p14:nvContentPartPr>
            <p14:xfrm>
              <a:off x="5122183" y="5554673"/>
              <a:ext cx="56160" cy="38376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DE0DC52E-B15F-FD36-CE47-5EA7C746C374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5106703" y="5539553"/>
                <a:ext cx="8676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49A90A44-E792-6B99-3984-247214E15E8B}"/>
                  </a:ext>
                </a:extLst>
              </p14:cNvPr>
              <p14:cNvContentPartPr/>
              <p14:nvPr/>
            </p14:nvContentPartPr>
            <p14:xfrm>
              <a:off x="5008063" y="5692193"/>
              <a:ext cx="276840" cy="8820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49A90A44-E792-6B99-3984-247214E15E8B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4992943" y="5677073"/>
                <a:ext cx="3074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48DF4F3F-BAE7-6A98-301A-513670471EF8}"/>
                  </a:ext>
                </a:extLst>
              </p14:cNvPr>
              <p14:cNvContentPartPr/>
              <p14:nvPr/>
            </p14:nvContentPartPr>
            <p14:xfrm>
              <a:off x="5303623" y="5573393"/>
              <a:ext cx="220320" cy="33228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48DF4F3F-BAE7-6A98-301A-513670471EF8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5288503" y="5558273"/>
                <a:ext cx="25092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6CB420D7-F655-61FA-D4F0-29F01267B93E}"/>
                  </a:ext>
                </a:extLst>
              </p14:cNvPr>
              <p14:cNvContentPartPr/>
              <p14:nvPr/>
            </p14:nvContentPartPr>
            <p14:xfrm>
              <a:off x="5523583" y="5749073"/>
              <a:ext cx="207720" cy="15120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6CB420D7-F655-61FA-D4F0-29F01267B93E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5508463" y="5733593"/>
                <a:ext cx="23832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5008C456-F362-2661-A237-F113768F0957}"/>
                  </a:ext>
                </a:extLst>
              </p14:cNvPr>
              <p14:cNvContentPartPr/>
              <p14:nvPr/>
            </p14:nvContentPartPr>
            <p14:xfrm>
              <a:off x="5768743" y="5553953"/>
              <a:ext cx="44280" cy="34272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5008C456-F362-2661-A237-F113768F0957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5753623" y="5538833"/>
                <a:ext cx="7488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8D2910DC-25D2-F214-5E83-3D33785B3B4C}"/>
                  </a:ext>
                </a:extLst>
              </p14:cNvPr>
              <p14:cNvContentPartPr/>
              <p14:nvPr/>
            </p14:nvContentPartPr>
            <p14:xfrm>
              <a:off x="5706103" y="5742593"/>
              <a:ext cx="145080" cy="5076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8D2910DC-25D2-F214-5E83-3D33785B3B4C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5690623" y="5727473"/>
                <a:ext cx="1753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755F500E-C0CA-5AA6-9885-15693CA2F48C}"/>
                  </a:ext>
                </a:extLst>
              </p14:cNvPr>
              <p14:cNvContentPartPr/>
              <p14:nvPr/>
            </p14:nvContentPartPr>
            <p14:xfrm>
              <a:off x="6234223" y="5746193"/>
              <a:ext cx="19080" cy="18000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755F500E-C0CA-5AA6-9885-15693CA2F48C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6218743" y="5730713"/>
                <a:ext cx="4968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2A9CF3A7-4BE6-7918-CC21-F4EB22D32302}"/>
                  </a:ext>
                </a:extLst>
              </p14:cNvPr>
              <p14:cNvContentPartPr/>
              <p14:nvPr/>
            </p14:nvContentPartPr>
            <p14:xfrm>
              <a:off x="6252943" y="5623073"/>
              <a:ext cx="25560" cy="1296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2A9CF3A7-4BE6-7918-CC21-F4EB22D32302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6237823" y="5607953"/>
                <a:ext cx="561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E9490F27-6075-008E-1A79-8C7D014A598A}"/>
                  </a:ext>
                </a:extLst>
              </p14:cNvPr>
              <p14:cNvContentPartPr/>
              <p14:nvPr/>
            </p14:nvContentPartPr>
            <p14:xfrm>
              <a:off x="6328543" y="5711273"/>
              <a:ext cx="113400" cy="21708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E9490F27-6075-008E-1A79-8C7D014A598A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6313063" y="5695793"/>
                <a:ext cx="14400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8B584CF6-A3C6-CA28-7AFE-8F78B73079D6}"/>
                  </a:ext>
                </a:extLst>
              </p14:cNvPr>
              <p14:cNvContentPartPr/>
              <p14:nvPr/>
            </p14:nvContentPartPr>
            <p14:xfrm>
              <a:off x="6743263" y="5736473"/>
              <a:ext cx="232920" cy="17640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8B584CF6-A3C6-CA28-7AFE-8F78B73079D6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6728143" y="5720993"/>
                <a:ext cx="26352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9D4B5124-C54C-A1BF-8A10-BBE802A9CA9E}"/>
                  </a:ext>
                </a:extLst>
              </p14:cNvPr>
              <p14:cNvContentPartPr/>
              <p14:nvPr/>
            </p14:nvContentPartPr>
            <p14:xfrm>
              <a:off x="6994903" y="5718113"/>
              <a:ext cx="207000" cy="41544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9D4B5124-C54C-A1BF-8A10-BBE802A9CA9E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6979783" y="5702993"/>
                <a:ext cx="23760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C11A4991-A7A5-3CA9-866E-A19EBCDA01FF}"/>
                  </a:ext>
                </a:extLst>
              </p14:cNvPr>
              <p14:cNvContentPartPr/>
              <p14:nvPr/>
            </p14:nvContentPartPr>
            <p14:xfrm>
              <a:off x="7221343" y="5713793"/>
              <a:ext cx="201600" cy="37188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C11A4991-A7A5-3CA9-866E-A19EBCDA01FF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7205863" y="5698673"/>
                <a:ext cx="23220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A6F84294-172C-AF5A-B058-1234283BF99C}"/>
                  </a:ext>
                </a:extLst>
              </p14:cNvPr>
              <p14:cNvContentPartPr/>
              <p14:nvPr/>
            </p14:nvContentPartPr>
            <p14:xfrm>
              <a:off x="7504303" y="5679593"/>
              <a:ext cx="207720" cy="17280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A6F84294-172C-AF5A-B058-1234283BF99C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7488823" y="5664473"/>
                <a:ext cx="2383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0F90AACF-F6A3-5FD7-0187-ABF4E043B464}"/>
                  </a:ext>
                </a:extLst>
              </p14:cNvPr>
              <p14:cNvContentPartPr/>
              <p14:nvPr/>
            </p14:nvContentPartPr>
            <p14:xfrm>
              <a:off x="7655143" y="5698673"/>
              <a:ext cx="138600" cy="13860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0F90AACF-F6A3-5FD7-0187-ABF4E043B464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7639663" y="5683193"/>
                <a:ext cx="16920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CB1B3A38-2B88-7A37-F495-F380BACE7BDF}"/>
                  </a:ext>
                </a:extLst>
              </p14:cNvPr>
              <p14:cNvContentPartPr/>
              <p14:nvPr/>
            </p14:nvContentPartPr>
            <p14:xfrm>
              <a:off x="7824703" y="5701913"/>
              <a:ext cx="119880" cy="14436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CB1B3A38-2B88-7A37-F495-F380BACE7BDF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7809583" y="5686793"/>
                <a:ext cx="15048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2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591A0CE1-4F10-FA42-BE2A-FD14F8A68A0D}"/>
                  </a:ext>
                </a:extLst>
              </p14:cNvPr>
              <p14:cNvContentPartPr/>
              <p14:nvPr/>
            </p14:nvContentPartPr>
            <p14:xfrm>
              <a:off x="7818583" y="5692193"/>
              <a:ext cx="157680" cy="21420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591A0CE1-4F10-FA42-BE2A-FD14F8A68A0D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7803103" y="5677073"/>
                <a:ext cx="18792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D4E424BA-AEBF-9D4F-1600-F2BF0001214E}"/>
                  </a:ext>
                </a:extLst>
              </p14:cNvPr>
              <p14:cNvContentPartPr/>
              <p14:nvPr/>
            </p14:nvContentPartPr>
            <p14:xfrm>
              <a:off x="8063743" y="5706233"/>
              <a:ext cx="19080" cy="17136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D4E424BA-AEBF-9D4F-1600-F2BF0001214E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8048263" y="5691113"/>
                <a:ext cx="4968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6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BFE5F1FC-6032-3748-F999-45F5FC1D7199}"/>
                  </a:ext>
                </a:extLst>
              </p14:cNvPr>
              <p14:cNvContentPartPr/>
              <p14:nvPr/>
            </p14:nvContentPartPr>
            <p14:xfrm>
              <a:off x="8067343" y="5573033"/>
              <a:ext cx="15840" cy="648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BFE5F1FC-6032-3748-F999-45F5FC1D7199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8046823" y="5552513"/>
                <a:ext cx="565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8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82303D1E-7E74-F599-B96D-05C01985FA02}"/>
                  </a:ext>
                </a:extLst>
              </p14:cNvPr>
              <p14:cNvContentPartPr/>
              <p14:nvPr/>
            </p14:nvContentPartPr>
            <p14:xfrm>
              <a:off x="8208463" y="5686073"/>
              <a:ext cx="365040" cy="17928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82303D1E-7E74-F599-B96D-05C01985FA02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8187943" y="5665553"/>
                <a:ext cx="40572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0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1AB33ACF-2B93-008D-AA19-760281234DFA}"/>
                  </a:ext>
                </a:extLst>
              </p14:cNvPr>
              <p14:cNvContentPartPr/>
              <p14:nvPr/>
            </p14:nvContentPartPr>
            <p14:xfrm>
              <a:off x="8586103" y="5654753"/>
              <a:ext cx="339120" cy="17640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1AB33ACF-2B93-008D-AA19-760281234DFA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8570983" y="5639273"/>
                <a:ext cx="36972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89B85DEF-1242-9403-6D1C-50A14281A5AF}"/>
                  </a:ext>
                </a:extLst>
              </p14:cNvPr>
              <p14:cNvContentPartPr/>
              <p14:nvPr/>
            </p14:nvContentPartPr>
            <p14:xfrm>
              <a:off x="8893543" y="5413553"/>
              <a:ext cx="107280" cy="41616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89B85DEF-1242-9403-6D1C-50A14281A5AF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8878423" y="5398433"/>
                <a:ext cx="13788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4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A83547B3-BF93-291E-819A-8FFBAADFCFDF}"/>
                  </a:ext>
                </a:extLst>
              </p14:cNvPr>
              <p14:cNvContentPartPr/>
              <p14:nvPr/>
            </p14:nvContentPartPr>
            <p14:xfrm>
              <a:off x="8825143" y="5573033"/>
              <a:ext cx="213480" cy="9468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A83547B3-BF93-291E-819A-8FFBAADFCFDF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8810023" y="5557553"/>
                <a:ext cx="2440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6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FE9E13FC-7F33-1306-4C67-280D068B3FC9}"/>
                  </a:ext>
                </a:extLst>
              </p14:cNvPr>
              <p14:cNvContentPartPr/>
              <p14:nvPr/>
            </p14:nvContentPartPr>
            <p14:xfrm>
              <a:off x="9008023" y="5625953"/>
              <a:ext cx="143640" cy="17280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FE9E13FC-7F33-1306-4C67-280D068B3FC9}"/>
                  </a:ext>
                </a:extLst>
              </p:cNvPr>
              <p:cNvPicPr/>
              <p:nvPr/>
            </p:nvPicPr>
            <p:blipFill>
              <a:blip r:embed="rId467"/>
              <a:stretch>
                <a:fillRect/>
              </a:stretch>
            </p:blipFill>
            <p:spPr>
              <a:xfrm>
                <a:off x="8992903" y="5610833"/>
                <a:ext cx="17424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8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6DEF6BCE-FD79-F06D-0890-6F8474CFB8AC}"/>
                  </a:ext>
                </a:extLst>
              </p14:cNvPr>
              <p14:cNvContentPartPr/>
              <p14:nvPr/>
            </p14:nvContentPartPr>
            <p14:xfrm>
              <a:off x="9215023" y="5472233"/>
              <a:ext cx="628200" cy="71568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6DEF6BCE-FD79-F06D-0890-6F8474CFB8AC}"/>
                  </a:ext>
                </a:extLst>
              </p:cNvPr>
              <p:cNvPicPr/>
              <p:nvPr/>
            </p:nvPicPr>
            <p:blipFill>
              <a:blip r:embed="rId469"/>
              <a:stretch>
                <a:fillRect/>
              </a:stretch>
            </p:blipFill>
            <p:spPr>
              <a:xfrm>
                <a:off x="9199543" y="5457113"/>
                <a:ext cx="658800" cy="74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0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9562B225-2FEB-EDEE-57D8-91FD4F0A0F97}"/>
                  </a:ext>
                </a:extLst>
              </p14:cNvPr>
              <p14:cNvContentPartPr/>
              <p14:nvPr/>
            </p14:nvContentPartPr>
            <p14:xfrm>
              <a:off x="1022143" y="6239393"/>
              <a:ext cx="12960" cy="2556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9562B225-2FEB-EDEE-57D8-91FD4F0A0F97}"/>
                  </a:ext>
                </a:extLst>
              </p:cNvPr>
              <p:cNvPicPr/>
              <p:nvPr/>
            </p:nvPicPr>
            <p:blipFill>
              <a:blip r:embed="rId471"/>
              <a:stretch>
                <a:fillRect/>
              </a:stretch>
            </p:blipFill>
            <p:spPr>
              <a:xfrm>
                <a:off x="1007023" y="6223913"/>
                <a:ext cx="435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2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8AB8DEE6-909A-009B-E223-25039FD2B3B5}"/>
                  </a:ext>
                </a:extLst>
              </p14:cNvPr>
              <p14:cNvContentPartPr/>
              <p14:nvPr/>
            </p14:nvContentPartPr>
            <p14:xfrm>
              <a:off x="1040863" y="6195113"/>
              <a:ext cx="352440" cy="24480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8AB8DEE6-909A-009B-E223-25039FD2B3B5}"/>
                  </a:ext>
                </a:extLst>
              </p:cNvPr>
              <p:cNvPicPr/>
              <p:nvPr/>
            </p:nvPicPr>
            <p:blipFill>
              <a:blip r:embed="rId473"/>
              <a:stretch>
                <a:fillRect/>
              </a:stretch>
            </p:blipFill>
            <p:spPr>
              <a:xfrm>
                <a:off x="1025743" y="6179993"/>
                <a:ext cx="38304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4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8E653A8B-DD82-1E74-16B4-3730DB068B64}"/>
                  </a:ext>
                </a:extLst>
              </p14:cNvPr>
              <p14:cNvContentPartPr/>
              <p14:nvPr/>
            </p14:nvContentPartPr>
            <p14:xfrm>
              <a:off x="1374223" y="6277193"/>
              <a:ext cx="125280" cy="11844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8E653A8B-DD82-1E74-16B4-3730DB068B64}"/>
                  </a:ext>
                </a:extLst>
              </p:cNvPr>
              <p:cNvPicPr/>
              <p:nvPr/>
            </p:nvPicPr>
            <p:blipFill>
              <a:blip r:embed="rId475"/>
              <a:stretch>
                <a:fillRect/>
              </a:stretch>
            </p:blipFill>
            <p:spPr>
              <a:xfrm>
                <a:off x="1359103" y="6261713"/>
                <a:ext cx="15588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6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AE403530-6350-CE84-1D81-540288A7210B}"/>
                  </a:ext>
                </a:extLst>
              </p14:cNvPr>
              <p14:cNvContentPartPr/>
              <p14:nvPr/>
            </p14:nvContentPartPr>
            <p14:xfrm>
              <a:off x="1525063" y="6251993"/>
              <a:ext cx="201600" cy="19188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AE403530-6350-CE84-1D81-540288A7210B}"/>
                  </a:ext>
                </a:extLst>
              </p:cNvPr>
              <p:cNvPicPr/>
              <p:nvPr/>
            </p:nvPicPr>
            <p:blipFill>
              <a:blip r:embed="rId477"/>
              <a:stretch>
                <a:fillRect/>
              </a:stretch>
            </p:blipFill>
            <p:spPr>
              <a:xfrm>
                <a:off x="1509943" y="6236513"/>
                <a:ext cx="2322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8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28595471-6F5E-12DE-C25A-80D2B71A5587}"/>
                  </a:ext>
                </a:extLst>
              </p14:cNvPr>
              <p14:cNvContentPartPr/>
              <p14:nvPr/>
            </p14:nvContentPartPr>
            <p14:xfrm>
              <a:off x="1757623" y="6258833"/>
              <a:ext cx="383760" cy="20772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28595471-6F5E-12DE-C25A-80D2B71A5587}"/>
                  </a:ext>
                </a:extLst>
              </p:cNvPr>
              <p:cNvPicPr/>
              <p:nvPr/>
            </p:nvPicPr>
            <p:blipFill>
              <a:blip r:embed="rId479"/>
              <a:stretch>
                <a:fillRect/>
              </a:stretch>
            </p:blipFill>
            <p:spPr>
              <a:xfrm>
                <a:off x="1742503" y="6243713"/>
                <a:ext cx="41436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0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D44CAEA4-F445-A2B9-E67C-26F116C2EF78}"/>
                  </a:ext>
                </a:extLst>
              </p14:cNvPr>
              <p14:cNvContentPartPr/>
              <p14:nvPr/>
            </p14:nvContentPartPr>
            <p14:xfrm>
              <a:off x="2178823" y="6289433"/>
              <a:ext cx="270720" cy="15048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D44CAEA4-F445-A2B9-E67C-26F116C2EF78}"/>
                  </a:ext>
                </a:extLst>
              </p:cNvPr>
              <p:cNvPicPr/>
              <p:nvPr/>
            </p:nvPicPr>
            <p:blipFill>
              <a:blip r:embed="rId481"/>
              <a:stretch>
                <a:fillRect/>
              </a:stretch>
            </p:blipFill>
            <p:spPr>
              <a:xfrm>
                <a:off x="2163703" y="6274313"/>
                <a:ext cx="30132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2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EA47D5B8-95AA-BDA4-CB9B-FBC3DAA64FB7}"/>
                  </a:ext>
                </a:extLst>
              </p14:cNvPr>
              <p14:cNvContentPartPr/>
              <p14:nvPr/>
            </p14:nvContentPartPr>
            <p14:xfrm>
              <a:off x="2443063" y="6095393"/>
              <a:ext cx="56880" cy="32364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EA47D5B8-95AA-BDA4-CB9B-FBC3DAA64FB7}"/>
                  </a:ext>
                </a:extLst>
              </p:cNvPr>
              <p:cNvPicPr/>
              <p:nvPr/>
            </p:nvPicPr>
            <p:blipFill>
              <a:blip r:embed="rId483"/>
              <a:stretch>
                <a:fillRect/>
              </a:stretch>
            </p:blipFill>
            <p:spPr>
              <a:xfrm>
                <a:off x="2427583" y="6080273"/>
                <a:ext cx="8748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4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F23921F6-8E15-3848-90DB-58A2090885FF}"/>
                  </a:ext>
                </a:extLst>
              </p14:cNvPr>
              <p14:cNvContentPartPr/>
              <p14:nvPr/>
            </p14:nvContentPartPr>
            <p14:xfrm>
              <a:off x="2543503" y="6101153"/>
              <a:ext cx="38160" cy="33228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F23921F6-8E15-3848-90DB-58A2090885FF}"/>
                  </a:ext>
                </a:extLst>
              </p:cNvPr>
              <p:cNvPicPr/>
              <p:nvPr/>
            </p:nvPicPr>
            <p:blipFill>
              <a:blip r:embed="rId485"/>
              <a:stretch>
                <a:fillRect/>
              </a:stretch>
            </p:blipFill>
            <p:spPr>
              <a:xfrm>
                <a:off x="2528383" y="6085673"/>
                <a:ext cx="6840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6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C704DCA8-617B-E2DC-F91A-B83E5111C3A7}"/>
                  </a:ext>
                </a:extLst>
              </p14:cNvPr>
              <p14:cNvContentPartPr/>
              <p14:nvPr/>
            </p14:nvContentPartPr>
            <p14:xfrm>
              <a:off x="2602903" y="6268553"/>
              <a:ext cx="349560" cy="43632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C704DCA8-617B-E2DC-F91A-B83E5111C3A7}"/>
                  </a:ext>
                </a:extLst>
              </p:cNvPr>
              <p:cNvPicPr/>
              <p:nvPr/>
            </p:nvPicPr>
            <p:blipFill>
              <a:blip r:embed="rId487"/>
              <a:stretch>
                <a:fillRect/>
              </a:stretch>
            </p:blipFill>
            <p:spPr>
              <a:xfrm>
                <a:off x="2587783" y="6253433"/>
                <a:ext cx="38016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8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C10AAB97-B33C-8AE8-7D16-308C5E411546}"/>
                  </a:ext>
                </a:extLst>
              </p14:cNvPr>
              <p14:cNvContentPartPr/>
              <p14:nvPr/>
            </p14:nvContentPartPr>
            <p14:xfrm>
              <a:off x="3241543" y="6116993"/>
              <a:ext cx="434160" cy="30780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C10AAB97-B33C-8AE8-7D16-308C5E411546}"/>
                  </a:ext>
                </a:extLst>
              </p:cNvPr>
              <p:cNvPicPr/>
              <p:nvPr/>
            </p:nvPicPr>
            <p:blipFill>
              <a:blip r:embed="rId489"/>
              <a:stretch>
                <a:fillRect/>
              </a:stretch>
            </p:blipFill>
            <p:spPr>
              <a:xfrm>
                <a:off x="3226063" y="6101873"/>
                <a:ext cx="46476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0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A496FCF9-70B7-8573-9AF3-2A1F626F6833}"/>
                  </a:ext>
                </a:extLst>
              </p14:cNvPr>
              <p14:cNvContentPartPr/>
              <p14:nvPr/>
            </p14:nvContentPartPr>
            <p14:xfrm>
              <a:off x="3612343" y="6138593"/>
              <a:ext cx="12960" cy="36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A496FCF9-70B7-8573-9AF3-2A1F626F6833}"/>
                  </a:ext>
                </a:extLst>
              </p:cNvPr>
              <p:cNvPicPr/>
              <p:nvPr/>
            </p:nvPicPr>
            <p:blipFill>
              <a:blip r:embed="rId491"/>
              <a:stretch>
                <a:fillRect/>
              </a:stretch>
            </p:blipFill>
            <p:spPr>
              <a:xfrm>
                <a:off x="3597223" y="6123473"/>
                <a:ext cx="435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91AFB679-EFE4-34C3-E552-CBCAFDA0EE3E}"/>
                  </a:ext>
                </a:extLst>
              </p14:cNvPr>
              <p14:cNvContentPartPr/>
              <p14:nvPr/>
            </p14:nvContentPartPr>
            <p14:xfrm>
              <a:off x="3706663" y="6214193"/>
              <a:ext cx="145080" cy="21420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91AFB679-EFE4-34C3-E552-CBCAFDA0EE3E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3691543" y="6199073"/>
                <a:ext cx="17532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BEBF2CCA-3810-531C-3360-D675F8F34FCD}"/>
                  </a:ext>
                </a:extLst>
              </p14:cNvPr>
              <p14:cNvContentPartPr/>
              <p14:nvPr/>
            </p14:nvContentPartPr>
            <p14:xfrm>
              <a:off x="3951823" y="6066593"/>
              <a:ext cx="38160" cy="33228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BEBF2CCA-3810-531C-3360-D675F8F34FCD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3936703" y="6051473"/>
                <a:ext cx="6876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6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28C54027-6468-690A-C545-69C7B2A5876D}"/>
                  </a:ext>
                </a:extLst>
              </p14:cNvPr>
              <p14:cNvContentPartPr/>
              <p14:nvPr/>
            </p14:nvContentPartPr>
            <p14:xfrm>
              <a:off x="3882703" y="6207713"/>
              <a:ext cx="201600" cy="5076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28C54027-6468-690A-C545-69C7B2A5876D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3867583" y="6192593"/>
                <a:ext cx="23220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8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7E4A6AE1-4093-4420-45EB-BBDA2236CEF2}"/>
                  </a:ext>
                </a:extLst>
              </p14:cNvPr>
              <p14:cNvContentPartPr/>
              <p14:nvPr/>
            </p14:nvContentPartPr>
            <p14:xfrm>
              <a:off x="4090063" y="6232913"/>
              <a:ext cx="163800" cy="19656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7E4A6AE1-4093-4420-45EB-BBDA2236CEF2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4074943" y="6217793"/>
                <a:ext cx="1944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0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291A6737-53FF-3C9A-E660-04437B951209}"/>
                  </a:ext>
                </a:extLst>
              </p14:cNvPr>
              <p14:cNvContentPartPr/>
              <p14:nvPr/>
            </p14:nvContentPartPr>
            <p14:xfrm>
              <a:off x="4259983" y="6260993"/>
              <a:ext cx="25560" cy="13248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291A6737-53FF-3C9A-E660-04437B951209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4244863" y="6245873"/>
                <a:ext cx="5616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2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F347A228-908A-1947-7BC3-9CCF3D6C6997}"/>
                  </a:ext>
                </a:extLst>
              </p14:cNvPr>
              <p14:cNvContentPartPr/>
              <p14:nvPr/>
            </p14:nvContentPartPr>
            <p14:xfrm>
              <a:off x="4285183" y="6145073"/>
              <a:ext cx="19080" cy="2556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F347A228-908A-1947-7BC3-9CCF3D6C6997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4269703" y="6129593"/>
                <a:ext cx="496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4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B1781AD8-2DF1-FBB3-FB90-02ABF38EA700}"/>
                  </a:ext>
                </a:extLst>
              </p14:cNvPr>
              <p14:cNvContentPartPr/>
              <p14:nvPr/>
            </p14:nvContentPartPr>
            <p14:xfrm>
              <a:off x="4373023" y="6104393"/>
              <a:ext cx="176400" cy="31608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B1781AD8-2DF1-FBB3-FB90-02ABF38EA700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4357903" y="6089273"/>
                <a:ext cx="20700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6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AD006555-9E9E-0889-F0B0-C0FD66E2DF22}"/>
                  </a:ext>
                </a:extLst>
              </p14:cNvPr>
              <p14:cNvContentPartPr/>
              <p14:nvPr/>
            </p14:nvContentPartPr>
            <p14:xfrm>
              <a:off x="4618183" y="6236513"/>
              <a:ext cx="132480" cy="14760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AD006555-9E9E-0889-F0B0-C0FD66E2DF22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4603063" y="6221393"/>
                <a:ext cx="16272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F149CA3A-5B1C-1C49-AA49-CB19908B498C}"/>
                  </a:ext>
                </a:extLst>
              </p14:cNvPr>
              <p14:cNvContentPartPr/>
              <p14:nvPr/>
            </p14:nvContentPartPr>
            <p14:xfrm>
              <a:off x="4857223" y="6078473"/>
              <a:ext cx="56880" cy="35676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F149CA3A-5B1C-1C49-AA49-CB19908B498C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4842103" y="6063353"/>
                <a:ext cx="8748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0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2F9568DD-510F-F048-D8AD-762A85FC1319}"/>
                  </a:ext>
                </a:extLst>
              </p14:cNvPr>
              <p14:cNvContentPartPr/>
              <p14:nvPr/>
            </p14:nvContentPartPr>
            <p14:xfrm>
              <a:off x="4788103" y="6207713"/>
              <a:ext cx="195120" cy="5688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2F9568DD-510F-F048-D8AD-762A85FC1319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4772983" y="6192593"/>
                <a:ext cx="22572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FC7FEB14-F5E6-E6A8-FF12-D77FE2AA8D6A}"/>
                  </a:ext>
                </a:extLst>
              </p14:cNvPr>
              <p14:cNvContentPartPr/>
              <p14:nvPr/>
            </p14:nvContentPartPr>
            <p14:xfrm>
              <a:off x="4970983" y="6239393"/>
              <a:ext cx="194400" cy="17640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FC7FEB14-F5E6-E6A8-FF12-D77FE2AA8D6A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4955863" y="6223913"/>
                <a:ext cx="22500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7CE4323E-5757-FE03-0A1E-ACBC5C334887}"/>
                  </a:ext>
                </a:extLst>
              </p14:cNvPr>
              <p14:cNvContentPartPr/>
              <p14:nvPr/>
            </p14:nvContentPartPr>
            <p14:xfrm>
              <a:off x="5158903" y="6081353"/>
              <a:ext cx="358560" cy="30276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7CE4323E-5757-FE03-0A1E-ACBC5C334887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5143783" y="6066233"/>
                <a:ext cx="389160" cy="33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5715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64F411-3165-E428-55BE-966738FEADB0}"/>
                  </a:ext>
                </a:extLst>
              </p14:cNvPr>
              <p14:cNvContentPartPr/>
              <p14:nvPr/>
            </p14:nvContentPartPr>
            <p14:xfrm>
              <a:off x="336703" y="291833"/>
              <a:ext cx="245520" cy="346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64F411-3165-E428-55BE-966738FEAD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5743" y="260873"/>
                <a:ext cx="30672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A52BE97-FAE5-E355-E185-61F8F8CAB051}"/>
                  </a:ext>
                </a:extLst>
              </p14:cNvPr>
              <p14:cNvContentPartPr/>
              <p14:nvPr/>
            </p14:nvContentPartPr>
            <p14:xfrm>
              <a:off x="688783" y="593513"/>
              <a:ext cx="12960" cy="19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A52BE97-FAE5-E355-E185-61F8F8CAB0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7823" y="563126"/>
                <a:ext cx="74160" cy="791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CBD7757-1BD3-F885-9D73-BEC1C0E07895}"/>
                  </a:ext>
                </a:extLst>
              </p14:cNvPr>
              <p14:cNvContentPartPr/>
              <p14:nvPr/>
            </p14:nvContentPartPr>
            <p14:xfrm>
              <a:off x="833503" y="323873"/>
              <a:ext cx="182520" cy="356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CBD7757-1BD3-F885-9D73-BEC1C0E0789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2604" y="292913"/>
                <a:ext cx="24360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01FA40D-D979-AC68-735F-4A8C1327BE32}"/>
                  </a:ext>
                </a:extLst>
              </p14:cNvPr>
              <p14:cNvContentPartPr/>
              <p14:nvPr/>
            </p14:nvContentPartPr>
            <p14:xfrm>
              <a:off x="1418143" y="222353"/>
              <a:ext cx="220320" cy="383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01FA40D-D979-AC68-735F-4A8C1327BE3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87183" y="191393"/>
                <a:ext cx="28152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E6F5979-A772-8C90-7944-27F3CDCC36B5}"/>
                  </a:ext>
                </a:extLst>
              </p14:cNvPr>
              <p14:cNvContentPartPr/>
              <p14:nvPr/>
            </p14:nvContentPartPr>
            <p14:xfrm>
              <a:off x="1757623" y="285353"/>
              <a:ext cx="69480" cy="304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E6F5979-A772-8C90-7944-27F3CDCC36B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26663" y="254393"/>
                <a:ext cx="13068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29EF628-C07B-4B41-2EE7-7BA00E358CB9}"/>
                  </a:ext>
                </a:extLst>
              </p14:cNvPr>
              <p14:cNvContentPartPr/>
              <p14:nvPr/>
            </p14:nvContentPartPr>
            <p14:xfrm>
              <a:off x="1692103" y="348353"/>
              <a:ext cx="191880" cy="88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29EF628-C07B-4B41-2EE7-7BA00E358CB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61143" y="317519"/>
                <a:ext cx="253080" cy="1491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900BAB3-019D-1E66-952B-9FB7FE251DDD}"/>
                  </a:ext>
                </a:extLst>
              </p14:cNvPr>
              <p14:cNvContentPartPr/>
              <p14:nvPr/>
            </p14:nvContentPartPr>
            <p14:xfrm>
              <a:off x="1908463" y="410993"/>
              <a:ext cx="276840" cy="189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900BAB3-019D-1E66-952B-9FB7FE251DD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77503" y="380033"/>
                <a:ext cx="33804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7C9B606-4C8C-EE02-DA29-16E44C3B726F}"/>
                  </a:ext>
                </a:extLst>
              </p14:cNvPr>
              <p14:cNvContentPartPr/>
              <p14:nvPr/>
            </p14:nvContentPartPr>
            <p14:xfrm>
              <a:off x="2216623" y="427193"/>
              <a:ext cx="252000" cy="141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7C9B606-4C8C-EE02-DA29-16E44C3B726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185619" y="396233"/>
                <a:ext cx="313288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9DE69B7-5A05-8775-CE59-5965A8D2E508}"/>
                  </a:ext>
                </a:extLst>
              </p14:cNvPr>
              <p14:cNvContentPartPr/>
              <p14:nvPr/>
            </p14:nvContentPartPr>
            <p14:xfrm>
              <a:off x="2493463" y="274193"/>
              <a:ext cx="270720" cy="344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9DE69B7-5A05-8775-CE59-5965A8D2E50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62503" y="243201"/>
                <a:ext cx="331920" cy="4054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F5C0D32-C830-A921-645D-4E16CDC7A070}"/>
                  </a:ext>
                </a:extLst>
              </p14:cNvPr>
              <p14:cNvContentPartPr/>
              <p14:nvPr/>
            </p14:nvContentPartPr>
            <p14:xfrm>
              <a:off x="2776063" y="417473"/>
              <a:ext cx="232920" cy="157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F5C0D32-C830-A921-645D-4E16CDC7A07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45103" y="386513"/>
                <a:ext cx="29412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2FBC349-4E4F-053D-65F0-4FED29AD098D}"/>
                  </a:ext>
                </a:extLst>
              </p14:cNvPr>
              <p14:cNvContentPartPr/>
              <p14:nvPr/>
            </p14:nvContentPartPr>
            <p14:xfrm>
              <a:off x="3033823" y="379673"/>
              <a:ext cx="157680" cy="200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2FBC349-4E4F-053D-65F0-4FED29AD098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002863" y="348657"/>
                <a:ext cx="218880" cy="2621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9AD21D7-CA41-AB30-CDC8-750D99BDB648}"/>
                  </a:ext>
                </a:extLst>
              </p14:cNvPr>
              <p14:cNvContentPartPr/>
              <p14:nvPr/>
            </p14:nvContentPartPr>
            <p14:xfrm>
              <a:off x="3216343" y="257273"/>
              <a:ext cx="434160" cy="279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9AD21D7-CA41-AB30-CDC8-750D99BDB64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85383" y="226313"/>
                <a:ext cx="49536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02591D4-9843-8939-1454-148CDD441538}"/>
                  </a:ext>
                </a:extLst>
              </p14:cNvPr>
              <p14:cNvContentPartPr/>
              <p14:nvPr/>
            </p14:nvContentPartPr>
            <p14:xfrm>
              <a:off x="3650143" y="216233"/>
              <a:ext cx="19080" cy="31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02591D4-9843-8939-1454-148CDD44153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619756" y="185621"/>
                <a:ext cx="79147" cy="921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112248D-1E4A-C7CA-BCB2-772D35AC2977}"/>
                  </a:ext>
                </a:extLst>
              </p14:cNvPr>
              <p14:cNvContentPartPr/>
              <p14:nvPr/>
            </p14:nvContentPartPr>
            <p14:xfrm>
              <a:off x="3713143" y="316673"/>
              <a:ext cx="145080" cy="213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112248D-1E4A-C7CA-BCB2-772D35AC297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682183" y="285713"/>
                <a:ext cx="2062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C2D9CD5-6F85-F246-3452-2CFCEEE3229A}"/>
                  </a:ext>
                </a:extLst>
              </p14:cNvPr>
              <p14:cNvContentPartPr/>
              <p14:nvPr/>
            </p14:nvContentPartPr>
            <p14:xfrm>
              <a:off x="3901783" y="360953"/>
              <a:ext cx="321120" cy="168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C2D9CD5-6F85-F246-3452-2CFCEEE3229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870823" y="329993"/>
                <a:ext cx="3823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A796521-00B5-E094-38E4-32C322C3FFA7}"/>
                  </a:ext>
                </a:extLst>
              </p14:cNvPr>
              <p14:cNvContentPartPr/>
              <p14:nvPr/>
            </p14:nvContentPartPr>
            <p14:xfrm>
              <a:off x="4310383" y="144233"/>
              <a:ext cx="44280" cy="360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A796521-00B5-E094-38E4-32C322C3FFA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279423" y="113273"/>
                <a:ext cx="10548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CC633BD-627A-68C0-9A8D-290AA183AF31}"/>
                  </a:ext>
                </a:extLst>
              </p14:cNvPr>
              <p14:cNvContentPartPr/>
              <p14:nvPr/>
            </p14:nvContentPartPr>
            <p14:xfrm>
              <a:off x="4222183" y="285353"/>
              <a:ext cx="239400" cy="69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CC633BD-627A-68C0-9A8D-290AA183AF3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91176" y="254393"/>
                <a:ext cx="300692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091FB4F-0FBA-4F70-C407-95BC8721F0F2}"/>
                  </a:ext>
                </a:extLst>
              </p14:cNvPr>
              <p14:cNvContentPartPr/>
              <p14:nvPr/>
            </p14:nvContentPartPr>
            <p14:xfrm>
              <a:off x="4511623" y="310553"/>
              <a:ext cx="31680" cy="189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091FB4F-0FBA-4F70-C407-95BC8721F0F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480663" y="279593"/>
                <a:ext cx="928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5852915-7DE5-6FCB-2DE4-E75F2664D64E}"/>
                  </a:ext>
                </a:extLst>
              </p14:cNvPr>
              <p14:cNvContentPartPr/>
              <p14:nvPr/>
            </p14:nvContentPartPr>
            <p14:xfrm>
              <a:off x="4561663" y="203633"/>
              <a:ext cx="648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5852915-7DE5-6FCB-2DE4-E75F2664D64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530703" y="172673"/>
                <a:ext cx="6768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232884A-B672-1B77-B9F2-804E6E925AED}"/>
                  </a:ext>
                </a:extLst>
              </p14:cNvPr>
              <p14:cNvContentPartPr/>
              <p14:nvPr/>
            </p14:nvContentPartPr>
            <p14:xfrm>
              <a:off x="4649863" y="335753"/>
              <a:ext cx="169560" cy="182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232884A-B672-1B77-B9F2-804E6E925AE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618903" y="304854"/>
                <a:ext cx="230760" cy="2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ED86F65-DD59-AACE-0543-0311CDF55566}"/>
                  </a:ext>
                </a:extLst>
              </p14:cNvPr>
              <p14:cNvContentPartPr/>
              <p14:nvPr/>
            </p14:nvContentPartPr>
            <p14:xfrm>
              <a:off x="4920223" y="354473"/>
              <a:ext cx="258120" cy="189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ED86F65-DD59-AACE-0543-0311CDF5556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889263" y="323513"/>
                <a:ext cx="3193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BE6F33B-629F-A97A-83EB-0F8F9D2AC6E2}"/>
                  </a:ext>
                </a:extLst>
              </p14:cNvPr>
              <p14:cNvContentPartPr/>
              <p14:nvPr/>
            </p14:nvContentPartPr>
            <p14:xfrm>
              <a:off x="688783" y="1492433"/>
              <a:ext cx="360" cy="381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BE6F33B-629F-A97A-83EB-0F8F9D2AC6E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57823" y="1461473"/>
                <a:ext cx="6156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4C7CB2A-1A6E-E7FA-7980-E7F3F5AA7792}"/>
                  </a:ext>
                </a:extLst>
              </p14:cNvPr>
              <p14:cNvContentPartPr/>
              <p14:nvPr/>
            </p14:nvContentPartPr>
            <p14:xfrm>
              <a:off x="317983" y="1561553"/>
              <a:ext cx="4728240" cy="2394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4C7CB2A-1A6E-E7FA-7980-E7F3F5AA779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99984" y="1543526"/>
                <a:ext cx="4763877" cy="2750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9133D621-A2CD-A55F-66F3-0F2B458967FF}"/>
                  </a:ext>
                </a:extLst>
              </p14:cNvPr>
              <p14:cNvContentPartPr/>
              <p14:nvPr/>
            </p14:nvContentPartPr>
            <p14:xfrm>
              <a:off x="3656263" y="3648833"/>
              <a:ext cx="182520" cy="255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9133D621-A2CD-A55F-66F3-0F2B458967F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625303" y="3617873"/>
                <a:ext cx="2437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C84F2A2-C011-8C55-35AC-E7732853B267}"/>
                  </a:ext>
                </a:extLst>
              </p14:cNvPr>
              <p14:cNvContentPartPr/>
              <p14:nvPr/>
            </p14:nvContentPartPr>
            <p14:xfrm>
              <a:off x="3706663" y="3718313"/>
              <a:ext cx="107280" cy="190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C84F2A2-C011-8C55-35AC-E7732853B26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675703" y="3687353"/>
                <a:ext cx="16848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F71F241B-A48F-30F1-7E55-F1F41DE26D22}"/>
                  </a:ext>
                </a:extLst>
              </p14:cNvPr>
              <p14:cNvContentPartPr/>
              <p14:nvPr/>
            </p14:nvContentPartPr>
            <p14:xfrm>
              <a:off x="4329103" y="3347153"/>
              <a:ext cx="123480" cy="1926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F71F241B-A48F-30F1-7E55-F1F41DE26D2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298052" y="3316135"/>
                <a:ext cx="184859" cy="253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5D5CF84B-130D-35D9-4EF5-EE864FD29CC3}"/>
                  </a:ext>
                </a:extLst>
              </p14:cNvPr>
              <p14:cNvContentPartPr/>
              <p14:nvPr/>
            </p14:nvContentPartPr>
            <p14:xfrm>
              <a:off x="4294903" y="3362633"/>
              <a:ext cx="166680" cy="1958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5D5CF84B-130D-35D9-4EF5-EE864FD29CC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263876" y="3331730"/>
                <a:ext cx="228012" cy="2569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F5964A0-64F9-3E8A-F51D-DA1EE317348B}"/>
                  </a:ext>
                </a:extLst>
              </p14:cNvPr>
              <p14:cNvContentPartPr/>
              <p14:nvPr/>
            </p14:nvContentPartPr>
            <p14:xfrm>
              <a:off x="4675063" y="3416273"/>
              <a:ext cx="207720" cy="568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F5964A0-64F9-3E8A-F51D-DA1EE317348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644103" y="3385313"/>
                <a:ext cx="2689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48DC555-FE28-9213-024A-AE5B847F6D24}"/>
                  </a:ext>
                </a:extLst>
              </p14:cNvPr>
              <p14:cNvContentPartPr/>
              <p14:nvPr/>
            </p14:nvContentPartPr>
            <p14:xfrm>
              <a:off x="4172503" y="3655313"/>
              <a:ext cx="1502280" cy="1008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48DC555-FE28-9213-024A-AE5B847F6D2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41543" y="3624463"/>
                <a:ext cx="1563480" cy="1617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F3C547E8-4000-A19A-E8A1-DB83524E6C69}"/>
                  </a:ext>
                </a:extLst>
              </p14:cNvPr>
              <p14:cNvContentPartPr/>
              <p14:nvPr/>
            </p14:nvContentPartPr>
            <p14:xfrm>
              <a:off x="3977023" y="4705793"/>
              <a:ext cx="132480" cy="1756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F3C547E8-4000-A19A-E8A1-DB83524E6C6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961501" y="4690313"/>
                <a:ext cx="163163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183A07ED-B196-5AD6-C06F-FAFBA0C89346}"/>
                  </a:ext>
                </a:extLst>
              </p14:cNvPr>
              <p14:cNvContentPartPr/>
              <p14:nvPr/>
            </p14:nvContentPartPr>
            <p14:xfrm>
              <a:off x="4165663" y="4724153"/>
              <a:ext cx="214200" cy="14220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183A07ED-B196-5AD6-C06F-FAFBA0C8934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150157" y="4708673"/>
                <a:ext cx="244852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969A786A-FB09-CF1E-A1D2-F37173AFFFE1}"/>
                  </a:ext>
                </a:extLst>
              </p14:cNvPr>
              <p14:cNvContentPartPr/>
              <p14:nvPr/>
            </p14:nvContentPartPr>
            <p14:xfrm>
              <a:off x="4404703" y="4756193"/>
              <a:ext cx="12960" cy="9684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969A786A-FB09-CF1E-A1D2-F37173AFFFE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389223" y="4740655"/>
                <a:ext cx="43560" cy="1275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22C36B34-47E2-7043-58F9-F9BB7E8B67A2}"/>
                  </a:ext>
                </a:extLst>
              </p14:cNvPr>
              <p14:cNvContentPartPr/>
              <p14:nvPr/>
            </p14:nvContentPartPr>
            <p14:xfrm>
              <a:off x="4448623" y="4661153"/>
              <a:ext cx="12960" cy="64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22C36B34-47E2-7043-58F9-F9BB7E8B67A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433143" y="4645673"/>
                <a:ext cx="435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63D6BAF7-764A-64F0-08A2-B41D8A247E8C}"/>
                  </a:ext>
                </a:extLst>
              </p14:cNvPr>
              <p14:cNvContentPartPr/>
              <p14:nvPr/>
            </p14:nvContentPartPr>
            <p14:xfrm>
              <a:off x="4454743" y="4733873"/>
              <a:ext cx="415440" cy="4874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63D6BAF7-764A-64F0-08A2-B41D8A247E8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439263" y="4718382"/>
                <a:ext cx="446040" cy="5180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D2FFFDD8-DAEB-1FA7-726C-65636D8697E4}"/>
                  </a:ext>
                </a:extLst>
              </p14:cNvPr>
              <p14:cNvContentPartPr/>
              <p14:nvPr/>
            </p14:nvContentPartPr>
            <p14:xfrm>
              <a:off x="4814023" y="4604633"/>
              <a:ext cx="30960" cy="1908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D2FFFDD8-DAEB-1FA7-726C-65636D8697E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798721" y="4589153"/>
                <a:ext cx="61208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96995A5A-155F-C7E5-B308-C6C29E157F4F}"/>
                  </a:ext>
                </a:extLst>
              </p14:cNvPr>
              <p14:cNvContentPartPr/>
              <p14:nvPr/>
            </p14:nvContentPartPr>
            <p14:xfrm>
              <a:off x="4938943" y="4727753"/>
              <a:ext cx="239400" cy="1220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96995A5A-155F-C7E5-B308-C6C29E157F4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923440" y="4712273"/>
                <a:ext cx="270046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73DAAE60-33F4-0B01-CB70-E60FCF61CC9D}"/>
                  </a:ext>
                </a:extLst>
              </p14:cNvPr>
              <p14:cNvContentPartPr/>
              <p14:nvPr/>
            </p14:nvContentPartPr>
            <p14:xfrm>
              <a:off x="5177983" y="4561433"/>
              <a:ext cx="390240" cy="3139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73DAAE60-33F4-0B01-CB70-E60FCF61CC9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162503" y="4545953"/>
                <a:ext cx="42084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F0CDF8D8-5433-3E2F-D8B6-BBA943CACD0A}"/>
                  </a:ext>
                </a:extLst>
              </p14:cNvPr>
              <p14:cNvContentPartPr/>
              <p14:nvPr/>
            </p14:nvContentPartPr>
            <p14:xfrm>
              <a:off x="3964423" y="5022233"/>
              <a:ext cx="308520" cy="31140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F0CDF8D8-5433-3E2F-D8B6-BBA943CACD0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948925" y="5006735"/>
                <a:ext cx="339156" cy="342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865904FD-0C52-187A-53E6-0229DFD2A1A0}"/>
                  </a:ext>
                </a:extLst>
              </p14:cNvPr>
              <p14:cNvContentPartPr/>
              <p14:nvPr/>
            </p14:nvContentPartPr>
            <p14:xfrm>
              <a:off x="4285183" y="5176673"/>
              <a:ext cx="258120" cy="13248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865904FD-0C52-187A-53E6-0229DFD2A1A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269703" y="5161193"/>
                <a:ext cx="28872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D813A56C-33A2-B401-2B1A-2CA1E0530312}"/>
                  </a:ext>
                </a:extLst>
              </p14:cNvPr>
              <p14:cNvContentPartPr/>
              <p14:nvPr/>
            </p14:nvContentPartPr>
            <p14:xfrm>
              <a:off x="4675063" y="5003513"/>
              <a:ext cx="100800" cy="33012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D813A56C-33A2-B401-2B1A-2CA1E053031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659638" y="4988016"/>
                <a:ext cx="131291" cy="360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11F5DDB9-C69E-57F8-85EE-EF44B4D3FD74}"/>
                  </a:ext>
                </a:extLst>
              </p14:cNvPr>
              <p14:cNvContentPartPr/>
              <p14:nvPr/>
            </p14:nvContentPartPr>
            <p14:xfrm>
              <a:off x="4568143" y="5151473"/>
              <a:ext cx="226800" cy="6336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11F5DDB9-C69E-57F8-85EE-EF44B4D3FD7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552663" y="5135993"/>
                <a:ext cx="2574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1814D231-50F6-EEE8-B750-F946EACD953F}"/>
                  </a:ext>
                </a:extLst>
              </p14:cNvPr>
              <p14:cNvContentPartPr/>
              <p14:nvPr/>
            </p14:nvContentPartPr>
            <p14:xfrm>
              <a:off x="4806823" y="5189273"/>
              <a:ext cx="170280" cy="13248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1814D231-50F6-EEE8-B750-F946EACD953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791310" y="5173751"/>
                <a:ext cx="200945" cy="1631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DE950F97-6184-F92F-7E8C-FA7B396FA0DE}"/>
                  </a:ext>
                </a:extLst>
              </p14:cNvPr>
              <p14:cNvContentPartPr/>
              <p14:nvPr/>
            </p14:nvContentPartPr>
            <p14:xfrm>
              <a:off x="2383663" y="3769793"/>
              <a:ext cx="682200" cy="30060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DE950F97-6184-F92F-7E8C-FA7B396FA0D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368183" y="3754313"/>
                <a:ext cx="71280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542D48CF-165B-07AC-47B1-8A0DA1CE5BD0}"/>
                  </a:ext>
                </a:extLst>
              </p14:cNvPr>
              <p14:cNvContentPartPr/>
              <p14:nvPr/>
            </p14:nvContentPartPr>
            <p14:xfrm>
              <a:off x="2952103" y="3724433"/>
              <a:ext cx="175680" cy="17028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542D48CF-165B-07AC-47B1-8A0DA1CE5BD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936623" y="3708920"/>
                <a:ext cx="206280" cy="2009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292ACA66-C53C-6D9D-04E5-C057FB842173}"/>
                  </a:ext>
                </a:extLst>
              </p14:cNvPr>
              <p14:cNvContentPartPr/>
              <p14:nvPr/>
            </p14:nvContentPartPr>
            <p14:xfrm>
              <a:off x="984343" y="3963473"/>
              <a:ext cx="107280" cy="25812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292ACA66-C53C-6D9D-04E5-C057FB84217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68863" y="3947993"/>
                <a:ext cx="13788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CCF2255A-AC8F-5BB6-2212-0F8383A040BC}"/>
                  </a:ext>
                </a:extLst>
              </p14:cNvPr>
              <p14:cNvContentPartPr/>
              <p14:nvPr/>
            </p14:nvContentPartPr>
            <p14:xfrm>
              <a:off x="1160383" y="3875273"/>
              <a:ext cx="31680" cy="35100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CCF2255A-AC8F-5BB6-2212-0F8383A040B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44903" y="3859793"/>
                <a:ext cx="6228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60467444-3F90-DB49-6A22-C1A94394CBF4}"/>
                  </a:ext>
                </a:extLst>
              </p14:cNvPr>
              <p14:cNvContentPartPr/>
              <p14:nvPr/>
            </p14:nvContentPartPr>
            <p14:xfrm>
              <a:off x="1116463" y="4007393"/>
              <a:ext cx="189000" cy="8208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60467444-3F90-DB49-6A22-C1A94394CBF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00983" y="3991913"/>
                <a:ext cx="2196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257B6B48-83EF-EE6E-815F-FD917C6F48E0}"/>
                  </a:ext>
                </a:extLst>
              </p14:cNvPr>
              <p14:cNvContentPartPr/>
              <p14:nvPr/>
            </p14:nvContentPartPr>
            <p14:xfrm>
              <a:off x="1273423" y="4034033"/>
              <a:ext cx="163800" cy="14904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257B6B48-83EF-EE6E-815F-FD917C6F48E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257943" y="4018553"/>
                <a:ext cx="19440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99722626-B39B-3447-0881-9B9912EE33B3}"/>
                  </a:ext>
                </a:extLst>
              </p14:cNvPr>
              <p14:cNvContentPartPr/>
              <p14:nvPr/>
            </p14:nvContentPartPr>
            <p14:xfrm>
              <a:off x="1462063" y="4045913"/>
              <a:ext cx="170280" cy="14436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99722626-B39B-3447-0881-9B9912EE33B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446550" y="4030433"/>
                <a:ext cx="200945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6C94D531-45C3-22B9-D65E-E62C0B733C65}"/>
                  </a:ext>
                </a:extLst>
              </p14:cNvPr>
              <p14:cNvContentPartPr/>
              <p14:nvPr/>
            </p14:nvContentPartPr>
            <p14:xfrm>
              <a:off x="1650703" y="3894713"/>
              <a:ext cx="207720" cy="2944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6C94D531-45C3-22B9-D65E-E62C0B733C6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635223" y="3879233"/>
                <a:ext cx="23832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817189F9-7800-0268-6167-62CFFD4E9726}"/>
                  </a:ext>
                </a:extLst>
              </p14:cNvPr>
              <p14:cNvContentPartPr/>
              <p14:nvPr/>
            </p14:nvContentPartPr>
            <p14:xfrm>
              <a:off x="1858423" y="4032593"/>
              <a:ext cx="151200" cy="1638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817189F9-7800-0268-6167-62CFFD4E972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842943" y="4017113"/>
                <a:ext cx="18180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ADF5F633-DDEB-8644-B56D-CEDCF5BAC160}"/>
                  </a:ext>
                </a:extLst>
              </p14:cNvPr>
              <p14:cNvContentPartPr/>
              <p14:nvPr/>
            </p14:nvContentPartPr>
            <p14:xfrm>
              <a:off x="2009263" y="4057793"/>
              <a:ext cx="132480" cy="1378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ADF5F633-DDEB-8644-B56D-CEDCF5BAC16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993783" y="4042313"/>
                <a:ext cx="16308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0FD23E7C-4568-B0A0-A75A-63E6549A4817}"/>
                  </a:ext>
                </a:extLst>
              </p14:cNvPr>
              <p14:cNvContentPartPr/>
              <p14:nvPr/>
            </p14:nvContentPartPr>
            <p14:xfrm>
              <a:off x="2122303" y="3881753"/>
              <a:ext cx="170280" cy="31896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0FD23E7C-4568-B0A0-A75A-63E6549A481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106790" y="3866273"/>
                <a:ext cx="200945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AB6A2E57-9F47-B80C-1D59-F82F0D7BDAC8}"/>
                  </a:ext>
                </a:extLst>
              </p14:cNvPr>
              <p14:cNvContentPartPr/>
              <p14:nvPr/>
            </p14:nvContentPartPr>
            <p14:xfrm>
              <a:off x="2329663" y="4089833"/>
              <a:ext cx="19080" cy="11844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AB6A2E57-9F47-B80C-1D59-F82F0D7BDAC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314183" y="4074353"/>
                <a:ext cx="4968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CFEC5FC9-92FB-6A1C-E380-3F8E14FE9CDB}"/>
                  </a:ext>
                </a:extLst>
              </p14:cNvPr>
              <p14:cNvContentPartPr/>
              <p14:nvPr/>
            </p14:nvContentPartPr>
            <p14:xfrm>
              <a:off x="2329663" y="3956993"/>
              <a:ext cx="19080" cy="1908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CFEC5FC9-92FB-6A1C-E380-3F8E14FE9CD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314183" y="3941513"/>
                <a:ext cx="496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21CAB1DF-CE35-D494-2CEA-939B46C0964B}"/>
                  </a:ext>
                </a:extLst>
              </p14:cNvPr>
              <p14:cNvContentPartPr/>
              <p14:nvPr/>
            </p14:nvContentPartPr>
            <p14:xfrm>
              <a:off x="2418583" y="4026113"/>
              <a:ext cx="182160" cy="21960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21CAB1DF-CE35-D494-2CEA-939B46C0964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403103" y="4010633"/>
                <a:ext cx="21276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35C289BD-8E6A-225F-3124-195A45319F10}"/>
                  </a:ext>
                </a:extLst>
              </p14:cNvPr>
              <p14:cNvContentPartPr/>
              <p14:nvPr/>
            </p14:nvContentPartPr>
            <p14:xfrm>
              <a:off x="2424703" y="4114313"/>
              <a:ext cx="137880" cy="4428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35C289BD-8E6A-225F-3124-195A45319F1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409223" y="4098958"/>
                <a:ext cx="168480" cy="746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F192B9ED-B003-9D85-B7DA-DB26A0AB914D}"/>
                  </a:ext>
                </a:extLst>
              </p14:cNvPr>
              <p14:cNvContentPartPr/>
              <p14:nvPr/>
            </p14:nvContentPartPr>
            <p14:xfrm>
              <a:off x="2619103" y="4070393"/>
              <a:ext cx="195120" cy="13860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F192B9ED-B003-9D85-B7DA-DB26A0AB914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603652" y="4054913"/>
                <a:ext cx="225664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4970AE7F-A721-415F-984A-9B1A93D462B5}"/>
                  </a:ext>
                </a:extLst>
              </p14:cNvPr>
              <p14:cNvContentPartPr/>
              <p14:nvPr/>
            </p14:nvContentPartPr>
            <p14:xfrm>
              <a:off x="2801263" y="3957713"/>
              <a:ext cx="213480" cy="25740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4970AE7F-A721-415F-984A-9B1A93D462B5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785783" y="3942233"/>
                <a:ext cx="2440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C90F4006-83F2-1D20-E49C-0A21C4D9EF06}"/>
                  </a:ext>
                </a:extLst>
              </p14:cNvPr>
              <p14:cNvContentPartPr/>
              <p14:nvPr/>
            </p14:nvContentPartPr>
            <p14:xfrm>
              <a:off x="1305103" y="4281353"/>
              <a:ext cx="258120" cy="35856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C90F4006-83F2-1D20-E49C-0A21C4D9EF0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289623" y="4265889"/>
                <a:ext cx="288720" cy="3891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6DA11ABC-CB57-CE61-BDBA-8CBCD3B6372E}"/>
                  </a:ext>
                </a:extLst>
              </p14:cNvPr>
              <p14:cNvContentPartPr/>
              <p14:nvPr/>
            </p14:nvContentPartPr>
            <p14:xfrm>
              <a:off x="1588063" y="4409873"/>
              <a:ext cx="245520" cy="18252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6DA11ABC-CB57-CE61-BDBA-8CBCD3B6372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572583" y="4394423"/>
                <a:ext cx="276120" cy="2130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A3EF5684-A28A-47E0-F5B7-2CB1FA2DCFC1}"/>
                  </a:ext>
                </a:extLst>
              </p14:cNvPr>
              <p14:cNvContentPartPr/>
              <p14:nvPr/>
            </p14:nvContentPartPr>
            <p14:xfrm>
              <a:off x="1877143" y="4337153"/>
              <a:ext cx="25560" cy="24192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A3EF5684-A28A-47E0-F5B7-2CB1FA2DCFC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861442" y="4321696"/>
                <a:ext cx="56597" cy="2724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C2D0BA6E-E070-828C-C5DE-A8D0BA6DED0C}"/>
                  </a:ext>
                </a:extLst>
              </p14:cNvPr>
              <p14:cNvContentPartPr/>
              <p14:nvPr/>
            </p14:nvContentPartPr>
            <p14:xfrm>
              <a:off x="1814143" y="4441193"/>
              <a:ext cx="151200" cy="3816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C2D0BA6E-E070-828C-C5DE-A8D0BA6DED0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798663" y="4425713"/>
                <a:ext cx="18180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BCE947A4-505E-83F9-31F4-324630C5EE1C}"/>
                  </a:ext>
                </a:extLst>
              </p14:cNvPr>
              <p14:cNvContentPartPr/>
              <p14:nvPr/>
            </p14:nvContentPartPr>
            <p14:xfrm>
              <a:off x="2009263" y="4453793"/>
              <a:ext cx="232920" cy="12456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BCE947A4-505E-83F9-31F4-324630C5EE1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993783" y="4438358"/>
                <a:ext cx="263520" cy="1550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00232683-643D-FA37-B4D9-CB7400D2206B}"/>
                  </a:ext>
                </a:extLst>
              </p14:cNvPr>
              <p14:cNvContentPartPr/>
              <p14:nvPr/>
            </p14:nvContentPartPr>
            <p14:xfrm>
              <a:off x="3335863" y="3529673"/>
              <a:ext cx="119880" cy="2455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00232683-643D-FA37-B4D9-CB7400D2206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305263" y="3498713"/>
                <a:ext cx="18108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73DB5CF4-967C-B925-B5A5-9B1A29748D89}"/>
                  </a:ext>
                </a:extLst>
              </p14:cNvPr>
              <p14:cNvContentPartPr/>
              <p14:nvPr/>
            </p14:nvContentPartPr>
            <p14:xfrm>
              <a:off x="3316783" y="3611393"/>
              <a:ext cx="245520" cy="568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73DB5CF4-967C-B925-B5A5-9B1A29748D8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286183" y="3580433"/>
                <a:ext cx="30708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66F7B890-6824-6161-0C6D-44C946F36171}"/>
                  </a:ext>
                </a:extLst>
              </p14:cNvPr>
              <p14:cNvContentPartPr/>
              <p14:nvPr/>
            </p14:nvContentPartPr>
            <p14:xfrm>
              <a:off x="5014543" y="3337433"/>
              <a:ext cx="220320" cy="1702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66F7B890-6824-6161-0C6D-44C946F36171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983583" y="3306833"/>
                <a:ext cx="28188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CD7F6820-A0B4-2A76-7D4F-9C68578ACBA2}"/>
                  </a:ext>
                </a:extLst>
              </p14:cNvPr>
              <p14:cNvContentPartPr/>
              <p14:nvPr/>
            </p14:nvContentPartPr>
            <p14:xfrm>
              <a:off x="5291023" y="3347153"/>
              <a:ext cx="31680" cy="14148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CD7F6820-A0B4-2A76-7D4F-9C68578ACBA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260423" y="3316553"/>
                <a:ext cx="9324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817A9F7-245F-D9B1-7680-2126346324FE}"/>
                  </a:ext>
                </a:extLst>
              </p14:cNvPr>
              <p14:cNvContentPartPr/>
              <p14:nvPr/>
            </p14:nvContentPartPr>
            <p14:xfrm>
              <a:off x="5322343" y="3240233"/>
              <a:ext cx="6480" cy="129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E817A9F7-245F-D9B1-7680-2126346324F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291743" y="3209633"/>
                <a:ext cx="680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DE454E6D-FDF3-5DE2-84A1-C2594F7405CC}"/>
                  </a:ext>
                </a:extLst>
              </p14:cNvPr>
              <p14:cNvContentPartPr/>
              <p14:nvPr/>
            </p14:nvContentPartPr>
            <p14:xfrm>
              <a:off x="5397943" y="3350033"/>
              <a:ext cx="114120" cy="1533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DE454E6D-FDF3-5DE2-84A1-C2594F7405C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367343" y="3319433"/>
                <a:ext cx="17568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44C96A5-D2E9-ECAA-6B81-8E0B2C33AD47}"/>
                  </a:ext>
                </a:extLst>
              </p14:cNvPr>
              <p14:cNvContentPartPr/>
              <p14:nvPr/>
            </p14:nvContentPartPr>
            <p14:xfrm>
              <a:off x="5605303" y="3225113"/>
              <a:ext cx="94680" cy="2797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44C96A5-D2E9-ECAA-6B81-8E0B2C33AD4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574703" y="3194153"/>
                <a:ext cx="15588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12BBDC82-F2C4-B5DE-6226-9451EC54A363}"/>
                  </a:ext>
                </a:extLst>
              </p14:cNvPr>
              <p14:cNvContentPartPr/>
              <p14:nvPr/>
            </p14:nvContentPartPr>
            <p14:xfrm>
              <a:off x="5762623" y="3372353"/>
              <a:ext cx="63360" cy="1072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12BBDC82-F2C4-B5DE-6226-9451EC54A36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732023" y="3341753"/>
                <a:ext cx="12456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CB805F11-EAA1-192C-405E-609F5CA95FEE}"/>
                  </a:ext>
                </a:extLst>
              </p14:cNvPr>
              <p14:cNvContentPartPr/>
              <p14:nvPr/>
            </p14:nvContentPartPr>
            <p14:xfrm>
              <a:off x="5724823" y="3347153"/>
              <a:ext cx="145080" cy="1576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CB805F11-EAA1-192C-405E-609F5CA95FEE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694223" y="3316553"/>
                <a:ext cx="20628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D54767B6-DF89-17CC-65D6-630A180892E1}"/>
                  </a:ext>
                </a:extLst>
              </p14:cNvPr>
              <p14:cNvContentPartPr/>
              <p14:nvPr/>
            </p14:nvContentPartPr>
            <p14:xfrm>
              <a:off x="5919943" y="3208913"/>
              <a:ext cx="100800" cy="2959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D54767B6-DF89-17CC-65D6-630A180892E1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888983" y="3178313"/>
                <a:ext cx="16236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09513170-EE8C-775D-F066-49A0E859EF28}"/>
                  </a:ext>
                </a:extLst>
              </p14:cNvPr>
              <p14:cNvContentPartPr/>
              <p14:nvPr/>
            </p14:nvContentPartPr>
            <p14:xfrm>
              <a:off x="3851383" y="3947993"/>
              <a:ext cx="232920" cy="1695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09513170-EE8C-775D-F066-49A0E859EF28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820783" y="3917393"/>
                <a:ext cx="29448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39441E8-7AE7-2C90-5D3E-35C45C6D3981}"/>
                  </a:ext>
                </a:extLst>
              </p14:cNvPr>
              <p14:cNvContentPartPr/>
              <p14:nvPr/>
            </p14:nvContentPartPr>
            <p14:xfrm>
              <a:off x="4140463" y="3950873"/>
              <a:ext cx="119880" cy="1443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39441E8-7AE7-2C90-5D3E-35C45C6D3981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109863" y="3920273"/>
                <a:ext cx="18108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8EB65F3D-CADA-DCE7-94C0-46AFFDF763E7}"/>
                  </a:ext>
                </a:extLst>
              </p14:cNvPr>
              <p14:cNvContentPartPr/>
              <p14:nvPr/>
            </p14:nvContentPartPr>
            <p14:xfrm>
              <a:off x="4310383" y="3963473"/>
              <a:ext cx="88560" cy="1008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8EB65F3D-CADA-DCE7-94C0-46AFFDF763E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279423" y="3932513"/>
                <a:ext cx="1497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FD559D04-9A3C-3A78-BEE1-913EC4C61759}"/>
                  </a:ext>
                </a:extLst>
              </p14:cNvPr>
              <p14:cNvContentPartPr/>
              <p14:nvPr/>
            </p14:nvContentPartPr>
            <p14:xfrm>
              <a:off x="4279423" y="3956993"/>
              <a:ext cx="137880" cy="1490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FD559D04-9A3C-3A78-BEE1-913EC4C61759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248823" y="3926393"/>
                <a:ext cx="19944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3DFB665E-48D5-C6D0-C443-030BDD69AAF2}"/>
                  </a:ext>
                </a:extLst>
              </p14:cNvPr>
              <p14:cNvContentPartPr/>
              <p14:nvPr/>
            </p14:nvContentPartPr>
            <p14:xfrm>
              <a:off x="4473823" y="3862673"/>
              <a:ext cx="100800" cy="2707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3DFB665E-48D5-C6D0-C443-030BDD69AAF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443223" y="3832073"/>
                <a:ext cx="16236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8DE9A0C3-79CD-61E0-772F-307B07921EF5}"/>
                  </a:ext>
                </a:extLst>
              </p14:cNvPr>
              <p14:cNvContentPartPr/>
              <p14:nvPr/>
            </p14:nvContentPartPr>
            <p14:xfrm>
              <a:off x="4612063" y="3963473"/>
              <a:ext cx="56880" cy="11340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8DE9A0C3-79CD-61E0-772F-307B07921EF5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581463" y="3932513"/>
                <a:ext cx="11844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63266E6A-56C4-A345-E8C6-75E5D6EA5A2A}"/>
                  </a:ext>
                </a:extLst>
              </p14:cNvPr>
              <p14:cNvContentPartPr/>
              <p14:nvPr/>
            </p14:nvContentPartPr>
            <p14:xfrm>
              <a:off x="4562383" y="3944393"/>
              <a:ext cx="131760" cy="16884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63266E6A-56C4-A345-E8C6-75E5D6EA5A2A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531783" y="3913793"/>
                <a:ext cx="19296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A97904F5-60B7-6117-DA6B-27EA17BFA1C5}"/>
                  </a:ext>
                </a:extLst>
              </p14:cNvPr>
              <p14:cNvContentPartPr/>
              <p14:nvPr/>
            </p14:nvContentPartPr>
            <p14:xfrm>
              <a:off x="4693783" y="3856553"/>
              <a:ext cx="107280" cy="32112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A97904F5-60B7-6117-DA6B-27EA17BFA1C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663183" y="3825953"/>
                <a:ext cx="16848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4C6D31AC-3E18-9408-CA48-1D0E9E00BD63}"/>
                  </a:ext>
                </a:extLst>
              </p14:cNvPr>
              <p14:cNvContentPartPr/>
              <p14:nvPr/>
            </p14:nvContentPartPr>
            <p14:xfrm>
              <a:off x="4851103" y="3982193"/>
              <a:ext cx="75960" cy="3168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4C6D31AC-3E18-9408-CA48-1D0E9E00BD6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820143" y="3951593"/>
                <a:ext cx="13716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FCA62328-7C4F-B2DD-FDAF-972E5DA12305}"/>
                  </a:ext>
                </a:extLst>
              </p14:cNvPr>
              <p14:cNvContentPartPr/>
              <p14:nvPr/>
            </p14:nvContentPartPr>
            <p14:xfrm>
              <a:off x="5077183" y="3904793"/>
              <a:ext cx="207720" cy="16452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FCA62328-7C4F-B2DD-FDAF-972E5DA1230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046583" y="3873833"/>
                <a:ext cx="26928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86C40409-D75A-8CF1-5290-BE3E562A13C0}"/>
                  </a:ext>
                </a:extLst>
              </p14:cNvPr>
              <p14:cNvContentPartPr/>
              <p14:nvPr/>
            </p14:nvContentPartPr>
            <p14:xfrm>
              <a:off x="5347543" y="3900473"/>
              <a:ext cx="56880" cy="14832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86C40409-D75A-8CF1-5290-BE3E562A13C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316943" y="3869873"/>
                <a:ext cx="11844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656B2626-3A77-C1F5-97CE-788BA23530B3}"/>
                  </a:ext>
                </a:extLst>
              </p14:cNvPr>
              <p14:cNvContentPartPr/>
              <p14:nvPr/>
            </p14:nvContentPartPr>
            <p14:xfrm>
              <a:off x="5397943" y="3837473"/>
              <a:ext cx="12960" cy="64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656B2626-3A77-C1F5-97CE-788BA23530B3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367343" y="3806873"/>
                <a:ext cx="741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0F10A237-AEDF-8064-AB94-1FDE36E2AED4}"/>
                  </a:ext>
                </a:extLst>
              </p14:cNvPr>
              <p14:cNvContentPartPr/>
              <p14:nvPr/>
            </p14:nvContentPartPr>
            <p14:xfrm>
              <a:off x="5460943" y="3903353"/>
              <a:ext cx="132480" cy="13860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0F10A237-AEDF-8064-AB94-1FDE36E2AED4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429983" y="3872753"/>
                <a:ext cx="1936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D657D23F-5650-3ABA-F9B7-7ED96ACBE3A0}"/>
                  </a:ext>
                </a:extLst>
              </p14:cNvPr>
              <p14:cNvContentPartPr/>
              <p14:nvPr/>
            </p14:nvContentPartPr>
            <p14:xfrm>
              <a:off x="5687743" y="3794273"/>
              <a:ext cx="93960" cy="23868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D657D23F-5650-3ABA-F9B7-7ED96ACBE3A0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657143" y="3763673"/>
                <a:ext cx="1551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5AE93A8A-633B-60CA-95BC-31FD56C12DAB}"/>
                  </a:ext>
                </a:extLst>
              </p14:cNvPr>
              <p14:cNvContentPartPr/>
              <p14:nvPr/>
            </p14:nvContentPartPr>
            <p14:xfrm>
              <a:off x="5844343" y="3887873"/>
              <a:ext cx="63360" cy="10728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5AE93A8A-633B-60CA-95BC-31FD56C12DAB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813743" y="3857273"/>
                <a:ext cx="12456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06D8D8C8-EEF0-BBE9-2560-E7950F74E000}"/>
                  </a:ext>
                </a:extLst>
              </p14:cNvPr>
              <p14:cNvContentPartPr/>
              <p14:nvPr/>
            </p14:nvContentPartPr>
            <p14:xfrm>
              <a:off x="5793943" y="3887873"/>
              <a:ext cx="145080" cy="14508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06D8D8C8-EEF0-BBE9-2560-E7950F74E000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763343" y="3857273"/>
                <a:ext cx="20628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A0D3D5DC-2DD2-23F1-F9F5-94AF14C1F7AF}"/>
                  </a:ext>
                </a:extLst>
              </p14:cNvPr>
              <p14:cNvContentPartPr/>
              <p14:nvPr/>
            </p14:nvContentPartPr>
            <p14:xfrm>
              <a:off x="5951263" y="3743153"/>
              <a:ext cx="82080" cy="32724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A0D3D5DC-2DD2-23F1-F9F5-94AF14C1F7AF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920663" y="3712553"/>
                <a:ext cx="14328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47086E14-219C-83AF-BEE4-3E1AA6B7DAA8}"/>
                  </a:ext>
                </a:extLst>
              </p14:cNvPr>
              <p14:cNvContentPartPr/>
              <p14:nvPr/>
            </p14:nvContentPartPr>
            <p14:xfrm>
              <a:off x="4196983" y="4170833"/>
              <a:ext cx="50760" cy="40896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47086E14-219C-83AF-BEE4-3E1AA6B7DAA8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181863" y="4155713"/>
                <a:ext cx="8100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67B398A6-A5AE-8DC8-C6EE-A7C9057AF440}"/>
                  </a:ext>
                </a:extLst>
              </p14:cNvPr>
              <p14:cNvContentPartPr/>
              <p14:nvPr/>
            </p14:nvContentPartPr>
            <p14:xfrm>
              <a:off x="4278703" y="3656033"/>
              <a:ext cx="63360" cy="21960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67B398A6-A5AE-8DC8-C6EE-A7C9057AF440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263583" y="3640553"/>
                <a:ext cx="9360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375CB926-A634-FE45-C227-6BA7C40E341F}"/>
                  </a:ext>
                </a:extLst>
              </p14:cNvPr>
              <p14:cNvContentPartPr/>
              <p14:nvPr/>
            </p14:nvContentPartPr>
            <p14:xfrm>
              <a:off x="4278703" y="3583313"/>
              <a:ext cx="107280" cy="9756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375CB926-A634-FE45-C227-6BA7C40E341F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4263583" y="3568193"/>
                <a:ext cx="13788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A4AE0095-BE30-E4D7-17E8-5527DCDD60A2}"/>
                  </a:ext>
                </a:extLst>
              </p14:cNvPr>
              <p14:cNvContentPartPr/>
              <p14:nvPr/>
            </p14:nvContentPartPr>
            <p14:xfrm>
              <a:off x="6252943" y="3290633"/>
              <a:ext cx="6480" cy="4428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A4AE0095-BE30-E4D7-17E8-5527DCDD60A2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237823" y="3275513"/>
                <a:ext cx="3708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2B7AB0ED-D1F8-8B57-63A8-488E0F3DDEAC}"/>
                  </a:ext>
                </a:extLst>
              </p14:cNvPr>
              <p14:cNvContentPartPr/>
              <p14:nvPr/>
            </p14:nvContentPartPr>
            <p14:xfrm>
              <a:off x="6221623" y="3133313"/>
              <a:ext cx="587880" cy="19512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2B7AB0ED-D1F8-8B57-63A8-488E0F3DDEA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206143" y="3118193"/>
                <a:ext cx="61848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B1F0BF7D-8909-5A92-70B7-2A8907CF650E}"/>
                  </a:ext>
                </a:extLst>
              </p14:cNvPr>
              <p14:cNvContentPartPr/>
              <p14:nvPr/>
            </p14:nvContentPartPr>
            <p14:xfrm>
              <a:off x="6203263" y="3227633"/>
              <a:ext cx="150480" cy="12600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B1F0BF7D-8909-5A92-70B7-2A8907CF650E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188143" y="3212513"/>
                <a:ext cx="1810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5184A334-0804-BA97-708B-BAF1932DE74E}"/>
                  </a:ext>
                </a:extLst>
              </p14:cNvPr>
              <p14:cNvContentPartPr/>
              <p14:nvPr/>
            </p14:nvContentPartPr>
            <p14:xfrm>
              <a:off x="6774943" y="3225113"/>
              <a:ext cx="377640" cy="14004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5184A334-0804-BA97-708B-BAF1932DE74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759463" y="3209633"/>
                <a:ext cx="40824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60768ADE-D09E-01C7-AB5C-CE6D3DE650BA}"/>
                  </a:ext>
                </a:extLst>
              </p14:cNvPr>
              <p14:cNvContentPartPr/>
              <p14:nvPr/>
            </p14:nvContentPartPr>
            <p14:xfrm>
              <a:off x="7170943" y="3231233"/>
              <a:ext cx="25560" cy="9324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60768ADE-D09E-01C7-AB5C-CE6D3DE650BA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7155823" y="3216113"/>
                <a:ext cx="5616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72D4C3FC-422A-2F6C-D963-2819E0D6224E}"/>
                  </a:ext>
                </a:extLst>
              </p14:cNvPr>
              <p14:cNvContentPartPr/>
              <p14:nvPr/>
            </p14:nvContentPartPr>
            <p14:xfrm>
              <a:off x="7215583" y="3139793"/>
              <a:ext cx="18360" cy="648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72D4C3FC-422A-2F6C-D963-2819E0D6224E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7200463" y="3124313"/>
                <a:ext cx="489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840B5BB9-E791-87D8-F8FB-6E6B15A67AFC}"/>
                  </a:ext>
                </a:extLst>
              </p14:cNvPr>
              <p14:cNvContentPartPr/>
              <p14:nvPr/>
            </p14:nvContentPartPr>
            <p14:xfrm>
              <a:off x="7252663" y="3222233"/>
              <a:ext cx="138600" cy="8712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840B5BB9-E791-87D8-F8FB-6E6B15A67AFC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7237543" y="3206753"/>
                <a:ext cx="16920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4FA6CBC1-F382-2C08-713E-0C2B50F553CB}"/>
                  </a:ext>
                </a:extLst>
              </p14:cNvPr>
              <p14:cNvContentPartPr/>
              <p14:nvPr/>
            </p14:nvContentPartPr>
            <p14:xfrm>
              <a:off x="7479103" y="3211793"/>
              <a:ext cx="25560" cy="10152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4FA6CBC1-F382-2C08-713E-0C2B50F553CB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463623" y="3196313"/>
                <a:ext cx="561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DE12DC3C-263F-22A4-F149-4223325DB8E7}"/>
                  </a:ext>
                </a:extLst>
              </p14:cNvPr>
              <p14:cNvContentPartPr/>
              <p14:nvPr/>
            </p14:nvContentPartPr>
            <p14:xfrm>
              <a:off x="7504303" y="3114593"/>
              <a:ext cx="12960" cy="648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DE12DC3C-263F-22A4-F149-4223325DB8E7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488823" y="3099473"/>
                <a:ext cx="435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29B638F6-B4F7-C5FA-EB81-1AD979CA824C}"/>
                  </a:ext>
                </a:extLst>
              </p14:cNvPr>
              <p14:cNvContentPartPr/>
              <p14:nvPr/>
            </p14:nvContentPartPr>
            <p14:xfrm>
              <a:off x="7566943" y="3197033"/>
              <a:ext cx="311400" cy="11988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29B638F6-B4F7-C5FA-EB81-1AD979CA824C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551823" y="3181913"/>
                <a:ext cx="34164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47AD036C-3BCA-A0F8-C674-EAAFA91CC844}"/>
                  </a:ext>
                </a:extLst>
              </p14:cNvPr>
              <p14:cNvContentPartPr/>
              <p14:nvPr/>
            </p14:nvContentPartPr>
            <p14:xfrm>
              <a:off x="7912903" y="3208913"/>
              <a:ext cx="163800" cy="10728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47AD036C-3BCA-A0F8-C674-EAAFA91CC84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897423" y="3193793"/>
                <a:ext cx="19440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ECFEBF76-BEF3-1425-9EBC-19C95DE02C84}"/>
                  </a:ext>
                </a:extLst>
              </p14:cNvPr>
              <p14:cNvContentPartPr/>
              <p14:nvPr/>
            </p14:nvContentPartPr>
            <p14:xfrm>
              <a:off x="8110543" y="3014873"/>
              <a:ext cx="230040" cy="29376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ECFEBF76-BEF3-1425-9EBC-19C95DE02C84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095423" y="2999393"/>
                <a:ext cx="26064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4E8B3B92-BBC3-4E54-DEA1-04E054423329}"/>
                  </a:ext>
                </a:extLst>
              </p14:cNvPr>
              <p14:cNvContentPartPr/>
              <p14:nvPr/>
            </p14:nvContentPartPr>
            <p14:xfrm>
              <a:off x="8597983" y="3131513"/>
              <a:ext cx="163080" cy="15336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4E8B3B92-BBC3-4E54-DEA1-04E054423329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582863" y="3116033"/>
                <a:ext cx="19368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C9ED451B-589B-7F60-5246-8B333F591198}"/>
                  </a:ext>
                </a:extLst>
              </p14:cNvPr>
              <p14:cNvContentPartPr/>
              <p14:nvPr/>
            </p14:nvContentPartPr>
            <p14:xfrm>
              <a:off x="8736583" y="3159233"/>
              <a:ext cx="226800" cy="11844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C9ED451B-589B-7F60-5246-8B333F591198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721103" y="3144113"/>
                <a:ext cx="25704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911D0271-8043-D165-269B-EAFC7EEBFDAE}"/>
                  </a:ext>
                </a:extLst>
              </p14:cNvPr>
              <p14:cNvContentPartPr/>
              <p14:nvPr/>
            </p14:nvContentPartPr>
            <p14:xfrm>
              <a:off x="8957263" y="2983193"/>
              <a:ext cx="137880" cy="29988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911D0271-8043-D165-269B-EAFC7EEBFDAE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941783" y="2968073"/>
                <a:ext cx="16848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92FFD8F0-2D2A-C11F-DDEA-ECA55D4B17B3}"/>
                  </a:ext>
                </a:extLst>
              </p14:cNvPr>
              <p14:cNvContentPartPr/>
              <p14:nvPr/>
            </p14:nvContentPartPr>
            <p14:xfrm>
              <a:off x="9063463" y="3147353"/>
              <a:ext cx="126000" cy="10512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92FFD8F0-2D2A-C11F-DDEA-ECA55D4B17B3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047983" y="3132233"/>
                <a:ext cx="1566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32A29D0A-BC61-B2DE-1ED2-B66794851670}"/>
                  </a:ext>
                </a:extLst>
              </p14:cNvPr>
              <p14:cNvContentPartPr/>
              <p14:nvPr/>
            </p14:nvContentPartPr>
            <p14:xfrm>
              <a:off x="9239503" y="3133313"/>
              <a:ext cx="189000" cy="11340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32A29D0A-BC61-B2DE-1ED2-B66794851670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224023" y="3118193"/>
                <a:ext cx="2196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74C03559-94A7-D70B-F8C4-2C28BA0D4BBB}"/>
                  </a:ext>
                </a:extLst>
              </p14:cNvPr>
              <p14:cNvContentPartPr/>
              <p14:nvPr/>
            </p14:nvContentPartPr>
            <p14:xfrm>
              <a:off x="9723343" y="3153833"/>
              <a:ext cx="119160" cy="9972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74C03559-94A7-D70B-F8C4-2C28BA0D4BBB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708223" y="3138353"/>
                <a:ext cx="14976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6D9E09D9-8D0E-9E90-DF3B-2FD8DC8AFB17}"/>
                  </a:ext>
                </a:extLst>
              </p14:cNvPr>
              <p14:cNvContentPartPr/>
              <p14:nvPr/>
            </p14:nvContentPartPr>
            <p14:xfrm>
              <a:off x="9874543" y="2996513"/>
              <a:ext cx="245520" cy="49896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6D9E09D9-8D0E-9E90-DF3B-2FD8DC8AFB17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9859063" y="2981393"/>
                <a:ext cx="276120" cy="52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DC17C26C-A6B9-F5D1-6A6D-0D0A2659318C}"/>
                  </a:ext>
                </a:extLst>
              </p14:cNvPr>
              <p14:cNvContentPartPr/>
              <p14:nvPr/>
            </p14:nvContentPartPr>
            <p14:xfrm>
              <a:off x="10383583" y="2982473"/>
              <a:ext cx="132480" cy="26928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DC17C26C-A6B9-F5D1-6A6D-0D0A2659318C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0368463" y="2967353"/>
                <a:ext cx="16272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E8E46721-396D-5C15-8771-57B56C562DEB}"/>
                  </a:ext>
                </a:extLst>
              </p14:cNvPr>
              <p14:cNvContentPartPr/>
              <p14:nvPr/>
            </p14:nvContentPartPr>
            <p14:xfrm>
              <a:off x="10314463" y="3051593"/>
              <a:ext cx="245520" cy="7596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E8E46721-396D-5C15-8771-57B56C562DEB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10299343" y="3036473"/>
                <a:ext cx="27612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51FC4E78-64B0-38E1-0656-2459FA41D797}"/>
                  </a:ext>
                </a:extLst>
              </p14:cNvPr>
              <p14:cNvContentPartPr/>
              <p14:nvPr/>
            </p14:nvContentPartPr>
            <p14:xfrm>
              <a:off x="10521823" y="2983193"/>
              <a:ext cx="346320" cy="25740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51FC4E78-64B0-38E1-0656-2459FA41D79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0506703" y="2968073"/>
                <a:ext cx="3765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78EB5C6F-F8E2-3C76-E85E-C39A7C6333C3}"/>
                  </a:ext>
                </a:extLst>
              </p14:cNvPr>
              <p14:cNvContentPartPr/>
              <p14:nvPr/>
            </p14:nvContentPartPr>
            <p14:xfrm>
              <a:off x="11012503" y="2920553"/>
              <a:ext cx="276120" cy="58716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78EB5C6F-F8E2-3C76-E85E-C39A7C6333C3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0997023" y="2905073"/>
                <a:ext cx="306720" cy="61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BC7B31FC-1E91-46DD-74FD-CBC87E6DB591}"/>
                  </a:ext>
                </a:extLst>
              </p14:cNvPr>
              <p14:cNvContentPartPr/>
              <p14:nvPr/>
            </p14:nvContentPartPr>
            <p14:xfrm>
              <a:off x="11214823" y="3076793"/>
              <a:ext cx="162360" cy="15120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BC7B31FC-1E91-46DD-74FD-CBC87E6DB591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1199703" y="3061673"/>
                <a:ext cx="19296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95CBE231-7439-07B6-3F17-3B0D09BADBDB}"/>
                  </a:ext>
                </a:extLst>
              </p14:cNvPr>
              <p14:cNvContentPartPr/>
              <p14:nvPr/>
            </p14:nvContentPartPr>
            <p14:xfrm>
              <a:off x="11370703" y="3114593"/>
              <a:ext cx="189000" cy="9468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95CBE231-7439-07B6-3F17-3B0D09BADBDB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1355583" y="3099473"/>
                <a:ext cx="21960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26FDDCC8-4520-B502-704E-0C2D855A8B85}"/>
                  </a:ext>
                </a:extLst>
              </p14:cNvPr>
              <p14:cNvContentPartPr/>
              <p14:nvPr/>
            </p14:nvContentPartPr>
            <p14:xfrm>
              <a:off x="11584543" y="2914073"/>
              <a:ext cx="69480" cy="30060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26FDDCC8-4520-B502-704E-0C2D855A8B85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1569063" y="2898953"/>
                <a:ext cx="10008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86AD45CE-2F38-AA34-94E3-D444B771EC1E}"/>
                  </a:ext>
                </a:extLst>
              </p14:cNvPr>
              <p14:cNvContentPartPr/>
              <p14:nvPr/>
            </p14:nvContentPartPr>
            <p14:xfrm>
              <a:off x="11550343" y="3051593"/>
              <a:ext cx="154080" cy="2556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86AD45CE-2F38-AA34-94E3-D444B771EC1E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1534863" y="3036473"/>
                <a:ext cx="1846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F153B1DC-CC54-A266-087C-60F9346BF140}"/>
                  </a:ext>
                </a:extLst>
              </p14:cNvPr>
              <p14:cNvContentPartPr/>
              <p14:nvPr/>
            </p14:nvContentPartPr>
            <p14:xfrm>
              <a:off x="11678863" y="3077513"/>
              <a:ext cx="150480" cy="119160"/>
            </p14:xfrm>
          </p:contentPart>
        </mc:Choice>
        <mc:Fallback xmlns=""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F153B1DC-CC54-A266-087C-60F9346BF140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1663383" y="3062393"/>
                <a:ext cx="1810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37D2E1AB-DDC4-8407-BF0A-432B20886ADB}"/>
                  </a:ext>
                </a:extLst>
              </p14:cNvPr>
              <p14:cNvContentPartPr/>
              <p14:nvPr/>
            </p14:nvContentPartPr>
            <p14:xfrm>
              <a:off x="11873623" y="3083273"/>
              <a:ext cx="163800" cy="11340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37D2E1AB-DDC4-8407-BF0A-432B20886ADB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1858503" y="3067793"/>
                <a:ext cx="1944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CF57007B-B8F1-5BA1-0C1A-EEF3C202B54D}"/>
                  </a:ext>
                </a:extLst>
              </p14:cNvPr>
              <p14:cNvContentPartPr/>
              <p14:nvPr/>
            </p14:nvContentPartPr>
            <p14:xfrm>
              <a:off x="11980543" y="3108473"/>
              <a:ext cx="132480" cy="11988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CF57007B-B8F1-5BA1-0C1A-EEF3C202B54D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1965423" y="3092993"/>
                <a:ext cx="1627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A134BB94-5453-B5F0-4BDB-F80F69B84F64}"/>
                  </a:ext>
                </a:extLst>
              </p14:cNvPr>
              <p14:cNvContentPartPr/>
              <p14:nvPr/>
            </p14:nvContentPartPr>
            <p14:xfrm>
              <a:off x="4586863" y="4277753"/>
              <a:ext cx="2043720" cy="17028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A134BB94-5453-B5F0-4BDB-F80F69B84F64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4571743" y="4262633"/>
                <a:ext cx="20743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335CA72D-2614-9F16-BEBA-89A832D97CC9}"/>
                  </a:ext>
                </a:extLst>
              </p14:cNvPr>
              <p14:cNvContentPartPr/>
              <p14:nvPr/>
            </p14:nvContentPartPr>
            <p14:xfrm>
              <a:off x="4568863" y="4246433"/>
              <a:ext cx="163080" cy="15768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335CA72D-2614-9F16-BEBA-89A832D97CC9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4553383" y="4230953"/>
                <a:ext cx="19368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E10CDE03-31FE-AA19-83B9-F82F92253940}"/>
                  </a:ext>
                </a:extLst>
              </p14:cNvPr>
              <p14:cNvContentPartPr/>
              <p14:nvPr/>
            </p14:nvContentPartPr>
            <p14:xfrm>
              <a:off x="6636343" y="4187033"/>
              <a:ext cx="346320" cy="16668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E10CDE03-31FE-AA19-83B9-F82F92253940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6621223" y="4171553"/>
                <a:ext cx="37656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5AB0DC00-D9DE-726B-09CB-2AA368E02B06}"/>
                  </a:ext>
                </a:extLst>
              </p14:cNvPr>
              <p14:cNvContentPartPr/>
              <p14:nvPr/>
            </p14:nvContentPartPr>
            <p14:xfrm>
              <a:off x="6976183" y="4208633"/>
              <a:ext cx="264240" cy="15120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5AB0DC00-D9DE-726B-09CB-2AA368E02B06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6960703" y="4193153"/>
                <a:ext cx="29484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1EA07BD2-AF74-9120-B84C-8644084D9E1D}"/>
                  </a:ext>
                </a:extLst>
              </p14:cNvPr>
              <p14:cNvContentPartPr/>
              <p14:nvPr/>
            </p14:nvContentPartPr>
            <p14:xfrm>
              <a:off x="7227463" y="4234553"/>
              <a:ext cx="126000" cy="9396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1EA07BD2-AF74-9120-B84C-8644084D9E1D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7212343" y="4219073"/>
                <a:ext cx="15660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5D07F44B-867C-8EB1-9D2A-B0D3A7AB365B}"/>
                  </a:ext>
                </a:extLst>
              </p14:cNvPr>
              <p14:cNvContentPartPr/>
              <p14:nvPr/>
            </p14:nvContentPartPr>
            <p14:xfrm>
              <a:off x="7214863" y="4246433"/>
              <a:ext cx="138600" cy="151200"/>
            </p14:xfrm>
          </p:contentPart>
        </mc:Choice>
        <mc:Fallback xmlns=""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5D07F44B-867C-8EB1-9D2A-B0D3A7AB365B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7199743" y="4230953"/>
                <a:ext cx="1692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0BD9E875-B8E2-D116-A4B1-B3CA973B0861}"/>
                  </a:ext>
                </a:extLst>
              </p14:cNvPr>
              <p14:cNvContentPartPr/>
              <p14:nvPr/>
            </p14:nvContentPartPr>
            <p14:xfrm>
              <a:off x="7384783" y="4217633"/>
              <a:ext cx="31680" cy="154800"/>
            </p14:xfrm>
          </p:contentPart>
        </mc:Choice>
        <mc:Fallback xmlns=""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0BD9E875-B8E2-D116-A4B1-B3CA973B0861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7369303" y="4202513"/>
                <a:ext cx="6228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56D45BEC-F0EF-5415-DDF8-B216DF49F064}"/>
                  </a:ext>
                </a:extLst>
              </p14:cNvPr>
              <p14:cNvContentPartPr/>
              <p14:nvPr/>
            </p14:nvContentPartPr>
            <p14:xfrm>
              <a:off x="7428703" y="4101713"/>
              <a:ext cx="6480" cy="3168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56D45BEC-F0EF-5415-DDF8-B216DF49F064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7413583" y="4086593"/>
                <a:ext cx="370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13A1EF24-7372-9564-20CD-1C8715398F28}"/>
                  </a:ext>
                </a:extLst>
              </p14:cNvPr>
              <p14:cNvContentPartPr/>
              <p14:nvPr/>
            </p14:nvContentPartPr>
            <p14:xfrm>
              <a:off x="7479103" y="4246793"/>
              <a:ext cx="295920" cy="12528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13A1EF24-7372-9564-20CD-1C8715398F28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7463623" y="4231673"/>
                <a:ext cx="32652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91C5C072-F015-A8DF-C8A6-C65589CC08AA}"/>
                  </a:ext>
                </a:extLst>
              </p14:cNvPr>
              <p14:cNvContentPartPr/>
              <p14:nvPr/>
            </p14:nvContentPartPr>
            <p14:xfrm>
              <a:off x="7805983" y="4028273"/>
              <a:ext cx="383760" cy="31248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91C5C072-F015-A8DF-C8A6-C65589CC08AA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7790503" y="4013153"/>
                <a:ext cx="41436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3C6447D0-F279-4983-B0F3-3A15046460D1}"/>
                  </a:ext>
                </a:extLst>
              </p14:cNvPr>
              <p14:cNvContentPartPr/>
              <p14:nvPr/>
            </p14:nvContentPartPr>
            <p14:xfrm>
              <a:off x="8371903" y="4135913"/>
              <a:ext cx="176400" cy="16092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3C6447D0-F279-4983-B0F3-3A15046460D1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8356423" y="4120793"/>
                <a:ext cx="2070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C973E05E-1A7F-E95C-C42B-74EA0A28AFB3}"/>
                  </a:ext>
                </a:extLst>
              </p14:cNvPr>
              <p14:cNvContentPartPr/>
              <p14:nvPr/>
            </p14:nvContentPartPr>
            <p14:xfrm>
              <a:off x="8547943" y="3989033"/>
              <a:ext cx="660600" cy="32040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C973E05E-1A7F-E95C-C42B-74EA0A28AFB3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8532463" y="3973913"/>
                <a:ext cx="69084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E8771BAF-9E8E-9990-B8FA-B47DB7979CFF}"/>
                  </a:ext>
                </a:extLst>
              </p14:cNvPr>
              <p14:cNvContentPartPr/>
              <p14:nvPr/>
            </p14:nvContentPartPr>
            <p14:xfrm>
              <a:off x="9207823" y="4101713"/>
              <a:ext cx="195120" cy="15048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E8771BAF-9E8E-9990-B8FA-B47DB7979CFF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9192703" y="4086593"/>
                <a:ext cx="22572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6AC01225-7CDD-9FE3-134C-101F2EF87646}"/>
                  </a:ext>
                </a:extLst>
              </p14:cNvPr>
              <p14:cNvContentPartPr/>
              <p14:nvPr/>
            </p14:nvContentPartPr>
            <p14:xfrm>
              <a:off x="9636223" y="4120433"/>
              <a:ext cx="137880" cy="119880"/>
            </p14:xfrm>
          </p:contentPart>
        </mc:Choice>
        <mc:Fallback xmlns=""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6AC01225-7CDD-9FE3-134C-101F2EF87646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9621103" y="4105313"/>
                <a:ext cx="16848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6F2B598F-9914-B617-13F9-720B8235B979}"/>
                  </a:ext>
                </a:extLst>
              </p14:cNvPr>
              <p14:cNvContentPartPr/>
              <p14:nvPr/>
            </p14:nvContentPartPr>
            <p14:xfrm>
              <a:off x="9786343" y="3907313"/>
              <a:ext cx="220320" cy="524160"/>
            </p14:xfrm>
          </p:contentPart>
        </mc:Choice>
        <mc:Fallback xmlns=""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6F2B598F-9914-B617-13F9-720B8235B979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9771223" y="3892193"/>
                <a:ext cx="250920" cy="55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E748182E-C44B-506F-5D11-44E501F585F2}"/>
                  </a:ext>
                </a:extLst>
              </p14:cNvPr>
              <p14:cNvContentPartPr/>
              <p14:nvPr/>
            </p14:nvContentPartPr>
            <p14:xfrm>
              <a:off x="10232743" y="3891473"/>
              <a:ext cx="88560" cy="280440"/>
            </p14:xfrm>
          </p:contentPart>
        </mc:Choice>
        <mc:Fallback xmlns=""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E748182E-C44B-506F-5D11-44E501F585F2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0217623" y="3875993"/>
                <a:ext cx="11880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20C28DE0-750A-78D4-A904-56194967919D}"/>
                  </a:ext>
                </a:extLst>
              </p14:cNvPr>
              <p14:cNvContentPartPr/>
              <p14:nvPr/>
            </p14:nvContentPartPr>
            <p14:xfrm>
              <a:off x="10169743" y="4000913"/>
              <a:ext cx="176400" cy="75960"/>
            </p14:xfrm>
          </p:contentPart>
        </mc:Choice>
        <mc:Fallback xmlns=""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20C28DE0-750A-78D4-A904-56194967919D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10154623" y="3985793"/>
                <a:ext cx="2070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DE425392-78C7-CBA5-2E2A-7A0C865A4717}"/>
                  </a:ext>
                </a:extLst>
              </p14:cNvPr>
              <p14:cNvContentPartPr/>
              <p14:nvPr/>
            </p14:nvContentPartPr>
            <p14:xfrm>
              <a:off x="10327063" y="3919193"/>
              <a:ext cx="264240" cy="244800"/>
            </p14:xfrm>
          </p:contentPart>
        </mc:Choice>
        <mc:Fallback xmlns=""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DE425392-78C7-CBA5-2E2A-7A0C865A4717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10311943" y="3904073"/>
                <a:ext cx="29484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459E1F28-55E0-766F-61F5-61549BF7C202}"/>
                  </a:ext>
                </a:extLst>
              </p14:cNvPr>
              <p14:cNvContentPartPr/>
              <p14:nvPr/>
            </p14:nvContentPartPr>
            <p14:xfrm>
              <a:off x="10811263" y="3888593"/>
              <a:ext cx="207720" cy="539640"/>
            </p14:xfrm>
          </p:contentPart>
        </mc:Choice>
        <mc:Fallback xmlns=""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459E1F28-55E0-766F-61F5-61549BF7C202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0795783" y="3873473"/>
                <a:ext cx="238320" cy="5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3DF84F3B-93D7-AF89-6FDC-5BB2D2D16AE3}"/>
                  </a:ext>
                </a:extLst>
              </p14:cNvPr>
              <p14:cNvContentPartPr/>
              <p14:nvPr/>
            </p14:nvContentPartPr>
            <p14:xfrm>
              <a:off x="10949503" y="4026113"/>
              <a:ext cx="201600" cy="145080"/>
            </p14:xfrm>
          </p:contentPart>
        </mc:Choice>
        <mc:Fallback xmlns=""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3DF84F3B-93D7-AF89-6FDC-5BB2D2D16AE3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0934383" y="4010993"/>
                <a:ext cx="23220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DC0DC354-41AD-59B1-0181-E7C9C93B6797}"/>
                  </a:ext>
                </a:extLst>
              </p14:cNvPr>
              <p14:cNvContentPartPr/>
              <p14:nvPr/>
            </p14:nvContentPartPr>
            <p14:xfrm>
              <a:off x="11128423" y="4032593"/>
              <a:ext cx="192600" cy="113400"/>
            </p14:xfrm>
          </p:contentPart>
        </mc:Choice>
        <mc:Fallback xmlns=""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DC0DC354-41AD-59B1-0181-E7C9C93B6797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11112943" y="4017113"/>
                <a:ext cx="2228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EF5F88C1-FC85-3FA4-ECE3-83A2068D6EC0}"/>
                  </a:ext>
                </a:extLst>
              </p14:cNvPr>
              <p14:cNvContentPartPr/>
              <p14:nvPr/>
            </p14:nvContentPartPr>
            <p14:xfrm>
              <a:off x="11377183" y="3844673"/>
              <a:ext cx="50760" cy="31320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EF5F88C1-FC85-3FA4-ECE3-83A2068D6EC0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1361703" y="3829193"/>
                <a:ext cx="8100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DDB0AC1A-5D2F-C5BD-3A51-9B151A272698}"/>
                  </a:ext>
                </a:extLst>
              </p14:cNvPr>
              <p14:cNvContentPartPr/>
              <p14:nvPr/>
            </p14:nvContentPartPr>
            <p14:xfrm>
              <a:off x="11320303" y="3988673"/>
              <a:ext cx="151200" cy="3168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DDB0AC1A-5D2F-C5BD-3A51-9B151A272698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1305183" y="3973193"/>
                <a:ext cx="18180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704B7979-E3DA-1825-248E-E8A7489E481E}"/>
                  </a:ext>
                </a:extLst>
              </p14:cNvPr>
              <p14:cNvContentPartPr/>
              <p14:nvPr/>
            </p14:nvContentPartPr>
            <p14:xfrm>
              <a:off x="11471143" y="4000913"/>
              <a:ext cx="150480" cy="10728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704B7979-E3DA-1825-248E-E8A7489E481E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1456023" y="3985793"/>
                <a:ext cx="1810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CA5B4613-0F27-8ADA-5E86-872ED8A04056}"/>
                  </a:ext>
                </a:extLst>
              </p14:cNvPr>
              <p14:cNvContentPartPr/>
              <p14:nvPr/>
            </p14:nvContentPartPr>
            <p14:xfrm>
              <a:off x="11666263" y="3994793"/>
              <a:ext cx="119880" cy="11628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CA5B4613-0F27-8ADA-5E86-872ED8A04056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1651143" y="3979673"/>
                <a:ext cx="15048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A005AB99-8F5B-40A6-D1D6-298197391309}"/>
                  </a:ext>
                </a:extLst>
              </p14:cNvPr>
              <p14:cNvContentPartPr/>
              <p14:nvPr/>
            </p14:nvContentPartPr>
            <p14:xfrm>
              <a:off x="11754103" y="4014233"/>
              <a:ext cx="103680" cy="13176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A005AB99-8F5B-40A6-D1D6-298197391309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1738983" y="3999113"/>
                <a:ext cx="13428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E063BE70-ACC2-0DF0-F372-3833C04B0655}"/>
                  </a:ext>
                </a:extLst>
              </p14:cNvPr>
              <p14:cNvContentPartPr/>
              <p14:nvPr/>
            </p14:nvContentPartPr>
            <p14:xfrm>
              <a:off x="1097383" y="1263473"/>
              <a:ext cx="264240" cy="31680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E063BE70-ACC2-0DF0-F372-3833C04B0655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066783" y="1232873"/>
                <a:ext cx="32580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01DD37AF-6899-FD7B-CA4C-0E2DA872EEEE}"/>
                  </a:ext>
                </a:extLst>
              </p14:cNvPr>
              <p14:cNvContentPartPr/>
              <p14:nvPr/>
            </p14:nvContentPartPr>
            <p14:xfrm>
              <a:off x="1474663" y="1417193"/>
              <a:ext cx="19080" cy="11700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01DD37AF-6899-FD7B-CA4C-0E2DA872EEEE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444063" y="1386233"/>
                <a:ext cx="8064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70004A1A-2C03-C238-61BA-787700A79A91}"/>
                  </a:ext>
                </a:extLst>
              </p14:cNvPr>
              <p14:cNvContentPartPr/>
              <p14:nvPr/>
            </p14:nvContentPartPr>
            <p14:xfrm>
              <a:off x="1487263" y="1303793"/>
              <a:ext cx="12960" cy="648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70004A1A-2C03-C238-61BA-787700A79A91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456663" y="1273193"/>
                <a:ext cx="741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79DFEDE1-0383-DBF7-0D59-EE6801B3D823}"/>
                  </a:ext>
                </a:extLst>
              </p14:cNvPr>
              <p14:cNvContentPartPr/>
              <p14:nvPr/>
            </p14:nvContentPartPr>
            <p14:xfrm>
              <a:off x="1581583" y="1373633"/>
              <a:ext cx="189000" cy="14364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79DFEDE1-0383-DBF7-0D59-EE6801B3D823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550983" y="1343033"/>
                <a:ext cx="25020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46A09C92-F8F2-3A8D-D98E-043705C27DC7}"/>
                  </a:ext>
                </a:extLst>
              </p14:cNvPr>
              <p14:cNvContentPartPr/>
              <p14:nvPr/>
            </p14:nvContentPartPr>
            <p14:xfrm>
              <a:off x="1874263" y="1159433"/>
              <a:ext cx="154080" cy="42660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46A09C92-F8F2-3A8D-D98E-043705C27DC7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843663" y="1128473"/>
                <a:ext cx="21528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2BBD2B03-229A-45A5-9514-14FE9FFB1162}"/>
                  </a:ext>
                </a:extLst>
              </p14:cNvPr>
              <p14:cNvContentPartPr/>
              <p14:nvPr/>
            </p14:nvContentPartPr>
            <p14:xfrm>
              <a:off x="2109703" y="1256993"/>
              <a:ext cx="258120" cy="28944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2BBD2B03-229A-45A5-9514-14FE9FFB1162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2079103" y="1226393"/>
                <a:ext cx="31932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22165C0D-44A8-A7F2-2EB9-A9AC8216CFC0}"/>
                  </a:ext>
                </a:extLst>
              </p14:cNvPr>
              <p14:cNvContentPartPr/>
              <p14:nvPr/>
            </p14:nvContentPartPr>
            <p14:xfrm>
              <a:off x="2443063" y="1328993"/>
              <a:ext cx="220320" cy="188280"/>
            </p14:xfrm>
          </p:contentPart>
        </mc:Choice>
        <mc:Fallback xmlns=""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22165C0D-44A8-A7F2-2EB9-A9AC8216CFC0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2412463" y="1298393"/>
                <a:ext cx="28188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4256FC9E-1492-763E-F7EE-8CDB81364D98}"/>
                  </a:ext>
                </a:extLst>
              </p14:cNvPr>
              <p14:cNvContentPartPr/>
              <p14:nvPr/>
            </p14:nvContentPartPr>
            <p14:xfrm>
              <a:off x="2681743" y="1342313"/>
              <a:ext cx="113400" cy="137160"/>
            </p14:xfrm>
          </p:contentPart>
        </mc:Choice>
        <mc:Fallback xmlns=""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4256FC9E-1492-763E-F7EE-8CDB81364D98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2651143" y="1311713"/>
                <a:ext cx="17496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0838202D-9259-B572-1528-083211762316}"/>
                  </a:ext>
                </a:extLst>
              </p14:cNvPr>
              <p14:cNvContentPartPr/>
              <p14:nvPr/>
            </p14:nvContentPartPr>
            <p14:xfrm>
              <a:off x="2663023" y="1354193"/>
              <a:ext cx="132480" cy="16380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0838202D-9259-B572-1528-083211762316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2632423" y="1323593"/>
                <a:ext cx="1936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9402753C-1CE4-EE47-1F5D-0D5E72A1F747}"/>
                  </a:ext>
                </a:extLst>
              </p14:cNvPr>
              <p14:cNvContentPartPr/>
              <p14:nvPr/>
            </p14:nvContentPartPr>
            <p14:xfrm>
              <a:off x="3065503" y="1077713"/>
              <a:ext cx="220320" cy="39024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9402753C-1CE4-EE47-1F5D-0D5E72A1F747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3034903" y="1046753"/>
                <a:ext cx="28188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0AB47247-3BEC-C47B-A75B-35DE115FE1FE}"/>
                  </a:ext>
                </a:extLst>
              </p14:cNvPr>
              <p14:cNvContentPartPr/>
              <p14:nvPr/>
            </p14:nvContentPartPr>
            <p14:xfrm>
              <a:off x="437503" y="1336193"/>
              <a:ext cx="176400" cy="29988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0AB47247-3BEC-C47B-A75B-35DE115FE1FE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406903" y="1305233"/>
                <a:ext cx="23760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607075A5-14C1-2235-46A0-F5D284C23778}"/>
                  </a:ext>
                </a:extLst>
              </p14:cNvPr>
              <p14:cNvContentPartPr/>
              <p14:nvPr/>
            </p14:nvContentPartPr>
            <p14:xfrm>
              <a:off x="3367183" y="1316393"/>
              <a:ext cx="113400" cy="144360"/>
            </p14:xfrm>
          </p:contentPart>
        </mc:Choice>
        <mc:Fallback xmlns=""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607075A5-14C1-2235-46A0-F5D284C23778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3336583" y="1285793"/>
                <a:ext cx="17496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87B98394-F211-C4BA-6DAE-0AB70FA67BD8}"/>
                  </a:ext>
                </a:extLst>
              </p14:cNvPr>
              <p14:cNvContentPartPr/>
              <p14:nvPr/>
            </p14:nvContentPartPr>
            <p14:xfrm>
              <a:off x="3518023" y="1322873"/>
              <a:ext cx="283320" cy="13860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87B98394-F211-C4BA-6DAE-0AB70FA67BD8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3487423" y="1291913"/>
                <a:ext cx="34452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2D177F95-4B69-7C0A-1EB3-1C24694FC570}"/>
                  </a:ext>
                </a:extLst>
              </p14:cNvPr>
              <p14:cNvContentPartPr/>
              <p14:nvPr/>
            </p14:nvContentPartPr>
            <p14:xfrm>
              <a:off x="3794863" y="1155833"/>
              <a:ext cx="56880" cy="33984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2D177F95-4B69-7C0A-1EB3-1C24694FC570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3763903" y="1125233"/>
                <a:ext cx="11844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FC9E8237-F47D-F161-03A3-252716ED2C49}"/>
                  </a:ext>
                </a:extLst>
              </p14:cNvPr>
              <p14:cNvContentPartPr/>
              <p14:nvPr/>
            </p14:nvContentPartPr>
            <p14:xfrm>
              <a:off x="3907903" y="1279313"/>
              <a:ext cx="195120" cy="168840"/>
            </p14:xfrm>
          </p:contentPart>
        </mc:Choice>
        <mc:Fallback xmlns=""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FC9E8237-F47D-F161-03A3-252716ED2C49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3877303" y="1248713"/>
                <a:ext cx="25668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05C9A4CD-BD33-3A98-4499-847DC2110B7D}"/>
                  </a:ext>
                </a:extLst>
              </p14:cNvPr>
              <p14:cNvContentPartPr/>
              <p14:nvPr/>
            </p14:nvContentPartPr>
            <p14:xfrm>
              <a:off x="4127863" y="1247273"/>
              <a:ext cx="220320" cy="163080"/>
            </p14:xfrm>
          </p:contentPart>
        </mc:Choice>
        <mc:Fallback xmlns=""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05C9A4CD-BD33-3A98-4499-847DC2110B7D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4097263" y="1216673"/>
                <a:ext cx="2818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FCA7EEAE-B3E1-10AD-22DD-D335095C5AD0}"/>
                  </a:ext>
                </a:extLst>
              </p14:cNvPr>
              <p14:cNvContentPartPr/>
              <p14:nvPr/>
            </p14:nvContentPartPr>
            <p14:xfrm>
              <a:off x="663583" y="1989233"/>
              <a:ext cx="145080" cy="371160"/>
            </p14:xfrm>
          </p:contentPart>
        </mc:Choice>
        <mc:Fallback xmlns=""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FCA7EEAE-B3E1-10AD-22DD-D335095C5AD0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632983" y="1958633"/>
                <a:ext cx="20628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813EAEF5-2475-17FA-F51B-DDBB6A713734}"/>
                  </a:ext>
                </a:extLst>
              </p14:cNvPr>
              <p14:cNvContentPartPr/>
              <p14:nvPr/>
            </p14:nvContentPartPr>
            <p14:xfrm>
              <a:off x="890023" y="2152673"/>
              <a:ext cx="170280" cy="170280"/>
            </p14:xfrm>
          </p:contentPart>
        </mc:Choice>
        <mc:Fallback xmlns=""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813EAEF5-2475-17FA-F51B-DDBB6A713734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859423" y="2122073"/>
                <a:ext cx="23148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DD82856C-F7F8-FB4B-A7E6-3E2D82030BE0}"/>
                  </a:ext>
                </a:extLst>
              </p14:cNvPr>
              <p14:cNvContentPartPr/>
              <p14:nvPr/>
            </p14:nvContentPartPr>
            <p14:xfrm>
              <a:off x="1072543" y="2177873"/>
              <a:ext cx="289440" cy="100800"/>
            </p14:xfrm>
          </p:contentPart>
        </mc:Choice>
        <mc:Fallback xmlns=""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DD82856C-F7F8-FB4B-A7E6-3E2D82030BE0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041583" y="2147273"/>
                <a:ext cx="35100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7AE61327-2250-323C-ABAC-A529CE274C37}"/>
                  </a:ext>
                </a:extLst>
              </p14:cNvPr>
              <p14:cNvContentPartPr/>
              <p14:nvPr/>
            </p14:nvContentPartPr>
            <p14:xfrm>
              <a:off x="1405543" y="1959713"/>
              <a:ext cx="56880" cy="318240"/>
            </p14:xfrm>
          </p:contentPart>
        </mc:Choice>
        <mc:Fallback xmlns=""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7AE61327-2250-323C-ABAC-A529CE274C37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1374943" y="1929113"/>
                <a:ext cx="11844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68A9B93C-4D0F-357A-CA21-C9D2A56C99A4}"/>
                  </a:ext>
                </a:extLst>
              </p14:cNvPr>
              <p14:cNvContentPartPr/>
              <p14:nvPr/>
            </p14:nvContentPartPr>
            <p14:xfrm>
              <a:off x="1487263" y="2083553"/>
              <a:ext cx="201600" cy="157680"/>
            </p14:xfrm>
          </p:contentPart>
        </mc:Choice>
        <mc:Fallback xmlns=""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68A9B93C-4D0F-357A-CA21-C9D2A56C99A4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1456663" y="2052953"/>
                <a:ext cx="2628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7E584016-B8A3-253D-769C-A268D2073A35}"/>
                  </a:ext>
                </a:extLst>
              </p14:cNvPr>
              <p14:cNvContentPartPr/>
              <p14:nvPr/>
            </p14:nvContentPartPr>
            <p14:xfrm>
              <a:off x="1726303" y="2052233"/>
              <a:ext cx="113400" cy="214200"/>
            </p14:xfrm>
          </p:contentPart>
        </mc:Choice>
        <mc:Fallback xmlns=""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7E584016-B8A3-253D-769C-A268D2073A35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1695703" y="2021273"/>
                <a:ext cx="17496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C1A08A68-0C91-1217-10A6-F6FA3057EAFA}"/>
                  </a:ext>
                </a:extLst>
              </p14:cNvPr>
              <p14:cNvContentPartPr/>
              <p14:nvPr/>
            </p14:nvContentPartPr>
            <p14:xfrm>
              <a:off x="2298343" y="1893473"/>
              <a:ext cx="44280" cy="382320"/>
            </p14:xfrm>
          </p:contentPart>
        </mc:Choice>
        <mc:Fallback xmlns=""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C1A08A68-0C91-1217-10A6-F6FA3057EAFA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2267743" y="1862873"/>
                <a:ext cx="10584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DA9DCA88-69B4-BF4D-912A-4A5F58DF14D7}"/>
                  </a:ext>
                </a:extLst>
              </p14:cNvPr>
              <p14:cNvContentPartPr/>
              <p14:nvPr/>
            </p14:nvContentPartPr>
            <p14:xfrm>
              <a:off x="2216623" y="2014433"/>
              <a:ext cx="270720" cy="119880"/>
            </p14:xfrm>
          </p:contentPart>
        </mc:Choice>
        <mc:Fallback xmlns=""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DA9DCA88-69B4-BF4D-912A-4A5F58DF14D7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2186023" y="1983833"/>
                <a:ext cx="33192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3712BFAE-526E-9D90-B886-931045002C21}"/>
                  </a:ext>
                </a:extLst>
              </p14:cNvPr>
              <p14:cNvContentPartPr/>
              <p14:nvPr/>
            </p14:nvContentPartPr>
            <p14:xfrm>
              <a:off x="2436583" y="2072393"/>
              <a:ext cx="163800" cy="16884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3712BFAE-526E-9D90-B886-931045002C21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2405983" y="2041793"/>
                <a:ext cx="22500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1140DE5E-A161-56EA-F696-83218B4D7447}"/>
                  </a:ext>
                </a:extLst>
              </p14:cNvPr>
              <p14:cNvContentPartPr/>
              <p14:nvPr/>
            </p14:nvContentPartPr>
            <p14:xfrm>
              <a:off x="2965423" y="1863593"/>
              <a:ext cx="75240" cy="357480"/>
            </p14:xfrm>
          </p:contentPart>
        </mc:Choice>
        <mc:Fallback xmlns=""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1140DE5E-A161-56EA-F696-83218B4D7447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2934823" y="1832633"/>
                <a:ext cx="13644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B669B396-C1E3-1388-6ACB-96217649D71F}"/>
                  </a:ext>
                </a:extLst>
              </p14:cNvPr>
              <p14:cNvContentPartPr/>
              <p14:nvPr/>
            </p14:nvContentPartPr>
            <p14:xfrm>
              <a:off x="2889463" y="1938833"/>
              <a:ext cx="276840" cy="151200"/>
            </p14:xfrm>
          </p:contentPart>
        </mc:Choice>
        <mc:Fallback xmlns=""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B669B396-C1E3-1388-6ACB-96217649D71F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2858863" y="1908233"/>
                <a:ext cx="3384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4888065D-A202-444D-AD80-4741E8D50E25}"/>
                  </a:ext>
                </a:extLst>
              </p14:cNvPr>
              <p14:cNvContentPartPr/>
              <p14:nvPr/>
            </p14:nvContentPartPr>
            <p14:xfrm>
              <a:off x="3140743" y="1901033"/>
              <a:ext cx="383760" cy="295920"/>
            </p14:xfrm>
          </p:contentPart>
        </mc:Choice>
        <mc:Fallback xmlns=""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4888065D-A202-444D-AD80-4741E8D50E25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3110143" y="1870433"/>
                <a:ext cx="44532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30844A46-4CF3-30F2-F714-2A66C30FE7D9}"/>
                  </a:ext>
                </a:extLst>
              </p14:cNvPr>
              <p14:cNvContentPartPr/>
              <p14:nvPr/>
            </p14:nvContentPartPr>
            <p14:xfrm>
              <a:off x="3951823" y="1871153"/>
              <a:ext cx="258120" cy="658440"/>
            </p14:xfrm>
          </p:contentPart>
        </mc:Choice>
        <mc:Fallback xmlns=""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30844A46-4CF3-30F2-F714-2A66C30FE7D9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3921223" y="1840553"/>
                <a:ext cx="319320" cy="71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535F0BFA-E586-7C2C-49DB-0C7A0155FC08}"/>
                  </a:ext>
                </a:extLst>
              </p14:cNvPr>
              <p14:cNvContentPartPr/>
              <p14:nvPr/>
            </p14:nvContentPartPr>
            <p14:xfrm>
              <a:off x="4285183" y="2046473"/>
              <a:ext cx="25560" cy="111960"/>
            </p14:xfrm>
          </p:contentPart>
        </mc:Choice>
        <mc:Fallback xmlns=""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535F0BFA-E586-7C2C-49DB-0C7A0155FC08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4254583" y="2015873"/>
                <a:ext cx="8676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191BB88A-37CF-5F19-6C72-6F54F9F3C04A}"/>
                  </a:ext>
                </a:extLst>
              </p14:cNvPr>
              <p14:cNvContentPartPr/>
              <p14:nvPr/>
            </p14:nvContentPartPr>
            <p14:xfrm>
              <a:off x="4322983" y="1932713"/>
              <a:ext cx="25560" cy="25560"/>
            </p14:xfrm>
          </p:contentPart>
        </mc:Choice>
        <mc:Fallback xmlns=""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191BB88A-37CF-5F19-6C72-6F54F9F3C04A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4292023" y="1901753"/>
                <a:ext cx="867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9B49C43C-829E-8477-C12C-368357C5E179}"/>
                  </a:ext>
                </a:extLst>
              </p14:cNvPr>
              <p14:cNvContentPartPr/>
              <p14:nvPr/>
            </p14:nvContentPartPr>
            <p14:xfrm>
              <a:off x="4454743" y="2001833"/>
              <a:ext cx="151200" cy="144360"/>
            </p14:xfrm>
          </p:contentPart>
        </mc:Choice>
        <mc:Fallback xmlns=""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9B49C43C-829E-8477-C12C-368357C5E179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4424143" y="1971233"/>
                <a:ext cx="21276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1F44B031-CDF4-C241-1DDE-651537BF8786}"/>
                  </a:ext>
                </a:extLst>
              </p14:cNvPr>
              <p14:cNvContentPartPr/>
              <p14:nvPr/>
            </p14:nvContentPartPr>
            <p14:xfrm>
              <a:off x="4429903" y="2001833"/>
              <a:ext cx="151200" cy="18900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1F44B031-CDF4-C241-1DDE-651537BF8786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4398943" y="1971233"/>
                <a:ext cx="21276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5E14E1E8-C88E-5085-74E5-F306E6824669}"/>
                  </a:ext>
                </a:extLst>
              </p14:cNvPr>
              <p14:cNvContentPartPr/>
              <p14:nvPr/>
            </p14:nvContentPartPr>
            <p14:xfrm>
              <a:off x="4643383" y="1982753"/>
              <a:ext cx="258120" cy="13860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5E14E1E8-C88E-5085-74E5-F306E6824669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4612783" y="1952153"/>
                <a:ext cx="31932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72F3D3DC-2E54-0115-CA53-3DAE68F5A483}"/>
                  </a:ext>
                </a:extLst>
              </p14:cNvPr>
              <p14:cNvContentPartPr/>
              <p14:nvPr/>
            </p14:nvContentPartPr>
            <p14:xfrm>
              <a:off x="4920223" y="1827233"/>
              <a:ext cx="214200" cy="300600"/>
            </p14:xfrm>
          </p:contentPart>
        </mc:Choice>
        <mc:Fallback xmlns=""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72F3D3DC-2E54-0115-CA53-3DAE68F5A483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4889623" y="1796273"/>
                <a:ext cx="27540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20EB5BF4-A757-9746-5A2C-8F530B9D27F0}"/>
                  </a:ext>
                </a:extLst>
              </p14:cNvPr>
              <p14:cNvContentPartPr/>
              <p14:nvPr/>
            </p14:nvContentPartPr>
            <p14:xfrm>
              <a:off x="5499103" y="1901033"/>
              <a:ext cx="263880" cy="207000"/>
            </p14:xfrm>
          </p:contentPart>
        </mc:Choice>
        <mc:Fallback xmlns=""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20EB5BF4-A757-9746-5A2C-8F530B9D27F0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5468503" y="1870433"/>
                <a:ext cx="32508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C6339346-B734-EC21-D254-65A9BF6680AA}"/>
                  </a:ext>
                </a:extLst>
              </p14:cNvPr>
              <p14:cNvContentPartPr/>
              <p14:nvPr/>
            </p14:nvContentPartPr>
            <p14:xfrm>
              <a:off x="5699623" y="1920113"/>
              <a:ext cx="252000" cy="170280"/>
            </p14:xfrm>
          </p:contentPart>
        </mc:Choice>
        <mc:Fallback xmlns=""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C6339346-B734-EC21-D254-65A9BF6680AA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5669023" y="1889513"/>
                <a:ext cx="31320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29D869EE-8188-EEA8-79B3-B42E89CE7C81}"/>
                  </a:ext>
                </a:extLst>
              </p14:cNvPr>
              <p14:cNvContentPartPr/>
              <p14:nvPr/>
            </p14:nvContentPartPr>
            <p14:xfrm>
              <a:off x="5976463" y="1926233"/>
              <a:ext cx="314640" cy="145080"/>
            </p14:xfrm>
          </p:contentPart>
        </mc:Choice>
        <mc:Fallback xmlns=""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29D869EE-8188-EEA8-79B3-B42E89CE7C81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5945863" y="1895633"/>
                <a:ext cx="37620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133EC155-47DC-203D-F7FD-4B052F798C25}"/>
                  </a:ext>
                </a:extLst>
              </p14:cNvPr>
              <p14:cNvContentPartPr/>
              <p14:nvPr/>
            </p14:nvContentPartPr>
            <p14:xfrm>
              <a:off x="6246823" y="1920113"/>
              <a:ext cx="346320" cy="459360"/>
            </p14:xfrm>
          </p:contentPart>
        </mc:Choice>
        <mc:Fallback xmlns=""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133EC155-47DC-203D-F7FD-4B052F798C25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6215863" y="1889513"/>
                <a:ext cx="407520" cy="52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DDD2935D-68AF-214F-F9BC-45FA773F7BF9}"/>
                  </a:ext>
                </a:extLst>
              </p14:cNvPr>
              <p14:cNvContentPartPr/>
              <p14:nvPr/>
            </p14:nvContentPartPr>
            <p14:xfrm>
              <a:off x="6567223" y="1870433"/>
              <a:ext cx="220320" cy="156240"/>
            </p14:xfrm>
          </p:contentPart>
        </mc:Choice>
        <mc:Fallback xmlns=""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DDD2935D-68AF-214F-F9BC-45FA773F7BF9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6536623" y="1839833"/>
                <a:ext cx="28188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668AA224-E7E8-A6E8-5D86-09668E420E24}"/>
                  </a:ext>
                </a:extLst>
              </p14:cNvPr>
              <p14:cNvContentPartPr/>
              <p14:nvPr/>
            </p14:nvContentPartPr>
            <p14:xfrm>
              <a:off x="7214863" y="1883033"/>
              <a:ext cx="151200" cy="150480"/>
            </p14:xfrm>
          </p:contentPart>
        </mc:Choice>
        <mc:Fallback xmlns=""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668AA224-E7E8-A6E8-5D86-09668E420E24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7184263" y="1852433"/>
                <a:ext cx="21276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4F59E284-662A-39F0-1EE2-F1E9D5E58797}"/>
                  </a:ext>
                </a:extLst>
              </p14:cNvPr>
              <p14:cNvContentPartPr/>
              <p14:nvPr/>
            </p14:nvContentPartPr>
            <p14:xfrm>
              <a:off x="7441303" y="1757393"/>
              <a:ext cx="170280" cy="593280"/>
            </p14:xfrm>
          </p:contentPart>
        </mc:Choice>
        <mc:Fallback xmlns=""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4F59E284-662A-39F0-1EE2-F1E9D5E58797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7410703" y="1726433"/>
                <a:ext cx="231480" cy="65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6E73063C-9758-B044-6F61-A773A2B53A37}"/>
                  </a:ext>
                </a:extLst>
              </p14:cNvPr>
              <p14:cNvContentPartPr/>
              <p14:nvPr/>
            </p14:nvContentPartPr>
            <p14:xfrm>
              <a:off x="8114863" y="1724993"/>
              <a:ext cx="199440" cy="245520"/>
            </p14:xfrm>
          </p:contentPart>
        </mc:Choice>
        <mc:Fallback xmlns=""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6E73063C-9758-B044-6F61-A773A2B53A37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8083903" y="1694393"/>
                <a:ext cx="26064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4FA07853-7F1E-182D-3948-BCD9AAE6C6E9}"/>
                  </a:ext>
                </a:extLst>
              </p14:cNvPr>
              <p14:cNvContentPartPr/>
              <p14:nvPr/>
            </p14:nvContentPartPr>
            <p14:xfrm>
              <a:off x="7994623" y="1611953"/>
              <a:ext cx="195120" cy="463680"/>
            </p14:xfrm>
          </p:contentPart>
        </mc:Choice>
        <mc:Fallback xmlns=""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4FA07853-7F1E-182D-3948-BCD9AAE6C6E9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7964023" y="1581353"/>
                <a:ext cx="25668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20FBF6AF-2113-79A9-A3A0-54FA32E0BA55}"/>
                  </a:ext>
                </a:extLst>
              </p14:cNvPr>
              <p14:cNvContentPartPr/>
              <p14:nvPr/>
            </p14:nvContentPartPr>
            <p14:xfrm>
              <a:off x="8359303" y="1938833"/>
              <a:ext cx="19080" cy="107280"/>
            </p14:xfrm>
          </p:contentPart>
        </mc:Choice>
        <mc:Fallback xmlns=""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20FBF6AF-2113-79A9-A3A0-54FA32E0BA55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8328343" y="1908233"/>
                <a:ext cx="8064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59CCF41E-C04B-6ECB-7417-A7E8282F5CE0}"/>
                  </a:ext>
                </a:extLst>
              </p14:cNvPr>
              <p14:cNvContentPartPr/>
              <p14:nvPr/>
            </p14:nvContentPartPr>
            <p14:xfrm>
              <a:off x="8516263" y="1684673"/>
              <a:ext cx="131760" cy="304200"/>
            </p14:xfrm>
          </p:contentPart>
        </mc:Choice>
        <mc:Fallback xmlns=""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59CCF41E-C04B-6ECB-7417-A7E8282F5CE0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8485663" y="1654073"/>
                <a:ext cx="19296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1FA6DCCB-C72A-7367-31C3-BB3D4499115F}"/>
                  </a:ext>
                </a:extLst>
              </p14:cNvPr>
              <p14:cNvContentPartPr/>
              <p14:nvPr/>
            </p14:nvContentPartPr>
            <p14:xfrm>
              <a:off x="8723983" y="1599353"/>
              <a:ext cx="189000" cy="465480"/>
            </p14:xfrm>
          </p:contentPart>
        </mc:Choice>
        <mc:Fallback xmlns=""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1FA6DCCB-C72A-7367-31C3-BB3D4499115F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8693023" y="1568753"/>
                <a:ext cx="250200" cy="52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405" name="Ink 404">
                <a:extLst>
                  <a:ext uri="{FF2B5EF4-FFF2-40B4-BE49-F238E27FC236}">
                    <a16:creationId xmlns:a16="http://schemas.microsoft.com/office/drawing/2014/main" id="{225824B7-CEF8-8A47-ABE1-C4E4ADA28C7A}"/>
                  </a:ext>
                </a:extLst>
              </p14:cNvPr>
              <p14:cNvContentPartPr/>
              <p14:nvPr/>
            </p14:nvContentPartPr>
            <p14:xfrm>
              <a:off x="575743" y="5699393"/>
              <a:ext cx="151200" cy="174960"/>
            </p14:xfrm>
          </p:contentPart>
        </mc:Choice>
        <mc:Fallback xmlns="">
          <p:pic>
            <p:nvPicPr>
              <p:cNvPr id="405" name="Ink 404">
                <a:extLst>
                  <a:ext uri="{FF2B5EF4-FFF2-40B4-BE49-F238E27FC236}">
                    <a16:creationId xmlns:a16="http://schemas.microsoft.com/office/drawing/2014/main" id="{225824B7-CEF8-8A47-ABE1-C4E4ADA28C7A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560623" y="5683913"/>
                <a:ext cx="18180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DCBD5F1F-5890-E041-E1F2-86F8F9E2C875}"/>
                  </a:ext>
                </a:extLst>
              </p14:cNvPr>
              <p14:cNvContentPartPr/>
              <p14:nvPr/>
            </p14:nvContentPartPr>
            <p14:xfrm>
              <a:off x="613543" y="5673473"/>
              <a:ext cx="75960" cy="201600"/>
            </p14:xfrm>
          </p:contentPart>
        </mc:Choice>
        <mc:Fallback xmlns=""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DCBD5F1F-5890-E041-E1F2-86F8F9E2C875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598063" y="5658353"/>
                <a:ext cx="1062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F2B08F15-99AE-BFF1-76A3-542EC43E852E}"/>
                  </a:ext>
                </a:extLst>
              </p14:cNvPr>
              <p14:cNvContentPartPr/>
              <p14:nvPr/>
            </p14:nvContentPartPr>
            <p14:xfrm>
              <a:off x="503743" y="5661593"/>
              <a:ext cx="267120" cy="252000"/>
            </p14:xfrm>
          </p:contentPart>
        </mc:Choice>
        <mc:Fallback xmlns=""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F2B08F15-99AE-BFF1-76A3-542EC43E852E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488623" y="5646473"/>
                <a:ext cx="29772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5B0ABD19-DCFA-ABCC-A93C-62C2D061D7C1}"/>
                  </a:ext>
                </a:extLst>
              </p14:cNvPr>
              <p14:cNvContentPartPr/>
              <p14:nvPr/>
            </p14:nvContentPartPr>
            <p14:xfrm>
              <a:off x="940423" y="5705513"/>
              <a:ext cx="107280" cy="149760"/>
            </p14:xfrm>
          </p:contentPart>
        </mc:Choice>
        <mc:Fallback xmlns=""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5B0ABD19-DCFA-ABCC-A93C-62C2D061D7C1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925303" y="5690393"/>
                <a:ext cx="1378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3962C1C4-5744-247C-B625-0E840456D662}"/>
                  </a:ext>
                </a:extLst>
              </p14:cNvPr>
              <p14:cNvContentPartPr/>
              <p14:nvPr/>
            </p14:nvContentPartPr>
            <p14:xfrm>
              <a:off x="1104583" y="5522633"/>
              <a:ext cx="125280" cy="565560"/>
            </p14:xfrm>
          </p:contentPart>
        </mc:Choice>
        <mc:Fallback xmlns=""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3962C1C4-5744-247C-B625-0E840456D662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1089463" y="5507153"/>
                <a:ext cx="155880" cy="5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59F2AF53-1B3D-363C-43F1-8C9B4EB02B0C}"/>
                  </a:ext>
                </a:extLst>
              </p14:cNvPr>
              <p14:cNvContentPartPr/>
              <p14:nvPr/>
            </p14:nvContentPartPr>
            <p14:xfrm>
              <a:off x="1342903" y="5488433"/>
              <a:ext cx="56880" cy="364320"/>
            </p14:xfrm>
          </p:contentPart>
        </mc:Choice>
        <mc:Fallback xmlns=""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59F2AF53-1B3D-363C-43F1-8C9B4EB02B0C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1327423" y="5472953"/>
                <a:ext cx="8748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4AAADE82-773A-5C1E-433F-92BC48E4B218}"/>
                  </a:ext>
                </a:extLst>
              </p14:cNvPr>
              <p14:cNvContentPartPr/>
              <p14:nvPr/>
            </p14:nvContentPartPr>
            <p14:xfrm>
              <a:off x="1298623" y="5629553"/>
              <a:ext cx="126000" cy="69480"/>
            </p14:xfrm>
          </p:contentPart>
        </mc:Choice>
        <mc:Fallback xmlns=""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4AAADE82-773A-5C1E-433F-92BC48E4B218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1283503" y="5614073"/>
                <a:ext cx="1566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8921DED9-B2C5-4CB2-0166-AFF2A6609461}"/>
                  </a:ext>
                </a:extLst>
              </p14:cNvPr>
              <p14:cNvContentPartPr/>
              <p14:nvPr/>
            </p14:nvContentPartPr>
            <p14:xfrm>
              <a:off x="1430743" y="5660873"/>
              <a:ext cx="157680" cy="163800"/>
            </p14:xfrm>
          </p:contentPart>
        </mc:Choice>
        <mc:Fallback xmlns=""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8921DED9-B2C5-4CB2-0166-AFF2A6609461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1415623" y="5645753"/>
                <a:ext cx="18792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317E6BEF-B78B-28FB-9868-61F5D902BE80}"/>
                  </a:ext>
                </a:extLst>
              </p14:cNvPr>
              <p14:cNvContentPartPr/>
              <p14:nvPr/>
            </p14:nvContentPartPr>
            <p14:xfrm>
              <a:off x="1631983" y="5654033"/>
              <a:ext cx="226800" cy="163800"/>
            </p14:xfrm>
          </p:contentPart>
        </mc:Choice>
        <mc:Fallback xmlns=""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317E6BEF-B78B-28FB-9868-61F5D902BE80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1616863" y="5638553"/>
                <a:ext cx="25704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74146397-CCB9-70EE-9A53-566ADC35655D}"/>
                  </a:ext>
                </a:extLst>
              </p14:cNvPr>
              <p14:cNvContentPartPr/>
              <p14:nvPr/>
            </p14:nvContentPartPr>
            <p14:xfrm>
              <a:off x="2197903" y="5654753"/>
              <a:ext cx="138600" cy="157680"/>
            </p14:xfrm>
          </p:contentPart>
        </mc:Choice>
        <mc:Fallback xmlns=""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74146397-CCB9-70EE-9A53-566ADC35655D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2182423" y="5639273"/>
                <a:ext cx="16920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6F5EFB2F-12C8-9492-CAE2-3A737AEB068F}"/>
                  </a:ext>
                </a:extLst>
              </p14:cNvPr>
              <p14:cNvContentPartPr/>
              <p14:nvPr/>
            </p14:nvContentPartPr>
            <p14:xfrm>
              <a:off x="2405263" y="5593193"/>
              <a:ext cx="100800" cy="225360"/>
            </p14:xfrm>
          </p:contentPart>
        </mc:Choice>
        <mc:Fallback xmlns=""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6F5EFB2F-12C8-9492-CAE2-3A737AEB068F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2390143" y="5577713"/>
                <a:ext cx="13140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93FD6602-9DE2-BCA5-1770-311B5DA97EEE}"/>
                  </a:ext>
                </a:extLst>
              </p14:cNvPr>
              <p14:cNvContentPartPr/>
              <p14:nvPr/>
            </p14:nvContentPartPr>
            <p14:xfrm>
              <a:off x="2543503" y="5623073"/>
              <a:ext cx="195120" cy="149760"/>
            </p14:xfrm>
          </p:contentPart>
        </mc:Choice>
        <mc:Fallback xmlns=""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93FD6602-9DE2-BCA5-1770-311B5DA97EEE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2528383" y="5607953"/>
                <a:ext cx="22572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402E2897-039D-5335-424F-F0151EC54EC7}"/>
                  </a:ext>
                </a:extLst>
              </p14:cNvPr>
              <p14:cNvContentPartPr/>
              <p14:nvPr/>
            </p14:nvContentPartPr>
            <p14:xfrm>
              <a:off x="2763463" y="5481233"/>
              <a:ext cx="258120" cy="311400"/>
            </p14:xfrm>
          </p:contentPart>
        </mc:Choice>
        <mc:Fallback xmlns=""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402E2897-039D-5335-424F-F0151EC54EC7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2748343" y="5466113"/>
                <a:ext cx="28872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13697D3E-6271-1E50-63EB-44598D2F112F}"/>
                  </a:ext>
                </a:extLst>
              </p14:cNvPr>
              <p14:cNvContentPartPr/>
              <p14:nvPr/>
            </p14:nvContentPartPr>
            <p14:xfrm>
              <a:off x="3367183" y="5605073"/>
              <a:ext cx="283320" cy="180720"/>
            </p14:xfrm>
          </p:contentPart>
        </mc:Choice>
        <mc:Fallback xmlns=""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13697D3E-6271-1E50-63EB-44598D2F112F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3352063" y="5589593"/>
                <a:ext cx="3139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A163D75A-6EF9-D4D7-376A-D2BDC2389042}"/>
                  </a:ext>
                </a:extLst>
              </p14:cNvPr>
              <p14:cNvContentPartPr/>
              <p14:nvPr/>
            </p14:nvContentPartPr>
            <p14:xfrm>
              <a:off x="3744463" y="5660873"/>
              <a:ext cx="19080" cy="111600"/>
            </p14:xfrm>
          </p:contentPart>
        </mc:Choice>
        <mc:Fallback xmlns=""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A163D75A-6EF9-D4D7-376A-D2BDC2389042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3729343" y="5645753"/>
                <a:ext cx="4968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AEA34683-47E1-3890-E9C8-9A48937B62F6}"/>
                  </a:ext>
                </a:extLst>
              </p14:cNvPr>
              <p14:cNvContentPartPr/>
              <p14:nvPr/>
            </p14:nvContentPartPr>
            <p14:xfrm>
              <a:off x="3750583" y="5522633"/>
              <a:ext cx="25560" cy="25560"/>
            </p14:xfrm>
          </p:contentPart>
        </mc:Choice>
        <mc:Fallback xmlns=""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AEA34683-47E1-3890-E9C8-9A48937B62F6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3735463" y="5507153"/>
                <a:ext cx="561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A5431EA8-CB2D-1AB2-C517-681492E355F1}"/>
                  </a:ext>
                </a:extLst>
              </p14:cNvPr>
              <p14:cNvContentPartPr/>
              <p14:nvPr/>
            </p14:nvContentPartPr>
            <p14:xfrm>
              <a:off x="3895303" y="5498153"/>
              <a:ext cx="19080" cy="268560"/>
            </p14:xfrm>
          </p:contentPart>
        </mc:Choice>
        <mc:Fallback xmlns=""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A5431EA8-CB2D-1AB2-C517-681492E355F1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3880183" y="5483033"/>
                <a:ext cx="4968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F611EB75-1843-96BB-D748-D3555FB936C3}"/>
                  </a:ext>
                </a:extLst>
              </p14:cNvPr>
              <p14:cNvContentPartPr/>
              <p14:nvPr/>
            </p14:nvContentPartPr>
            <p14:xfrm>
              <a:off x="3829783" y="5604353"/>
              <a:ext cx="179280" cy="56880"/>
            </p14:xfrm>
          </p:contentPart>
        </mc:Choice>
        <mc:Fallback xmlns=""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F611EB75-1843-96BB-D748-D3555FB936C3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3814303" y="5588873"/>
                <a:ext cx="20952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FC619486-0B36-E425-86C5-08554F8FE447}"/>
                  </a:ext>
                </a:extLst>
              </p14:cNvPr>
              <p14:cNvContentPartPr/>
              <p14:nvPr/>
            </p14:nvContentPartPr>
            <p14:xfrm>
              <a:off x="4077823" y="5516153"/>
              <a:ext cx="214200" cy="245520"/>
            </p14:xfrm>
          </p:contentPart>
        </mc:Choice>
        <mc:Fallback xmlns=""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FC619486-0B36-E425-86C5-08554F8FE447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4062343" y="5501033"/>
                <a:ext cx="24444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1DCEC58D-87DF-4C86-5F82-6A3CA4A68FAA}"/>
                  </a:ext>
                </a:extLst>
              </p14:cNvPr>
              <p14:cNvContentPartPr/>
              <p14:nvPr/>
            </p14:nvContentPartPr>
            <p14:xfrm>
              <a:off x="4781983" y="5614073"/>
              <a:ext cx="195120" cy="191880"/>
            </p14:xfrm>
          </p:contentPart>
        </mc:Choice>
        <mc:Fallback xmlns=""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1DCEC58D-87DF-4C86-5F82-6A3CA4A68FAA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4766503" y="5598953"/>
                <a:ext cx="2257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891753E4-6503-750F-3D57-1AB041F6F61D}"/>
                  </a:ext>
                </a:extLst>
              </p14:cNvPr>
              <p14:cNvContentPartPr/>
              <p14:nvPr/>
            </p14:nvContentPartPr>
            <p14:xfrm>
              <a:off x="5014543" y="5598593"/>
              <a:ext cx="157680" cy="180720"/>
            </p14:xfrm>
          </p:contentPart>
        </mc:Choice>
        <mc:Fallback xmlns=""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891753E4-6503-750F-3D57-1AB041F6F61D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4999063" y="5583473"/>
                <a:ext cx="1879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1E8FAC77-FFEC-55A7-1A7C-9377437D6181}"/>
                  </a:ext>
                </a:extLst>
              </p14:cNvPr>
              <p14:cNvContentPartPr/>
              <p14:nvPr/>
            </p14:nvContentPartPr>
            <p14:xfrm>
              <a:off x="5209303" y="5592473"/>
              <a:ext cx="145080" cy="161640"/>
            </p14:xfrm>
          </p:contentPart>
        </mc:Choice>
        <mc:Fallback xmlns=""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1E8FAC77-FFEC-55A7-1A7C-9377437D6181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5194183" y="5576993"/>
                <a:ext cx="17532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1C2D1927-E532-DFAE-3C4A-2A73F7F15831}"/>
                  </a:ext>
                </a:extLst>
              </p14:cNvPr>
              <p14:cNvContentPartPr/>
              <p14:nvPr/>
            </p14:nvContentPartPr>
            <p14:xfrm>
              <a:off x="5423143" y="5547833"/>
              <a:ext cx="239400" cy="194400"/>
            </p14:xfrm>
          </p:contentPart>
        </mc:Choice>
        <mc:Fallback xmlns=""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1C2D1927-E532-DFAE-3C4A-2A73F7F15831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5408023" y="5532353"/>
                <a:ext cx="26964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595CBDE6-745C-424B-28D5-36F34D5C3EED}"/>
                  </a:ext>
                </a:extLst>
              </p14:cNvPr>
              <p14:cNvContentPartPr/>
              <p14:nvPr/>
            </p14:nvContentPartPr>
            <p14:xfrm>
              <a:off x="5568223" y="5368913"/>
              <a:ext cx="370440" cy="348840"/>
            </p14:xfrm>
          </p:contentPart>
        </mc:Choice>
        <mc:Fallback xmlns=""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595CBDE6-745C-424B-28D5-36F34D5C3EED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5553103" y="5353793"/>
                <a:ext cx="40104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03C24BF1-2E48-E243-F636-E240C23449D0}"/>
                  </a:ext>
                </a:extLst>
              </p14:cNvPr>
              <p14:cNvContentPartPr/>
              <p14:nvPr/>
            </p14:nvContentPartPr>
            <p14:xfrm>
              <a:off x="6315943" y="5570873"/>
              <a:ext cx="258120" cy="172080"/>
            </p14:xfrm>
          </p:contentPart>
        </mc:Choice>
        <mc:Fallback xmlns=""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03C24BF1-2E48-E243-F636-E240C23449D0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6300463" y="5555393"/>
                <a:ext cx="2887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430" name="Ink 429">
                <a:extLst>
                  <a:ext uri="{FF2B5EF4-FFF2-40B4-BE49-F238E27FC236}">
                    <a16:creationId xmlns:a16="http://schemas.microsoft.com/office/drawing/2014/main" id="{7D7A495F-E245-69A1-FAFD-296608862893}"/>
                  </a:ext>
                </a:extLst>
              </p14:cNvPr>
              <p14:cNvContentPartPr/>
              <p14:nvPr/>
            </p14:nvContentPartPr>
            <p14:xfrm>
              <a:off x="6579823" y="5549273"/>
              <a:ext cx="145080" cy="174960"/>
            </p14:xfrm>
          </p:contentPart>
        </mc:Choice>
        <mc:Fallback xmlns="">
          <p:pic>
            <p:nvPicPr>
              <p:cNvPr id="430" name="Ink 429">
                <a:extLst>
                  <a:ext uri="{FF2B5EF4-FFF2-40B4-BE49-F238E27FC236}">
                    <a16:creationId xmlns:a16="http://schemas.microsoft.com/office/drawing/2014/main" id="{7D7A495F-E245-69A1-FAFD-296608862893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6564703" y="5533793"/>
                <a:ext cx="1753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8">
            <p14:nvContentPartPr>
              <p14:cNvPr id="431" name="Ink 430">
                <a:extLst>
                  <a:ext uri="{FF2B5EF4-FFF2-40B4-BE49-F238E27FC236}">
                    <a16:creationId xmlns:a16="http://schemas.microsoft.com/office/drawing/2014/main" id="{FC852B51-DE13-9A5B-D89D-5A54F437AD85}"/>
                  </a:ext>
                </a:extLst>
              </p14:cNvPr>
              <p14:cNvContentPartPr/>
              <p14:nvPr/>
            </p14:nvContentPartPr>
            <p14:xfrm>
              <a:off x="6818863" y="5353433"/>
              <a:ext cx="69480" cy="362880"/>
            </p14:xfrm>
          </p:contentPart>
        </mc:Choice>
        <mc:Fallback xmlns="">
          <p:pic>
            <p:nvPicPr>
              <p:cNvPr id="431" name="Ink 430">
                <a:extLst>
                  <a:ext uri="{FF2B5EF4-FFF2-40B4-BE49-F238E27FC236}">
                    <a16:creationId xmlns:a16="http://schemas.microsoft.com/office/drawing/2014/main" id="{FC852B51-DE13-9A5B-D89D-5A54F437AD85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6803743" y="5338313"/>
                <a:ext cx="10008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C972F4F7-21A9-9692-D0C1-0A6EC2B6C657}"/>
                  </a:ext>
                </a:extLst>
              </p14:cNvPr>
              <p14:cNvContentPartPr/>
              <p14:nvPr/>
            </p14:nvContentPartPr>
            <p14:xfrm>
              <a:off x="6762343" y="5510033"/>
              <a:ext cx="163800" cy="69480"/>
            </p14:xfrm>
          </p:contentPart>
        </mc:Choice>
        <mc:Fallback xmlns=""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C972F4F7-21A9-9692-D0C1-0A6EC2B6C657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6746863" y="5494913"/>
                <a:ext cx="1944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2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A4CA98B9-6E17-41D9-910C-E9D56B3BC6B8}"/>
                  </a:ext>
                </a:extLst>
              </p14:cNvPr>
              <p14:cNvContentPartPr/>
              <p14:nvPr/>
            </p14:nvContentPartPr>
            <p14:xfrm>
              <a:off x="6944503" y="5519753"/>
              <a:ext cx="314640" cy="154080"/>
            </p14:xfrm>
          </p:contentPart>
        </mc:Choice>
        <mc:Fallback xmlns=""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A4CA98B9-6E17-41D9-910C-E9D56B3BC6B8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6929383" y="5504633"/>
                <a:ext cx="34524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4AB3CE47-D141-ACB8-EA6B-0FD30F9B6450}"/>
                  </a:ext>
                </a:extLst>
              </p14:cNvPr>
              <p14:cNvContentPartPr/>
              <p14:nvPr/>
            </p14:nvContentPartPr>
            <p14:xfrm>
              <a:off x="7309903" y="5516153"/>
              <a:ext cx="156960" cy="145080"/>
            </p14:xfrm>
          </p:contentPart>
        </mc:Choice>
        <mc:Fallback xmlns=""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4AB3CE47-D141-ACB8-EA6B-0FD30F9B6450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7294783" y="5501033"/>
                <a:ext cx="18720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6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35DEA8A5-D4AA-3F5C-186D-5FCFE907CC6A}"/>
                  </a:ext>
                </a:extLst>
              </p14:cNvPr>
              <p14:cNvContentPartPr/>
              <p14:nvPr/>
            </p14:nvContentPartPr>
            <p14:xfrm>
              <a:off x="7510423" y="5490953"/>
              <a:ext cx="232920" cy="160200"/>
            </p14:xfrm>
          </p:contentPart>
        </mc:Choice>
        <mc:Fallback xmlns=""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35DEA8A5-D4AA-3F5C-186D-5FCFE907CC6A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7495303" y="5475833"/>
                <a:ext cx="26352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8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414C001D-59C5-4F3B-82D5-F6942BE03D80}"/>
                  </a:ext>
                </a:extLst>
              </p14:cNvPr>
              <p14:cNvContentPartPr/>
              <p14:nvPr/>
            </p14:nvContentPartPr>
            <p14:xfrm>
              <a:off x="7724263" y="5472233"/>
              <a:ext cx="160920" cy="163800"/>
            </p14:xfrm>
          </p:contentPart>
        </mc:Choice>
        <mc:Fallback xmlns=""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414C001D-59C5-4F3B-82D5-F6942BE03D80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7708783" y="5457113"/>
                <a:ext cx="19152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0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6D05C8DF-077B-A373-C102-A2AD3F7437E9}"/>
                  </a:ext>
                </a:extLst>
              </p14:cNvPr>
              <p14:cNvContentPartPr/>
              <p14:nvPr/>
            </p14:nvContentPartPr>
            <p14:xfrm>
              <a:off x="7768183" y="5585273"/>
              <a:ext cx="138600" cy="38160"/>
            </p14:xfrm>
          </p:contentPart>
        </mc:Choice>
        <mc:Fallback xmlns=""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6D05C8DF-077B-A373-C102-A2AD3F7437E9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7753063" y="5570153"/>
                <a:ext cx="1692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2">
            <p14:nvContentPartPr>
              <p14:cNvPr id="438" name="Ink 437">
                <a:extLst>
                  <a:ext uri="{FF2B5EF4-FFF2-40B4-BE49-F238E27FC236}">
                    <a16:creationId xmlns:a16="http://schemas.microsoft.com/office/drawing/2014/main" id="{8CB03304-ED5B-33AE-BD80-B51572CB42E9}"/>
                  </a:ext>
                </a:extLst>
              </p14:cNvPr>
              <p14:cNvContentPartPr/>
              <p14:nvPr/>
            </p14:nvContentPartPr>
            <p14:xfrm>
              <a:off x="7912903" y="5440913"/>
              <a:ext cx="100800" cy="201600"/>
            </p14:xfrm>
          </p:contentPart>
        </mc:Choice>
        <mc:Fallback xmlns="">
          <p:pic>
            <p:nvPicPr>
              <p:cNvPr id="438" name="Ink 437">
                <a:extLst>
                  <a:ext uri="{FF2B5EF4-FFF2-40B4-BE49-F238E27FC236}">
                    <a16:creationId xmlns:a16="http://schemas.microsoft.com/office/drawing/2014/main" id="{8CB03304-ED5B-33AE-BD80-B51572CB42E9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7897423" y="5425433"/>
                <a:ext cx="1314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4">
            <p14:nvContentPartPr>
              <p14:cNvPr id="439" name="Ink 438">
                <a:extLst>
                  <a:ext uri="{FF2B5EF4-FFF2-40B4-BE49-F238E27FC236}">
                    <a16:creationId xmlns:a16="http://schemas.microsoft.com/office/drawing/2014/main" id="{0A762B39-EAB8-2F98-F909-01720BB364E6}"/>
                  </a:ext>
                </a:extLst>
              </p14:cNvPr>
              <p14:cNvContentPartPr/>
              <p14:nvPr/>
            </p14:nvContentPartPr>
            <p14:xfrm>
              <a:off x="8409343" y="5387633"/>
              <a:ext cx="176400" cy="288720"/>
            </p14:xfrm>
          </p:contentPart>
        </mc:Choice>
        <mc:Fallback xmlns="">
          <p:pic>
            <p:nvPicPr>
              <p:cNvPr id="439" name="Ink 438">
                <a:extLst>
                  <a:ext uri="{FF2B5EF4-FFF2-40B4-BE49-F238E27FC236}">
                    <a16:creationId xmlns:a16="http://schemas.microsoft.com/office/drawing/2014/main" id="{0A762B39-EAB8-2F98-F909-01720BB364E6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8394223" y="5372513"/>
                <a:ext cx="20700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6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5151C83F-ED84-2660-F40A-A851BAAA52EB}"/>
                  </a:ext>
                </a:extLst>
              </p14:cNvPr>
              <p14:cNvContentPartPr/>
              <p14:nvPr/>
            </p14:nvContentPartPr>
            <p14:xfrm>
              <a:off x="8629663" y="5484833"/>
              <a:ext cx="214200" cy="157680"/>
            </p14:xfrm>
          </p:contentPart>
        </mc:Choice>
        <mc:Fallback xmlns=""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5151C83F-ED84-2660-F40A-A851BAAA52EB}"/>
                  </a:ext>
                </a:extLst>
              </p:cNvPr>
              <p:cNvPicPr/>
              <p:nvPr/>
            </p:nvPicPr>
            <p:blipFill>
              <a:blip r:embed="rId467"/>
              <a:stretch>
                <a:fillRect/>
              </a:stretch>
            </p:blipFill>
            <p:spPr>
              <a:xfrm>
                <a:off x="8614183" y="5469713"/>
                <a:ext cx="24444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8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79BE587D-CF38-C3DB-B3F7-CBF44CED900C}"/>
                  </a:ext>
                </a:extLst>
              </p14:cNvPr>
              <p14:cNvContentPartPr/>
              <p14:nvPr/>
            </p14:nvContentPartPr>
            <p14:xfrm>
              <a:off x="8856463" y="5478713"/>
              <a:ext cx="169560" cy="151200"/>
            </p14:xfrm>
          </p:contentPart>
        </mc:Choice>
        <mc:Fallback xmlns=""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79BE587D-CF38-C3DB-B3F7-CBF44CED900C}"/>
                  </a:ext>
                </a:extLst>
              </p:cNvPr>
              <p:cNvPicPr/>
              <p:nvPr/>
            </p:nvPicPr>
            <p:blipFill>
              <a:blip r:embed="rId469"/>
              <a:stretch>
                <a:fillRect/>
              </a:stretch>
            </p:blipFill>
            <p:spPr>
              <a:xfrm>
                <a:off x="8841343" y="5463233"/>
                <a:ext cx="1998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0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604ABEF7-0BC1-0D77-F64B-D0732D3032C3}"/>
                  </a:ext>
                </a:extLst>
              </p14:cNvPr>
              <p14:cNvContentPartPr/>
              <p14:nvPr/>
            </p14:nvContentPartPr>
            <p14:xfrm>
              <a:off x="9025663" y="5484833"/>
              <a:ext cx="314640" cy="126000"/>
            </p14:xfrm>
          </p:contentPart>
        </mc:Choice>
        <mc:Fallback xmlns=""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604ABEF7-0BC1-0D77-F64B-D0732D3032C3}"/>
                  </a:ext>
                </a:extLst>
              </p:cNvPr>
              <p:cNvPicPr/>
              <p:nvPr/>
            </p:nvPicPr>
            <p:blipFill>
              <a:blip r:embed="rId471"/>
              <a:stretch>
                <a:fillRect/>
              </a:stretch>
            </p:blipFill>
            <p:spPr>
              <a:xfrm>
                <a:off x="9010543" y="5469713"/>
                <a:ext cx="34524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2">
            <p14:nvContentPartPr>
              <p14:cNvPr id="443" name="Ink 442">
                <a:extLst>
                  <a:ext uri="{FF2B5EF4-FFF2-40B4-BE49-F238E27FC236}">
                    <a16:creationId xmlns:a16="http://schemas.microsoft.com/office/drawing/2014/main" id="{40A8E328-612E-A444-AE67-DEE808FC1CE0}"/>
                  </a:ext>
                </a:extLst>
              </p14:cNvPr>
              <p14:cNvContentPartPr/>
              <p14:nvPr/>
            </p14:nvContentPartPr>
            <p14:xfrm>
              <a:off x="9352543" y="5447033"/>
              <a:ext cx="138600" cy="132480"/>
            </p14:xfrm>
          </p:contentPart>
        </mc:Choice>
        <mc:Fallback xmlns="">
          <p:pic>
            <p:nvPicPr>
              <p:cNvPr id="443" name="Ink 442">
                <a:extLst>
                  <a:ext uri="{FF2B5EF4-FFF2-40B4-BE49-F238E27FC236}">
                    <a16:creationId xmlns:a16="http://schemas.microsoft.com/office/drawing/2014/main" id="{40A8E328-612E-A444-AE67-DEE808FC1CE0}"/>
                  </a:ext>
                </a:extLst>
              </p:cNvPr>
              <p:cNvPicPr/>
              <p:nvPr/>
            </p:nvPicPr>
            <p:blipFill>
              <a:blip r:embed="rId473"/>
              <a:stretch>
                <a:fillRect/>
              </a:stretch>
            </p:blipFill>
            <p:spPr>
              <a:xfrm>
                <a:off x="9337423" y="5431913"/>
                <a:ext cx="16920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4">
            <p14:nvContentPartPr>
              <p14:cNvPr id="444" name="Ink 443">
                <a:extLst>
                  <a:ext uri="{FF2B5EF4-FFF2-40B4-BE49-F238E27FC236}">
                    <a16:creationId xmlns:a16="http://schemas.microsoft.com/office/drawing/2014/main" id="{B5AB8D46-86C5-42CD-B2E7-FB77DA1B4567}"/>
                  </a:ext>
                </a:extLst>
              </p14:cNvPr>
              <p14:cNvContentPartPr/>
              <p14:nvPr/>
            </p14:nvContentPartPr>
            <p14:xfrm>
              <a:off x="9548023" y="5415713"/>
              <a:ext cx="420840" cy="170280"/>
            </p14:xfrm>
          </p:contentPart>
        </mc:Choice>
        <mc:Fallback xmlns="">
          <p:pic>
            <p:nvPicPr>
              <p:cNvPr id="444" name="Ink 443">
                <a:extLst>
                  <a:ext uri="{FF2B5EF4-FFF2-40B4-BE49-F238E27FC236}">
                    <a16:creationId xmlns:a16="http://schemas.microsoft.com/office/drawing/2014/main" id="{B5AB8D46-86C5-42CD-B2E7-FB77DA1B4567}"/>
                  </a:ext>
                </a:extLst>
              </p:cNvPr>
              <p:cNvPicPr/>
              <p:nvPr/>
            </p:nvPicPr>
            <p:blipFill>
              <a:blip r:embed="rId475"/>
              <a:stretch>
                <a:fillRect/>
              </a:stretch>
            </p:blipFill>
            <p:spPr>
              <a:xfrm>
                <a:off x="9532903" y="5400593"/>
                <a:ext cx="45144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6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2A684D08-2E07-1F60-B0B0-1BD6AE1AA2E7}"/>
                  </a:ext>
                </a:extLst>
              </p14:cNvPr>
              <p14:cNvContentPartPr/>
              <p14:nvPr/>
            </p14:nvContentPartPr>
            <p14:xfrm>
              <a:off x="10271263" y="5340833"/>
              <a:ext cx="295200" cy="270000"/>
            </p14:xfrm>
          </p:contentPart>
        </mc:Choice>
        <mc:Fallback xmlns=""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2A684D08-2E07-1F60-B0B0-1BD6AE1AA2E7}"/>
                  </a:ext>
                </a:extLst>
              </p:cNvPr>
              <p:cNvPicPr/>
              <p:nvPr/>
            </p:nvPicPr>
            <p:blipFill>
              <a:blip r:embed="rId477"/>
              <a:stretch>
                <a:fillRect/>
              </a:stretch>
            </p:blipFill>
            <p:spPr>
              <a:xfrm>
                <a:off x="10255783" y="5325713"/>
                <a:ext cx="32580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8">
            <p14:nvContentPartPr>
              <p14:cNvPr id="446" name="Ink 445">
                <a:extLst>
                  <a:ext uri="{FF2B5EF4-FFF2-40B4-BE49-F238E27FC236}">
                    <a16:creationId xmlns:a16="http://schemas.microsoft.com/office/drawing/2014/main" id="{1FF1B553-C309-1694-6817-D9166C58F2E0}"/>
                  </a:ext>
                </a:extLst>
              </p14:cNvPr>
              <p14:cNvContentPartPr/>
              <p14:nvPr/>
            </p14:nvContentPartPr>
            <p14:xfrm>
              <a:off x="10540903" y="5478713"/>
              <a:ext cx="252000" cy="126000"/>
            </p14:xfrm>
          </p:contentPart>
        </mc:Choice>
        <mc:Fallback xmlns="">
          <p:pic>
            <p:nvPicPr>
              <p:cNvPr id="446" name="Ink 445">
                <a:extLst>
                  <a:ext uri="{FF2B5EF4-FFF2-40B4-BE49-F238E27FC236}">
                    <a16:creationId xmlns:a16="http://schemas.microsoft.com/office/drawing/2014/main" id="{1FF1B553-C309-1694-6817-D9166C58F2E0}"/>
                  </a:ext>
                </a:extLst>
              </p:cNvPr>
              <p:cNvPicPr/>
              <p:nvPr/>
            </p:nvPicPr>
            <p:blipFill>
              <a:blip r:embed="rId479"/>
              <a:stretch>
                <a:fillRect/>
              </a:stretch>
            </p:blipFill>
            <p:spPr>
              <a:xfrm>
                <a:off x="10525423" y="5463233"/>
                <a:ext cx="28224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0">
            <p14:nvContentPartPr>
              <p14:cNvPr id="447" name="Ink 446">
                <a:extLst>
                  <a:ext uri="{FF2B5EF4-FFF2-40B4-BE49-F238E27FC236}">
                    <a16:creationId xmlns:a16="http://schemas.microsoft.com/office/drawing/2014/main" id="{7FD5861E-3CFB-C132-700B-1A6BF02321B0}"/>
                  </a:ext>
                </a:extLst>
              </p14:cNvPr>
              <p14:cNvContentPartPr/>
              <p14:nvPr/>
            </p14:nvContentPartPr>
            <p14:xfrm>
              <a:off x="10823863" y="5295473"/>
              <a:ext cx="38160" cy="315360"/>
            </p14:xfrm>
          </p:contentPart>
        </mc:Choice>
        <mc:Fallback xmlns="">
          <p:pic>
            <p:nvPicPr>
              <p:cNvPr id="447" name="Ink 446">
                <a:extLst>
                  <a:ext uri="{FF2B5EF4-FFF2-40B4-BE49-F238E27FC236}">
                    <a16:creationId xmlns:a16="http://schemas.microsoft.com/office/drawing/2014/main" id="{7FD5861E-3CFB-C132-700B-1A6BF02321B0}"/>
                  </a:ext>
                </a:extLst>
              </p:cNvPr>
              <p:cNvPicPr/>
              <p:nvPr/>
            </p:nvPicPr>
            <p:blipFill>
              <a:blip r:embed="rId481"/>
              <a:stretch>
                <a:fillRect/>
              </a:stretch>
            </p:blipFill>
            <p:spPr>
              <a:xfrm>
                <a:off x="10808383" y="5280353"/>
                <a:ext cx="6840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2">
            <p14:nvContentPartPr>
              <p14:cNvPr id="448" name="Ink 447">
                <a:extLst>
                  <a:ext uri="{FF2B5EF4-FFF2-40B4-BE49-F238E27FC236}">
                    <a16:creationId xmlns:a16="http://schemas.microsoft.com/office/drawing/2014/main" id="{330C1F7F-A454-99C9-F3F1-17F7F195A739}"/>
                  </a:ext>
                </a:extLst>
              </p14:cNvPr>
              <p14:cNvContentPartPr/>
              <p14:nvPr/>
            </p14:nvContentPartPr>
            <p14:xfrm>
              <a:off x="10719823" y="5415713"/>
              <a:ext cx="318240" cy="63360"/>
            </p14:xfrm>
          </p:contentPart>
        </mc:Choice>
        <mc:Fallback xmlns="">
          <p:pic>
            <p:nvPicPr>
              <p:cNvPr id="448" name="Ink 447">
                <a:extLst>
                  <a:ext uri="{FF2B5EF4-FFF2-40B4-BE49-F238E27FC236}">
                    <a16:creationId xmlns:a16="http://schemas.microsoft.com/office/drawing/2014/main" id="{330C1F7F-A454-99C9-F3F1-17F7F195A739}"/>
                  </a:ext>
                </a:extLst>
              </p:cNvPr>
              <p:cNvPicPr/>
              <p:nvPr/>
            </p:nvPicPr>
            <p:blipFill>
              <a:blip r:embed="rId483"/>
              <a:stretch>
                <a:fillRect/>
              </a:stretch>
            </p:blipFill>
            <p:spPr>
              <a:xfrm>
                <a:off x="10704343" y="5400593"/>
                <a:ext cx="3488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4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985634D4-CC91-2CB9-B8F6-98A126405F09}"/>
                  </a:ext>
                </a:extLst>
              </p14:cNvPr>
              <p14:cNvContentPartPr/>
              <p14:nvPr/>
            </p14:nvContentPartPr>
            <p14:xfrm>
              <a:off x="10950223" y="5453513"/>
              <a:ext cx="345600" cy="163800"/>
            </p14:xfrm>
          </p:contentPart>
        </mc:Choice>
        <mc:Fallback xmlns=""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985634D4-CC91-2CB9-B8F6-98A126405F09}"/>
                  </a:ext>
                </a:extLst>
              </p:cNvPr>
              <p:cNvPicPr/>
              <p:nvPr/>
            </p:nvPicPr>
            <p:blipFill>
              <a:blip r:embed="rId485"/>
              <a:stretch>
                <a:fillRect/>
              </a:stretch>
            </p:blipFill>
            <p:spPr>
              <a:xfrm>
                <a:off x="10935103" y="5438033"/>
                <a:ext cx="37584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6">
            <p14:nvContentPartPr>
              <p14:cNvPr id="450" name="Ink 449">
                <a:extLst>
                  <a:ext uri="{FF2B5EF4-FFF2-40B4-BE49-F238E27FC236}">
                    <a16:creationId xmlns:a16="http://schemas.microsoft.com/office/drawing/2014/main" id="{3C1BFEC7-1AC5-0D84-28DB-9A7DE64EB422}"/>
                  </a:ext>
                </a:extLst>
              </p14:cNvPr>
              <p14:cNvContentPartPr/>
              <p14:nvPr/>
            </p14:nvContentPartPr>
            <p14:xfrm>
              <a:off x="940423" y="6195833"/>
              <a:ext cx="31680" cy="143640"/>
            </p14:xfrm>
          </p:contentPart>
        </mc:Choice>
        <mc:Fallback xmlns="">
          <p:pic>
            <p:nvPicPr>
              <p:cNvPr id="450" name="Ink 449">
                <a:extLst>
                  <a:ext uri="{FF2B5EF4-FFF2-40B4-BE49-F238E27FC236}">
                    <a16:creationId xmlns:a16="http://schemas.microsoft.com/office/drawing/2014/main" id="{3C1BFEC7-1AC5-0D84-28DB-9A7DE64EB422}"/>
                  </a:ext>
                </a:extLst>
              </p:cNvPr>
              <p:cNvPicPr/>
              <p:nvPr/>
            </p:nvPicPr>
            <p:blipFill>
              <a:blip r:embed="rId487"/>
              <a:stretch>
                <a:fillRect/>
              </a:stretch>
            </p:blipFill>
            <p:spPr>
              <a:xfrm>
                <a:off x="925303" y="6180713"/>
                <a:ext cx="6228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8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DF7CB5D5-4959-DFA6-0E3B-5824F3F38B17}"/>
                  </a:ext>
                </a:extLst>
              </p14:cNvPr>
              <p14:cNvContentPartPr/>
              <p14:nvPr/>
            </p14:nvContentPartPr>
            <p14:xfrm>
              <a:off x="927823" y="6069473"/>
              <a:ext cx="19080" cy="12960"/>
            </p14:xfrm>
          </p:contentPart>
        </mc:Choice>
        <mc:Fallback xmlns=""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DF7CB5D5-4959-DFA6-0E3B-5824F3F38B17}"/>
                  </a:ext>
                </a:extLst>
              </p:cNvPr>
              <p:cNvPicPr/>
              <p:nvPr/>
            </p:nvPicPr>
            <p:blipFill>
              <a:blip r:embed="rId489"/>
              <a:stretch>
                <a:fillRect/>
              </a:stretch>
            </p:blipFill>
            <p:spPr>
              <a:xfrm>
                <a:off x="912703" y="6054353"/>
                <a:ext cx="496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0">
            <p14:nvContentPartPr>
              <p14:cNvPr id="452" name="Ink 451">
                <a:extLst>
                  <a:ext uri="{FF2B5EF4-FFF2-40B4-BE49-F238E27FC236}">
                    <a16:creationId xmlns:a16="http://schemas.microsoft.com/office/drawing/2014/main" id="{96733DE5-FD8E-332A-F150-64D3E0636151}"/>
                  </a:ext>
                </a:extLst>
              </p14:cNvPr>
              <p14:cNvContentPartPr/>
              <p14:nvPr/>
            </p14:nvContentPartPr>
            <p14:xfrm>
              <a:off x="1085143" y="6154793"/>
              <a:ext cx="314640" cy="228960"/>
            </p14:xfrm>
          </p:contentPart>
        </mc:Choice>
        <mc:Fallback xmlns="">
          <p:pic>
            <p:nvPicPr>
              <p:cNvPr id="452" name="Ink 451">
                <a:extLst>
                  <a:ext uri="{FF2B5EF4-FFF2-40B4-BE49-F238E27FC236}">
                    <a16:creationId xmlns:a16="http://schemas.microsoft.com/office/drawing/2014/main" id="{96733DE5-FD8E-332A-F150-64D3E0636151}"/>
                  </a:ext>
                </a:extLst>
              </p:cNvPr>
              <p:cNvPicPr/>
              <p:nvPr/>
            </p:nvPicPr>
            <p:blipFill>
              <a:blip r:embed="rId491"/>
              <a:stretch>
                <a:fillRect/>
              </a:stretch>
            </p:blipFill>
            <p:spPr>
              <a:xfrm>
                <a:off x="1069663" y="6139673"/>
                <a:ext cx="3452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453" name="Ink 452">
                <a:extLst>
                  <a:ext uri="{FF2B5EF4-FFF2-40B4-BE49-F238E27FC236}">
                    <a16:creationId xmlns:a16="http://schemas.microsoft.com/office/drawing/2014/main" id="{857C20D3-6933-DAD3-5829-3806CEEFE543}"/>
                  </a:ext>
                </a:extLst>
              </p14:cNvPr>
              <p14:cNvContentPartPr/>
              <p14:nvPr/>
            </p14:nvContentPartPr>
            <p14:xfrm>
              <a:off x="1713703" y="6132473"/>
              <a:ext cx="258120" cy="176400"/>
            </p14:xfrm>
          </p:contentPart>
        </mc:Choice>
        <mc:Fallback xmlns="">
          <p:pic>
            <p:nvPicPr>
              <p:cNvPr id="453" name="Ink 452">
                <a:extLst>
                  <a:ext uri="{FF2B5EF4-FFF2-40B4-BE49-F238E27FC236}">
                    <a16:creationId xmlns:a16="http://schemas.microsoft.com/office/drawing/2014/main" id="{857C20D3-6933-DAD3-5829-3806CEEFE543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1698583" y="6116993"/>
                <a:ext cx="28872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454" name="Ink 453">
                <a:extLst>
                  <a:ext uri="{FF2B5EF4-FFF2-40B4-BE49-F238E27FC236}">
                    <a16:creationId xmlns:a16="http://schemas.microsoft.com/office/drawing/2014/main" id="{724C8384-AFD6-9FBF-7059-759273584C94}"/>
                  </a:ext>
                </a:extLst>
              </p14:cNvPr>
              <p14:cNvContentPartPr/>
              <p14:nvPr/>
            </p14:nvContentPartPr>
            <p14:xfrm>
              <a:off x="2223103" y="6094673"/>
              <a:ext cx="132480" cy="220320"/>
            </p14:xfrm>
          </p:contentPart>
        </mc:Choice>
        <mc:Fallback xmlns="">
          <p:pic>
            <p:nvPicPr>
              <p:cNvPr id="454" name="Ink 453">
                <a:extLst>
                  <a:ext uri="{FF2B5EF4-FFF2-40B4-BE49-F238E27FC236}">
                    <a16:creationId xmlns:a16="http://schemas.microsoft.com/office/drawing/2014/main" id="{724C8384-AFD6-9FBF-7059-759273584C94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2207623" y="6079553"/>
                <a:ext cx="16272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6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6E654BCC-12DE-2341-6873-121504F46B4F}"/>
                  </a:ext>
                </a:extLst>
              </p14:cNvPr>
              <p14:cNvContentPartPr/>
              <p14:nvPr/>
            </p14:nvContentPartPr>
            <p14:xfrm>
              <a:off x="2405263" y="6129593"/>
              <a:ext cx="132480" cy="370440"/>
            </p14:xfrm>
          </p:contentPart>
        </mc:Choice>
        <mc:Fallback xmlns=""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6E654BCC-12DE-2341-6873-121504F46B4F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2390143" y="6114473"/>
                <a:ext cx="16272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8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E91503BF-7CEC-21CE-ABD4-EA4BDEE4D655}"/>
                  </a:ext>
                </a:extLst>
              </p14:cNvPr>
              <p14:cNvContentPartPr/>
              <p14:nvPr/>
            </p14:nvContentPartPr>
            <p14:xfrm>
              <a:off x="2587423" y="6133193"/>
              <a:ext cx="201600" cy="174960"/>
            </p14:xfrm>
          </p:contentPart>
        </mc:Choice>
        <mc:Fallback xmlns=""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E91503BF-7CEC-21CE-ABD4-EA4BDEE4D655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2572303" y="6117713"/>
                <a:ext cx="23220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0">
            <p14:nvContentPartPr>
              <p14:cNvPr id="457" name="Ink 456">
                <a:extLst>
                  <a:ext uri="{FF2B5EF4-FFF2-40B4-BE49-F238E27FC236}">
                    <a16:creationId xmlns:a16="http://schemas.microsoft.com/office/drawing/2014/main" id="{664BE785-7D2F-DDA6-3322-F21E930907AE}"/>
                  </a:ext>
                </a:extLst>
              </p14:cNvPr>
              <p14:cNvContentPartPr/>
              <p14:nvPr/>
            </p14:nvContentPartPr>
            <p14:xfrm>
              <a:off x="2801263" y="6157673"/>
              <a:ext cx="264240" cy="156960"/>
            </p14:xfrm>
          </p:contentPart>
        </mc:Choice>
        <mc:Fallback xmlns="">
          <p:pic>
            <p:nvPicPr>
              <p:cNvPr id="457" name="Ink 456">
                <a:extLst>
                  <a:ext uri="{FF2B5EF4-FFF2-40B4-BE49-F238E27FC236}">
                    <a16:creationId xmlns:a16="http://schemas.microsoft.com/office/drawing/2014/main" id="{664BE785-7D2F-DDA6-3322-F21E930907AE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2786143" y="6142193"/>
                <a:ext cx="29484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2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38533B45-196F-4A8A-C55C-AB6284DFE89E}"/>
                  </a:ext>
                </a:extLst>
              </p14:cNvPr>
              <p14:cNvContentPartPr/>
              <p14:nvPr/>
            </p14:nvContentPartPr>
            <p14:xfrm>
              <a:off x="2990623" y="6031673"/>
              <a:ext cx="18360" cy="12960"/>
            </p14:xfrm>
          </p:contentPart>
        </mc:Choice>
        <mc:Fallback xmlns=""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38533B45-196F-4A8A-C55C-AB6284DFE89E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2975503" y="6016553"/>
                <a:ext cx="489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4">
            <p14:nvContentPartPr>
              <p14:cNvPr id="459" name="Ink 458">
                <a:extLst>
                  <a:ext uri="{FF2B5EF4-FFF2-40B4-BE49-F238E27FC236}">
                    <a16:creationId xmlns:a16="http://schemas.microsoft.com/office/drawing/2014/main" id="{E4C753BD-5A61-3F2A-DD0A-96E73DF0CC1A}"/>
                  </a:ext>
                </a:extLst>
              </p14:cNvPr>
              <p14:cNvContentPartPr/>
              <p14:nvPr/>
            </p14:nvContentPartPr>
            <p14:xfrm>
              <a:off x="3103303" y="5994233"/>
              <a:ext cx="189000" cy="569160"/>
            </p14:xfrm>
          </p:contentPart>
        </mc:Choice>
        <mc:Fallback xmlns="">
          <p:pic>
            <p:nvPicPr>
              <p:cNvPr id="459" name="Ink 458">
                <a:extLst>
                  <a:ext uri="{FF2B5EF4-FFF2-40B4-BE49-F238E27FC236}">
                    <a16:creationId xmlns:a16="http://schemas.microsoft.com/office/drawing/2014/main" id="{E4C753BD-5A61-3F2A-DD0A-96E73DF0CC1A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3087823" y="5978753"/>
                <a:ext cx="219600" cy="59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6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D0FB0E15-A1A4-DE2D-1FE4-6EB30ED07D80}"/>
                  </a:ext>
                </a:extLst>
              </p14:cNvPr>
              <p14:cNvContentPartPr/>
              <p14:nvPr/>
            </p14:nvContentPartPr>
            <p14:xfrm>
              <a:off x="3329383" y="6145793"/>
              <a:ext cx="31680" cy="130320"/>
            </p14:xfrm>
          </p:contentPart>
        </mc:Choice>
        <mc:Fallback xmlns=""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D0FB0E15-A1A4-DE2D-1FE4-6EB30ED07D80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3314263" y="6130313"/>
                <a:ext cx="6228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461" name="Ink 460">
                <a:extLst>
                  <a:ext uri="{FF2B5EF4-FFF2-40B4-BE49-F238E27FC236}">
                    <a16:creationId xmlns:a16="http://schemas.microsoft.com/office/drawing/2014/main" id="{B8AA61EB-1EB0-3791-BFA3-B6246D55AA50}"/>
                  </a:ext>
                </a:extLst>
              </p14:cNvPr>
              <p14:cNvContentPartPr/>
              <p14:nvPr/>
            </p14:nvContentPartPr>
            <p14:xfrm>
              <a:off x="3348463" y="6038153"/>
              <a:ext cx="12960" cy="19080"/>
            </p14:xfrm>
          </p:contentPart>
        </mc:Choice>
        <mc:Fallback xmlns="">
          <p:pic>
            <p:nvPicPr>
              <p:cNvPr id="461" name="Ink 460">
                <a:extLst>
                  <a:ext uri="{FF2B5EF4-FFF2-40B4-BE49-F238E27FC236}">
                    <a16:creationId xmlns:a16="http://schemas.microsoft.com/office/drawing/2014/main" id="{B8AA61EB-1EB0-3791-BFA3-B6246D55AA50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3332983" y="6023033"/>
                <a:ext cx="435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0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B6D04ED5-131B-B0A0-07FD-34108941AA7F}"/>
                  </a:ext>
                </a:extLst>
              </p14:cNvPr>
              <p14:cNvContentPartPr/>
              <p14:nvPr/>
            </p14:nvContentPartPr>
            <p14:xfrm>
              <a:off x="3408583" y="6113393"/>
              <a:ext cx="217080" cy="157680"/>
            </p14:xfrm>
          </p:contentPart>
        </mc:Choice>
        <mc:Fallback xmlns=""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B6D04ED5-131B-B0A0-07FD-34108941AA7F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3393103" y="6098273"/>
                <a:ext cx="2473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469" name="Ink 468">
                <a:extLst>
                  <a:ext uri="{FF2B5EF4-FFF2-40B4-BE49-F238E27FC236}">
                    <a16:creationId xmlns:a16="http://schemas.microsoft.com/office/drawing/2014/main" id="{06B80C1F-C6D9-9F6B-1671-2731FDF8EB65}"/>
                  </a:ext>
                </a:extLst>
              </p14:cNvPr>
              <p14:cNvContentPartPr/>
              <p14:nvPr/>
            </p14:nvContentPartPr>
            <p14:xfrm>
              <a:off x="3914023" y="6070193"/>
              <a:ext cx="182520" cy="137160"/>
            </p14:xfrm>
          </p:contentPart>
        </mc:Choice>
        <mc:Fallback xmlns="">
          <p:pic>
            <p:nvPicPr>
              <p:cNvPr id="469" name="Ink 468">
                <a:extLst>
                  <a:ext uri="{FF2B5EF4-FFF2-40B4-BE49-F238E27FC236}">
                    <a16:creationId xmlns:a16="http://schemas.microsoft.com/office/drawing/2014/main" id="{06B80C1F-C6D9-9F6B-1671-2731FDF8EB65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3898903" y="6055073"/>
                <a:ext cx="21312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470" name="Ink 469">
                <a:extLst>
                  <a:ext uri="{FF2B5EF4-FFF2-40B4-BE49-F238E27FC236}">
                    <a16:creationId xmlns:a16="http://schemas.microsoft.com/office/drawing/2014/main" id="{85C2774E-65F6-5C99-70D4-354EE31CD53F}"/>
                  </a:ext>
                </a:extLst>
              </p14:cNvPr>
              <p14:cNvContentPartPr/>
              <p14:nvPr/>
            </p14:nvContentPartPr>
            <p14:xfrm>
              <a:off x="4071343" y="6101153"/>
              <a:ext cx="622800" cy="157680"/>
            </p14:xfrm>
          </p:contentPart>
        </mc:Choice>
        <mc:Fallback xmlns="">
          <p:pic>
            <p:nvPicPr>
              <p:cNvPr id="470" name="Ink 469">
                <a:extLst>
                  <a:ext uri="{FF2B5EF4-FFF2-40B4-BE49-F238E27FC236}">
                    <a16:creationId xmlns:a16="http://schemas.microsoft.com/office/drawing/2014/main" id="{85C2774E-65F6-5C99-70D4-354EE31CD53F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4056223" y="6085673"/>
                <a:ext cx="65340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6">
            <p14:nvContentPartPr>
              <p14:cNvPr id="471" name="Ink 470">
                <a:extLst>
                  <a:ext uri="{FF2B5EF4-FFF2-40B4-BE49-F238E27FC236}">
                    <a16:creationId xmlns:a16="http://schemas.microsoft.com/office/drawing/2014/main" id="{077A6F84-1F1D-BC0A-1EF6-F8E2718BCE38}"/>
                  </a:ext>
                </a:extLst>
              </p14:cNvPr>
              <p14:cNvContentPartPr/>
              <p14:nvPr/>
            </p14:nvContentPartPr>
            <p14:xfrm>
              <a:off x="4725103" y="6076673"/>
              <a:ext cx="471960" cy="332280"/>
            </p14:xfrm>
          </p:contentPart>
        </mc:Choice>
        <mc:Fallback xmlns="">
          <p:pic>
            <p:nvPicPr>
              <p:cNvPr id="471" name="Ink 470">
                <a:extLst>
                  <a:ext uri="{FF2B5EF4-FFF2-40B4-BE49-F238E27FC236}">
                    <a16:creationId xmlns:a16="http://schemas.microsoft.com/office/drawing/2014/main" id="{077A6F84-1F1D-BC0A-1EF6-F8E2718BCE38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4709983" y="6061193"/>
                <a:ext cx="50256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8">
            <p14:nvContentPartPr>
              <p14:cNvPr id="472" name="Ink 471">
                <a:extLst>
                  <a:ext uri="{FF2B5EF4-FFF2-40B4-BE49-F238E27FC236}">
                    <a16:creationId xmlns:a16="http://schemas.microsoft.com/office/drawing/2014/main" id="{55D5638B-6F0A-E144-C093-88AFF953E52C}"/>
                  </a:ext>
                </a:extLst>
              </p14:cNvPr>
              <p14:cNvContentPartPr/>
              <p14:nvPr/>
            </p14:nvContentPartPr>
            <p14:xfrm>
              <a:off x="5498383" y="6027713"/>
              <a:ext cx="25560" cy="168120"/>
            </p14:xfrm>
          </p:contentPart>
        </mc:Choice>
        <mc:Fallback xmlns="">
          <p:pic>
            <p:nvPicPr>
              <p:cNvPr id="472" name="Ink 471">
                <a:extLst>
                  <a:ext uri="{FF2B5EF4-FFF2-40B4-BE49-F238E27FC236}">
                    <a16:creationId xmlns:a16="http://schemas.microsoft.com/office/drawing/2014/main" id="{55D5638B-6F0A-E144-C093-88AFF953E52C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5483263" y="6012233"/>
                <a:ext cx="5616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0">
            <p14:nvContentPartPr>
              <p14:cNvPr id="473" name="Ink 472">
                <a:extLst>
                  <a:ext uri="{FF2B5EF4-FFF2-40B4-BE49-F238E27FC236}">
                    <a16:creationId xmlns:a16="http://schemas.microsoft.com/office/drawing/2014/main" id="{FE36BE8E-FE56-E642-75A8-D58A00E53ED3}"/>
                  </a:ext>
                </a:extLst>
              </p14:cNvPr>
              <p14:cNvContentPartPr/>
              <p14:nvPr/>
            </p14:nvContentPartPr>
            <p14:xfrm>
              <a:off x="5467063" y="5956433"/>
              <a:ext cx="25560" cy="19080"/>
            </p14:xfrm>
          </p:contentPart>
        </mc:Choice>
        <mc:Fallback xmlns="">
          <p:pic>
            <p:nvPicPr>
              <p:cNvPr id="473" name="Ink 472">
                <a:extLst>
                  <a:ext uri="{FF2B5EF4-FFF2-40B4-BE49-F238E27FC236}">
                    <a16:creationId xmlns:a16="http://schemas.microsoft.com/office/drawing/2014/main" id="{FE36BE8E-FE56-E642-75A8-D58A00E53ED3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5451943" y="5940953"/>
                <a:ext cx="561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2">
            <p14:nvContentPartPr>
              <p14:cNvPr id="474" name="Ink 473">
                <a:extLst>
                  <a:ext uri="{FF2B5EF4-FFF2-40B4-BE49-F238E27FC236}">
                    <a16:creationId xmlns:a16="http://schemas.microsoft.com/office/drawing/2014/main" id="{C9FBACD7-8D5D-9836-7748-473F4120CEF3}"/>
                  </a:ext>
                </a:extLst>
              </p14:cNvPr>
              <p14:cNvContentPartPr/>
              <p14:nvPr/>
            </p14:nvContentPartPr>
            <p14:xfrm>
              <a:off x="5592703" y="6025553"/>
              <a:ext cx="112680" cy="182520"/>
            </p14:xfrm>
          </p:contentPart>
        </mc:Choice>
        <mc:Fallback xmlns="">
          <p:pic>
            <p:nvPicPr>
              <p:cNvPr id="474" name="Ink 473">
                <a:extLst>
                  <a:ext uri="{FF2B5EF4-FFF2-40B4-BE49-F238E27FC236}">
                    <a16:creationId xmlns:a16="http://schemas.microsoft.com/office/drawing/2014/main" id="{C9FBACD7-8D5D-9836-7748-473F4120CEF3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5577583" y="6010433"/>
                <a:ext cx="1432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4">
            <p14:nvContentPartPr>
              <p14:cNvPr id="475" name="Ink 474">
                <a:extLst>
                  <a:ext uri="{FF2B5EF4-FFF2-40B4-BE49-F238E27FC236}">
                    <a16:creationId xmlns:a16="http://schemas.microsoft.com/office/drawing/2014/main" id="{AC681104-8416-5014-A2B3-D6A50425D664}"/>
                  </a:ext>
                </a:extLst>
              </p14:cNvPr>
              <p14:cNvContentPartPr/>
              <p14:nvPr/>
            </p14:nvContentPartPr>
            <p14:xfrm>
              <a:off x="5982583" y="5876153"/>
              <a:ext cx="157680" cy="300600"/>
            </p14:xfrm>
          </p:contentPart>
        </mc:Choice>
        <mc:Fallback xmlns="">
          <p:pic>
            <p:nvPicPr>
              <p:cNvPr id="475" name="Ink 474">
                <a:extLst>
                  <a:ext uri="{FF2B5EF4-FFF2-40B4-BE49-F238E27FC236}">
                    <a16:creationId xmlns:a16="http://schemas.microsoft.com/office/drawing/2014/main" id="{AC681104-8416-5014-A2B3-D6A50425D664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5967463" y="5860673"/>
                <a:ext cx="18792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6">
            <p14:nvContentPartPr>
              <p14:cNvPr id="476" name="Ink 475">
                <a:extLst>
                  <a:ext uri="{FF2B5EF4-FFF2-40B4-BE49-F238E27FC236}">
                    <a16:creationId xmlns:a16="http://schemas.microsoft.com/office/drawing/2014/main" id="{9F08D43F-5126-37D7-C3D4-9A9F85DD9A7C}"/>
                  </a:ext>
                </a:extLst>
              </p14:cNvPr>
              <p14:cNvContentPartPr/>
              <p14:nvPr/>
            </p14:nvContentPartPr>
            <p14:xfrm>
              <a:off x="6187423" y="6000353"/>
              <a:ext cx="204480" cy="195120"/>
            </p14:xfrm>
          </p:contentPart>
        </mc:Choice>
        <mc:Fallback xmlns="">
          <p:pic>
            <p:nvPicPr>
              <p:cNvPr id="476" name="Ink 475">
                <a:extLst>
                  <a:ext uri="{FF2B5EF4-FFF2-40B4-BE49-F238E27FC236}">
                    <a16:creationId xmlns:a16="http://schemas.microsoft.com/office/drawing/2014/main" id="{9F08D43F-5126-37D7-C3D4-9A9F85DD9A7C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6171943" y="5985233"/>
                <a:ext cx="23472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8">
            <p14:nvContentPartPr>
              <p14:cNvPr id="477" name="Ink 476">
                <a:extLst>
                  <a:ext uri="{FF2B5EF4-FFF2-40B4-BE49-F238E27FC236}">
                    <a16:creationId xmlns:a16="http://schemas.microsoft.com/office/drawing/2014/main" id="{AB00B5C4-F1D2-23AF-AC6B-3D72F9C5C03F}"/>
                  </a:ext>
                </a:extLst>
              </p14:cNvPr>
              <p14:cNvContentPartPr/>
              <p14:nvPr/>
            </p14:nvContentPartPr>
            <p14:xfrm>
              <a:off x="6435463" y="5853113"/>
              <a:ext cx="19080" cy="316080"/>
            </p14:xfrm>
          </p:contentPart>
        </mc:Choice>
        <mc:Fallback xmlns="">
          <p:pic>
            <p:nvPicPr>
              <p:cNvPr id="477" name="Ink 476">
                <a:extLst>
                  <a:ext uri="{FF2B5EF4-FFF2-40B4-BE49-F238E27FC236}">
                    <a16:creationId xmlns:a16="http://schemas.microsoft.com/office/drawing/2014/main" id="{AB00B5C4-F1D2-23AF-AC6B-3D72F9C5C03F}"/>
                  </a:ext>
                </a:extLst>
              </p:cNvPr>
              <p:cNvPicPr/>
              <p:nvPr/>
            </p:nvPicPr>
            <p:blipFill>
              <a:blip r:embed="rId529"/>
              <a:stretch>
                <a:fillRect/>
              </a:stretch>
            </p:blipFill>
            <p:spPr>
              <a:xfrm>
                <a:off x="6419983" y="5837633"/>
                <a:ext cx="4968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0">
            <p14:nvContentPartPr>
              <p14:cNvPr id="478" name="Ink 477">
                <a:extLst>
                  <a:ext uri="{FF2B5EF4-FFF2-40B4-BE49-F238E27FC236}">
                    <a16:creationId xmlns:a16="http://schemas.microsoft.com/office/drawing/2014/main" id="{5664835D-6A86-17D8-B4F4-D5579E5AC874}"/>
                  </a:ext>
                </a:extLst>
              </p14:cNvPr>
              <p14:cNvContentPartPr/>
              <p14:nvPr/>
            </p14:nvContentPartPr>
            <p14:xfrm>
              <a:off x="6350863" y="5987753"/>
              <a:ext cx="204480" cy="56880"/>
            </p14:xfrm>
          </p:contentPart>
        </mc:Choice>
        <mc:Fallback xmlns="">
          <p:pic>
            <p:nvPicPr>
              <p:cNvPr id="478" name="Ink 477">
                <a:extLst>
                  <a:ext uri="{FF2B5EF4-FFF2-40B4-BE49-F238E27FC236}">
                    <a16:creationId xmlns:a16="http://schemas.microsoft.com/office/drawing/2014/main" id="{5664835D-6A86-17D8-B4F4-D5579E5AC874}"/>
                  </a:ext>
                </a:extLst>
              </p:cNvPr>
              <p:cNvPicPr/>
              <p:nvPr/>
            </p:nvPicPr>
            <p:blipFill>
              <a:blip r:embed="rId531"/>
              <a:stretch>
                <a:fillRect/>
              </a:stretch>
            </p:blipFill>
            <p:spPr>
              <a:xfrm>
                <a:off x="6335383" y="5972633"/>
                <a:ext cx="23472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2">
            <p14:nvContentPartPr>
              <p14:cNvPr id="479" name="Ink 478">
                <a:extLst>
                  <a:ext uri="{FF2B5EF4-FFF2-40B4-BE49-F238E27FC236}">
                    <a16:creationId xmlns:a16="http://schemas.microsoft.com/office/drawing/2014/main" id="{DDD10DC2-E8A5-249E-82F7-4CD0E6C05705}"/>
                  </a:ext>
                </a:extLst>
              </p14:cNvPr>
              <p14:cNvContentPartPr/>
              <p14:nvPr/>
            </p14:nvContentPartPr>
            <p14:xfrm>
              <a:off x="6624103" y="5877953"/>
              <a:ext cx="25560" cy="281880"/>
            </p14:xfrm>
          </p:contentPart>
        </mc:Choice>
        <mc:Fallback xmlns="">
          <p:pic>
            <p:nvPicPr>
              <p:cNvPr id="479" name="Ink 478">
                <a:extLst>
                  <a:ext uri="{FF2B5EF4-FFF2-40B4-BE49-F238E27FC236}">
                    <a16:creationId xmlns:a16="http://schemas.microsoft.com/office/drawing/2014/main" id="{DDD10DC2-E8A5-249E-82F7-4CD0E6C05705}"/>
                  </a:ext>
                </a:extLst>
              </p:cNvPr>
              <p:cNvPicPr/>
              <p:nvPr/>
            </p:nvPicPr>
            <p:blipFill>
              <a:blip r:embed="rId533"/>
              <a:stretch>
                <a:fillRect/>
              </a:stretch>
            </p:blipFill>
            <p:spPr>
              <a:xfrm>
                <a:off x="6608623" y="5862833"/>
                <a:ext cx="5616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4">
            <p14:nvContentPartPr>
              <p14:cNvPr id="480" name="Ink 479">
                <a:extLst>
                  <a:ext uri="{FF2B5EF4-FFF2-40B4-BE49-F238E27FC236}">
                    <a16:creationId xmlns:a16="http://schemas.microsoft.com/office/drawing/2014/main" id="{00FEEBF7-C6C1-924C-C911-076E79D95D5B}"/>
                  </a:ext>
                </a:extLst>
              </p14:cNvPr>
              <p14:cNvContentPartPr/>
              <p14:nvPr/>
            </p14:nvContentPartPr>
            <p14:xfrm>
              <a:off x="6554623" y="6025553"/>
              <a:ext cx="170280" cy="44280"/>
            </p14:xfrm>
          </p:contentPart>
        </mc:Choice>
        <mc:Fallback xmlns="">
          <p:pic>
            <p:nvPicPr>
              <p:cNvPr id="480" name="Ink 479">
                <a:extLst>
                  <a:ext uri="{FF2B5EF4-FFF2-40B4-BE49-F238E27FC236}">
                    <a16:creationId xmlns:a16="http://schemas.microsoft.com/office/drawing/2014/main" id="{00FEEBF7-C6C1-924C-C911-076E79D95D5B}"/>
                  </a:ext>
                </a:extLst>
              </p:cNvPr>
              <p:cNvPicPr/>
              <p:nvPr/>
            </p:nvPicPr>
            <p:blipFill>
              <a:blip r:embed="rId535"/>
              <a:stretch>
                <a:fillRect/>
              </a:stretch>
            </p:blipFill>
            <p:spPr>
              <a:xfrm>
                <a:off x="6539503" y="6010433"/>
                <a:ext cx="20052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6">
            <p14:nvContentPartPr>
              <p14:cNvPr id="481" name="Ink 480">
                <a:extLst>
                  <a:ext uri="{FF2B5EF4-FFF2-40B4-BE49-F238E27FC236}">
                    <a16:creationId xmlns:a16="http://schemas.microsoft.com/office/drawing/2014/main" id="{33DADCF0-C006-AF15-0F48-2C51AA8D3466}"/>
                  </a:ext>
                </a:extLst>
              </p14:cNvPr>
              <p14:cNvContentPartPr/>
              <p14:nvPr/>
            </p14:nvContentPartPr>
            <p14:xfrm>
              <a:off x="6732103" y="5994233"/>
              <a:ext cx="212760" cy="163800"/>
            </p14:xfrm>
          </p:contentPart>
        </mc:Choice>
        <mc:Fallback xmlns="">
          <p:pic>
            <p:nvPicPr>
              <p:cNvPr id="481" name="Ink 480">
                <a:extLst>
                  <a:ext uri="{FF2B5EF4-FFF2-40B4-BE49-F238E27FC236}">
                    <a16:creationId xmlns:a16="http://schemas.microsoft.com/office/drawing/2014/main" id="{33DADCF0-C006-AF15-0F48-2C51AA8D3466}"/>
                  </a:ext>
                </a:extLst>
              </p:cNvPr>
              <p:cNvPicPr/>
              <p:nvPr/>
            </p:nvPicPr>
            <p:blipFill>
              <a:blip r:embed="rId537"/>
              <a:stretch>
                <a:fillRect/>
              </a:stretch>
            </p:blipFill>
            <p:spPr>
              <a:xfrm>
                <a:off x="6716983" y="5978753"/>
                <a:ext cx="24336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8">
            <p14:nvContentPartPr>
              <p14:cNvPr id="482" name="Ink 481">
                <a:extLst>
                  <a:ext uri="{FF2B5EF4-FFF2-40B4-BE49-F238E27FC236}">
                    <a16:creationId xmlns:a16="http://schemas.microsoft.com/office/drawing/2014/main" id="{9B2969C8-E87D-B35E-F04D-E21F7ECEC0D6}"/>
                  </a:ext>
                </a:extLst>
              </p14:cNvPr>
              <p14:cNvContentPartPr/>
              <p14:nvPr/>
            </p14:nvContentPartPr>
            <p14:xfrm>
              <a:off x="6944503" y="5969033"/>
              <a:ext cx="145080" cy="163800"/>
            </p14:xfrm>
          </p:contentPart>
        </mc:Choice>
        <mc:Fallback xmlns="">
          <p:pic>
            <p:nvPicPr>
              <p:cNvPr id="482" name="Ink 481">
                <a:extLst>
                  <a:ext uri="{FF2B5EF4-FFF2-40B4-BE49-F238E27FC236}">
                    <a16:creationId xmlns:a16="http://schemas.microsoft.com/office/drawing/2014/main" id="{9B2969C8-E87D-B35E-F04D-E21F7ECEC0D6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6929383" y="5953553"/>
                <a:ext cx="17532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0">
            <p14:nvContentPartPr>
              <p14:cNvPr id="483" name="Ink 482">
                <a:extLst>
                  <a:ext uri="{FF2B5EF4-FFF2-40B4-BE49-F238E27FC236}">
                    <a16:creationId xmlns:a16="http://schemas.microsoft.com/office/drawing/2014/main" id="{25BED0F6-B548-B98A-A23F-1BCD0B050EA0}"/>
                  </a:ext>
                </a:extLst>
              </p14:cNvPr>
              <p14:cNvContentPartPr/>
              <p14:nvPr/>
            </p14:nvContentPartPr>
            <p14:xfrm>
              <a:off x="545143" y="6492113"/>
              <a:ext cx="224640" cy="215640"/>
            </p14:xfrm>
          </p:contentPart>
        </mc:Choice>
        <mc:Fallback xmlns="">
          <p:pic>
            <p:nvPicPr>
              <p:cNvPr id="483" name="Ink 482">
                <a:extLst>
                  <a:ext uri="{FF2B5EF4-FFF2-40B4-BE49-F238E27FC236}">
                    <a16:creationId xmlns:a16="http://schemas.microsoft.com/office/drawing/2014/main" id="{25BED0F6-B548-B98A-A23F-1BCD0B050EA0}"/>
                  </a:ext>
                </a:extLst>
              </p:cNvPr>
              <p:cNvPicPr/>
              <p:nvPr/>
            </p:nvPicPr>
            <p:blipFill>
              <a:blip r:embed="rId541"/>
              <a:stretch>
                <a:fillRect/>
              </a:stretch>
            </p:blipFill>
            <p:spPr>
              <a:xfrm>
                <a:off x="529663" y="6476993"/>
                <a:ext cx="25524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2">
            <p14:nvContentPartPr>
              <p14:cNvPr id="484" name="Ink 483">
                <a:extLst>
                  <a:ext uri="{FF2B5EF4-FFF2-40B4-BE49-F238E27FC236}">
                    <a16:creationId xmlns:a16="http://schemas.microsoft.com/office/drawing/2014/main" id="{BDE3F838-49A4-D1E2-673E-6D652D9FB383}"/>
                  </a:ext>
                </a:extLst>
              </p14:cNvPr>
              <p14:cNvContentPartPr/>
              <p14:nvPr/>
            </p14:nvContentPartPr>
            <p14:xfrm>
              <a:off x="946543" y="6386633"/>
              <a:ext cx="182520" cy="356040"/>
            </p14:xfrm>
          </p:contentPart>
        </mc:Choice>
        <mc:Fallback xmlns="">
          <p:pic>
            <p:nvPicPr>
              <p:cNvPr id="484" name="Ink 483">
                <a:extLst>
                  <a:ext uri="{FF2B5EF4-FFF2-40B4-BE49-F238E27FC236}">
                    <a16:creationId xmlns:a16="http://schemas.microsoft.com/office/drawing/2014/main" id="{BDE3F838-49A4-D1E2-673E-6D652D9FB383}"/>
                  </a:ext>
                </a:extLst>
              </p:cNvPr>
              <p:cNvPicPr/>
              <p:nvPr/>
            </p:nvPicPr>
            <p:blipFill>
              <a:blip r:embed="rId543"/>
              <a:stretch>
                <a:fillRect/>
              </a:stretch>
            </p:blipFill>
            <p:spPr>
              <a:xfrm>
                <a:off x="931423" y="6371513"/>
                <a:ext cx="21312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4">
            <p14:nvContentPartPr>
              <p14:cNvPr id="485" name="Ink 484">
                <a:extLst>
                  <a:ext uri="{FF2B5EF4-FFF2-40B4-BE49-F238E27FC236}">
                    <a16:creationId xmlns:a16="http://schemas.microsoft.com/office/drawing/2014/main" id="{0F42671F-D74D-BC3C-DB11-6119A78B573A}"/>
                  </a:ext>
                </a:extLst>
              </p14:cNvPr>
              <p14:cNvContentPartPr/>
              <p14:nvPr/>
            </p14:nvContentPartPr>
            <p14:xfrm>
              <a:off x="880303" y="6591473"/>
              <a:ext cx="154800" cy="74520"/>
            </p14:xfrm>
          </p:contentPart>
        </mc:Choice>
        <mc:Fallback xmlns="">
          <p:pic>
            <p:nvPicPr>
              <p:cNvPr id="485" name="Ink 484">
                <a:extLst>
                  <a:ext uri="{FF2B5EF4-FFF2-40B4-BE49-F238E27FC236}">
                    <a16:creationId xmlns:a16="http://schemas.microsoft.com/office/drawing/2014/main" id="{0F42671F-D74D-BC3C-DB11-6119A78B573A}"/>
                  </a:ext>
                </a:extLst>
              </p:cNvPr>
              <p:cNvPicPr/>
              <p:nvPr/>
            </p:nvPicPr>
            <p:blipFill>
              <a:blip r:embed="rId545"/>
              <a:stretch>
                <a:fillRect/>
              </a:stretch>
            </p:blipFill>
            <p:spPr>
              <a:xfrm>
                <a:off x="865183" y="6575993"/>
                <a:ext cx="18540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6">
            <p14:nvContentPartPr>
              <p14:cNvPr id="486" name="Ink 485">
                <a:extLst>
                  <a:ext uri="{FF2B5EF4-FFF2-40B4-BE49-F238E27FC236}">
                    <a16:creationId xmlns:a16="http://schemas.microsoft.com/office/drawing/2014/main" id="{7045DDEC-F116-7EC8-B55F-2A6DFCFDF3D7}"/>
                  </a:ext>
                </a:extLst>
              </p14:cNvPr>
              <p14:cNvContentPartPr/>
              <p14:nvPr/>
            </p14:nvContentPartPr>
            <p14:xfrm>
              <a:off x="1047343" y="6591473"/>
              <a:ext cx="138600" cy="151200"/>
            </p14:xfrm>
          </p:contentPart>
        </mc:Choice>
        <mc:Fallback xmlns="">
          <p:pic>
            <p:nvPicPr>
              <p:cNvPr id="486" name="Ink 485">
                <a:extLst>
                  <a:ext uri="{FF2B5EF4-FFF2-40B4-BE49-F238E27FC236}">
                    <a16:creationId xmlns:a16="http://schemas.microsoft.com/office/drawing/2014/main" id="{7045DDEC-F116-7EC8-B55F-2A6DFCFDF3D7}"/>
                  </a:ext>
                </a:extLst>
              </p:cNvPr>
              <p:cNvPicPr/>
              <p:nvPr/>
            </p:nvPicPr>
            <p:blipFill>
              <a:blip r:embed="rId547"/>
              <a:stretch>
                <a:fillRect/>
              </a:stretch>
            </p:blipFill>
            <p:spPr>
              <a:xfrm>
                <a:off x="1031863" y="6575993"/>
                <a:ext cx="1692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8">
            <p14:nvContentPartPr>
              <p14:cNvPr id="487" name="Ink 486">
                <a:extLst>
                  <a:ext uri="{FF2B5EF4-FFF2-40B4-BE49-F238E27FC236}">
                    <a16:creationId xmlns:a16="http://schemas.microsoft.com/office/drawing/2014/main" id="{885DB735-5CA6-68C9-27F3-D6D9281285D6}"/>
                  </a:ext>
                </a:extLst>
              </p14:cNvPr>
              <p14:cNvContentPartPr/>
              <p14:nvPr/>
            </p14:nvContentPartPr>
            <p14:xfrm>
              <a:off x="1229503" y="6578873"/>
              <a:ext cx="126000" cy="135720"/>
            </p14:xfrm>
          </p:contentPart>
        </mc:Choice>
        <mc:Fallback xmlns="">
          <p:pic>
            <p:nvPicPr>
              <p:cNvPr id="487" name="Ink 486">
                <a:extLst>
                  <a:ext uri="{FF2B5EF4-FFF2-40B4-BE49-F238E27FC236}">
                    <a16:creationId xmlns:a16="http://schemas.microsoft.com/office/drawing/2014/main" id="{885DB735-5CA6-68C9-27F3-D6D9281285D6}"/>
                  </a:ext>
                </a:extLst>
              </p:cNvPr>
              <p:cNvPicPr/>
              <p:nvPr/>
            </p:nvPicPr>
            <p:blipFill>
              <a:blip r:embed="rId549"/>
              <a:stretch>
                <a:fillRect/>
              </a:stretch>
            </p:blipFill>
            <p:spPr>
              <a:xfrm>
                <a:off x="1214383" y="6563393"/>
                <a:ext cx="15660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0">
            <p14:nvContentPartPr>
              <p14:cNvPr id="488" name="Ink 487">
                <a:extLst>
                  <a:ext uri="{FF2B5EF4-FFF2-40B4-BE49-F238E27FC236}">
                    <a16:creationId xmlns:a16="http://schemas.microsoft.com/office/drawing/2014/main" id="{0A6B6C4A-D560-06D1-4D61-333AA4D5F2B5}"/>
                  </a:ext>
                </a:extLst>
              </p14:cNvPr>
              <p14:cNvContentPartPr/>
              <p14:nvPr/>
            </p14:nvContentPartPr>
            <p14:xfrm>
              <a:off x="1556383" y="6636113"/>
              <a:ext cx="189000" cy="131760"/>
            </p14:xfrm>
          </p:contentPart>
        </mc:Choice>
        <mc:Fallback xmlns="">
          <p:pic>
            <p:nvPicPr>
              <p:cNvPr id="488" name="Ink 487">
                <a:extLst>
                  <a:ext uri="{FF2B5EF4-FFF2-40B4-BE49-F238E27FC236}">
                    <a16:creationId xmlns:a16="http://schemas.microsoft.com/office/drawing/2014/main" id="{0A6B6C4A-D560-06D1-4D61-333AA4D5F2B5}"/>
                  </a:ext>
                </a:extLst>
              </p:cNvPr>
              <p:cNvPicPr/>
              <p:nvPr/>
            </p:nvPicPr>
            <p:blipFill>
              <a:blip r:embed="rId551"/>
              <a:stretch>
                <a:fillRect/>
              </a:stretch>
            </p:blipFill>
            <p:spPr>
              <a:xfrm>
                <a:off x="1541263" y="6620993"/>
                <a:ext cx="21960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2">
            <p14:nvContentPartPr>
              <p14:cNvPr id="489" name="Ink 488">
                <a:extLst>
                  <a:ext uri="{FF2B5EF4-FFF2-40B4-BE49-F238E27FC236}">
                    <a16:creationId xmlns:a16="http://schemas.microsoft.com/office/drawing/2014/main" id="{979954EF-90EE-2F6D-9476-5FA9069B655F}"/>
                  </a:ext>
                </a:extLst>
              </p14:cNvPr>
              <p14:cNvContentPartPr/>
              <p14:nvPr/>
            </p14:nvContentPartPr>
            <p14:xfrm>
              <a:off x="1826743" y="6443873"/>
              <a:ext cx="44280" cy="303480"/>
            </p14:xfrm>
          </p:contentPart>
        </mc:Choice>
        <mc:Fallback xmlns="">
          <p:pic>
            <p:nvPicPr>
              <p:cNvPr id="489" name="Ink 488">
                <a:extLst>
                  <a:ext uri="{FF2B5EF4-FFF2-40B4-BE49-F238E27FC236}">
                    <a16:creationId xmlns:a16="http://schemas.microsoft.com/office/drawing/2014/main" id="{979954EF-90EE-2F6D-9476-5FA9069B655F}"/>
                  </a:ext>
                </a:extLst>
              </p:cNvPr>
              <p:cNvPicPr/>
              <p:nvPr/>
            </p:nvPicPr>
            <p:blipFill>
              <a:blip r:embed="rId553"/>
              <a:stretch>
                <a:fillRect/>
              </a:stretch>
            </p:blipFill>
            <p:spPr>
              <a:xfrm>
                <a:off x="1811623" y="6428753"/>
                <a:ext cx="7488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4">
            <p14:nvContentPartPr>
              <p14:cNvPr id="490" name="Ink 489">
                <a:extLst>
                  <a:ext uri="{FF2B5EF4-FFF2-40B4-BE49-F238E27FC236}">
                    <a16:creationId xmlns:a16="http://schemas.microsoft.com/office/drawing/2014/main" id="{055401DA-4F06-3124-7578-D705349FD88F}"/>
                  </a:ext>
                </a:extLst>
              </p14:cNvPr>
              <p14:cNvContentPartPr/>
              <p14:nvPr/>
            </p14:nvContentPartPr>
            <p14:xfrm>
              <a:off x="1914943" y="6610193"/>
              <a:ext cx="138600" cy="245520"/>
            </p14:xfrm>
          </p:contentPart>
        </mc:Choice>
        <mc:Fallback xmlns="">
          <p:pic>
            <p:nvPicPr>
              <p:cNvPr id="490" name="Ink 489">
                <a:extLst>
                  <a:ext uri="{FF2B5EF4-FFF2-40B4-BE49-F238E27FC236}">
                    <a16:creationId xmlns:a16="http://schemas.microsoft.com/office/drawing/2014/main" id="{055401DA-4F06-3124-7578-D705349FD88F}"/>
                  </a:ext>
                </a:extLst>
              </p:cNvPr>
              <p:cNvPicPr/>
              <p:nvPr/>
            </p:nvPicPr>
            <p:blipFill>
              <a:blip r:embed="rId555"/>
              <a:stretch>
                <a:fillRect/>
              </a:stretch>
            </p:blipFill>
            <p:spPr>
              <a:xfrm>
                <a:off x="1899463" y="6595073"/>
                <a:ext cx="16920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6">
            <p14:nvContentPartPr>
              <p14:cNvPr id="491" name="Ink 490">
                <a:extLst>
                  <a:ext uri="{FF2B5EF4-FFF2-40B4-BE49-F238E27FC236}">
                    <a16:creationId xmlns:a16="http://schemas.microsoft.com/office/drawing/2014/main" id="{44C8E90A-35E7-033A-82FD-A593D4F97F0B}"/>
                  </a:ext>
                </a:extLst>
              </p14:cNvPr>
              <p14:cNvContentPartPr/>
              <p14:nvPr/>
            </p14:nvContentPartPr>
            <p14:xfrm>
              <a:off x="2116183" y="6605873"/>
              <a:ext cx="138600" cy="131040"/>
            </p14:xfrm>
          </p:contentPart>
        </mc:Choice>
        <mc:Fallback xmlns="">
          <p:pic>
            <p:nvPicPr>
              <p:cNvPr id="491" name="Ink 490">
                <a:extLst>
                  <a:ext uri="{FF2B5EF4-FFF2-40B4-BE49-F238E27FC236}">
                    <a16:creationId xmlns:a16="http://schemas.microsoft.com/office/drawing/2014/main" id="{44C8E90A-35E7-033A-82FD-A593D4F97F0B}"/>
                  </a:ext>
                </a:extLst>
              </p:cNvPr>
              <p:cNvPicPr/>
              <p:nvPr/>
            </p:nvPicPr>
            <p:blipFill>
              <a:blip r:embed="rId557"/>
              <a:stretch>
                <a:fillRect/>
              </a:stretch>
            </p:blipFill>
            <p:spPr>
              <a:xfrm>
                <a:off x="2100703" y="6590753"/>
                <a:ext cx="16920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8">
            <p14:nvContentPartPr>
              <p14:cNvPr id="492" name="Ink 491">
                <a:extLst>
                  <a:ext uri="{FF2B5EF4-FFF2-40B4-BE49-F238E27FC236}">
                    <a16:creationId xmlns:a16="http://schemas.microsoft.com/office/drawing/2014/main" id="{383F7C1F-D205-5A00-B961-4F7C295905EA}"/>
                  </a:ext>
                </a:extLst>
              </p14:cNvPr>
              <p14:cNvContentPartPr/>
              <p14:nvPr/>
            </p14:nvContentPartPr>
            <p14:xfrm>
              <a:off x="2285743" y="6604433"/>
              <a:ext cx="201600" cy="135720"/>
            </p14:xfrm>
          </p:contentPart>
        </mc:Choice>
        <mc:Fallback xmlns="">
          <p:pic>
            <p:nvPicPr>
              <p:cNvPr id="492" name="Ink 491">
                <a:extLst>
                  <a:ext uri="{FF2B5EF4-FFF2-40B4-BE49-F238E27FC236}">
                    <a16:creationId xmlns:a16="http://schemas.microsoft.com/office/drawing/2014/main" id="{383F7C1F-D205-5A00-B961-4F7C295905EA}"/>
                  </a:ext>
                </a:extLst>
              </p:cNvPr>
              <p:cNvPicPr/>
              <p:nvPr/>
            </p:nvPicPr>
            <p:blipFill>
              <a:blip r:embed="rId559"/>
              <a:stretch>
                <a:fillRect/>
              </a:stretch>
            </p:blipFill>
            <p:spPr>
              <a:xfrm>
                <a:off x="2270623" y="6589313"/>
                <a:ext cx="23220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0">
            <p14:nvContentPartPr>
              <p14:cNvPr id="493" name="Ink 492">
                <a:extLst>
                  <a:ext uri="{FF2B5EF4-FFF2-40B4-BE49-F238E27FC236}">
                    <a16:creationId xmlns:a16="http://schemas.microsoft.com/office/drawing/2014/main" id="{5123AA22-099B-E3EC-7A14-A276C349A723}"/>
                  </a:ext>
                </a:extLst>
              </p14:cNvPr>
              <p14:cNvContentPartPr/>
              <p14:nvPr/>
            </p14:nvContentPartPr>
            <p14:xfrm>
              <a:off x="2499583" y="6642233"/>
              <a:ext cx="6480" cy="75960"/>
            </p14:xfrm>
          </p:contentPart>
        </mc:Choice>
        <mc:Fallback xmlns="">
          <p:pic>
            <p:nvPicPr>
              <p:cNvPr id="493" name="Ink 492">
                <a:extLst>
                  <a:ext uri="{FF2B5EF4-FFF2-40B4-BE49-F238E27FC236}">
                    <a16:creationId xmlns:a16="http://schemas.microsoft.com/office/drawing/2014/main" id="{5123AA22-099B-E3EC-7A14-A276C349A723}"/>
                  </a:ext>
                </a:extLst>
              </p:cNvPr>
              <p:cNvPicPr/>
              <p:nvPr/>
            </p:nvPicPr>
            <p:blipFill>
              <a:blip r:embed="rId561"/>
              <a:stretch>
                <a:fillRect/>
              </a:stretch>
            </p:blipFill>
            <p:spPr>
              <a:xfrm>
                <a:off x="2484463" y="6626753"/>
                <a:ext cx="3708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2">
            <p14:nvContentPartPr>
              <p14:cNvPr id="494" name="Ink 493">
                <a:extLst>
                  <a:ext uri="{FF2B5EF4-FFF2-40B4-BE49-F238E27FC236}">
                    <a16:creationId xmlns:a16="http://schemas.microsoft.com/office/drawing/2014/main" id="{79908F9F-AF13-C906-2AF8-550B7A238101}"/>
                  </a:ext>
                </a:extLst>
              </p14:cNvPr>
              <p14:cNvContentPartPr/>
              <p14:nvPr/>
            </p14:nvContentPartPr>
            <p14:xfrm>
              <a:off x="2562583" y="6503993"/>
              <a:ext cx="19080" cy="360"/>
            </p14:xfrm>
          </p:contentPart>
        </mc:Choice>
        <mc:Fallback xmlns="">
          <p:pic>
            <p:nvPicPr>
              <p:cNvPr id="494" name="Ink 493">
                <a:extLst>
                  <a:ext uri="{FF2B5EF4-FFF2-40B4-BE49-F238E27FC236}">
                    <a16:creationId xmlns:a16="http://schemas.microsoft.com/office/drawing/2014/main" id="{79908F9F-AF13-C906-2AF8-550B7A238101}"/>
                  </a:ext>
                </a:extLst>
              </p:cNvPr>
              <p:cNvPicPr/>
              <p:nvPr/>
            </p:nvPicPr>
            <p:blipFill>
              <a:blip r:embed="rId563"/>
              <a:stretch>
                <a:fillRect/>
              </a:stretch>
            </p:blipFill>
            <p:spPr>
              <a:xfrm>
                <a:off x="2547103" y="6488513"/>
                <a:ext cx="496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4">
            <p14:nvContentPartPr>
              <p14:cNvPr id="495" name="Ink 494">
                <a:extLst>
                  <a:ext uri="{FF2B5EF4-FFF2-40B4-BE49-F238E27FC236}">
                    <a16:creationId xmlns:a16="http://schemas.microsoft.com/office/drawing/2014/main" id="{A0AA8970-A33D-21E8-9D1B-6A8AEA931715}"/>
                  </a:ext>
                </a:extLst>
              </p14:cNvPr>
              <p14:cNvContentPartPr/>
              <p14:nvPr/>
            </p14:nvContentPartPr>
            <p14:xfrm>
              <a:off x="2644303" y="6447113"/>
              <a:ext cx="63360" cy="336240"/>
            </p14:xfrm>
          </p:contentPart>
        </mc:Choice>
        <mc:Fallback xmlns="">
          <p:pic>
            <p:nvPicPr>
              <p:cNvPr id="495" name="Ink 494">
                <a:extLst>
                  <a:ext uri="{FF2B5EF4-FFF2-40B4-BE49-F238E27FC236}">
                    <a16:creationId xmlns:a16="http://schemas.microsoft.com/office/drawing/2014/main" id="{A0AA8970-A33D-21E8-9D1B-6A8AEA931715}"/>
                  </a:ext>
                </a:extLst>
              </p:cNvPr>
              <p:cNvPicPr/>
              <p:nvPr/>
            </p:nvPicPr>
            <p:blipFill>
              <a:blip r:embed="rId565"/>
              <a:stretch>
                <a:fillRect/>
              </a:stretch>
            </p:blipFill>
            <p:spPr>
              <a:xfrm>
                <a:off x="2628823" y="6431993"/>
                <a:ext cx="9360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6">
            <p14:nvContentPartPr>
              <p14:cNvPr id="496" name="Ink 495">
                <a:extLst>
                  <a:ext uri="{FF2B5EF4-FFF2-40B4-BE49-F238E27FC236}">
                    <a16:creationId xmlns:a16="http://schemas.microsoft.com/office/drawing/2014/main" id="{E68F8EE5-2F42-C047-D4FB-C38046DDF52A}"/>
                  </a:ext>
                </a:extLst>
              </p14:cNvPr>
              <p14:cNvContentPartPr/>
              <p14:nvPr/>
            </p14:nvContentPartPr>
            <p14:xfrm>
              <a:off x="2575183" y="6591833"/>
              <a:ext cx="170280" cy="82080"/>
            </p14:xfrm>
          </p:contentPart>
        </mc:Choice>
        <mc:Fallback xmlns="">
          <p:pic>
            <p:nvPicPr>
              <p:cNvPr id="496" name="Ink 495">
                <a:extLst>
                  <a:ext uri="{FF2B5EF4-FFF2-40B4-BE49-F238E27FC236}">
                    <a16:creationId xmlns:a16="http://schemas.microsoft.com/office/drawing/2014/main" id="{E68F8EE5-2F42-C047-D4FB-C38046DDF52A}"/>
                  </a:ext>
                </a:extLst>
              </p:cNvPr>
              <p:cNvPicPr/>
              <p:nvPr/>
            </p:nvPicPr>
            <p:blipFill>
              <a:blip r:embed="rId567"/>
              <a:stretch>
                <a:fillRect/>
              </a:stretch>
            </p:blipFill>
            <p:spPr>
              <a:xfrm>
                <a:off x="2559703" y="6576713"/>
                <a:ext cx="20052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8">
            <p14:nvContentPartPr>
              <p14:cNvPr id="497" name="Ink 496">
                <a:extLst>
                  <a:ext uri="{FF2B5EF4-FFF2-40B4-BE49-F238E27FC236}">
                    <a16:creationId xmlns:a16="http://schemas.microsoft.com/office/drawing/2014/main" id="{9F718864-132F-C642-0596-7CE08B3ED65E}"/>
                  </a:ext>
                </a:extLst>
              </p14:cNvPr>
              <p14:cNvContentPartPr/>
              <p14:nvPr/>
            </p14:nvContentPartPr>
            <p14:xfrm>
              <a:off x="2788663" y="6498233"/>
              <a:ext cx="138600" cy="235080"/>
            </p14:xfrm>
          </p:contentPart>
        </mc:Choice>
        <mc:Fallback xmlns="">
          <p:pic>
            <p:nvPicPr>
              <p:cNvPr id="497" name="Ink 496">
                <a:extLst>
                  <a:ext uri="{FF2B5EF4-FFF2-40B4-BE49-F238E27FC236}">
                    <a16:creationId xmlns:a16="http://schemas.microsoft.com/office/drawing/2014/main" id="{9F718864-132F-C642-0596-7CE08B3ED65E}"/>
                  </a:ext>
                </a:extLst>
              </p:cNvPr>
              <p:cNvPicPr/>
              <p:nvPr/>
            </p:nvPicPr>
            <p:blipFill>
              <a:blip r:embed="rId569"/>
              <a:stretch>
                <a:fillRect/>
              </a:stretch>
            </p:blipFill>
            <p:spPr>
              <a:xfrm>
                <a:off x="2773543" y="6483113"/>
                <a:ext cx="16920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0">
            <p14:nvContentPartPr>
              <p14:cNvPr id="498" name="Ink 497">
                <a:extLst>
                  <a:ext uri="{FF2B5EF4-FFF2-40B4-BE49-F238E27FC236}">
                    <a16:creationId xmlns:a16="http://schemas.microsoft.com/office/drawing/2014/main" id="{990410F6-AC00-7B80-4BCA-31BD27EB8D97}"/>
                  </a:ext>
                </a:extLst>
              </p14:cNvPr>
              <p14:cNvContentPartPr/>
              <p14:nvPr/>
            </p14:nvContentPartPr>
            <p14:xfrm>
              <a:off x="3002503" y="6582113"/>
              <a:ext cx="239400" cy="153360"/>
            </p14:xfrm>
          </p:contentPart>
        </mc:Choice>
        <mc:Fallback xmlns="">
          <p:pic>
            <p:nvPicPr>
              <p:cNvPr id="498" name="Ink 497">
                <a:extLst>
                  <a:ext uri="{FF2B5EF4-FFF2-40B4-BE49-F238E27FC236}">
                    <a16:creationId xmlns:a16="http://schemas.microsoft.com/office/drawing/2014/main" id="{990410F6-AC00-7B80-4BCA-31BD27EB8D97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2987383" y="6566993"/>
                <a:ext cx="26964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2">
            <p14:nvContentPartPr>
              <p14:cNvPr id="499" name="Ink 498">
                <a:extLst>
                  <a:ext uri="{FF2B5EF4-FFF2-40B4-BE49-F238E27FC236}">
                    <a16:creationId xmlns:a16="http://schemas.microsoft.com/office/drawing/2014/main" id="{6D5FE9A7-22BC-A43C-921D-A2793543D27A}"/>
                  </a:ext>
                </a:extLst>
              </p14:cNvPr>
              <p14:cNvContentPartPr/>
              <p14:nvPr/>
            </p14:nvContentPartPr>
            <p14:xfrm>
              <a:off x="3279343" y="6573113"/>
              <a:ext cx="82080" cy="175680"/>
            </p14:xfrm>
          </p:contentPart>
        </mc:Choice>
        <mc:Fallback xmlns="">
          <p:pic>
            <p:nvPicPr>
              <p:cNvPr id="499" name="Ink 498">
                <a:extLst>
                  <a:ext uri="{FF2B5EF4-FFF2-40B4-BE49-F238E27FC236}">
                    <a16:creationId xmlns:a16="http://schemas.microsoft.com/office/drawing/2014/main" id="{6D5FE9A7-22BC-A43C-921D-A2793543D27A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3263863" y="6557633"/>
                <a:ext cx="11268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4">
            <p14:nvContentPartPr>
              <p14:cNvPr id="500" name="Ink 499">
                <a:extLst>
                  <a:ext uri="{FF2B5EF4-FFF2-40B4-BE49-F238E27FC236}">
                    <a16:creationId xmlns:a16="http://schemas.microsoft.com/office/drawing/2014/main" id="{9DB59DAE-CAB0-781E-E9B7-649F49074625}"/>
                  </a:ext>
                </a:extLst>
              </p14:cNvPr>
              <p14:cNvContentPartPr/>
              <p14:nvPr/>
            </p14:nvContentPartPr>
            <p14:xfrm>
              <a:off x="3581023" y="6492113"/>
              <a:ext cx="176400" cy="225360"/>
            </p14:xfrm>
          </p:contentPart>
        </mc:Choice>
        <mc:Fallback xmlns="">
          <p:pic>
            <p:nvPicPr>
              <p:cNvPr id="500" name="Ink 499">
                <a:extLst>
                  <a:ext uri="{FF2B5EF4-FFF2-40B4-BE49-F238E27FC236}">
                    <a16:creationId xmlns:a16="http://schemas.microsoft.com/office/drawing/2014/main" id="{9DB59DAE-CAB0-781E-E9B7-649F49074625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3565543" y="6476633"/>
                <a:ext cx="20700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6">
            <p14:nvContentPartPr>
              <p14:cNvPr id="501" name="Ink 500">
                <a:extLst>
                  <a:ext uri="{FF2B5EF4-FFF2-40B4-BE49-F238E27FC236}">
                    <a16:creationId xmlns:a16="http://schemas.microsoft.com/office/drawing/2014/main" id="{0EEACF5C-E998-5636-DC78-3465CA9A9981}"/>
                  </a:ext>
                </a:extLst>
              </p14:cNvPr>
              <p14:cNvContentPartPr/>
              <p14:nvPr/>
            </p14:nvContentPartPr>
            <p14:xfrm>
              <a:off x="3775783" y="6523433"/>
              <a:ext cx="352440" cy="165960"/>
            </p14:xfrm>
          </p:contentPart>
        </mc:Choice>
        <mc:Fallback xmlns="">
          <p:pic>
            <p:nvPicPr>
              <p:cNvPr id="501" name="Ink 500">
                <a:extLst>
                  <a:ext uri="{FF2B5EF4-FFF2-40B4-BE49-F238E27FC236}">
                    <a16:creationId xmlns:a16="http://schemas.microsoft.com/office/drawing/2014/main" id="{0EEACF5C-E998-5636-DC78-3465CA9A9981}"/>
                  </a:ext>
                </a:extLst>
              </p:cNvPr>
              <p:cNvPicPr/>
              <p:nvPr/>
            </p:nvPicPr>
            <p:blipFill>
              <a:blip r:embed="rId577"/>
              <a:stretch>
                <a:fillRect/>
              </a:stretch>
            </p:blipFill>
            <p:spPr>
              <a:xfrm>
                <a:off x="3760663" y="6508313"/>
                <a:ext cx="38304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8">
            <p14:nvContentPartPr>
              <p14:cNvPr id="502" name="Ink 501">
                <a:extLst>
                  <a:ext uri="{FF2B5EF4-FFF2-40B4-BE49-F238E27FC236}">
                    <a16:creationId xmlns:a16="http://schemas.microsoft.com/office/drawing/2014/main" id="{D6A02465-8800-FE6E-741A-6053A3F08234}"/>
                  </a:ext>
                </a:extLst>
              </p14:cNvPr>
              <p14:cNvContentPartPr/>
              <p14:nvPr/>
            </p14:nvContentPartPr>
            <p14:xfrm>
              <a:off x="4178263" y="6528833"/>
              <a:ext cx="106560" cy="170280"/>
            </p14:xfrm>
          </p:contentPart>
        </mc:Choice>
        <mc:Fallback xmlns="">
          <p:pic>
            <p:nvPicPr>
              <p:cNvPr id="502" name="Ink 501">
                <a:extLst>
                  <a:ext uri="{FF2B5EF4-FFF2-40B4-BE49-F238E27FC236}">
                    <a16:creationId xmlns:a16="http://schemas.microsoft.com/office/drawing/2014/main" id="{D6A02465-8800-FE6E-741A-6053A3F08234}"/>
                  </a:ext>
                </a:extLst>
              </p:cNvPr>
              <p:cNvPicPr/>
              <p:nvPr/>
            </p:nvPicPr>
            <p:blipFill>
              <a:blip r:embed="rId579"/>
              <a:stretch>
                <a:fillRect/>
              </a:stretch>
            </p:blipFill>
            <p:spPr>
              <a:xfrm>
                <a:off x="4163143" y="6513713"/>
                <a:ext cx="1371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0">
            <p14:nvContentPartPr>
              <p14:cNvPr id="503" name="Ink 502">
                <a:extLst>
                  <a:ext uri="{FF2B5EF4-FFF2-40B4-BE49-F238E27FC236}">
                    <a16:creationId xmlns:a16="http://schemas.microsoft.com/office/drawing/2014/main" id="{45773E13-FCAE-45ED-4080-B139598ADCF7}"/>
                  </a:ext>
                </a:extLst>
              </p14:cNvPr>
              <p14:cNvContentPartPr/>
              <p14:nvPr/>
            </p14:nvContentPartPr>
            <p14:xfrm>
              <a:off x="4355023" y="6554753"/>
              <a:ext cx="12240" cy="140760"/>
            </p14:xfrm>
          </p:contentPart>
        </mc:Choice>
        <mc:Fallback xmlns="">
          <p:pic>
            <p:nvPicPr>
              <p:cNvPr id="503" name="Ink 502">
                <a:extLst>
                  <a:ext uri="{FF2B5EF4-FFF2-40B4-BE49-F238E27FC236}">
                    <a16:creationId xmlns:a16="http://schemas.microsoft.com/office/drawing/2014/main" id="{45773E13-FCAE-45ED-4080-B139598ADCF7}"/>
                  </a:ext>
                </a:extLst>
              </p:cNvPr>
              <p:cNvPicPr/>
              <p:nvPr/>
            </p:nvPicPr>
            <p:blipFill>
              <a:blip r:embed="rId581"/>
              <a:stretch>
                <a:fillRect/>
              </a:stretch>
            </p:blipFill>
            <p:spPr>
              <a:xfrm>
                <a:off x="4339903" y="6539633"/>
                <a:ext cx="4284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2">
            <p14:nvContentPartPr>
              <p14:cNvPr id="504" name="Ink 503">
                <a:extLst>
                  <a:ext uri="{FF2B5EF4-FFF2-40B4-BE49-F238E27FC236}">
                    <a16:creationId xmlns:a16="http://schemas.microsoft.com/office/drawing/2014/main" id="{144DAC38-2166-91C9-46FA-1317BB42845A}"/>
                  </a:ext>
                </a:extLst>
              </p14:cNvPr>
              <p14:cNvContentPartPr/>
              <p14:nvPr/>
            </p14:nvContentPartPr>
            <p14:xfrm>
              <a:off x="4404703" y="6459713"/>
              <a:ext cx="360" cy="360"/>
            </p14:xfrm>
          </p:contentPart>
        </mc:Choice>
        <mc:Fallback xmlns="">
          <p:pic>
            <p:nvPicPr>
              <p:cNvPr id="504" name="Ink 503">
                <a:extLst>
                  <a:ext uri="{FF2B5EF4-FFF2-40B4-BE49-F238E27FC236}">
                    <a16:creationId xmlns:a16="http://schemas.microsoft.com/office/drawing/2014/main" id="{144DAC38-2166-91C9-46FA-1317BB42845A}"/>
                  </a:ext>
                </a:extLst>
              </p:cNvPr>
              <p:cNvPicPr/>
              <p:nvPr/>
            </p:nvPicPr>
            <p:blipFill>
              <a:blip r:embed="rId583"/>
              <a:stretch>
                <a:fillRect/>
              </a:stretch>
            </p:blipFill>
            <p:spPr>
              <a:xfrm>
                <a:off x="4389223" y="6444593"/>
                <a:ext cx="309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4">
            <p14:nvContentPartPr>
              <p14:cNvPr id="505" name="Ink 504">
                <a:extLst>
                  <a:ext uri="{FF2B5EF4-FFF2-40B4-BE49-F238E27FC236}">
                    <a16:creationId xmlns:a16="http://schemas.microsoft.com/office/drawing/2014/main" id="{936F74F5-3961-097A-91CB-DB13CE866C0A}"/>
                  </a:ext>
                </a:extLst>
              </p14:cNvPr>
              <p14:cNvContentPartPr/>
              <p14:nvPr/>
            </p14:nvContentPartPr>
            <p14:xfrm>
              <a:off x="4505863" y="6384473"/>
              <a:ext cx="43560" cy="307080"/>
            </p14:xfrm>
          </p:contentPart>
        </mc:Choice>
        <mc:Fallback xmlns="">
          <p:pic>
            <p:nvPicPr>
              <p:cNvPr id="505" name="Ink 504">
                <a:extLst>
                  <a:ext uri="{FF2B5EF4-FFF2-40B4-BE49-F238E27FC236}">
                    <a16:creationId xmlns:a16="http://schemas.microsoft.com/office/drawing/2014/main" id="{936F74F5-3961-097A-91CB-DB13CE866C0A}"/>
                  </a:ext>
                </a:extLst>
              </p:cNvPr>
              <p:cNvPicPr/>
              <p:nvPr/>
            </p:nvPicPr>
            <p:blipFill>
              <a:blip r:embed="rId585"/>
              <a:stretch>
                <a:fillRect/>
              </a:stretch>
            </p:blipFill>
            <p:spPr>
              <a:xfrm>
                <a:off x="4490743" y="6368993"/>
                <a:ext cx="7416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6">
            <p14:nvContentPartPr>
              <p14:cNvPr id="506" name="Ink 505">
                <a:extLst>
                  <a:ext uri="{FF2B5EF4-FFF2-40B4-BE49-F238E27FC236}">
                    <a16:creationId xmlns:a16="http://schemas.microsoft.com/office/drawing/2014/main" id="{BE204B74-7D18-93BA-DF8F-6BDF7BC35A12}"/>
                  </a:ext>
                </a:extLst>
              </p14:cNvPr>
              <p14:cNvContentPartPr/>
              <p14:nvPr/>
            </p14:nvContentPartPr>
            <p14:xfrm>
              <a:off x="4410823" y="6554033"/>
              <a:ext cx="176400" cy="50760"/>
            </p14:xfrm>
          </p:contentPart>
        </mc:Choice>
        <mc:Fallback xmlns="">
          <p:pic>
            <p:nvPicPr>
              <p:cNvPr id="506" name="Ink 505">
                <a:extLst>
                  <a:ext uri="{FF2B5EF4-FFF2-40B4-BE49-F238E27FC236}">
                    <a16:creationId xmlns:a16="http://schemas.microsoft.com/office/drawing/2014/main" id="{BE204B74-7D18-93BA-DF8F-6BDF7BC35A12}"/>
                  </a:ext>
                </a:extLst>
              </p:cNvPr>
              <p:cNvPicPr/>
              <p:nvPr/>
            </p:nvPicPr>
            <p:blipFill>
              <a:blip r:embed="rId587"/>
              <a:stretch>
                <a:fillRect/>
              </a:stretch>
            </p:blipFill>
            <p:spPr>
              <a:xfrm>
                <a:off x="4395703" y="6538913"/>
                <a:ext cx="20700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8">
            <p14:nvContentPartPr>
              <p14:cNvPr id="507" name="Ink 506">
                <a:extLst>
                  <a:ext uri="{FF2B5EF4-FFF2-40B4-BE49-F238E27FC236}">
                    <a16:creationId xmlns:a16="http://schemas.microsoft.com/office/drawing/2014/main" id="{79A07A30-22AA-D0BA-22F8-6B0CD7D93BBE}"/>
                  </a:ext>
                </a:extLst>
              </p14:cNvPr>
              <p14:cNvContentPartPr/>
              <p14:nvPr/>
            </p14:nvContentPartPr>
            <p14:xfrm>
              <a:off x="4655983" y="6557633"/>
              <a:ext cx="12960" cy="107280"/>
            </p14:xfrm>
          </p:contentPart>
        </mc:Choice>
        <mc:Fallback xmlns="">
          <p:pic>
            <p:nvPicPr>
              <p:cNvPr id="507" name="Ink 506">
                <a:extLst>
                  <a:ext uri="{FF2B5EF4-FFF2-40B4-BE49-F238E27FC236}">
                    <a16:creationId xmlns:a16="http://schemas.microsoft.com/office/drawing/2014/main" id="{79A07A30-22AA-D0BA-22F8-6B0CD7D93BBE}"/>
                  </a:ext>
                </a:extLst>
              </p:cNvPr>
              <p:cNvPicPr/>
              <p:nvPr/>
            </p:nvPicPr>
            <p:blipFill>
              <a:blip r:embed="rId589"/>
              <a:stretch>
                <a:fillRect/>
              </a:stretch>
            </p:blipFill>
            <p:spPr>
              <a:xfrm>
                <a:off x="4640863" y="6542513"/>
                <a:ext cx="4356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0">
            <p14:nvContentPartPr>
              <p14:cNvPr id="508" name="Ink 507">
                <a:extLst>
                  <a:ext uri="{FF2B5EF4-FFF2-40B4-BE49-F238E27FC236}">
                    <a16:creationId xmlns:a16="http://schemas.microsoft.com/office/drawing/2014/main" id="{1DD19D51-9CF2-550D-93D0-01845CC2DBAD}"/>
                  </a:ext>
                </a:extLst>
              </p14:cNvPr>
              <p14:cNvContentPartPr/>
              <p14:nvPr/>
            </p14:nvContentPartPr>
            <p14:xfrm>
              <a:off x="4643383" y="6484913"/>
              <a:ext cx="19080" cy="12960"/>
            </p14:xfrm>
          </p:contentPart>
        </mc:Choice>
        <mc:Fallback xmlns="">
          <p:pic>
            <p:nvPicPr>
              <p:cNvPr id="508" name="Ink 507">
                <a:extLst>
                  <a:ext uri="{FF2B5EF4-FFF2-40B4-BE49-F238E27FC236}">
                    <a16:creationId xmlns:a16="http://schemas.microsoft.com/office/drawing/2014/main" id="{1DD19D51-9CF2-550D-93D0-01845CC2DBAD}"/>
                  </a:ext>
                </a:extLst>
              </p:cNvPr>
              <p:cNvPicPr/>
              <p:nvPr/>
            </p:nvPicPr>
            <p:blipFill>
              <a:blip r:embed="rId591"/>
              <a:stretch>
                <a:fillRect/>
              </a:stretch>
            </p:blipFill>
            <p:spPr>
              <a:xfrm>
                <a:off x="4628263" y="6469793"/>
                <a:ext cx="496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2">
            <p14:nvContentPartPr>
              <p14:cNvPr id="509" name="Ink 508">
                <a:extLst>
                  <a:ext uri="{FF2B5EF4-FFF2-40B4-BE49-F238E27FC236}">
                    <a16:creationId xmlns:a16="http://schemas.microsoft.com/office/drawing/2014/main" id="{34C355A0-9DFB-69D2-8CA6-E721894444B0}"/>
                  </a:ext>
                </a:extLst>
              </p14:cNvPr>
              <p14:cNvContentPartPr/>
              <p14:nvPr/>
            </p14:nvContentPartPr>
            <p14:xfrm>
              <a:off x="4750303" y="6510113"/>
              <a:ext cx="138600" cy="174960"/>
            </p14:xfrm>
          </p:contentPart>
        </mc:Choice>
        <mc:Fallback xmlns="">
          <p:pic>
            <p:nvPicPr>
              <p:cNvPr id="509" name="Ink 508">
                <a:extLst>
                  <a:ext uri="{FF2B5EF4-FFF2-40B4-BE49-F238E27FC236}">
                    <a16:creationId xmlns:a16="http://schemas.microsoft.com/office/drawing/2014/main" id="{34C355A0-9DFB-69D2-8CA6-E721894444B0}"/>
                  </a:ext>
                </a:extLst>
              </p:cNvPr>
              <p:cNvPicPr/>
              <p:nvPr/>
            </p:nvPicPr>
            <p:blipFill>
              <a:blip r:embed="rId593"/>
              <a:stretch>
                <a:fillRect/>
              </a:stretch>
            </p:blipFill>
            <p:spPr>
              <a:xfrm>
                <a:off x="4735183" y="6494993"/>
                <a:ext cx="16920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4">
            <p14:nvContentPartPr>
              <p14:cNvPr id="510" name="Ink 509">
                <a:extLst>
                  <a:ext uri="{FF2B5EF4-FFF2-40B4-BE49-F238E27FC236}">
                    <a16:creationId xmlns:a16="http://schemas.microsoft.com/office/drawing/2014/main" id="{49BB6C57-2229-1227-2CEF-79C25315D2AE}"/>
                  </a:ext>
                </a:extLst>
              </p14:cNvPr>
              <p14:cNvContentPartPr/>
              <p14:nvPr/>
            </p14:nvContentPartPr>
            <p14:xfrm>
              <a:off x="4907623" y="6541433"/>
              <a:ext cx="138600" cy="151200"/>
            </p14:xfrm>
          </p:contentPart>
        </mc:Choice>
        <mc:Fallback xmlns="">
          <p:pic>
            <p:nvPicPr>
              <p:cNvPr id="510" name="Ink 509">
                <a:extLst>
                  <a:ext uri="{FF2B5EF4-FFF2-40B4-BE49-F238E27FC236}">
                    <a16:creationId xmlns:a16="http://schemas.microsoft.com/office/drawing/2014/main" id="{49BB6C57-2229-1227-2CEF-79C25315D2AE}"/>
                  </a:ext>
                </a:extLst>
              </p:cNvPr>
              <p:cNvPicPr/>
              <p:nvPr/>
            </p:nvPicPr>
            <p:blipFill>
              <a:blip r:embed="rId595"/>
              <a:stretch>
                <a:fillRect/>
              </a:stretch>
            </p:blipFill>
            <p:spPr>
              <a:xfrm>
                <a:off x="4892143" y="6526313"/>
                <a:ext cx="1692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6">
            <p14:nvContentPartPr>
              <p14:cNvPr id="511" name="Ink 510">
                <a:extLst>
                  <a:ext uri="{FF2B5EF4-FFF2-40B4-BE49-F238E27FC236}">
                    <a16:creationId xmlns:a16="http://schemas.microsoft.com/office/drawing/2014/main" id="{8B01592F-2D6D-9152-3748-57DFED3AC659}"/>
                  </a:ext>
                </a:extLst>
              </p14:cNvPr>
              <p14:cNvContentPartPr/>
              <p14:nvPr/>
            </p14:nvContentPartPr>
            <p14:xfrm>
              <a:off x="5328823" y="6385193"/>
              <a:ext cx="31680" cy="316800"/>
            </p14:xfrm>
          </p:contentPart>
        </mc:Choice>
        <mc:Fallback xmlns="">
          <p:pic>
            <p:nvPicPr>
              <p:cNvPr id="511" name="Ink 510">
                <a:extLst>
                  <a:ext uri="{FF2B5EF4-FFF2-40B4-BE49-F238E27FC236}">
                    <a16:creationId xmlns:a16="http://schemas.microsoft.com/office/drawing/2014/main" id="{8B01592F-2D6D-9152-3748-57DFED3AC659}"/>
                  </a:ext>
                </a:extLst>
              </p:cNvPr>
              <p:cNvPicPr/>
              <p:nvPr/>
            </p:nvPicPr>
            <p:blipFill>
              <a:blip r:embed="rId597"/>
              <a:stretch>
                <a:fillRect/>
              </a:stretch>
            </p:blipFill>
            <p:spPr>
              <a:xfrm>
                <a:off x="5313703" y="6369713"/>
                <a:ext cx="6228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8">
            <p14:nvContentPartPr>
              <p14:cNvPr id="512" name="Ink 511">
                <a:extLst>
                  <a:ext uri="{FF2B5EF4-FFF2-40B4-BE49-F238E27FC236}">
                    <a16:creationId xmlns:a16="http://schemas.microsoft.com/office/drawing/2014/main" id="{03DFF0CE-B8A4-2D7A-6A1D-6F522EAC42F8}"/>
                  </a:ext>
                </a:extLst>
              </p14:cNvPr>
              <p14:cNvContentPartPr/>
              <p14:nvPr/>
            </p14:nvContentPartPr>
            <p14:xfrm>
              <a:off x="5253223" y="6510113"/>
              <a:ext cx="189000" cy="69480"/>
            </p14:xfrm>
          </p:contentPart>
        </mc:Choice>
        <mc:Fallback xmlns="">
          <p:pic>
            <p:nvPicPr>
              <p:cNvPr id="512" name="Ink 511">
                <a:extLst>
                  <a:ext uri="{FF2B5EF4-FFF2-40B4-BE49-F238E27FC236}">
                    <a16:creationId xmlns:a16="http://schemas.microsoft.com/office/drawing/2014/main" id="{03DFF0CE-B8A4-2D7A-6A1D-6F522EAC42F8}"/>
                  </a:ext>
                </a:extLst>
              </p:cNvPr>
              <p:cNvPicPr/>
              <p:nvPr/>
            </p:nvPicPr>
            <p:blipFill>
              <a:blip r:embed="rId599"/>
              <a:stretch>
                <a:fillRect/>
              </a:stretch>
            </p:blipFill>
            <p:spPr>
              <a:xfrm>
                <a:off x="5238103" y="6494993"/>
                <a:ext cx="2196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0">
            <p14:nvContentPartPr>
              <p14:cNvPr id="513" name="Ink 512">
                <a:extLst>
                  <a:ext uri="{FF2B5EF4-FFF2-40B4-BE49-F238E27FC236}">
                    <a16:creationId xmlns:a16="http://schemas.microsoft.com/office/drawing/2014/main" id="{5A9705D5-A3AF-D7A9-B5AE-033E3AF847E6}"/>
                  </a:ext>
                </a:extLst>
              </p14:cNvPr>
              <p14:cNvContentPartPr/>
              <p14:nvPr/>
            </p14:nvContentPartPr>
            <p14:xfrm>
              <a:off x="5416663" y="6535313"/>
              <a:ext cx="151200" cy="168840"/>
            </p14:xfrm>
          </p:contentPart>
        </mc:Choice>
        <mc:Fallback xmlns="">
          <p:pic>
            <p:nvPicPr>
              <p:cNvPr id="513" name="Ink 512">
                <a:extLst>
                  <a:ext uri="{FF2B5EF4-FFF2-40B4-BE49-F238E27FC236}">
                    <a16:creationId xmlns:a16="http://schemas.microsoft.com/office/drawing/2014/main" id="{5A9705D5-A3AF-D7A9-B5AE-033E3AF847E6}"/>
                  </a:ext>
                </a:extLst>
              </p:cNvPr>
              <p:cNvPicPr/>
              <p:nvPr/>
            </p:nvPicPr>
            <p:blipFill>
              <a:blip r:embed="rId601"/>
              <a:stretch>
                <a:fillRect/>
              </a:stretch>
            </p:blipFill>
            <p:spPr>
              <a:xfrm>
                <a:off x="5401543" y="6520193"/>
                <a:ext cx="1818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2">
            <p14:nvContentPartPr>
              <p14:cNvPr id="514" name="Ink 513">
                <a:extLst>
                  <a:ext uri="{FF2B5EF4-FFF2-40B4-BE49-F238E27FC236}">
                    <a16:creationId xmlns:a16="http://schemas.microsoft.com/office/drawing/2014/main" id="{989FE3F9-E6B9-E9D0-2BEB-C03E2BC9FDB2}"/>
                  </a:ext>
                </a:extLst>
              </p14:cNvPr>
              <p14:cNvContentPartPr/>
              <p14:nvPr/>
            </p14:nvContentPartPr>
            <p14:xfrm>
              <a:off x="5819143" y="6375473"/>
              <a:ext cx="56880" cy="324360"/>
            </p14:xfrm>
          </p:contentPart>
        </mc:Choice>
        <mc:Fallback xmlns="">
          <p:pic>
            <p:nvPicPr>
              <p:cNvPr id="514" name="Ink 513">
                <a:extLst>
                  <a:ext uri="{FF2B5EF4-FFF2-40B4-BE49-F238E27FC236}">
                    <a16:creationId xmlns:a16="http://schemas.microsoft.com/office/drawing/2014/main" id="{989FE3F9-E6B9-E9D0-2BEB-C03E2BC9FDB2}"/>
                  </a:ext>
                </a:extLst>
              </p:cNvPr>
              <p:cNvPicPr/>
              <p:nvPr/>
            </p:nvPicPr>
            <p:blipFill>
              <a:blip r:embed="rId603"/>
              <a:stretch>
                <a:fillRect/>
              </a:stretch>
            </p:blipFill>
            <p:spPr>
              <a:xfrm>
                <a:off x="5804023" y="6359993"/>
                <a:ext cx="8748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4">
            <p14:nvContentPartPr>
              <p14:cNvPr id="515" name="Ink 514">
                <a:extLst>
                  <a:ext uri="{FF2B5EF4-FFF2-40B4-BE49-F238E27FC236}">
                    <a16:creationId xmlns:a16="http://schemas.microsoft.com/office/drawing/2014/main" id="{CADBA8A2-B8F4-F9A5-4038-607AEFDD63EC}"/>
                  </a:ext>
                </a:extLst>
              </p14:cNvPr>
              <p14:cNvContentPartPr/>
              <p14:nvPr/>
            </p14:nvContentPartPr>
            <p14:xfrm>
              <a:off x="5728423" y="6478793"/>
              <a:ext cx="198000" cy="82080"/>
            </p14:xfrm>
          </p:contentPart>
        </mc:Choice>
        <mc:Fallback xmlns="">
          <p:pic>
            <p:nvPicPr>
              <p:cNvPr id="515" name="Ink 514">
                <a:extLst>
                  <a:ext uri="{FF2B5EF4-FFF2-40B4-BE49-F238E27FC236}">
                    <a16:creationId xmlns:a16="http://schemas.microsoft.com/office/drawing/2014/main" id="{CADBA8A2-B8F4-F9A5-4038-607AEFDD63EC}"/>
                  </a:ext>
                </a:extLst>
              </p:cNvPr>
              <p:cNvPicPr/>
              <p:nvPr/>
            </p:nvPicPr>
            <p:blipFill>
              <a:blip r:embed="rId605"/>
              <a:stretch>
                <a:fillRect/>
              </a:stretch>
            </p:blipFill>
            <p:spPr>
              <a:xfrm>
                <a:off x="5713303" y="6463313"/>
                <a:ext cx="2286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6">
            <p14:nvContentPartPr>
              <p14:cNvPr id="516" name="Ink 515">
                <a:extLst>
                  <a:ext uri="{FF2B5EF4-FFF2-40B4-BE49-F238E27FC236}">
                    <a16:creationId xmlns:a16="http://schemas.microsoft.com/office/drawing/2014/main" id="{0423FA2F-DEAB-F376-2A14-650FF5ABA85E}"/>
                  </a:ext>
                </a:extLst>
              </p14:cNvPr>
              <p14:cNvContentPartPr/>
              <p14:nvPr/>
            </p14:nvContentPartPr>
            <p14:xfrm>
              <a:off x="5945503" y="6403913"/>
              <a:ext cx="200880" cy="263880"/>
            </p14:xfrm>
          </p:contentPart>
        </mc:Choice>
        <mc:Fallback xmlns="">
          <p:pic>
            <p:nvPicPr>
              <p:cNvPr id="516" name="Ink 515">
                <a:extLst>
                  <a:ext uri="{FF2B5EF4-FFF2-40B4-BE49-F238E27FC236}">
                    <a16:creationId xmlns:a16="http://schemas.microsoft.com/office/drawing/2014/main" id="{0423FA2F-DEAB-F376-2A14-650FF5ABA85E}"/>
                  </a:ext>
                </a:extLst>
              </p:cNvPr>
              <p:cNvPicPr/>
              <p:nvPr/>
            </p:nvPicPr>
            <p:blipFill>
              <a:blip r:embed="rId607"/>
              <a:stretch>
                <a:fillRect/>
              </a:stretch>
            </p:blipFill>
            <p:spPr>
              <a:xfrm>
                <a:off x="5930383" y="6388793"/>
                <a:ext cx="23148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8">
            <p14:nvContentPartPr>
              <p14:cNvPr id="517" name="Ink 516">
                <a:extLst>
                  <a:ext uri="{FF2B5EF4-FFF2-40B4-BE49-F238E27FC236}">
                    <a16:creationId xmlns:a16="http://schemas.microsoft.com/office/drawing/2014/main" id="{2D69616B-C58F-2F5A-30C3-687803841055}"/>
                  </a:ext>
                </a:extLst>
              </p14:cNvPr>
              <p14:cNvContentPartPr/>
              <p14:nvPr/>
            </p14:nvContentPartPr>
            <p14:xfrm>
              <a:off x="6147463" y="6510833"/>
              <a:ext cx="181440" cy="156240"/>
            </p14:xfrm>
          </p:contentPart>
        </mc:Choice>
        <mc:Fallback xmlns="">
          <p:pic>
            <p:nvPicPr>
              <p:cNvPr id="517" name="Ink 516">
                <a:extLst>
                  <a:ext uri="{FF2B5EF4-FFF2-40B4-BE49-F238E27FC236}">
                    <a16:creationId xmlns:a16="http://schemas.microsoft.com/office/drawing/2014/main" id="{2D69616B-C58F-2F5A-30C3-687803841055}"/>
                  </a:ext>
                </a:extLst>
              </p:cNvPr>
              <p:cNvPicPr/>
              <p:nvPr/>
            </p:nvPicPr>
            <p:blipFill>
              <a:blip r:embed="rId609"/>
              <a:stretch>
                <a:fillRect/>
              </a:stretch>
            </p:blipFill>
            <p:spPr>
              <a:xfrm>
                <a:off x="6132343" y="6495713"/>
                <a:ext cx="21168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0">
            <p14:nvContentPartPr>
              <p14:cNvPr id="518" name="Ink 517">
                <a:extLst>
                  <a:ext uri="{FF2B5EF4-FFF2-40B4-BE49-F238E27FC236}">
                    <a16:creationId xmlns:a16="http://schemas.microsoft.com/office/drawing/2014/main" id="{FB9AE5D3-0396-DC0D-43E1-2543B6F1DCCF}"/>
                  </a:ext>
                </a:extLst>
              </p14:cNvPr>
              <p14:cNvContentPartPr/>
              <p14:nvPr/>
            </p14:nvContentPartPr>
            <p14:xfrm>
              <a:off x="6523303" y="6453593"/>
              <a:ext cx="383760" cy="189720"/>
            </p14:xfrm>
          </p:contentPart>
        </mc:Choice>
        <mc:Fallback xmlns="">
          <p:pic>
            <p:nvPicPr>
              <p:cNvPr id="518" name="Ink 517">
                <a:extLst>
                  <a:ext uri="{FF2B5EF4-FFF2-40B4-BE49-F238E27FC236}">
                    <a16:creationId xmlns:a16="http://schemas.microsoft.com/office/drawing/2014/main" id="{FB9AE5D3-0396-DC0D-43E1-2543B6F1DCCF}"/>
                  </a:ext>
                </a:extLst>
              </p:cNvPr>
              <p:cNvPicPr/>
              <p:nvPr/>
            </p:nvPicPr>
            <p:blipFill>
              <a:blip r:embed="rId611"/>
              <a:stretch>
                <a:fillRect/>
              </a:stretch>
            </p:blipFill>
            <p:spPr>
              <a:xfrm>
                <a:off x="6508183" y="6438473"/>
                <a:ext cx="41436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2">
            <p14:nvContentPartPr>
              <p14:cNvPr id="519" name="Ink 518">
                <a:extLst>
                  <a:ext uri="{FF2B5EF4-FFF2-40B4-BE49-F238E27FC236}">
                    <a16:creationId xmlns:a16="http://schemas.microsoft.com/office/drawing/2014/main" id="{47D8CAAE-7C93-E6E6-B91D-3BDAB6C76938}"/>
                  </a:ext>
                </a:extLst>
              </p14:cNvPr>
              <p14:cNvContentPartPr/>
              <p14:nvPr/>
            </p14:nvContentPartPr>
            <p14:xfrm>
              <a:off x="6932623" y="6478793"/>
              <a:ext cx="188280" cy="163800"/>
            </p14:xfrm>
          </p:contentPart>
        </mc:Choice>
        <mc:Fallback xmlns="">
          <p:pic>
            <p:nvPicPr>
              <p:cNvPr id="519" name="Ink 518">
                <a:extLst>
                  <a:ext uri="{FF2B5EF4-FFF2-40B4-BE49-F238E27FC236}">
                    <a16:creationId xmlns:a16="http://schemas.microsoft.com/office/drawing/2014/main" id="{47D8CAAE-7C93-E6E6-B91D-3BDAB6C76938}"/>
                  </a:ext>
                </a:extLst>
              </p:cNvPr>
              <p:cNvPicPr/>
              <p:nvPr/>
            </p:nvPicPr>
            <p:blipFill>
              <a:blip r:embed="rId613"/>
              <a:stretch>
                <a:fillRect/>
              </a:stretch>
            </p:blipFill>
            <p:spPr>
              <a:xfrm>
                <a:off x="6917503" y="6463313"/>
                <a:ext cx="21888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4">
            <p14:nvContentPartPr>
              <p14:cNvPr id="520" name="Ink 519">
                <a:extLst>
                  <a:ext uri="{FF2B5EF4-FFF2-40B4-BE49-F238E27FC236}">
                    <a16:creationId xmlns:a16="http://schemas.microsoft.com/office/drawing/2014/main" id="{782B8522-4BEF-E40A-FAD9-35F6C3C89D16}"/>
                  </a:ext>
                </a:extLst>
              </p14:cNvPr>
              <p14:cNvContentPartPr/>
              <p14:nvPr/>
            </p14:nvContentPartPr>
            <p14:xfrm>
              <a:off x="7141423" y="6484913"/>
              <a:ext cx="117720" cy="326520"/>
            </p14:xfrm>
          </p:contentPart>
        </mc:Choice>
        <mc:Fallback xmlns="">
          <p:pic>
            <p:nvPicPr>
              <p:cNvPr id="520" name="Ink 519">
                <a:extLst>
                  <a:ext uri="{FF2B5EF4-FFF2-40B4-BE49-F238E27FC236}">
                    <a16:creationId xmlns:a16="http://schemas.microsoft.com/office/drawing/2014/main" id="{782B8522-4BEF-E40A-FAD9-35F6C3C89D16}"/>
                  </a:ext>
                </a:extLst>
              </p:cNvPr>
              <p:cNvPicPr/>
              <p:nvPr/>
            </p:nvPicPr>
            <p:blipFill>
              <a:blip r:embed="rId615"/>
              <a:stretch>
                <a:fillRect/>
              </a:stretch>
            </p:blipFill>
            <p:spPr>
              <a:xfrm>
                <a:off x="7126303" y="6469793"/>
                <a:ext cx="14832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6">
            <p14:nvContentPartPr>
              <p14:cNvPr id="521" name="Ink 520">
                <a:extLst>
                  <a:ext uri="{FF2B5EF4-FFF2-40B4-BE49-F238E27FC236}">
                    <a16:creationId xmlns:a16="http://schemas.microsoft.com/office/drawing/2014/main" id="{59CA0B6B-63C0-9150-A8C9-96EA65CFB6AE}"/>
                  </a:ext>
                </a:extLst>
              </p14:cNvPr>
              <p14:cNvContentPartPr/>
              <p14:nvPr/>
            </p14:nvContentPartPr>
            <p14:xfrm>
              <a:off x="7390903" y="6507233"/>
              <a:ext cx="138600" cy="135360"/>
            </p14:xfrm>
          </p:contentPart>
        </mc:Choice>
        <mc:Fallback xmlns="">
          <p:pic>
            <p:nvPicPr>
              <p:cNvPr id="521" name="Ink 520">
                <a:extLst>
                  <a:ext uri="{FF2B5EF4-FFF2-40B4-BE49-F238E27FC236}">
                    <a16:creationId xmlns:a16="http://schemas.microsoft.com/office/drawing/2014/main" id="{59CA0B6B-63C0-9150-A8C9-96EA65CFB6AE}"/>
                  </a:ext>
                </a:extLst>
              </p:cNvPr>
              <p:cNvPicPr/>
              <p:nvPr/>
            </p:nvPicPr>
            <p:blipFill>
              <a:blip r:embed="rId617"/>
              <a:stretch>
                <a:fillRect/>
              </a:stretch>
            </p:blipFill>
            <p:spPr>
              <a:xfrm>
                <a:off x="7375783" y="6492113"/>
                <a:ext cx="16920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8">
            <p14:nvContentPartPr>
              <p14:cNvPr id="522" name="Ink 521">
                <a:extLst>
                  <a:ext uri="{FF2B5EF4-FFF2-40B4-BE49-F238E27FC236}">
                    <a16:creationId xmlns:a16="http://schemas.microsoft.com/office/drawing/2014/main" id="{EC3AEDBC-7EB0-49B6-75FF-CCAB15625F01}"/>
                  </a:ext>
                </a:extLst>
              </p14:cNvPr>
              <p14:cNvContentPartPr/>
              <p14:nvPr/>
            </p14:nvContentPartPr>
            <p14:xfrm>
              <a:off x="7617343" y="6519833"/>
              <a:ext cx="6480" cy="100800"/>
            </p14:xfrm>
          </p:contentPart>
        </mc:Choice>
        <mc:Fallback xmlns="">
          <p:pic>
            <p:nvPicPr>
              <p:cNvPr id="522" name="Ink 521">
                <a:extLst>
                  <a:ext uri="{FF2B5EF4-FFF2-40B4-BE49-F238E27FC236}">
                    <a16:creationId xmlns:a16="http://schemas.microsoft.com/office/drawing/2014/main" id="{EC3AEDBC-7EB0-49B6-75FF-CCAB15625F01}"/>
                  </a:ext>
                </a:extLst>
              </p:cNvPr>
              <p:cNvPicPr/>
              <p:nvPr/>
            </p:nvPicPr>
            <p:blipFill>
              <a:blip r:embed="rId619"/>
              <a:stretch>
                <a:fillRect/>
              </a:stretch>
            </p:blipFill>
            <p:spPr>
              <a:xfrm>
                <a:off x="7602223" y="6504713"/>
                <a:ext cx="3708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0">
            <p14:nvContentPartPr>
              <p14:cNvPr id="523" name="Ink 522">
                <a:extLst>
                  <a:ext uri="{FF2B5EF4-FFF2-40B4-BE49-F238E27FC236}">
                    <a16:creationId xmlns:a16="http://schemas.microsoft.com/office/drawing/2014/main" id="{CA857A04-245D-9518-254A-0249EF49853C}"/>
                  </a:ext>
                </a:extLst>
              </p14:cNvPr>
              <p14:cNvContentPartPr/>
              <p14:nvPr/>
            </p14:nvContentPartPr>
            <p14:xfrm>
              <a:off x="7636063" y="6409673"/>
              <a:ext cx="12960" cy="19080"/>
            </p14:xfrm>
          </p:contentPart>
        </mc:Choice>
        <mc:Fallback xmlns="">
          <p:pic>
            <p:nvPicPr>
              <p:cNvPr id="523" name="Ink 522">
                <a:extLst>
                  <a:ext uri="{FF2B5EF4-FFF2-40B4-BE49-F238E27FC236}">
                    <a16:creationId xmlns:a16="http://schemas.microsoft.com/office/drawing/2014/main" id="{CA857A04-245D-9518-254A-0249EF49853C}"/>
                  </a:ext>
                </a:extLst>
              </p:cNvPr>
              <p:cNvPicPr/>
              <p:nvPr/>
            </p:nvPicPr>
            <p:blipFill>
              <a:blip r:embed="rId621"/>
              <a:stretch>
                <a:fillRect/>
              </a:stretch>
            </p:blipFill>
            <p:spPr>
              <a:xfrm>
                <a:off x="7620943" y="6394193"/>
                <a:ext cx="435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2">
            <p14:nvContentPartPr>
              <p14:cNvPr id="524" name="Ink 523">
                <a:extLst>
                  <a:ext uri="{FF2B5EF4-FFF2-40B4-BE49-F238E27FC236}">
                    <a16:creationId xmlns:a16="http://schemas.microsoft.com/office/drawing/2014/main" id="{DE510E49-19E1-D5CD-5D68-F48E82955C48}"/>
                  </a:ext>
                </a:extLst>
              </p14:cNvPr>
              <p14:cNvContentPartPr/>
              <p14:nvPr/>
            </p14:nvContentPartPr>
            <p14:xfrm>
              <a:off x="7736863" y="6299873"/>
              <a:ext cx="63360" cy="349560"/>
            </p14:xfrm>
          </p:contentPart>
        </mc:Choice>
        <mc:Fallback xmlns="">
          <p:pic>
            <p:nvPicPr>
              <p:cNvPr id="524" name="Ink 523">
                <a:extLst>
                  <a:ext uri="{FF2B5EF4-FFF2-40B4-BE49-F238E27FC236}">
                    <a16:creationId xmlns:a16="http://schemas.microsoft.com/office/drawing/2014/main" id="{DE510E49-19E1-D5CD-5D68-F48E82955C48}"/>
                  </a:ext>
                </a:extLst>
              </p:cNvPr>
              <p:cNvPicPr/>
              <p:nvPr/>
            </p:nvPicPr>
            <p:blipFill>
              <a:blip r:embed="rId623"/>
              <a:stretch>
                <a:fillRect/>
              </a:stretch>
            </p:blipFill>
            <p:spPr>
              <a:xfrm>
                <a:off x="7721383" y="6284753"/>
                <a:ext cx="9360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4">
            <p14:nvContentPartPr>
              <p14:cNvPr id="525" name="Ink 524">
                <a:extLst>
                  <a:ext uri="{FF2B5EF4-FFF2-40B4-BE49-F238E27FC236}">
                    <a16:creationId xmlns:a16="http://schemas.microsoft.com/office/drawing/2014/main" id="{AA061396-486F-3050-FA57-65B246E754DB}"/>
                  </a:ext>
                </a:extLst>
              </p14:cNvPr>
              <p14:cNvContentPartPr/>
              <p14:nvPr/>
            </p14:nvContentPartPr>
            <p14:xfrm>
              <a:off x="7724263" y="6478793"/>
              <a:ext cx="138600" cy="69480"/>
            </p14:xfrm>
          </p:contentPart>
        </mc:Choice>
        <mc:Fallback xmlns="">
          <p:pic>
            <p:nvPicPr>
              <p:cNvPr id="525" name="Ink 524">
                <a:extLst>
                  <a:ext uri="{FF2B5EF4-FFF2-40B4-BE49-F238E27FC236}">
                    <a16:creationId xmlns:a16="http://schemas.microsoft.com/office/drawing/2014/main" id="{AA061396-486F-3050-FA57-65B246E754DB}"/>
                  </a:ext>
                </a:extLst>
              </p:cNvPr>
              <p:cNvPicPr/>
              <p:nvPr/>
            </p:nvPicPr>
            <p:blipFill>
              <a:blip r:embed="rId625"/>
              <a:stretch>
                <a:fillRect/>
              </a:stretch>
            </p:blipFill>
            <p:spPr>
              <a:xfrm>
                <a:off x="7708783" y="6463313"/>
                <a:ext cx="1692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6">
            <p14:nvContentPartPr>
              <p14:cNvPr id="526" name="Ink 525">
                <a:extLst>
                  <a:ext uri="{FF2B5EF4-FFF2-40B4-BE49-F238E27FC236}">
                    <a16:creationId xmlns:a16="http://schemas.microsoft.com/office/drawing/2014/main" id="{98E7DC2B-BBF1-B970-DA0E-3EDA19E32AB0}"/>
                  </a:ext>
                </a:extLst>
              </p14:cNvPr>
              <p14:cNvContentPartPr/>
              <p14:nvPr/>
            </p14:nvContentPartPr>
            <p14:xfrm>
              <a:off x="7881223" y="6503993"/>
              <a:ext cx="145080" cy="157680"/>
            </p14:xfrm>
          </p:contentPart>
        </mc:Choice>
        <mc:Fallback xmlns="">
          <p:pic>
            <p:nvPicPr>
              <p:cNvPr id="526" name="Ink 525">
                <a:extLst>
                  <a:ext uri="{FF2B5EF4-FFF2-40B4-BE49-F238E27FC236}">
                    <a16:creationId xmlns:a16="http://schemas.microsoft.com/office/drawing/2014/main" id="{98E7DC2B-BBF1-B970-DA0E-3EDA19E32AB0}"/>
                  </a:ext>
                </a:extLst>
              </p:cNvPr>
              <p:cNvPicPr/>
              <p:nvPr/>
            </p:nvPicPr>
            <p:blipFill>
              <a:blip r:embed="rId627"/>
              <a:stretch>
                <a:fillRect/>
              </a:stretch>
            </p:blipFill>
            <p:spPr>
              <a:xfrm>
                <a:off x="7866103" y="6488513"/>
                <a:ext cx="1753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8">
            <p14:nvContentPartPr>
              <p14:cNvPr id="527" name="Ink 526">
                <a:extLst>
                  <a:ext uri="{FF2B5EF4-FFF2-40B4-BE49-F238E27FC236}">
                    <a16:creationId xmlns:a16="http://schemas.microsoft.com/office/drawing/2014/main" id="{D4DA830D-C8A2-95A0-28C2-7CB4802220DD}"/>
                  </a:ext>
                </a:extLst>
              </p14:cNvPr>
              <p14:cNvContentPartPr/>
              <p14:nvPr/>
            </p14:nvContentPartPr>
            <p14:xfrm>
              <a:off x="8063743" y="6359993"/>
              <a:ext cx="214200" cy="307800"/>
            </p14:xfrm>
          </p:contentPart>
        </mc:Choice>
        <mc:Fallback xmlns="">
          <p:pic>
            <p:nvPicPr>
              <p:cNvPr id="527" name="Ink 526">
                <a:extLst>
                  <a:ext uri="{FF2B5EF4-FFF2-40B4-BE49-F238E27FC236}">
                    <a16:creationId xmlns:a16="http://schemas.microsoft.com/office/drawing/2014/main" id="{D4DA830D-C8A2-95A0-28C2-7CB4802220DD}"/>
                  </a:ext>
                </a:extLst>
              </p:cNvPr>
              <p:cNvPicPr/>
              <p:nvPr/>
            </p:nvPicPr>
            <p:blipFill>
              <a:blip r:embed="rId629"/>
              <a:stretch>
                <a:fillRect/>
              </a:stretch>
            </p:blipFill>
            <p:spPr>
              <a:xfrm>
                <a:off x="8048263" y="6344873"/>
                <a:ext cx="24480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0">
            <p14:nvContentPartPr>
              <p14:cNvPr id="528" name="Ink 527">
                <a:extLst>
                  <a:ext uri="{FF2B5EF4-FFF2-40B4-BE49-F238E27FC236}">
                    <a16:creationId xmlns:a16="http://schemas.microsoft.com/office/drawing/2014/main" id="{9092C382-0097-0884-AC5C-8E1B4E0F8BD8}"/>
                  </a:ext>
                </a:extLst>
              </p14:cNvPr>
              <p14:cNvContentPartPr/>
              <p14:nvPr/>
            </p14:nvContentPartPr>
            <p14:xfrm>
              <a:off x="8271103" y="6497513"/>
              <a:ext cx="138600" cy="137880"/>
            </p14:xfrm>
          </p:contentPart>
        </mc:Choice>
        <mc:Fallback xmlns="">
          <p:pic>
            <p:nvPicPr>
              <p:cNvPr id="528" name="Ink 527">
                <a:extLst>
                  <a:ext uri="{FF2B5EF4-FFF2-40B4-BE49-F238E27FC236}">
                    <a16:creationId xmlns:a16="http://schemas.microsoft.com/office/drawing/2014/main" id="{9092C382-0097-0884-AC5C-8E1B4E0F8BD8}"/>
                  </a:ext>
                </a:extLst>
              </p:cNvPr>
              <p:cNvPicPr/>
              <p:nvPr/>
            </p:nvPicPr>
            <p:blipFill>
              <a:blip r:embed="rId631"/>
              <a:stretch>
                <a:fillRect/>
              </a:stretch>
            </p:blipFill>
            <p:spPr>
              <a:xfrm>
                <a:off x="8255983" y="6482393"/>
                <a:ext cx="16920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2">
            <p14:nvContentPartPr>
              <p14:cNvPr id="529" name="Ink 528">
                <a:extLst>
                  <a:ext uri="{FF2B5EF4-FFF2-40B4-BE49-F238E27FC236}">
                    <a16:creationId xmlns:a16="http://schemas.microsoft.com/office/drawing/2014/main" id="{48113C0A-0810-C3D8-65A1-2CF3115065EB}"/>
                  </a:ext>
                </a:extLst>
              </p14:cNvPr>
              <p14:cNvContentPartPr/>
              <p14:nvPr/>
            </p14:nvContentPartPr>
            <p14:xfrm>
              <a:off x="8667103" y="6290873"/>
              <a:ext cx="170280" cy="358200"/>
            </p14:xfrm>
          </p:contentPart>
        </mc:Choice>
        <mc:Fallback xmlns="">
          <p:pic>
            <p:nvPicPr>
              <p:cNvPr id="529" name="Ink 528">
                <a:extLst>
                  <a:ext uri="{FF2B5EF4-FFF2-40B4-BE49-F238E27FC236}">
                    <a16:creationId xmlns:a16="http://schemas.microsoft.com/office/drawing/2014/main" id="{48113C0A-0810-C3D8-65A1-2CF3115065EB}"/>
                  </a:ext>
                </a:extLst>
              </p:cNvPr>
              <p:cNvPicPr/>
              <p:nvPr/>
            </p:nvPicPr>
            <p:blipFill>
              <a:blip r:embed="rId633"/>
              <a:stretch>
                <a:fillRect/>
              </a:stretch>
            </p:blipFill>
            <p:spPr>
              <a:xfrm>
                <a:off x="8651983" y="6275393"/>
                <a:ext cx="200520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4">
            <p14:nvContentPartPr>
              <p14:cNvPr id="530" name="Ink 529">
                <a:extLst>
                  <a:ext uri="{FF2B5EF4-FFF2-40B4-BE49-F238E27FC236}">
                    <a16:creationId xmlns:a16="http://schemas.microsoft.com/office/drawing/2014/main" id="{ACCC66E5-E353-2ABA-2AF9-D2D208B21294}"/>
                  </a:ext>
                </a:extLst>
              </p14:cNvPr>
              <p14:cNvContentPartPr/>
              <p14:nvPr/>
            </p14:nvContentPartPr>
            <p14:xfrm>
              <a:off x="8880943" y="6460433"/>
              <a:ext cx="126000" cy="168840"/>
            </p14:xfrm>
          </p:contentPart>
        </mc:Choice>
        <mc:Fallback xmlns="">
          <p:pic>
            <p:nvPicPr>
              <p:cNvPr id="530" name="Ink 529">
                <a:extLst>
                  <a:ext uri="{FF2B5EF4-FFF2-40B4-BE49-F238E27FC236}">
                    <a16:creationId xmlns:a16="http://schemas.microsoft.com/office/drawing/2014/main" id="{ACCC66E5-E353-2ABA-2AF9-D2D208B21294}"/>
                  </a:ext>
                </a:extLst>
              </p:cNvPr>
              <p:cNvPicPr/>
              <p:nvPr/>
            </p:nvPicPr>
            <p:blipFill>
              <a:blip r:embed="rId635"/>
              <a:stretch>
                <a:fillRect/>
              </a:stretch>
            </p:blipFill>
            <p:spPr>
              <a:xfrm>
                <a:off x="8865823" y="6445313"/>
                <a:ext cx="1566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6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6E89E987-8544-F188-B1E0-0075CDDF7A45}"/>
                  </a:ext>
                </a:extLst>
              </p14:cNvPr>
              <p14:cNvContentPartPr/>
              <p14:nvPr/>
            </p14:nvContentPartPr>
            <p14:xfrm>
              <a:off x="9094783" y="6340913"/>
              <a:ext cx="69480" cy="310680"/>
            </p14:xfrm>
          </p:contentPart>
        </mc:Choice>
        <mc:Fallback xmlns=""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6E89E987-8544-F188-B1E0-0075CDDF7A45}"/>
                  </a:ext>
                </a:extLst>
              </p:cNvPr>
              <p:cNvPicPr/>
              <p:nvPr/>
            </p:nvPicPr>
            <p:blipFill>
              <a:blip r:embed="rId637"/>
              <a:stretch>
                <a:fillRect/>
              </a:stretch>
            </p:blipFill>
            <p:spPr>
              <a:xfrm>
                <a:off x="9079663" y="6325793"/>
                <a:ext cx="10008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8">
            <p14:nvContentPartPr>
              <p14:cNvPr id="532" name="Ink 531">
                <a:extLst>
                  <a:ext uri="{FF2B5EF4-FFF2-40B4-BE49-F238E27FC236}">
                    <a16:creationId xmlns:a16="http://schemas.microsoft.com/office/drawing/2014/main" id="{B19B796D-F189-036B-7A18-2DB39D02B766}"/>
                  </a:ext>
                </a:extLst>
              </p14:cNvPr>
              <p14:cNvContentPartPr/>
              <p14:nvPr/>
            </p14:nvContentPartPr>
            <p14:xfrm>
              <a:off x="9041863" y="6472313"/>
              <a:ext cx="141480" cy="31680"/>
            </p14:xfrm>
          </p:contentPart>
        </mc:Choice>
        <mc:Fallback xmlns="">
          <p:pic>
            <p:nvPicPr>
              <p:cNvPr id="532" name="Ink 531">
                <a:extLst>
                  <a:ext uri="{FF2B5EF4-FFF2-40B4-BE49-F238E27FC236}">
                    <a16:creationId xmlns:a16="http://schemas.microsoft.com/office/drawing/2014/main" id="{B19B796D-F189-036B-7A18-2DB39D02B766}"/>
                  </a:ext>
                </a:extLst>
              </p:cNvPr>
              <p:cNvPicPr/>
              <p:nvPr/>
            </p:nvPicPr>
            <p:blipFill>
              <a:blip r:embed="rId639"/>
              <a:stretch>
                <a:fillRect/>
              </a:stretch>
            </p:blipFill>
            <p:spPr>
              <a:xfrm>
                <a:off x="9026383" y="6457193"/>
                <a:ext cx="1720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0">
            <p14:nvContentPartPr>
              <p14:cNvPr id="533" name="Ink 532">
                <a:extLst>
                  <a:ext uri="{FF2B5EF4-FFF2-40B4-BE49-F238E27FC236}">
                    <a16:creationId xmlns:a16="http://schemas.microsoft.com/office/drawing/2014/main" id="{920623E3-C499-4FB6-D2A1-9F3E06772C46}"/>
                  </a:ext>
                </a:extLst>
              </p14:cNvPr>
              <p14:cNvContentPartPr/>
              <p14:nvPr/>
            </p14:nvContentPartPr>
            <p14:xfrm>
              <a:off x="9371263" y="6429113"/>
              <a:ext cx="157680" cy="188280"/>
            </p14:xfrm>
          </p:contentPart>
        </mc:Choice>
        <mc:Fallback xmlns="">
          <p:pic>
            <p:nvPicPr>
              <p:cNvPr id="533" name="Ink 532">
                <a:extLst>
                  <a:ext uri="{FF2B5EF4-FFF2-40B4-BE49-F238E27FC236}">
                    <a16:creationId xmlns:a16="http://schemas.microsoft.com/office/drawing/2014/main" id="{920623E3-C499-4FB6-D2A1-9F3E06772C46}"/>
                  </a:ext>
                </a:extLst>
              </p:cNvPr>
              <p:cNvPicPr/>
              <p:nvPr/>
            </p:nvPicPr>
            <p:blipFill>
              <a:blip r:embed="rId641"/>
              <a:stretch>
                <a:fillRect/>
              </a:stretch>
            </p:blipFill>
            <p:spPr>
              <a:xfrm>
                <a:off x="9356143" y="6413993"/>
                <a:ext cx="18792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2">
            <p14:nvContentPartPr>
              <p14:cNvPr id="534" name="Ink 533">
                <a:extLst>
                  <a:ext uri="{FF2B5EF4-FFF2-40B4-BE49-F238E27FC236}">
                    <a16:creationId xmlns:a16="http://schemas.microsoft.com/office/drawing/2014/main" id="{8BE3D93C-76C1-640B-878B-EF4979A14761}"/>
                  </a:ext>
                </a:extLst>
              </p14:cNvPr>
              <p14:cNvContentPartPr/>
              <p14:nvPr/>
            </p14:nvContentPartPr>
            <p14:xfrm>
              <a:off x="9534703" y="6462593"/>
              <a:ext cx="113400" cy="154080"/>
            </p14:xfrm>
          </p:contentPart>
        </mc:Choice>
        <mc:Fallback xmlns="">
          <p:pic>
            <p:nvPicPr>
              <p:cNvPr id="534" name="Ink 533">
                <a:extLst>
                  <a:ext uri="{FF2B5EF4-FFF2-40B4-BE49-F238E27FC236}">
                    <a16:creationId xmlns:a16="http://schemas.microsoft.com/office/drawing/2014/main" id="{8BE3D93C-76C1-640B-878B-EF4979A14761}"/>
                  </a:ext>
                </a:extLst>
              </p:cNvPr>
              <p:cNvPicPr/>
              <p:nvPr/>
            </p:nvPicPr>
            <p:blipFill>
              <a:blip r:embed="rId643"/>
              <a:stretch>
                <a:fillRect/>
              </a:stretch>
            </p:blipFill>
            <p:spPr>
              <a:xfrm>
                <a:off x="9519583" y="6447473"/>
                <a:ext cx="14400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4">
            <p14:nvContentPartPr>
              <p14:cNvPr id="535" name="Ink 534">
                <a:extLst>
                  <a:ext uri="{FF2B5EF4-FFF2-40B4-BE49-F238E27FC236}">
                    <a16:creationId xmlns:a16="http://schemas.microsoft.com/office/drawing/2014/main" id="{70DDB604-0CCD-09A6-9CEA-7A95A354AF4C}"/>
                  </a:ext>
                </a:extLst>
              </p14:cNvPr>
              <p14:cNvContentPartPr/>
              <p14:nvPr/>
            </p14:nvContentPartPr>
            <p14:xfrm>
              <a:off x="9723343" y="6296993"/>
              <a:ext cx="56880" cy="318960"/>
            </p14:xfrm>
          </p:contentPart>
        </mc:Choice>
        <mc:Fallback xmlns="">
          <p:pic>
            <p:nvPicPr>
              <p:cNvPr id="535" name="Ink 534">
                <a:extLst>
                  <a:ext uri="{FF2B5EF4-FFF2-40B4-BE49-F238E27FC236}">
                    <a16:creationId xmlns:a16="http://schemas.microsoft.com/office/drawing/2014/main" id="{70DDB604-0CCD-09A6-9CEA-7A95A354AF4C}"/>
                  </a:ext>
                </a:extLst>
              </p:cNvPr>
              <p:cNvPicPr/>
              <p:nvPr/>
            </p:nvPicPr>
            <p:blipFill>
              <a:blip r:embed="rId645"/>
              <a:stretch>
                <a:fillRect/>
              </a:stretch>
            </p:blipFill>
            <p:spPr>
              <a:xfrm>
                <a:off x="9708223" y="6281873"/>
                <a:ext cx="8748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6">
            <p14:nvContentPartPr>
              <p14:cNvPr id="536" name="Ink 535">
                <a:extLst>
                  <a:ext uri="{FF2B5EF4-FFF2-40B4-BE49-F238E27FC236}">
                    <a16:creationId xmlns:a16="http://schemas.microsoft.com/office/drawing/2014/main" id="{05E132F6-5E14-8A84-F68E-699C8A2FB4E7}"/>
                  </a:ext>
                </a:extLst>
              </p14:cNvPr>
              <p14:cNvContentPartPr/>
              <p14:nvPr/>
            </p14:nvContentPartPr>
            <p14:xfrm>
              <a:off x="9660703" y="6434873"/>
              <a:ext cx="201600" cy="69480"/>
            </p14:xfrm>
          </p:contentPart>
        </mc:Choice>
        <mc:Fallback xmlns="">
          <p:pic>
            <p:nvPicPr>
              <p:cNvPr id="536" name="Ink 535">
                <a:extLst>
                  <a:ext uri="{FF2B5EF4-FFF2-40B4-BE49-F238E27FC236}">
                    <a16:creationId xmlns:a16="http://schemas.microsoft.com/office/drawing/2014/main" id="{05E132F6-5E14-8A84-F68E-699C8A2FB4E7}"/>
                  </a:ext>
                </a:extLst>
              </p:cNvPr>
              <p:cNvPicPr/>
              <p:nvPr/>
            </p:nvPicPr>
            <p:blipFill>
              <a:blip r:embed="rId647"/>
              <a:stretch>
                <a:fillRect/>
              </a:stretch>
            </p:blipFill>
            <p:spPr>
              <a:xfrm>
                <a:off x="9645223" y="6419393"/>
                <a:ext cx="2322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8">
            <p14:nvContentPartPr>
              <p14:cNvPr id="537" name="Ink 536">
                <a:extLst>
                  <a:ext uri="{FF2B5EF4-FFF2-40B4-BE49-F238E27FC236}">
                    <a16:creationId xmlns:a16="http://schemas.microsoft.com/office/drawing/2014/main" id="{53D1B7D5-FF08-AB97-4D22-75869E204D08}"/>
                  </a:ext>
                </a:extLst>
              </p14:cNvPr>
              <p14:cNvContentPartPr/>
              <p14:nvPr/>
            </p14:nvContentPartPr>
            <p14:xfrm>
              <a:off x="10062823" y="6303473"/>
              <a:ext cx="94680" cy="350280"/>
            </p14:xfrm>
          </p:contentPart>
        </mc:Choice>
        <mc:Fallback xmlns="">
          <p:pic>
            <p:nvPicPr>
              <p:cNvPr id="537" name="Ink 536">
                <a:extLst>
                  <a:ext uri="{FF2B5EF4-FFF2-40B4-BE49-F238E27FC236}">
                    <a16:creationId xmlns:a16="http://schemas.microsoft.com/office/drawing/2014/main" id="{53D1B7D5-FF08-AB97-4D22-75869E204D08}"/>
                  </a:ext>
                </a:extLst>
              </p:cNvPr>
              <p:cNvPicPr/>
              <p:nvPr/>
            </p:nvPicPr>
            <p:blipFill>
              <a:blip r:embed="rId649"/>
              <a:stretch>
                <a:fillRect/>
              </a:stretch>
            </p:blipFill>
            <p:spPr>
              <a:xfrm>
                <a:off x="10047703" y="6287993"/>
                <a:ext cx="12528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0">
            <p14:nvContentPartPr>
              <p14:cNvPr id="538" name="Ink 537">
                <a:extLst>
                  <a:ext uri="{FF2B5EF4-FFF2-40B4-BE49-F238E27FC236}">
                    <a16:creationId xmlns:a16="http://schemas.microsoft.com/office/drawing/2014/main" id="{8867BFE3-DA28-F85E-4EC4-06D21D88CC89}"/>
                  </a:ext>
                </a:extLst>
              </p14:cNvPr>
              <p14:cNvContentPartPr/>
              <p14:nvPr/>
            </p14:nvContentPartPr>
            <p14:xfrm>
              <a:off x="9981103" y="6403193"/>
              <a:ext cx="283320" cy="75960"/>
            </p14:xfrm>
          </p:contentPart>
        </mc:Choice>
        <mc:Fallback xmlns="">
          <p:pic>
            <p:nvPicPr>
              <p:cNvPr id="538" name="Ink 537">
                <a:extLst>
                  <a:ext uri="{FF2B5EF4-FFF2-40B4-BE49-F238E27FC236}">
                    <a16:creationId xmlns:a16="http://schemas.microsoft.com/office/drawing/2014/main" id="{8867BFE3-DA28-F85E-4EC4-06D21D88CC89}"/>
                  </a:ext>
                </a:extLst>
              </p:cNvPr>
              <p:cNvPicPr/>
              <p:nvPr/>
            </p:nvPicPr>
            <p:blipFill>
              <a:blip r:embed="rId651"/>
              <a:stretch>
                <a:fillRect/>
              </a:stretch>
            </p:blipFill>
            <p:spPr>
              <a:xfrm>
                <a:off x="9965983" y="6388073"/>
                <a:ext cx="31392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2">
            <p14:nvContentPartPr>
              <p14:cNvPr id="539" name="Ink 538">
                <a:extLst>
                  <a:ext uri="{FF2B5EF4-FFF2-40B4-BE49-F238E27FC236}">
                    <a16:creationId xmlns:a16="http://schemas.microsoft.com/office/drawing/2014/main" id="{7E38F69E-7F11-8A1B-7AFD-9C52366FD81C}"/>
                  </a:ext>
                </a:extLst>
              </p14:cNvPr>
              <p14:cNvContentPartPr/>
              <p14:nvPr/>
            </p14:nvContentPartPr>
            <p14:xfrm>
              <a:off x="10208263" y="6321473"/>
              <a:ext cx="150480" cy="295920"/>
            </p14:xfrm>
          </p:contentPart>
        </mc:Choice>
        <mc:Fallback xmlns="">
          <p:pic>
            <p:nvPicPr>
              <p:cNvPr id="539" name="Ink 538">
                <a:extLst>
                  <a:ext uri="{FF2B5EF4-FFF2-40B4-BE49-F238E27FC236}">
                    <a16:creationId xmlns:a16="http://schemas.microsoft.com/office/drawing/2014/main" id="{7E38F69E-7F11-8A1B-7AFD-9C52366FD81C}"/>
                  </a:ext>
                </a:extLst>
              </p:cNvPr>
              <p:cNvPicPr/>
              <p:nvPr/>
            </p:nvPicPr>
            <p:blipFill>
              <a:blip r:embed="rId653"/>
              <a:stretch>
                <a:fillRect/>
              </a:stretch>
            </p:blipFill>
            <p:spPr>
              <a:xfrm>
                <a:off x="10193143" y="6306353"/>
                <a:ext cx="1810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4">
            <p14:nvContentPartPr>
              <p14:cNvPr id="540" name="Ink 539">
                <a:extLst>
                  <a:ext uri="{FF2B5EF4-FFF2-40B4-BE49-F238E27FC236}">
                    <a16:creationId xmlns:a16="http://schemas.microsoft.com/office/drawing/2014/main" id="{76FF0579-04E6-ECFB-37BE-7AE6824D147F}"/>
                  </a:ext>
                </a:extLst>
              </p14:cNvPr>
              <p14:cNvContentPartPr/>
              <p14:nvPr/>
            </p14:nvContentPartPr>
            <p14:xfrm>
              <a:off x="10370983" y="6459713"/>
              <a:ext cx="107280" cy="163800"/>
            </p14:xfrm>
          </p:contentPart>
        </mc:Choice>
        <mc:Fallback xmlns="">
          <p:pic>
            <p:nvPicPr>
              <p:cNvPr id="540" name="Ink 539">
                <a:extLst>
                  <a:ext uri="{FF2B5EF4-FFF2-40B4-BE49-F238E27FC236}">
                    <a16:creationId xmlns:a16="http://schemas.microsoft.com/office/drawing/2014/main" id="{76FF0579-04E6-ECFB-37BE-7AE6824D147F}"/>
                  </a:ext>
                </a:extLst>
              </p:cNvPr>
              <p:cNvPicPr/>
              <p:nvPr/>
            </p:nvPicPr>
            <p:blipFill>
              <a:blip r:embed="rId655"/>
              <a:stretch>
                <a:fillRect/>
              </a:stretch>
            </p:blipFill>
            <p:spPr>
              <a:xfrm>
                <a:off x="10355863" y="6444593"/>
                <a:ext cx="13788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6">
            <p14:nvContentPartPr>
              <p14:cNvPr id="541" name="Ink 540">
                <a:extLst>
                  <a:ext uri="{FF2B5EF4-FFF2-40B4-BE49-F238E27FC236}">
                    <a16:creationId xmlns:a16="http://schemas.microsoft.com/office/drawing/2014/main" id="{D2A0C112-2E9E-4ADF-8E7C-184F5006D202}"/>
                  </a:ext>
                </a:extLst>
              </p14:cNvPr>
              <p14:cNvContentPartPr/>
              <p14:nvPr/>
            </p14:nvContentPartPr>
            <p14:xfrm>
              <a:off x="10697863" y="6403193"/>
              <a:ext cx="170280" cy="211320"/>
            </p14:xfrm>
          </p:contentPart>
        </mc:Choice>
        <mc:Fallback xmlns="">
          <p:pic>
            <p:nvPicPr>
              <p:cNvPr id="541" name="Ink 540">
                <a:extLst>
                  <a:ext uri="{FF2B5EF4-FFF2-40B4-BE49-F238E27FC236}">
                    <a16:creationId xmlns:a16="http://schemas.microsoft.com/office/drawing/2014/main" id="{D2A0C112-2E9E-4ADF-8E7C-184F5006D202}"/>
                  </a:ext>
                </a:extLst>
              </p:cNvPr>
              <p:cNvPicPr/>
              <p:nvPr/>
            </p:nvPicPr>
            <p:blipFill>
              <a:blip r:embed="rId657"/>
              <a:stretch>
                <a:fillRect/>
              </a:stretch>
            </p:blipFill>
            <p:spPr>
              <a:xfrm>
                <a:off x="10682743" y="6388073"/>
                <a:ext cx="20052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8">
            <p14:nvContentPartPr>
              <p14:cNvPr id="542" name="Ink 541">
                <a:extLst>
                  <a:ext uri="{FF2B5EF4-FFF2-40B4-BE49-F238E27FC236}">
                    <a16:creationId xmlns:a16="http://schemas.microsoft.com/office/drawing/2014/main" id="{10CEC209-2313-D774-59E5-A09682463DD0}"/>
                  </a:ext>
                </a:extLst>
              </p14:cNvPr>
              <p14:cNvContentPartPr/>
              <p14:nvPr/>
            </p14:nvContentPartPr>
            <p14:xfrm>
              <a:off x="10811263" y="6440993"/>
              <a:ext cx="176400" cy="163800"/>
            </p14:xfrm>
          </p:contentPart>
        </mc:Choice>
        <mc:Fallback xmlns="">
          <p:pic>
            <p:nvPicPr>
              <p:cNvPr id="542" name="Ink 541">
                <a:extLst>
                  <a:ext uri="{FF2B5EF4-FFF2-40B4-BE49-F238E27FC236}">
                    <a16:creationId xmlns:a16="http://schemas.microsoft.com/office/drawing/2014/main" id="{10CEC209-2313-D774-59E5-A09682463DD0}"/>
                  </a:ext>
                </a:extLst>
              </p:cNvPr>
              <p:cNvPicPr/>
              <p:nvPr/>
            </p:nvPicPr>
            <p:blipFill>
              <a:blip r:embed="rId659"/>
              <a:stretch>
                <a:fillRect/>
              </a:stretch>
            </p:blipFill>
            <p:spPr>
              <a:xfrm>
                <a:off x="10795783" y="6425873"/>
                <a:ext cx="20700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0">
            <p14:nvContentPartPr>
              <p14:cNvPr id="543" name="Ink 542">
                <a:extLst>
                  <a:ext uri="{FF2B5EF4-FFF2-40B4-BE49-F238E27FC236}">
                    <a16:creationId xmlns:a16="http://schemas.microsoft.com/office/drawing/2014/main" id="{0DBCF797-D046-81F1-E93A-26BD6D2977B8}"/>
                  </a:ext>
                </a:extLst>
              </p14:cNvPr>
              <p14:cNvContentPartPr/>
              <p14:nvPr/>
            </p14:nvContentPartPr>
            <p14:xfrm>
              <a:off x="11056423" y="6428393"/>
              <a:ext cx="170280" cy="182520"/>
            </p14:xfrm>
          </p:contentPart>
        </mc:Choice>
        <mc:Fallback xmlns="">
          <p:pic>
            <p:nvPicPr>
              <p:cNvPr id="543" name="Ink 542">
                <a:extLst>
                  <a:ext uri="{FF2B5EF4-FFF2-40B4-BE49-F238E27FC236}">
                    <a16:creationId xmlns:a16="http://schemas.microsoft.com/office/drawing/2014/main" id="{0DBCF797-D046-81F1-E93A-26BD6D2977B8}"/>
                  </a:ext>
                </a:extLst>
              </p:cNvPr>
              <p:cNvPicPr/>
              <p:nvPr/>
            </p:nvPicPr>
            <p:blipFill>
              <a:blip r:embed="rId661"/>
              <a:stretch>
                <a:fillRect/>
              </a:stretch>
            </p:blipFill>
            <p:spPr>
              <a:xfrm>
                <a:off x="11040943" y="6413273"/>
                <a:ext cx="2005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2">
            <p14:nvContentPartPr>
              <p14:cNvPr id="544" name="Ink 543">
                <a:extLst>
                  <a:ext uri="{FF2B5EF4-FFF2-40B4-BE49-F238E27FC236}">
                    <a16:creationId xmlns:a16="http://schemas.microsoft.com/office/drawing/2014/main" id="{8BD678CE-5D3F-F0C8-A5A4-96C5D5E4E0B8}"/>
                  </a:ext>
                </a:extLst>
              </p14:cNvPr>
              <p14:cNvContentPartPr/>
              <p14:nvPr/>
            </p14:nvContentPartPr>
            <p14:xfrm>
              <a:off x="11175943" y="6453593"/>
              <a:ext cx="610200" cy="282600"/>
            </p14:xfrm>
          </p:contentPart>
        </mc:Choice>
        <mc:Fallback xmlns="">
          <p:pic>
            <p:nvPicPr>
              <p:cNvPr id="544" name="Ink 543">
                <a:extLst>
                  <a:ext uri="{FF2B5EF4-FFF2-40B4-BE49-F238E27FC236}">
                    <a16:creationId xmlns:a16="http://schemas.microsoft.com/office/drawing/2014/main" id="{8BD678CE-5D3F-F0C8-A5A4-96C5D5E4E0B8}"/>
                  </a:ext>
                </a:extLst>
              </p:cNvPr>
              <p:cNvPicPr/>
              <p:nvPr/>
            </p:nvPicPr>
            <p:blipFill>
              <a:blip r:embed="rId663"/>
              <a:stretch>
                <a:fillRect/>
              </a:stretch>
            </p:blipFill>
            <p:spPr>
              <a:xfrm>
                <a:off x="11160463" y="6438473"/>
                <a:ext cx="640800" cy="31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3663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3F5AB74-5324-95AA-66B3-AE654D5013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3" r="559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994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6CFFF7A-CF49-DF1E-34E5-D8BFEEC199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6" r="96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74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490E66C-DF6B-87EC-303D-BB6EEC23201C}"/>
                  </a:ext>
                </a:extLst>
              </p14:cNvPr>
              <p14:cNvContentPartPr/>
              <p14:nvPr/>
            </p14:nvContentPartPr>
            <p14:xfrm>
              <a:off x="820903" y="2020553"/>
              <a:ext cx="5514120" cy="4183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490E66C-DF6B-87EC-303D-BB6EEC2320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0303" y="1989956"/>
                <a:ext cx="5575680" cy="42443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B6488D3-6E89-B6B3-4A10-0F4436807FD7}"/>
                  </a:ext>
                </a:extLst>
              </p14:cNvPr>
              <p14:cNvContentPartPr/>
              <p14:nvPr/>
            </p14:nvContentPartPr>
            <p14:xfrm>
              <a:off x="839623" y="2077793"/>
              <a:ext cx="5595840" cy="4136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B6488D3-6E89-B6B3-4A10-0F4436807F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9023" y="2047193"/>
                <a:ext cx="5657400" cy="419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E58CC52-186E-0093-A468-53287C85200B}"/>
                  </a:ext>
                </a:extLst>
              </p14:cNvPr>
              <p14:cNvContentPartPr/>
              <p14:nvPr/>
            </p14:nvContentPartPr>
            <p14:xfrm>
              <a:off x="933943" y="3422753"/>
              <a:ext cx="5023800" cy="507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E58CC52-186E-0093-A468-53287C85200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5943" y="3404753"/>
                <a:ext cx="50594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822C6B8-0D72-3A8B-B7FF-76F98521F359}"/>
                  </a:ext>
                </a:extLst>
              </p14:cNvPr>
              <p14:cNvContentPartPr/>
              <p14:nvPr/>
            </p14:nvContentPartPr>
            <p14:xfrm>
              <a:off x="877423" y="4026113"/>
              <a:ext cx="5375880" cy="1260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822C6B8-0D72-3A8B-B7FF-76F98521F35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9423" y="4008113"/>
                <a:ext cx="541152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1A546A3-54A1-BA54-B7DC-02B5C86F1272}"/>
                  </a:ext>
                </a:extLst>
              </p14:cNvPr>
              <p14:cNvContentPartPr/>
              <p14:nvPr/>
            </p14:nvContentPartPr>
            <p14:xfrm>
              <a:off x="959143" y="4648553"/>
              <a:ext cx="5205960" cy="1260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1A546A3-54A1-BA54-B7DC-02B5C86F127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1143" y="4630553"/>
                <a:ext cx="524160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DE55B5C-A1B8-B712-D709-C0204CC14686}"/>
                  </a:ext>
                </a:extLst>
              </p14:cNvPr>
              <p14:cNvContentPartPr/>
              <p14:nvPr/>
            </p14:nvContentPartPr>
            <p14:xfrm>
              <a:off x="946543" y="5421833"/>
              <a:ext cx="5092920" cy="126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DE55B5C-A1B8-B712-D709-C0204CC1468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8543" y="5403833"/>
                <a:ext cx="5128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C411A06-FC5E-4BA0-1EC5-F7E530E100BD}"/>
                  </a:ext>
                </a:extLst>
              </p14:cNvPr>
              <p14:cNvContentPartPr/>
              <p14:nvPr/>
            </p14:nvContentPartPr>
            <p14:xfrm>
              <a:off x="2423983" y="2212793"/>
              <a:ext cx="142200" cy="38318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C411A06-FC5E-4BA0-1EC5-F7E530E100B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05983" y="2194793"/>
                <a:ext cx="177840" cy="38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34D7756-5294-90C4-AF8E-8B4C8ABFAD53}"/>
                  </a:ext>
                </a:extLst>
              </p14:cNvPr>
              <p14:cNvContentPartPr/>
              <p14:nvPr/>
            </p14:nvContentPartPr>
            <p14:xfrm>
              <a:off x="3084223" y="2168873"/>
              <a:ext cx="132480" cy="40708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34D7756-5294-90C4-AF8E-8B4C8ABFAD5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66583" y="2150873"/>
                <a:ext cx="168120" cy="41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E8E7082-EAB2-FCA0-B4DD-ED65CD4FF66B}"/>
                  </a:ext>
                </a:extLst>
              </p14:cNvPr>
              <p14:cNvContentPartPr/>
              <p14:nvPr/>
            </p14:nvContentPartPr>
            <p14:xfrm>
              <a:off x="3694063" y="2185433"/>
              <a:ext cx="157680" cy="39942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E8E7082-EAB2-FCA0-B4DD-ED65CD4FF66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76423" y="2167793"/>
                <a:ext cx="193320" cy="40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30FDEE5-748F-ABED-ED76-6EE93CFD7904}"/>
                  </a:ext>
                </a:extLst>
              </p14:cNvPr>
              <p14:cNvContentPartPr/>
              <p14:nvPr/>
            </p14:nvContentPartPr>
            <p14:xfrm>
              <a:off x="4410823" y="2140073"/>
              <a:ext cx="201600" cy="40291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30FDEE5-748F-ABED-ED76-6EE93CFD790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393183" y="2122433"/>
                <a:ext cx="237240" cy="40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7B75B4F-8323-3452-9706-BC82B5D0D5DD}"/>
                  </a:ext>
                </a:extLst>
              </p14:cNvPr>
              <p14:cNvContentPartPr/>
              <p14:nvPr/>
            </p14:nvContentPartPr>
            <p14:xfrm>
              <a:off x="5152783" y="2039633"/>
              <a:ext cx="107280" cy="4068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7B75B4F-8323-3452-9706-BC82B5D0D5D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34783" y="2021633"/>
                <a:ext cx="142920" cy="41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753CDC7-0295-1642-C5BC-713EDEEF8062}"/>
                  </a:ext>
                </a:extLst>
              </p14:cNvPr>
              <p14:cNvContentPartPr/>
              <p14:nvPr/>
            </p14:nvContentPartPr>
            <p14:xfrm>
              <a:off x="915223" y="873593"/>
              <a:ext cx="5658840" cy="11448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753CDC7-0295-1642-C5BC-713EDEEF806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94703" y="858468"/>
                <a:ext cx="5699520" cy="11804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8F10B64-1DFC-CCC1-439D-81563EADA397}"/>
                  </a:ext>
                </a:extLst>
              </p14:cNvPr>
              <p14:cNvContentPartPr/>
              <p14:nvPr/>
            </p14:nvContentPartPr>
            <p14:xfrm>
              <a:off x="927823" y="2561273"/>
              <a:ext cx="5486400" cy="82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8F10B64-1DFC-CCC1-439D-81563EADA39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97223" y="2530673"/>
                <a:ext cx="55476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0C7231E-EA2F-7A9A-4DD8-C3D7A4BA1581}"/>
                  </a:ext>
                </a:extLst>
              </p14:cNvPr>
              <p14:cNvContentPartPr/>
              <p14:nvPr/>
            </p14:nvContentPartPr>
            <p14:xfrm>
              <a:off x="5599183" y="2266433"/>
              <a:ext cx="151200" cy="1443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0C7231E-EA2F-7A9A-4DD8-C3D7A4BA158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68583" y="2235833"/>
                <a:ext cx="21276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1B67962-9526-EF7C-6EB5-B8C08B7FE800}"/>
                  </a:ext>
                </a:extLst>
              </p14:cNvPr>
              <p14:cNvContentPartPr/>
              <p14:nvPr/>
            </p14:nvContentPartPr>
            <p14:xfrm>
              <a:off x="4593343" y="2341313"/>
              <a:ext cx="264240" cy="316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1B67962-9526-EF7C-6EB5-B8C08B7FE80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562383" y="2310713"/>
                <a:ext cx="32580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D764968-392E-56B0-9CC0-D639D9EB929D}"/>
                  </a:ext>
                </a:extLst>
              </p14:cNvPr>
              <p14:cNvContentPartPr/>
              <p14:nvPr/>
            </p14:nvContentPartPr>
            <p14:xfrm>
              <a:off x="1518943" y="2215673"/>
              <a:ext cx="88200" cy="39394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D764968-392E-56B0-9CC0-D639D9EB929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87983" y="2184713"/>
                <a:ext cx="149760" cy="40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DD764D2-AE3D-0A76-5A4F-4EAC698E621E}"/>
                  </a:ext>
                </a:extLst>
              </p14:cNvPr>
              <p14:cNvContentPartPr/>
              <p14:nvPr/>
            </p14:nvContentPartPr>
            <p14:xfrm>
              <a:off x="5334943" y="2102273"/>
              <a:ext cx="126000" cy="2520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DD764D2-AE3D-0A76-5A4F-4EAC698E621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304343" y="2071673"/>
                <a:ext cx="18756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BD8B0AD-3A59-6BB6-5E73-76A9E0FFC810}"/>
                  </a:ext>
                </a:extLst>
              </p14:cNvPr>
              <p14:cNvContentPartPr/>
              <p14:nvPr/>
            </p14:nvContentPartPr>
            <p14:xfrm>
              <a:off x="3870103" y="2203073"/>
              <a:ext cx="314640" cy="3211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BD8B0AD-3A59-6BB6-5E73-76A9E0FFC81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39503" y="2172113"/>
                <a:ext cx="37620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50830DC0-CB6B-ECAB-B929-1F4B23E91A54}"/>
                  </a:ext>
                </a:extLst>
              </p14:cNvPr>
              <p14:cNvContentPartPr/>
              <p14:nvPr/>
            </p14:nvContentPartPr>
            <p14:xfrm>
              <a:off x="3235063" y="2203073"/>
              <a:ext cx="302400" cy="3081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50830DC0-CB6B-ECAB-B929-1F4B23E91A5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204427" y="2172149"/>
                <a:ext cx="364033" cy="3692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2A1C57D-945A-1D05-51CC-24B70E6ED185}"/>
                  </a:ext>
                </a:extLst>
              </p14:cNvPr>
              <p14:cNvContentPartPr/>
              <p14:nvPr/>
            </p14:nvContentPartPr>
            <p14:xfrm>
              <a:off x="2625223" y="2209193"/>
              <a:ext cx="352440" cy="3150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2A1C57D-945A-1D05-51CC-24B70E6ED18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594623" y="2178558"/>
                <a:ext cx="413640" cy="376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7896CCB-EC42-25CE-9AA3-F4844CA635DE}"/>
                  </a:ext>
                </a:extLst>
              </p14:cNvPr>
              <p14:cNvContentPartPr/>
              <p14:nvPr/>
            </p14:nvContentPartPr>
            <p14:xfrm>
              <a:off x="1751503" y="2209193"/>
              <a:ext cx="326880" cy="3024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7896CCB-EC42-25CE-9AA3-F4844CA635D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720937" y="2178557"/>
                <a:ext cx="388372" cy="3640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EA4939B-DAFD-014C-B0AF-4FB4CFE9ED87}"/>
                  </a:ext>
                </a:extLst>
              </p14:cNvPr>
              <p14:cNvContentPartPr/>
              <p14:nvPr/>
            </p14:nvContentPartPr>
            <p14:xfrm>
              <a:off x="1034743" y="3749633"/>
              <a:ext cx="371520" cy="2959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EA4939B-DAFD-014C-B0AF-4FB4CFE9ED8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04113" y="3719033"/>
                <a:ext cx="43314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C41B9206-53E4-4C6F-47A8-E4691E8A96BA}"/>
                  </a:ext>
                </a:extLst>
              </p14:cNvPr>
              <p14:cNvContentPartPr/>
              <p14:nvPr/>
            </p14:nvContentPartPr>
            <p14:xfrm>
              <a:off x="1048063" y="2976353"/>
              <a:ext cx="263520" cy="3711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C41B9206-53E4-4C6F-47A8-E4691E8A96B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17145" y="2945753"/>
                <a:ext cx="324637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A46B2AB5-9B7C-DA93-C094-17571B13F1CB}"/>
                  </a:ext>
                </a:extLst>
              </p14:cNvPr>
              <p14:cNvContentPartPr/>
              <p14:nvPr/>
            </p14:nvContentPartPr>
            <p14:xfrm>
              <a:off x="1109983" y="5152193"/>
              <a:ext cx="289440" cy="561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A46B2AB5-9B7C-DA93-C094-17571B13F1C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79383" y="5121593"/>
                <a:ext cx="3510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ED8EFC6E-03A3-8D68-E0D6-61F9EDF578B0}"/>
                  </a:ext>
                </a:extLst>
              </p14:cNvPr>
              <p14:cNvContentPartPr/>
              <p14:nvPr/>
            </p14:nvContentPartPr>
            <p14:xfrm>
              <a:off x="990823" y="4283873"/>
              <a:ext cx="232920" cy="3715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ED8EFC6E-03A3-8D68-E0D6-61F9EDF578B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59863" y="4253243"/>
                <a:ext cx="294480" cy="4331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2E0B0F14-F7F0-157C-EA61-91803F9A124B}"/>
                  </a:ext>
                </a:extLst>
              </p14:cNvPr>
              <p14:cNvContentPartPr/>
              <p14:nvPr/>
            </p14:nvContentPartPr>
            <p14:xfrm>
              <a:off x="990823" y="5698673"/>
              <a:ext cx="377640" cy="3333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2E0B0F14-F7F0-157C-EA61-91803F9A124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59863" y="5668106"/>
                <a:ext cx="438840" cy="394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B1083EE-56E0-2CF1-827B-F4837FF05CC9}"/>
                  </a:ext>
                </a:extLst>
              </p14:cNvPr>
              <p14:cNvContentPartPr/>
              <p14:nvPr/>
            </p14:nvContentPartPr>
            <p14:xfrm>
              <a:off x="317983" y="2177873"/>
              <a:ext cx="497160" cy="40305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B1083EE-56E0-2CF1-827B-F4837FF05CC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02863" y="2162393"/>
                <a:ext cx="527400" cy="40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6C81A2D1-8772-8DBE-2B27-77FCB88497FF}"/>
                  </a:ext>
                </a:extLst>
              </p14:cNvPr>
              <p14:cNvContentPartPr/>
              <p14:nvPr/>
            </p14:nvContentPartPr>
            <p14:xfrm>
              <a:off x="41143" y="2203793"/>
              <a:ext cx="277560" cy="17467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6C81A2D1-8772-8DBE-2B27-77FCB88497F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6003" y="2188313"/>
                <a:ext cx="307839" cy="177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04A34485-8F03-A34E-2934-46E97EBB148F}"/>
                  </a:ext>
                </a:extLst>
              </p14:cNvPr>
              <p14:cNvContentPartPr/>
              <p14:nvPr/>
            </p14:nvContentPartPr>
            <p14:xfrm>
              <a:off x="6950983" y="3164993"/>
              <a:ext cx="302400" cy="3650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04A34485-8F03-A34E-2934-46E97EBB148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920347" y="3134033"/>
                <a:ext cx="364033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8ABFEDCD-503D-7552-923F-A3BA0001B35B}"/>
                  </a:ext>
                </a:extLst>
              </p14:cNvPr>
              <p14:cNvContentPartPr/>
              <p14:nvPr/>
            </p14:nvContentPartPr>
            <p14:xfrm>
              <a:off x="7693663" y="3152393"/>
              <a:ext cx="376920" cy="3391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8ABFEDCD-503D-7552-923F-A3BA0001B35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663063" y="3121793"/>
                <a:ext cx="43812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481EC5C8-31D7-F250-3305-11C28762B6BC}"/>
                  </a:ext>
                </a:extLst>
              </p14:cNvPr>
              <p14:cNvContentPartPr/>
              <p14:nvPr/>
            </p14:nvContentPartPr>
            <p14:xfrm>
              <a:off x="8334103" y="3252833"/>
              <a:ext cx="201600" cy="2332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481EC5C8-31D7-F250-3305-11C28762B6B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303503" y="3222186"/>
                <a:ext cx="262800" cy="2949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1BC5786D-1D2E-6CEE-1464-2C70B8DAA365}"/>
                  </a:ext>
                </a:extLst>
              </p14:cNvPr>
              <p14:cNvContentPartPr/>
              <p14:nvPr/>
            </p14:nvContentPartPr>
            <p14:xfrm>
              <a:off x="8698783" y="3159233"/>
              <a:ext cx="232920" cy="3013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1BC5786D-1D2E-6CEE-1464-2C70B8DAA36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668183" y="3128633"/>
                <a:ext cx="29448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AB422F0-57BA-93C4-47BD-BF66F514A392}"/>
                  </a:ext>
                </a:extLst>
              </p14:cNvPr>
              <p14:cNvContentPartPr/>
              <p14:nvPr/>
            </p14:nvContentPartPr>
            <p14:xfrm>
              <a:off x="6950983" y="3931793"/>
              <a:ext cx="19080" cy="2365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AB422F0-57BA-93C4-47BD-BF66F514A39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920383" y="3901193"/>
                <a:ext cx="8064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6A680860-6564-F979-E899-44C9DE301BC5}"/>
                  </a:ext>
                </a:extLst>
              </p14:cNvPr>
              <p14:cNvContentPartPr/>
              <p14:nvPr/>
            </p14:nvContentPartPr>
            <p14:xfrm>
              <a:off x="6950983" y="3963473"/>
              <a:ext cx="195120" cy="759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6A680860-6564-F979-E899-44C9DE301BC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920383" y="3932513"/>
                <a:ext cx="25668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347160CF-EEF7-1D20-2AD1-0A911DA81B62}"/>
                  </a:ext>
                </a:extLst>
              </p14:cNvPr>
              <p14:cNvContentPartPr/>
              <p14:nvPr/>
            </p14:nvContentPartPr>
            <p14:xfrm>
              <a:off x="7077343" y="3982193"/>
              <a:ext cx="244800" cy="13860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347160CF-EEF7-1D20-2AD1-0A911DA81B6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046743" y="3951593"/>
                <a:ext cx="30636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162736ED-2D1A-CFF5-ABE0-04664745E345}"/>
                  </a:ext>
                </a:extLst>
              </p14:cNvPr>
              <p14:cNvContentPartPr/>
              <p14:nvPr/>
            </p14:nvContentPartPr>
            <p14:xfrm>
              <a:off x="7334383" y="3969593"/>
              <a:ext cx="176400" cy="3013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162736ED-2D1A-CFF5-ABE0-04664745E34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303783" y="3938993"/>
                <a:ext cx="23760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18EC45A4-21E3-2ED1-5211-086A248D413C}"/>
                  </a:ext>
                </a:extLst>
              </p14:cNvPr>
              <p14:cNvContentPartPr/>
              <p14:nvPr/>
            </p14:nvContentPartPr>
            <p14:xfrm>
              <a:off x="7579543" y="3944393"/>
              <a:ext cx="157680" cy="1296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18EC45A4-21E3-2ED1-5211-086A248D413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548943" y="3913793"/>
                <a:ext cx="21888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91483FBC-6451-B4F4-2709-60E784BCBBE7}"/>
                  </a:ext>
                </a:extLst>
              </p14:cNvPr>
              <p14:cNvContentPartPr/>
              <p14:nvPr/>
            </p14:nvContentPartPr>
            <p14:xfrm>
              <a:off x="7755583" y="3931793"/>
              <a:ext cx="245520" cy="1512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91483FBC-6451-B4F4-2709-60E784BCBBE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724983" y="3901193"/>
                <a:ext cx="3070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4C245E9B-6020-FB34-EB73-48405B291162}"/>
                  </a:ext>
                </a:extLst>
              </p14:cNvPr>
              <p14:cNvContentPartPr/>
              <p14:nvPr/>
            </p14:nvContentPartPr>
            <p14:xfrm>
              <a:off x="8013343" y="3887873"/>
              <a:ext cx="113400" cy="19512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4C245E9B-6020-FB34-EB73-48405B29116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982743" y="3857273"/>
                <a:ext cx="17496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30F401D9-43AF-CF85-9F1C-3930D164CE53}"/>
                  </a:ext>
                </a:extLst>
              </p14:cNvPr>
              <p14:cNvContentPartPr/>
              <p14:nvPr/>
            </p14:nvContentPartPr>
            <p14:xfrm>
              <a:off x="8201983" y="3926393"/>
              <a:ext cx="572400" cy="13716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30F401D9-43AF-CF85-9F1C-3930D164CE5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171383" y="3895793"/>
                <a:ext cx="63396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B88ACE5E-5A82-BB7C-8817-6B208C9F75AE}"/>
                  </a:ext>
                </a:extLst>
              </p14:cNvPr>
              <p14:cNvContentPartPr/>
              <p14:nvPr/>
            </p14:nvContentPartPr>
            <p14:xfrm>
              <a:off x="8793103" y="3706433"/>
              <a:ext cx="25560" cy="3294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B88ACE5E-5A82-BB7C-8817-6B208C9F75A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762503" y="3675473"/>
                <a:ext cx="8676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25989083-1FB4-FA18-7E33-DA626CCB7579}"/>
                  </a:ext>
                </a:extLst>
              </p14:cNvPr>
              <p14:cNvContentPartPr/>
              <p14:nvPr/>
            </p14:nvContentPartPr>
            <p14:xfrm>
              <a:off x="8736583" y="3850073"/>
              <a:ext cx="189000" cy="442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25989083-1FB4-FA18-7E33-DA626CCB757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705983" y="3819473"/>
                <a:ext cx="2502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BDC6D24D-2130-EFAE-8641-C9C5AFB520CF}"/>
                  </a:ext>
                </a:extLst>
              </p14:cNvPr>
              <p14:cNvContentPartPr/>
              <p14:nvPr/>
            </p14:nvContentPartPr>
            <p14:xfrm>
              <a:off x="8956543" y="3913073"/>
              <a:ext cx="258120" cy="10080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BDC6D24D-2130-EFAE-8641-C9C5AFB520C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925943" y="3882473"/>
                <a:ext cx="31932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7FC5808-D3A1-18F0-3B88-AA8D055D2F3A}"/>
                  </a:ext>
                </a:extLst>
              </p14:cNvPr>
              <p14:cNvContentPartPr/>
              <p14:nvPr/>
            </p14:nvContentPartPr>
            <p14:xfrm>
              <a:off x="9289903" y="3708953"/>
              <a:ext cx="38160" cy="31752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7FC5808-D3A1-18F0-3B88-AA8D055D2F3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259303" y="3678353"/>
                <a:ext cx="9936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9D91D06-AB83-B0F4-01FB-AD19A3815FC6}"/>
                  </a:ext>
                </a:extLst>
              </p14:cNvPr>
              <p14:cNvContentPartPr/>
              <p14:nvPr/>
            </p14:nvContentPartPr>
            <p14:xfrm>
              <a:off x="9214303" y="3856553"/>
              <a:ext cx="201600" cy="129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9D91D06-AB83-B0F4-01FB-AD19A3815FC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183703" y="3825953"/>
                <a:ext cx="26280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90C527BC-28AD-F872-4550-B0540FF7ED4F}"/>
                  </a:ext>
                </a:extLst>
              </p14:cNvPr>
              <p14:cNvContentPartPr/>
              <p14:nvPr/>
            </p14:nvContentPartPr>
            <p14:xfrm>
              <a:off x="9472063" y="3871673"/>
              <a:ext cx="31680" cy="14364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90C527BC-28AD-F872-4550-B0540FF7ED4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441463" y="3841073"/>
                <a:ext cx="9324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A101585C-166B-57AA-80CB-D8E08B25D5BE}"/>
                  </a:ext>
                </a:extLst>
              </p14:cNvPr>
              <p14:cNvContentPartPr/>
              <p14:nvPr/>
            </p14:nvContentPartPr>
            <p14:xfrm>
              <a:off x="9491143" y="3756473"/>
              <a:ext cx="25560" cy="3096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A101585C-166B-57AA-80CB-D8E08B25D5B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460183" y="3725873"/>
                <a:ext cx="8676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6727A1FA-FE5B-2F6C-5891-A61889FB30AC}"/>
                  </a:ext>
                </a:extLst>
              </p14:cNvPr>
              <p14:cNvContentPartPr/>
              <p14:nvPr/>
            </p14:nvContentPartPr>
            <p14:xfrm>
              <a:off x="9604183" y="3834233"/>
              <a:ext cx="157680" cy="1548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6727A1FA-FE5B-2F6C-5891-A61889FB30A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573583" y="3803273"/>
                <a:ext cx="2188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F0DFDEB8-7824-1D32-B584-1DDC1D8F4648}"/>
                  </a:ext>
                </a:extLst>
              </p14:cNvPr>
              <p14:cNvContentPartPr/>
              <p14:nvPr/>
            </p14:nvContentPartPr>
            <p14:xfrm>
              <a:off x="9843223" y="3850793"/>
              <a:ext cx="314640" cy="1126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F0DFDEB8-7824-1D32-B584-1DDC1D8F464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812263" y="3820193"/>
                <a:ext cx="37620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4E890A15-A46D-CF7F-112B-B648960D7104}"/>
                  </a:ext>
                </a:extLst>
              </p14:cNvPr>
              <p14:cNvContentPartPr/>
              <p14:nvPr/>
            </p14:nvContentPartPr>
            <p14:xfrm>
              <a:off x="7818583" y="4486553"/>
              <a:ext cx="264240" cy="1245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4E890A15-A46D-CF7F-112B-B648960D710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787983" y="4455953"/>
                <a:ext cx="32580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0B7C448E-5FB9-4384-28D5-D96C2E4A1CB6}"/>
                  </a:ext>
                </a:extLst>
              </p14:cNvPr>
              <p14:cNvContentPartPr/>
              <p14:nvPr/>
            </p14:nvContentPartPr>
            <p14:xfrm>
              <a:off x="8390623" y="4409873"/>
              <a:ext cx="1427760" cy="18900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0B7C448E-5FB9-4384-28D5-D96C2E4A1CB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360015" y="4378913"/>
                <a:ext cx="1489336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B3BF85EA-0D63-B66D-F25E-230DAB29F9F6}"/>
                  </a:ext>
                </a:extLst>
              </p14:cNvPr>
              <p14:cNvContentPartPr/>
              <p14:nvPr/>
            </p14:nvContentPartPr>
            <p14:xfrm>
              <a:off x="6920383" y="4501313"/>
              <a:ext cx="508680" cy="17928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B3BF85EA-0D63-B66D-F25E-230DAB29F9F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889445" y="4470713"/>
                <a:ext cx="569837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25CE16E9-6D29-C453-E11C-AF2DC4448353}"/>
                  </a:ext>
                </a:extLst>
              </p14:cNvPr>
              <p14:cNvContentPartPr/>
              <p14:nvPr/>
            </p14:nvContentPartPr>
            <p14:xfrm>
              <a:off x="7007503" y="4890473"/>
              <a:ext cx="264600" cy="31176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25CE16E9-6D29-C453-E11C-AF2DC444835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966463" y="4859513"/>
                <a:ext cx="33624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CE04F24C-396A-4A1E-AC54-75F5A6144784}"/>
                  </a:ext>
                </a:extLst>
              </p14:cNvPr>
              <p14:cNvContentPartPr/>
              <p14:nvPr/>
            </p14:nvContentPartPr>
            <p14:xfrm>
              <a:off x="7649023" y="4759073"/>
              <a:ext cx="2364120" cy="58140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CE04F24C-396A-4A1E-AC54-75F5A614478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618068" y="4728473"/>
                <a:ext cx="2425311" cy="64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6C7E6467-8468-62A1-F4C6-EDFF7A48895F}"/>
                  </a:ext>
                </a:extLst>
              </p14:cNvPr>
              <p14:cNvContentPartPr/>
              <p14:nvPr/>
            </p14:nvContentPartPr>
            <p14:xfrm>
              <a:off x="10119703" y="4730273"/>
              <a:ext cx="1999800" cy="55944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6C7E6467-8468-62A1-F4C6-EDFF7A48895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089103" y="4689567"/>
                <a:ext cx="2061000" cy="6311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02204607-AC07-06CC-5E87-E3F99C43D87E}"/>
                  </a:ext>
                </a:extLst>
              </p14:cNvPr>
              <p14:cNvContentPartPr/>
              <p14:nvPr/>
            </p14:nvContentPartPr>
            <p14:xfrm>
              <a:off x="248863" y="200033"/>
              <a:ext cx="748440" cy="34992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02204607-AC07-06CC-5E87-E3F99C43D87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18263" y="169401"/>
                <a:ext cx="810000" cy="4115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71685A35-B287-8B37-3CBC-D17E1EEEE0B9}"/>
                  </a:ext>
                </a:extLst>
              </p14:cNvPr>
              <p14:cNvContentPartPr/>
              <p14:nvPr/>
            </p14:nvContentPartPr>
            <p14:xfrm>
              <a:off x="1462423" y="161153"/>
              <a:ext cx="1704240" cy="36360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71685A35-B287-8B37-3CBC-D17E1EEEE0B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431823" y="130193"/>
                <a:ext cx="176544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156BF917-63D2-71DB-2367-00FE7A55D6F0}"/>
                  </a:ext>
                </a:extLst>
              </p14:cNvPr>
              <p14:cNvContentPartPr/>
              <p14:nvPr/>
            </p14:nvContentPartPr>
            <p14:xfrm>
              <a:off x="3304543" y="273473"/>
              <a:ext cx="886680" cy="18216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156BF917-63D2-71DB-2367-00FE7A55D6F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273943" y="242873"/>
                <a:ext cx="94824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D8C3DF78-8D44-C26C-90A3-AA1EBBF2E1B8}"/>
                  </a:ext>
                </a:extLst>
              </p14:cNvPr>
              <p14:cNvContentPartPr/>
              <p14:nvPr/>
            </p14:nvContentPartPr>
            <p14:xfrm>
              <a:off x="4341703" y="138113"/>
              <a:ext cx="623160" cy="61776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D8C3DF78-8D44-C26C-90A3-AA1EBBF2E1B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311085" y="107153"/>
                <a:ext cx="684395" cy="67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7319B7B8-A533-B78A-1B67-66413CCC4862}"/>
                  </a:ext>
                </a:extLst>
              </p14:cNvPr>
              <p14:cNvContentPartPr/>
              <p14:nvPr/>
            </p14:nvContentPartPr>
            <p14:xfrm>
              <a:off x="5354023" y="110033"/>
              <a:ext cx="2012040" cy="33156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7319B7B8-A533-B78A-1B67-66413CCC486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323428" y="79433"/>
                <a:ext cx="2073229" cy="39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1408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BD5D5E0-27E2-ACA4-9B25-6EB866541D1D}"/>
                  </a:ext>
                </a:extLst>
              </p14:cNvPr>
              <p14:cNvContentPartPr/>
              <p14:nvPr/>
            </p14:nvContentPartPr>
            <p14:xfrm>
              <a:off x="896503" y="260153"/>
              <a:ext cx="195120" cy="314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BD5D5E0-27E2-ACA4-9B25-6EB866541D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5543" y="229553"/>
                <a:ext cx="25668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779E4D0-997B-ACAA-5224-BE00D056C214}"/>
                  </a:ext>
                </a:extLst>
              </p14:cNvPr>
              <p14:cNvContentPartPr/>
              <p14:nvPr/>
            </p14:nvContentPartPr>
            <p14:xfrm>
              <a:off x="343183" y="297953"/>
              <a:ext cx="327240" cy="333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779E4D0-997B-ACAA-5224-BE00D056C2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2583" y="267353"/>
                <a:ext cx="38880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27DD806-FCDB-7EAE-4CC3-786D3638A040}"/>
                  </a:ext>
                </a:extLst>
              </p14:cNvPr>
              <p14:cNvContentPartPr/>
              <p14:nvPr/>
            </p14:nvContentPartPr>
            <p14:xfrm>
              <a:off x="5272303" y="225233"/>
              <a:ext cx="2238480" cy="3369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27DD806-FCDB-7EAE-4CC3-786D3638A04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41703" y="194633"/>
                <a:ext cx="230004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F57847A-3EAE-C4B4-4877-272069BE3436}"/>
                  </a:ext>
                </a:extLst>
              </p14:cNvPr>
              <p14:cNvContentPartPr/>
              <p14:nvPr/>
            </p14:nvContentPartPr>
            <p14:xfrm>
              <a:off x="1587343" y="219833"/>
              <a:ext cx="3389760" cy="6696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F57847A-3EAE-C4B4-4877-272069BE34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56743" y="188873"/>
                <a:ext cx="3451320" cy="73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229722A-9135-9DD5-AA07-96B08B7B9C0B}"/>
                  </a:ext>
                </a:extLst>
              </p14:cNvPr>
              <p14:cNvContentPartPr/>
              <p14:nvPr/>
            </p14:nvContentPartPr>
            <p14:xfrm>
              <a:off x="343183" y="1262753"/>
              <a:ext cx="2923560" cy="497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229722A-9135-9DD5-AA07-96B08B7B9C0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2587" y="1232153"/>
                <a:ext cx="2984752" cy="55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3FCE398-D788-A229-A7C9-1547160FAD53}"/>
                  </a:ext>
                </a:extLst>
              </p14:cNvPr>
              <p14:cNvContentPartPr/>
              <p14:nvPr/>
            </p14:nvContentPartPr>
            <p14:xfrm>
              <a:off x="6705823" y="1372913"/>
              <a:ext cx="245520" cy="1198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3FCE398-D788-A229-A7C9-1547160FAD5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74863" y="1342313"/>
                <a:ext cx="30708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79B66CA-E982-1497-C52B-2F1DD3DC451A}"/>
                  </a:ext>
                </a:extLst>
              </p14:cNvPr>
              <p14:cNvContentPartPr/>
              <p14:nvPr/>
            </p14:nvContentPartPr>
            <p14:xfrm>
              <a:off x="7328623" y="1197593"/>
              <a:ext cx="1332720" cy="3265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79B66CA-E982-1497-C52B-2F1DD3DC451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98015" y="1166993"/>
                <a:ext cx="1394297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7E33DC0-C819-A382-262F-FD779CDCF682}"/>
                  </a:ext>
                </a:extLst>
              </p14:cNvPr>
              <p14:cNvContentPartPr/>
              <p14:nvPr/>
            </p14:nvContentPartPr>
            <p14:xfrm>
              <a:off x="6007783" y="1247993"/>
              <a:ext cx="402840" cy="297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7E33DC0-C819-A382-262F-FD779CDCF68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77183" y="1217393"/>
                <a:ext cx="46404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33C84FB-9111-98C0-8B23-7A33CC499781}"/>
                  </a:ext>
                </a:extLst>
              </p14:cNvPr>
              <p14:cNvContentPartPr/>
              <p14:nvPr/>
            </p14:nvContentPartPr>
            <p14:xfrm>
              <a:off x="4600183" y="1218833"/>
              <a:ext cx="1024200" cy="3250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33C84FB-9111-98C0-8B23-7A33CC49978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69594" y="1187873"/>
                <a:ext cx="1085378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0910BA64-5AA2-17A8-57E7-5386AAB39BB9}"/>
                  </a:ext>
                </a:extLst>
              </p14:cNvPr>
              <p14:cNvContentPartPr/>
              <p14:nvPr/>
            </p14:nvContentPartPr>
            <p14:xfrm>
              <a:off x="3530623" y="1285073"/>
              <a:ext cx="735840" cy="2948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0910BA64-5AA2-17A8-57E7-5386AAB39BB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00023" y="1254510"/>
                <a:ext cx="797400" cy="355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BDC4E63-E85F-EC0A-BF86-2552A3229663}"/>
                  </a:ext>
                </a:extLst>
              </p14:cNvPr>
              <p14:cNvContentPartPr/>
              <p14:nvPr/>
            </p14:nvContentPartPr>
            <p14:xfrm>
              <a:off x="8975263" y="1172393"/>
              <a:ext cx="2225880" cy="3207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2BDC4E63-E85F-EC0A-BF86-2552A322966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944663" y="1141759"/>
                <a:ext cx="2287440" cy="3820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885CAE2B-F1DF-E424-52D7-038D7C8BB171}"/>
                  </a:ext>
                </a:extLst>
              </p14:cNvPr>
              <p14:cNvContentPartPr/>
              <p14:nvPr/>
            </p14:nvContentPartPr>
            <p14:xfrm>
              <a:off x="4467343" y="1901033"/>
              <a:ext cx="2257560" cy="5979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885CAE2B-F1DF-E424-52D7-038D7C8BB17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436743" y="1870415"/>
                <a:ext cx="2318760" cy="6595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201E226-785E-9D81-72E3-1D8AAF344ECB}"/>
                  </a:ext>
                </a:extLst>
              </p14:cNvPr>
              <p14:cNvContentPartPr/>
              <p14:nvPr/>
            </p14:nvContentPartPr>
            <p14:xfrm>
              <a:off x="2562583" y="1866113"/>
              <a:ext cx="1421280" cy="4064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201E226-785E-9D81-72E3-1D8AAF344EC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531623" y="1835486"/>
                <a:ext cx="1482480" cy="4680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11D37A4-68C4-3686-EB00-EF89FD4D81F2}"/>
                  </a:ext>
                </a:extLst>
              </p14:cNvPr>
              <p14:cNvContentPartPr/>
              <p14:nvPr/>
            </p14:nvContentPartPr>
            <p14:xfrm>
              <a:off x="1109983" y="1976633"/>
              <a:ext cx="1182600" cy="5346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11D37A4-68C4-3686-EB00-EF89FD4D81F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79374" y="1946033"/>
                <a:ext cx="1244179" cy="5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B9E13900-6860-946A-98F4-4351D195BE3A}"/>
                  </a:ext>
                </a:extLst>
              </p14:cNvPr>
              <p14:cNvContentPartPr/>
              <p14:nvPr/>
            </p14:nvContentPartPr>
            <p14:xfrm>
              <a:off x="7824703" y="1791593"/>
              <a:ext cx="1131840" cy="3175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B9E13900-6860-946A-98F4-4351D195BE3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794113" y="1760993"/>
                <a:ext cx="1193021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3B34444-8B79-3E32-B0B1-11664D1FDCAC}"/>
                  </a:ext>
                </a:extLst>
              </p14:cNvPr>
              <p14:cNvContentPartPr/>
              <p14:nvPr/>
            </p14:nvContentPartPr>
            <p14:xfrm>
              <a:off x="7082743" y="1901753"/>
              <a:ext cx="346320" cy="20016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3B34444-8B79-3E32-B0B1-11664D1FDCA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052143" y="1871153"/>
                <a:ext cx="40752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D4FFFF9E-F192-EE32-0F7C-E304E041EA9C}"/>
                  </a:ext>
                </a:extLst>
              </p14:cNvPr>
              <p14:cNvContentPartPr/>
              <p14:nvPr/>
            </p14:nvContentPartPr>
            <p14:xfrm>
              <a:off x="1248583" y="2558393"/>
              <a:ext cx="729720" cy="3412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D4FFFF9E-F192-EE32-0F7C-E304E041EA9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217623" y="2527793"/>
                <a:ext cx="79092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EAD95910-DA4B-A65C-BC57-4C687A2CC75C}"/>
                  </a:ext>
                </a:extLst>
              </p14:cNvPr>
              <p14:cNvContentPartPr/>
              <p14:nvPr/>
            </p14:nvContentPartPr>
            <p14:xfrm>
              <a:off x="7045303" y="2511593"/>
              <a:ext cx="1817280" cy="5979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EAD95910-DA4B-A65C-BC57-4C687A2CC75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14343" y="2480975"/>
                <a:ext cx="1878840" cy="6595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F38AAC3D-2EB7-8357-3D9C-566DC51259F4}"/>
                  </a:ext>
                </a:extLst>
              </p14:cNvPr>
              <p14:cNvContentPartPr/>
              <p14:nvPr/>
            </p14:nvContentPartPr>
            <p14:xfrm>
              <a:off x="6165103" y="2624273"/>
              <a:ext cx="427680" cy="2268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F38AAC3D-2EB7-8357-3D9C-566DC51259F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134169" y="2593673"/>
                <a:ext cx="488829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29CB17F0-67AB-C931-5278-09C655EF4BD7}"/>
                  </a:ext>
                </a:extLst>
              </p14:cNvPr>
              <p14:cNvContentPartPr/>
              <p14:nvPr/>
            </p14:nvContentPartPr>
            <p14:xfrm>
              <a:off x="3448903" y="2454353"/>
              <a:ext cx="2345400" cy="4014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29CB17F0-67AB-C931-5278-09C655EF4BD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418303" y="2423753"/>
                <a:ext cx="2406960" cy="4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4D8325EE-B4EC-4332-75ED-1528320A0EF6}"/>
                  </a:ext>
                </a:extLst>
              </p14:cNvPr>
              <p14:cNvContentPartPr/>
              <p14:nvPr/>
            </p14:nvContentPartPr>
            <p14:xfrm>
              <a:off x="2078383" y="2518073"/>
              <a:ext cx="924840" cy="33012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4D8325EE-B4EC-4332-75ED-1528320A0EF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47771" y="2487473"/>
                <a:ext cx="986424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C3DB41F3-AD32-E22A-CEF7-199DE325D1F5}"/>
                  </a:ext>
                </a:extLst>
              </p14:cNvPr>
              <p14:cNvContentPartPr/>
              <p14:nvPr/>
            </p14:nvContentPartPr>
            <p14:xfrm>
              <a:off x="7258783" y="1655873"/>
              <a:ext cx="4093200" cy="572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C3DB41F3-AD32-E22A-CEF7-199DE325D1F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243663" y="1640753"/>
                <a:ext cx="412380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4989049F-6100-219D-FB08-4E12DB3D26B4}"/>
                  </a:ext>
                </a:extLst>
              </p14:cNvPr>
              <p14:cNvContentPartPr/>
              <p14:nvPr/>
            </p14:nvContentPartPr>
            <p14:xfrm>
              <a:off x="4366903" y="2221793"/>
              <a:ext cx="2521440" cy="10080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4989049F-6100-219D-FB08-4E12DB3D26B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351783" y="2206673"/>
                <a:ext cx="25520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E8385253-ABF0-8044-7436-34BA8843E22E}"/>
                  </a:ext>
                </a:extLst>
              </p14:cNvPr>
              <p14:cNvContentPartPr/>
              <p14:nvPr/>
            </p14:nvContentPartPr>
            <p14:xfrm>
              <a:off x="3474823" y="2957273"/>
              <a:ext cx="2397960" cy="8208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E8385253-ABF0-8044-7436-34BA8843E22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59703" y="2942153"/>
                <a:ext cx="24282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5C46F806-CAFA-7FBE-474E-0FCA5CDEF897}"/>
                  </a:ext>
                </a:extLst>
              </p14:cNvPr>
              <p14:cNvContentPartPr/>
              <p14:nvPr/>
            </p14:nvContentPartPr>
            <p14:xfrm>
              <a:off x="437503" y="3479273"/>
              <a:ext cx="585000" cy="10728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5C46F806-CAFA-7FBE-474E-0FCA5CDEF89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06903" y="3448673"/>
                <a:ext cx="64656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B296F420-43EE-8EA7-26D6-E459C0A40A0A}"/>
                  </a:ext>
                </a:extLst>
              </p14:cNvPr>
              <p14:cNvContentPartPr/>
              <p14:nvPr/>
            </p14:nvContentPartPr>
            <p14:xfrm>
              <a:off x="1160383" y="3215033"/>
              <a:ext cx="9431280" cy="5522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B296F420-43EE-8EA7-26D6-E459C0A40A0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29782" y="3184433"/>
                <a:ext cx="9492842" cy="61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8158D0DD-E8C9-B53E-F6A3-9624411BC926}"/>
                  </a:ext>
                </a:extLst>
              </p14:cNvPr>
              <p14:cNvContentPartPr/>
              <p14:nvPr/>
            </p14:nvContentPartPr>
            <p14:xfrm>
              <a:off x="3059023" y="4164713"/>
              <a:ext cx="880920" cy="37728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8158D0DD-E8C9-B53E-F6A3-9624411BC92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028410" y="4133783"/>
                <a:ext cx="942145" cy="4384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45CF6F98-E5C7-2DEE-1E2A-80E3141AF381}"/>
                  </a:ext>
                </a:extLst>
              </p14:cNvPr>
              <p14:cNvContentPartPr/>
              <p14:nvPr/>
            </p14:nvContentPartPr>
            <p14:xfrm>
              <a:off x="1298623" y="4008113"/>
              <a:ext cx="1333080" cy="20088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45CF6F98-E5C7-2DEE-1E2A-80E3141AF38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268023" y="3977513"/>
                <a:ext cx="13946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18985F49-C2A7-3AE4-E7B7-F224C31D2E5E}"/>
                  </a:ext>
                </a:extLst>
              </p14:cNvPr>
              <p14:cNvContentPartPr/>
              <p14:nvPr/>
            </p14:nvContentPartPr>
            <p14:xfrm>
              <a:off x="4052623" y="3869873"/>
              <a:ext cx="3118680" cy="83196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18985F49-C2A7-3AE4-E7B7-F224C31D2E5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021663" y="3838926"/>
                <a:ext cx="3180240" cy="8934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BD428D8F-3168-3211-752A-8172A2FDF94F}"/>
                  </a:ext>
                </a:extLst>
              </p14:cNvPr>
              <p14:cNvContentPartPr/>
              <p14:nvPr/>
            </p14:nvContentPartPr>
            <p14:xfrm>
              <a:off x="6391183" y="4381073"/>
              <a:ext cx="1125000" cy="22896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BD428D8F-3168-3211-752A-8172A2FDF94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360583" y="4350473"/>
                <a:ext cx="11865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8838A257-D24E-70BC-2D57-0C62B9FEC41F}"/>
                  </a:ext>
                </a:extLst>
              </p14:cNvPr>
              <p14:cNvContentPartPr/>
              <p14:nvPr/>
            </p14:nvContentPartPr>
            <p14:xfrm>
              <a:off x="5297503" y="4459913"/>
              <a:ext cx="1804680" cy="67032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8838A257-D24E-70BC-2D57-0C62B9FEC41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266543" y="4429313"/>
                <a:ext cx="1866240" cy="73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B4005016-0821-8771-DCBE-05B2686C8465}"/>
                  </a:ext>
                </a:extLst>
              </p14:cNvPr>
              <p14:cNvContentPartPr/>
              <p14:nvPr/>
            </p14:nvContentPartPr>
            <p14:xfrm>
              <a:off x="7252663" y="4887593"/>
              <a:ext cx="232920" cy="22680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B4005016-0821-8771-DCBE-05B2686C846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222063" y="4856993"/>
                <a:ext cx="294480" cy="2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802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3CF906-F0E9-3C06-A2E9-65AFA90E5153}"/>
                  </a:ext>
                </a:extLst>
              </p14:cNvPr>
              <p14:cNvContentPartPr/>
              <p14:nvPr/>
            </p14:nvContentPartPr>
            <p14:xfrm>
              <a:off x="280903" y="247553"/>
              <a:ext cx="339120" cy="220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3CF906-F0E9-3C06-A2E9-65AFA90E51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303" y="216953"/>
                <a:ext cx="40068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D6FF9B3-1334-9A7F-5ECA-1D2417BB265B}"/>
                  </a:ext>
                </a:extLst>
              </p14:cNvPr>
              <p14:cNvContentPartPr/>
              <p14:nvPr/>
            </p14:nvContentPartPr>
            <p14:xfrm>
              <a:off x="5071063" y="97433"/>
              <a:ext cx="2075040" cy="3888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D6FF9B3-1334-9A7F-5ECA-1D2417BB26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40463" y="66833"/>
                <a:ext cx="2136600" cy="4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E40E059-3561-6599-ADD7-FF9293E90480}"/>
                  </a:ext>
                </a:extLst>
              </p14:cNvPr>
              <p14:cNvContentPartPr/>
              <p14:nvPr/>
            </p14:nvContentPartPr>
            <p14:xfrm>
              <a:off x="1493743" y="107153"/>
              <a:ext cx="3181320" cy="7380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E40E059-3561-6599-ADD7-FF9293E9048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63146" y="76553"/>
                <a:ext cx="3242513" cy="79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0083202-F0F7-CF5D-D649-8A471219AAB0}"/>
                  </a:ext>
                </a:extLst>
              </p14:cNvPr>
              <p14:cNvContentPartPr/>
              <p14:nvPr/>
            </p14:nvContentPartPr>
            <p14:xfrm>
              <a:off x="839623" y="203633"/>
              <a:ext cx="145080" cy="2811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0083202-F0F7-CF5D-D649-8A471219AAB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9023" y="173033"/>
                <a:ext cx="20628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1AEE050-99A8-DFBC-31F8-062B5073B8D1}"/>
                  </a:ext>
                </a:extLst>
              </p14:cNvPr>
              <p14:cNvContentPartPr/>
              <p14:nvPr/>
            </p14:nvContentPartPr>
            <p14:xfrm>
              <a:off x="421303" y="786015"/>
              <a:ext cx="939240" cy="6598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1AEE050-99A8-DFBC-31F8-062B5073B8D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0343" y="755415"/>
                <a:ext cx="1000440" cy="72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D1128E1-E95B-1C64-6F60-14C548BA722D}"/>
                  </a:ext>
                </a:extLst>
              </p14:cNvPr>
              <p14:cNvContentPartPr/>
              <p14:nvPr/>
            </p14:nvContentPartPr>
            <p14:xfrm>
              <a:off x="1445143" y="653175"/>
              <a:ext cx="144360" cy="434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D1128E1-E95B-1C64-6F60-14C548BA722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14543" y="622575"/>
                <a:ext cx="20556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9805D41-A482-02E2-2BA0-2E2E19A51B52}"/>
                  </a:ext>
                </a:extLst>
              </p14:cNvPr>
              <p14:cNvContentPartPr/>
              <p14:nvPr/>
            </p14:nvContentPartPr>
            <p14:xfrm>
              <a:off x="388903" y="1156095"/>
              <a:ext cx="1191600" cy="2394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9805D41-A482-02E2-2BA0-2E2E19A51B5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3783" y="1140975"/>
                <a:ext cx="122184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57215A7-CE29-2B44-0E5C-496945A35912}"/>
                  </a:ext>
                </a:extLst>
              </p14:cNvPr>
              <p14:cNvContentPartPr/>
              <p14:nvPr/>
            </p14:nvContentPartPr>
            <p14:xfrm>
              <a:off x="1054183" y="2605193"/>
              <a:ext cx="823320" cy="1198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57215A7-CE29-2B44-0E5C-496945A3591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23583" y="2574593"/>
                <a:ext cx="88452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2943640-0AF7-641D-5F0F-3D773DED3561}"/>
                  </a:ext>
                </a:extLst>
              </p14:cNvPr>
              <p14:cNvContentPartPr/>
              <p14:nvPr/>
            </p14:nvContentPartPr>
            <p14:xfrm>
              <a:off x="3587143" y="1719593"/>
              <a:ext cx="2622240" cy="4334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2943640-0AF7-641D-5F0F-3D773DED356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556543" y="1688993"/>
                <a:ext cx="2683440" cy="4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450B439C-FC9E-7FEC-2B71-ECCAB8DF0115}"/>
                  </a:ext>
                </a:extLst>
              </p14:cNvPr>
              <p14:cNvContentPartPr/>
              <p14:nvPr/>
            </p14:nvContentPartPr>
            <p14:xfrm>
              <a:off x="1072543" y="1873313"/>
              <a:ext cx="2150280" cy="4863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450B439C-FC9E-7FEC-2B71-ECCAB8DF011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41588" y="1842736"/>
                <a:ext cx="2211470" cy="5475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C19E02A8-6016-C4DC-CD74-E717559D9DD2}"/>
                  </a:ext>
                </a:extLst>
              </p14:cNvPr>
              <p14:cNvContentPartPr/>
              <p14:nvPr/>
            </p14:nvContentPartPr>
            <p14:xfrm>
              <a:off x="7365703" y="2417273"/>
              <a:ext cx="880920" cy="3513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C19E02A8-6016-C4DC-CD74-E717559D9DD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335090" y="2386642"/>
                <a:ext cx="942145" cy="4129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4C8C0F82-9396-96CA-2F8F-8246E7E7F1DC}"/>
                  </a:ext>
                </a:extLst>
              </p14:cNvPr>
              <p14:cNvContentPartPr/>
              <p14:nvPr/>
            </p14:nvContentPartPr>
            <p14:xfrm>
              <a:off x="4178983" y="2411153"/>
              <a:ext cx="2866320" cy="6292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4C8C0F82-9396-96CA-2F8F-8246E7E7F1D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48387" y="2380535"/>
                <a:ext cx="2927512" cy="690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B539FB16-775B-C541-E74F-0E419F3F20C9}"/>
                  </a:ext>
                </a:extLst>
              </p14:cNvPr>
              <p14:cNvContentPartPr/>
              <p14:nvPr/>
            </p14:nvContentPartPr>
            <p14:xfrm>
              <a:off x="2170543" y="2524913"/>
              <a:ext cx="1698480" cy="34740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B539FB16-775B-C541-E74F-0E419F3F20C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39943" y="2494313"/>
                <a:ext cx="176004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E0121B5D-52DA-FD54-73A8-3676E158765C}"/>
                  </a:ext>
                </a:extLst>
              </p14:cNvPr>
              <p14:cNvContentPartPr/>
              <p14:nvPr/>
            </p14:nvContentPartPr>
            <p14:xfrm>
              <a:off x="2160103" y="3092993"/>
              <a:ext cx="1980720" cy="7315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E0121B5D-52DA-FD54-73A8-3676E158765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129503" y="3062408"/>
                <a:ext cx="2042280" cy="7926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4C2FFD23-1888-1D29-AA15-35A337B24959}"/>
                  </a:ext>
                </a:extLst>
              </p14:cNvPr>
              <p14:cNvContentPartPr/>
              <p14:nvPr/>
            </p14:nvContentPartPr>
            <p14:xfrm>
              <a:off x="1148503" y="3177593"/>
              <a:ext cx="741600" cy="1576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4C2FFD23-1888-1D29-AA15-35A337B2495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17903" y="3146633"/>
                <a:ext cx="8028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E01D4773-1171-B485-2BF9-C3F19F91B25D}"/>
                  </a:ext>
                </a:extLst>
              </p14:cNvPr>
              <p14:cNvContentPartPr/>
              <p14:nvPr/>
            </p14:nvContentPartPr>
            <p14:xfrm>
              <a:off x="7686463" y="2995793"/>
              <a:ext cx="3030840" cy="6458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E01D4773-1171-B485-2BF9-C3F19F91B25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655863" y="2965193"/>
                <a:ext cx="3092040" cy="70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0620B7D9-1E88-473D-321A-DBB3F8B656AB}"/>
                  </a:ext>
                </a:extLst>
              </p14:cNvPr>
              <p14:cNvContentPartPr/>
              <p14:nvPr/>
            </p14:nvContentPartPr>
            <p14:xfrm>
              <a:off x="6950983" y="3064913"/>
              <a:ext cx="452880" cy="3330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0620B7D9-1E88-473D-321A-DBB3F8B656A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920023" y="3034313"/>
                <a:ext cx="51444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F43BD7D1-A1C2-B6E0-2199-ABED1BC80203}"/>
                  </a:ext>
                </a:extLst>
              </p14:cNvPr>
              <p14:cNvContentPartPr/>
              <p14:nvPr/>
            </p14:nvContentPartPr>
            <p14:xfrm>
              <a:off x="5499103" y="3227633"/>
              <a:ext cx="1156680" cy="20160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F43BD7D1-A1C2-B6E0-2199-ABED1BC8020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468493" y="3197033"/>
                <a:ext cx="1218259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7B2846F5-F1D5-2572-A5F4-1EDA9BC267BA}"/>
                  </a:ext>
                </a:extLst>
              </p14:cNvPr>
              <p14:cNvContentPartPr/>
              <p14:nvPr/>
            </p14:nvContentPartPr>
            <p14:xfrm>
              <a:off x="4418023" y="3064913"/>
              <a:ext cx="709920" cy="39924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7B2846F5-F1D5-2572-A5F4-1EDA9BC267B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87079" y="3034313"/>
                <a:ext cx="771089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15AB7C9D-25F6-4114-154F-34541448276C}"/>
                  </a:ext>
                </a:extLst>
              </p14:cNvPr>
              <p14:cNvContentPartPr/>
              <p14:nvPr/>
            </p14:nvContentPartPr>
            <p14:xfrm>
              <a:off x="2556103" y="3780953"/>
              <a:ext cx="547560" cy="42768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15AB7C9D-25F6-4114-154F-34541448276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525483" y="3750379"/>
                <a:ext cx="609161" cy="4888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17935CBD-5875-DF7C-C9A7-46FBCCB03C6F}"/>
                  </a:ext>
                </a:extLst>
              </p14:cNvPr>
              <p14:cNvContentPartPr/>
              <p14:nvPr/>
            </p14:nvContentPartPr>
            <p14:xfrm>
              <a:off x="7092103" y="3916673"/>
              <a:ext cx="1676160" cy="55008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17935CBD-5875-DF7C-C9A7-46FBCCB03C6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61143" y="3885713"/>
                <a:ext cx="1737720" cy="6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F7245C31-3053-8AE8-701B-D0F561B6550A}"/>
                  </a:ext>
                </a:extLst>
              </p14:cNvPr>
              <p14:cNvContentPartPr/>
              <p14:nvPr/>
            </p14:nvContentPartPr>
            <p14:xfrm>
              <a:off x="6601423" y="3834953"/>
              <a:ext cx="255240" cy="44964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F7245C31-3053-8AE8-701B-D0F561B6550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570823" y="3803993"/>
                <a:ext cx="316800" cy="51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454F2C49-48D7-B5BB-C795-0DBB5855A268}"/>
                  </a:ext>
                </a:extLst>
              </p14:cNvPr>
              <p14:cNvContentPartPr/>
              <p14:nvPr/>
            </p14:nvContentPartPr>
            <p14:xfrm>
              <a:off x="6026503" y="4158233"/>
              <a:ext cx="295920" cy="10080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454F2C49-48D7-B5BB-C795-0DBB5855A26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995903" y="4127633"/>
                <a:ext cx="35712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D1C118AF-29A6-546A-C933-3CA72D234373}"/>
                  </a:ext>
                </a:extLst>
              </p14:cNvPr>
              <p14:cNvContentPartPr/>
              <p14:nvPr/>
            </p14:nvContentPartPr>
            <p14:xfrm>
              <a:off x="3474103" y="3889313"/>
              <a:ext cx="2215440" cy="51372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D1C118AF-29A6-546A-C933-3CA72D23437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43503" y="3858713"/>
                <a:ext cx="2277000" cy="5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2A262917-C473-7BA3-74B2-1103FE23C288}"/>
                  </a:ext>
                </a:extLst>
              </p14:cNvPr>
              <p14:cNvContentPartPr/>
              <p14:nvPr/>
            </p14:nvContentPartPr>
            <p14:xfrm>
              <a:off x="8932063" y="3875273"/>
              <a:ext cx="3212280" cy="128916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2A262917-C473-7BA3-74B2-1103FE23C28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901463" y="3844673"/>
                <a:ext cx="3273840" cy="13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910BFFA1-0B41-45F8-7993-0867FF8651D9}"/>
                  </a:ext>
                </a:extLst>
              </p14:cNvPr>
              <p14:cNvContentPartPr/>
              <p14:nvPr/>
            </p14:nvContentPartPr>
            <p14:xfrm>
              <a:off x="2311885" y="5273873"/>
              <a:ext cx="1597320" cy="4539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910BFFA1-0B41-45F8-7993-0867FF8651D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281285" y="5243249"/>
                <a:ext cx="1658520" cy="5155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0A05DF08-3241-6479-8C5D-244BB6EDC28C}"/>
                  </a:ext>
                </a:extLst>
              </p14:cNvPr>
              <p14:cNvContentPartPr/>
              <p14:nvPr/>
            </p14:nvContentPartPr>
            <p14:xfrm>
              <a:off x="1148725" y="5321393"/>
              <a:ext cx="830160" cy="12600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0A05DF08-3241-6479-8C5D-244BB6EDC28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18125" y="5290793"/>
                <a:ext cx="8917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40C1CC57-7FF6-0E8D-0838-572BED84B8A0}"/>
                  </a:ext>
                </a:extLst>
              </p14:cNvPr>
              <p14:cNvContentPartPr/>
              <p14:nvPr/>
            </p14:nvContentPartPr>
            <p14:xfrm>
              <a:off x="5637925" y="5195753"/>
              <a:ext cx="2590560" cy="45720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40C1CC57-7FF6-0E8D-0838-572BED84B8A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606965" y="5165153"/>
                <a:ext cx="2652120" cy="51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FA630F4D-00F9-7E6E-CCFB-F3AE1425392D}"/>
                  </a:ext>
                </a:extLst>
              </p14:cNvPr>
              <p14:cNvContentPartPr/>
              <p14:nvPr/>
            </p14:nvContentPartPr>
            <p14:xfrm>
              <a:off x="4173085" y="5159393"/>
              <a:ext cx="1144440" cy="33840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FA630F4D-00F9-7E6E-CCFB-F3AE1425392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42125" y="5128793"/>
                <a:ext cx="120600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77F6E3A6-02C9-D2A3-ED25-FB0C01B67D27}"/>
                  </a:ext>
                </a:extLst>
              </p14:cNvPr>
              <p14:cNvContentPartPr/>
              <p14:nvPr/>
            </p14:nvContentPartPr>
            <p14:xfrm>
              <a:off x="8397823" y="5229953"/>
              <a:ext cx="1163520" cy="56268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77F6E3A6-02C9-D2A3-ED25-FB0C01B67D2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367223" y="5199353"/>
                <a:ext cx="1225080" cy="6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020B3591-9FA2-B6ED-79CD-E95968FF3DF9}"/>
                  </a:ext>
                </a:extLst>
              </p14:cNvPr>
              <p14:cNvContentPartPr/>
              <p14:nvPr/>
            </p14:nvContentPartPr>
            <p14:xfrm>
              <a:off x="9699445" y="5394113"/>
              <a:ext cx="2175480" cy="26748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020B3591-9FA2-B6ED-79CD-E95968FF3DF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668490" y="5363472"/>
                <a:ext cx="2236670" cy="3291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FDBDF9D8-C53A-B24C-789A-D871C962F7A4}"/>
                  </a:ext>
                </a:extLst>
              </p14:cNvPr>
              <p14:cNvContentPartPr/>
              <p14:nvPr/>
            </p14:nvContentPartPr>
            <p14:xfrm>
              <a:off x="2694703" y="5761313"/>
              <a:ext cx="443520" cy="23868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FDBDF9D8-C53A-B24C-789A-D871C962F7A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664078" y="5730713"/>
                <a:ext cx="50513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427B10D7-337D-C7D1-D8A8-1DF910E4C963}"/>
                  </a:ext>
                </a:extLst>
              </p14:cNvPr>
              <p14:cNvContentPartPr/>
              <p14:nvPr/>
            </p14:nvContentPartPr>
            <p14:xfrm>
              <a:off x="3229303" y="5674193"/>
              <a:ext cx="1006200" cy="34560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427B10D7-337D-C7D1-D8A8-1DF910E4C96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198703" y="5643593"/>
                <a:ext cx="106776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D6B92989-9CB6-0092-4FA6-6FA7C634A020}"/>
                  </a:ext>
                </a:extLst>
              </p14:cNvPr>
              <p14:cNvContentPartPr/>
              <p14:nvPr/>
            </p14:nvContentPartPr>
            <p14:xfrm>
              <a:off x="5379583" y="5721713"/>
              <a:ext cx="691920" cy="35460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D6B92989-9CB6-0092-4FA6-6FA7C634A02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348623" y="5691113"/>
                <a:ext cx="75312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964B5E60-604B-8EB5-6251-E12C634346AA}"/>
                  </a:ext>
                </a:extLst>
              </p14:cNvPr>
              <p14:cNvContentPartPr/>
              <p14:nvPr/>
            </p14:nvContentPartPr>
            <p14:xfrm>
              <a:off x="4637623" y="5884433"/>
              <a:ext cx="452880" cy="15912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964B5E60-604B-8EB5-6251-E12C634346A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607023" y="5853764"/>
                <a:ext cx="514440" cy="2208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D149030E-3461-EC42-FC43-C820BBD41308}"/>
                  </a:ext>
                </a:extLst>
              </p14:cNvPr>
              <p14:cNvContentPartPr/>
              <p14:nvPr/>
            </p14:nvContentPartPr>
            <p14:xfrm>
              <a:off x="10031863" y="5792993"/>
              <a:ext cx="1465200" cy="32112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D149030E-3461-EC42-FC43-C820BBD4130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001263" y="5762393"/>
                <a:ext cx="152676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A01A11DB-F302-25B8-64C4-F5FB33E35D38}"/>
                  </a:ext>
                </a:extLst>
              </p14:cNvPr>
              <p14:cNvContentPartPr/>
              <p14:nvPr/>
            </p14:nvContentPartPr>
            <p14:xfrm>
              <a:off x="7561183" y="5736473"/>
              <a:ext cx="2150640" cy="36468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A01A11DB-F302-25B8-64C4-F5FB33E35D3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530583" y="5705544"/>
                <a:ext cx="2211840" cy="4258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20A86089-1566-4091-CD8E-012D72427E02}"/>
                  </a:ext>
                </a:extLst>
              </p14:cNvPr>
              <p14:cNvContentPartPr/>
              <p14:nvPr/>
            </p14:nvContentPartPr>
            <p14:xfrm>
              <a:off x="6485863" y="5752313"/>
              <a:ext cx="849240" cy="33552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20A86089-1566-4091-CD8E-012D72427E0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455263" y="5721713"/>
                <a:ext cx="910440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93D364FA-1FBB-FA78-808F-BB1851DC4BE7}"/>
                  </a:ext>
                </a:extLst>
              </p14:cNvPr>
              <p14:cNvContentPartPr/>
              <p14:nvPr/>
            </p14:nvContentPartPr>
            <p14:xfrm>
              <a:off x="7975903" y="6214193"/>
              <a:ext cx="358560" cy="402120"/>
            </p14:xfrm>
          </p:contentPart>
        </mc:Choice>
        <mc:Fallback xmlns=""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93D364FA-1FBB-FA78-808F-BB1851DC4BE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945303" y="6183593"/>
                <a:ext cx="42012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EDA4E847-5CF9-1FC2-05E4-E5D7BAE3A6E8}"/>
                  </a:ext>
                </a:extLst>
              </p14:cNvPr>
              <p14:cNvContentPartPr/>
              <p14:nvPr/>
            </p14:nvContentPartPr>
            <p14:xfrm>
              <a:off x="5876023" y="6183233"/>
              <a:ext cx="1836360" cy="339480"/>
            </p14:xfrm>
          </p:contentPart>
        </mc:Choice>
        <mc:Fallback xmlns=""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EDA4E847-5CF9-1FC2-05E4-E5D7BAE3A6E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845423" y="6152601"/>
                <a:ext cx="1897560" cy="401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D74A14CB-7870-FB21-5B75-5FD5F24E67C4}"/>
                  </a:ext>
                </a:extLst>
              </p14:cNvPr>
              <p14:cNvContentPartPr/>
              <p14:nvPr/>
            </p14:nvContentPartPr>
            <p14:xfrm>
              <a:off x="4983223" y="6249113"/>
              <a:ext cx="604080" cy="285480"/>
            </p14:xfrm>
          </p:contentPart>
        </mc:Choice>
        <mc:Fallback xmlns=""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D74A14CB-7870-FB21-5B75-5FD5F24E67C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952623" y="6218513"/>
                <a:ext cx="66528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00195ECC-F388-14A9-EEC4-09C7A9799F33}"/>
                  </a:ext>
                </a:extLst>
              </p14:cNvPr>
              <p14:cNvContentPartPr/>
              <p14:nvPr/>
            </p14:nvContentPartPr>
            <p14:xfrm>
              <a:off x="4216423" y="5855633"/>
              <a:ext cx="237600" cy="20160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00195ECC-F388-14A9-EEC4-09C7A9799F3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185869" y="5825033"/>
                <a:ext cx="298707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F85B0A63-E7F3-6006-252A-FCC6EA650F76}"/>
                  </a:ext>
                </a:extLst>
              </p14:cNvPr>
              <p14:cNvContentPartPr/>
              <p14:nvPr/>
            </p14:nvContentPartPr>
            <p14:xfrm>
              <a:off x="2745103" y="6241913"/>
              <a:ext cx="1971360" cy="33588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F85B0A63-E7F3-6006-252A-FCC6EA650F7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714497" y="6211280"/>
                <a:ext cx="2032571" cy="3975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FE09F4A8-0095-72FE-38E5-3DFFBE9083EB}"/>
                  </a:ext>
                </a:extLst>
              </p14:cNvPr>
              <p14:cNvContentPartPr/>
              <p14:nvPr/>
            </p14:nvContentPartPr>
            <p14:xfrm>
              <a:off x="8573503" y="6167393"/>
              <a:ext cx="50400" cy="270000"/>
            </p14:xfrm>
          </p:contentPart>
        </mc:Choice>
        <mc:Fallback xmlns=""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FE09F4A8-0095-72FE-38E5-3DFFBE9083E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542763" y="6136793"/>
                <a:ext cx="111166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05" name="Ink 404">
                <a:extLst>
                  <a:ext uri="{FF2B5EF4-FFF2-40B4-BE49-F238E27FC236}">
                    <a16:creationId xmlns:a16="http://schemas.microsoft.com/office/drawing/2014/main" id="{B9385B5D-4561-4494-8D30-2C722DF894D6}"/>
                  </a:ext>
                </a:extLst>
              </p14:cNvPr>
              <p14:cNvContentPartPr/>
              <p14:nvPr/>
            </p14:nvContentPartPr>
            <p14:xfrm>
              <a:off x="8705263" y="6173513"/>
              <a:ext cx="2389680" cy="292680"/>
            </p14:xfrm>
          </p:contentPart>
        </mc:Choice>
        <mc:Fallback xmlns="">
          <p:pic>
            <p:nvPicPr>
              <p:cNvPr id="405" name="Ink 404">
                <a:extLst>
                  <a:ext uri="{FF2B5EF4-FFF2-40B4-BE49-F238E27FC236}">
                    <a16:creationId xmlns:a16="http://schemas.microsoft.com/office/drawing/2014/main" id="{B9385B5D-4561-4494-8D30-2C722DF894D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674658" y="6142875"/>
                <a:ext cx="2451249" cy="3543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8059BF35-2259-26FB-CF27-FA36AA61FC33}"/>
                  </a:ext>
                </a:extLst>
              </p14:cNvPr>
              <p14:cNvContentPartPr/>
              <p14:nvPr/>
            </p14:nvContentPartPr>
            <p14:xfrm>
              <a:off x="5618263" y="6510473"/>
              <a:ext cx="1477800" cy="327240"/>
            </p14:xfrm>
          </p:contentPart>
        </mc:Choice>
        <mc:Fallback xmlns=""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8059BF35-2259-26FB-CF27-FA36AA61FC3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587663" y="6479873"/>
                <a:ext cx="153936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D9A06683-6BAA-66C5-6065-C06A4ADCBC2C}"/>
                  </a:ext>
                </a:extLst>
              </p14:cNvPr>
              <p14:cNvContentPartPr/>
              <p14:nvPr/>
            </p14:nvContentPartPr>
            <p14:xfrm>
              <a:off x="3319303" y="6530633"/>
              <a:ext cx="2016360" cy="318240"/>
            </p14:xfrm>
          </p:contentPart>
        </mc:Choice>
        <mc:Fallback xmlns=""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D9A06683-6BAA-66C5-6065-C06A4ADCBC2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288703" y="6500033"/>
                <a:ext cx="207792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30" name="Ink 429">
                <a:extLst>
                  <a:ext uri="{FF2B5EF4-FFF2-40B4-BE49-F238E27FC236}">
                    <a16:creationId xmlns:a16="http://schemas.microsoft.com/office/drawing/2014/main" id="{056667B2-0DB5-0392-CDCB-DB3EA940E53E}"/>
                  </a:ext>
                </a:extLst>
              </p14:cNvPr>
              <p14:cNvContentPartPr/>
              <p14:nvPr/>
            </p14:nvContentPartPr>
            <p14:xfrm>
              <a:off x="1198543" y="1631753"/>
              <a:ext cx="772920" cy="107280"/>
            </p14:xfrm>
          </p:contentPart>
        </mc:Choice>
        <mc:Fallback xmlns="">
          <p:pic>
            <p:nvPicPr>
              <p:cNvPr id="430" name="Ink 429">
                <a:extLst>
                  <a:ext uri="{FF2B5EF4-FFF2-40B4-BE49-F238E27FC236}">
                    <a16:creationId xmlns:a16="http://schemas.microsoft.com/office/drawing/2014/main" id="{056667B2-0DB5-0392-CDCB-DB3EA940E53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167943" y="1600793"/>
                <a:ext cx="83448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459" name="Ink 458">
                <a:extLst>
                  <a:ext uri="{FF2B5EF4-FFF2-40B4-BE49-F238E27FC236}">
                    <a16:creationId xmlns:a16="http://schemas.microsoft.com/office/drawing/2014/main" id="{CDABFE7D-F040-60CF-FA31-CC68E4D4F092}"/>
                  </a:ext>
                </a:extLst>
              </p14:cNvPr>
              <p14:cNvContentPartPr/>
              <p14:nvPr/>
            </p14:nvContentPartPr>
            <p14:xfrm>
              <a:off x="5448703" y="1241873"/>
              <a:ext cx="2150640" cy="553680"/>
            </p14:xfrm>
          </p:contentPart>
        </mc:Choice>
        <mc:Fallback xmlns="">
          <p:pic>
            <p:nvPicPr>
              <p:cNvPr id="459" name="Ink 458">
                <a:extLst>
                  <a:ext uri="{FF2B5EF4-FFF2-40B4-BE49-F238E27FC236}">
                    <a16:creationId xmlns:a16="http://schemas.microsoft.com/office/drawing/2014/main" id="{CDABFE7D-F040-60CF-FA31-CC68E4D4F092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418103" y="1211273"/>
                <a:ext cx="2211840" cy="61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BE99BAA0-8923-9146-4D90-754B5F045F77}"/>
                  </a:ext>
                </a:extLst>
              </p14:cNvPr>
              <p14:cNvContentPartPr/>
              <p14:nvPr/>
            </p14:nvContentPartPr>
            <p14:xfrm>
              <a:off x="4046503" y="1308113"/>
              <a:ext cx="981360" cy="347400"/>
            </p14:xfrm>
          </p:contentPart>
        </mc:Choice>
        <mc:Fallback xmlns=""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BE99BAA0-8923-9146-4D90-754B5F045F7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015892" y="1277513"/>
                <a:ext cx="1042943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461" name="Ink 460">
                <a:extLst>
                  <a:ext uri="{FF2B5EF4-FFF2-40B4-BE49-F238E27FC236}">
                    <a16:creationId xmlns:a16="http://schemas.microsoft.com/office/drawing/2014/main" id="{F8444E2F-993E-A838-76AF-6A6D7FCF03A7}"/>
                  </a:ext>
                </a:extLst>
              </p14:cNvPr>
              <p14:cNvContentPartPr/>
              <p14:nvPr/>
            </p14:nvContentPartPr>
            <p14:xfrm>
              <a:off x="2135263" y="1365353"/>
              <a:ext cx="1584000" cy="379800"/>
            </p14:xfrm>
          </p:contentPart>
        </mc:Choice>
        <mc:Fallback xmlns="">
          <p:pic>
            <p:nvPicPr>
              <p:cNvPr id="461" name="Ink 460">
                <a:extLst>
                  <a:ext uri="{FF2B5EF4-FFF2-40B4-BE49-F238E27FC236}">
                    <a16:creationId xmlns:a16="http://schemas.microsoft.com/office/drawing/2014/main" id="{F8444E2F-993E-A838-76AF-6A6D7FCF03A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104663" y="1334753"/>
                <a:ext cx="1645200" cy="44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5608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22F3886-3953-102B-AF66-C55D61A208F1}"/>
                  </a:ext>
                </a:extLst>
              </p14:cNvPr>
              <p14:cNvContentPartPr/>
              <p14:nvPr/>
            </p14:nvContentPartPr>
            <p14:xfrm>
              <a:off x="371894" y="259850"/>
              <a:ext cx="720000" cy="335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22F3886-3953-102B-AF66-C55D61A208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1279" y="229217"/>
                <a:ext cx="781591" cy="3971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AB95728-9FE4-9C37-A281-0EDA47D77C9B}"/>
                  </a:ext>
                </a:extLst>
              </p14:cNvPr>
              <p14:cNvContentPartPr/>
              <p14:nvPr/>
            </p14:nvContentPartPr>
            <p14:xfrm>
              <a:off x="5519174" y="182810"/>
              <a:ext cx="2251080" cy="3618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AB95728-9FE4-9C37-A281-0EDA47D77C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88579" y="152240"/>
                <a:ext cx="2312270" cy="4229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DCD816C-F2CD-D221-347D-9F3E995F5DBA}"/>
                  </a:ext>
                </a:extLst>
              </p14:cNvPr>
              <p14:cNvContentPartPr/>
              <p14:nvPr/>
            </p14:nvContentPartPr>
            <p14:xfrm>
              <a:off x="1749254" y="182090"/>
              <a:ext cx="3391920" cy="7045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DCD816C-F2CD-D221-347D-9F3E995F5DB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18654" y="151490"/>
                <a:ext cx="3453120" cy="76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9794B7E5-19CE-009E-EBE5-07BB68E9CDC5}"/>
                  </a:ext>
                </a:extLst>
              </p14:cNvPr>
              <p14:cNvContentPartPr/>
              <p14:nvPr/>
            </p14:nvContentPartPr>
            <p14:xfrm>
              <a:off x="353534" y="1175690"/>
              <a:ext cx="291600" cy="3661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9794B7E5-19CE-009E-EBE5-07BB68E9CDC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2972" y="1145090"/>
                <a:ext cx="352725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A06BD86-C2DE-ECC9-2A93-A0C3462A24AA}"/>
                  </a:ext>
                </a:extLst>
              </p14:cNvPr>
              <p14:cNvContentPartPr/>
              <p14:nvPr/>
            </p14:nvContentPartPr>
            <p14:xfrm>
              <a:off x="1066694" y="1165250"/>
              <a:ext cx="347760" cy="3168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A06BD86-C2DE-ECC9-2A93-A0C3462A24A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36094" y="1134650"/>
                <a:ext cx="40896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2C2722B0-CDF8-B909-7ADF-BF6C3D42A663}"/>
                  </a:ext>
                </a:extLst>
              </p14:cNvPr>
              <p14:cNvContentPartPr/>
              <p14:nvPr/>
            </p14:nvContentPartPr>
            <p14:xfrm>
              <a:off x="1395374" y="1178570"/>
              <a:ext cx="1488600" cy="3402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2C2722B0-CDF8-B909-7ADF-BF6C3D42A66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64414" y="1147610"/>
                <a:ext cx="155016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F240B1F3-6EC6-B9B3-AC83-D28A01A9B4D7}"/>
                  </a:ext>
                </a:extLst>
              </p14:cNvPr>
              <p14:cNvContentPartPr/>
              <p14:nvPr/>
            </p14:nvContentPartPr>
            <p14:xfrm>
              <a:off x="3286814" y="1156250"/>
              <a:ext cx="1816920" cy="3877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F240B1F3-6EC6-B9B3-AC83-D28A01A9B4D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55860" y="1125650"/>
                <a:ext cx="1878468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70DC64D-76F9-4638-0059-4506F21B25A4}"/>
                  </a:ext>
                </a:extLst>
              </p14:cNvPr>
              <p14:cNvContentPartPr/>
              <p14:nvPr/>
            </p14:nvContentPartPr>
            <p14:xfrm>
              <a:off x="440294" y="1673930"/>
              <a:ext cx="5060520" cy="1004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70DC64D-76F9-4638-0059-4506F21B25A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2294" y="1655930"/>
                <a:ext cx="50961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79C06C63-2EE2-39ED-8A7B-C8EBC69F080F}"/>
                  </a:ext>
                </a:extLst>
              </p14:cNvPr>
              <p14:cNvContentPartPr/>
              <p14:nvPr/>
            </p14:nvContentPartPr>
            <p14:xfrm>
              <a:off x="725900" y="2023570"/>
              <a:ext cx="257400" cy="3013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79C06C63-2EE2-39ED-8A7B-C8EBC69F080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4940" y="1992970"/>
                <a:ext cx="31896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F84DD0FD-F927-3A7A-37AD-0DC74FF48FA7}"/>
                  </a:ext>
                </a:extLst>
              </p14:cNvPr>
              <p14:cNvContentPartPr/>
              <p14:nvPr/>
            </p14:nvContentPartPr>
            <p14:xfrm>
              <a:off x="1052060" y="1999450"/>
              <a:ext cx="213480" cy="3070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F84DD0FD-F927-3A7A-37AD-0DC74FF48FA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21460" y="1968490"/>
                <a:ext cx="27504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67C2741-AF1D-7316-1E39-5730013F2F21}"/>
                  </a:ext>
                </a:extLst>
              </p14:cNvPr>
              <p14:cNvContentPartPr/>
              <p14:nvPr/>
            </p14:nvContentPartPr>
            <p14:xfrm>
              <a:off x="1296500" y="2130490"/>
              <a:ext cx="132120" cy="1699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67C2741-AF1D-7316-1E39-5730013F2F2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65900" y="2099530"/>
                <a:ext cx="19332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C9E1DCF-B75B-8896-3EAF-9F26AB813B77}"/>
                  </a:ext>
                </a:extLst>
              </p14:cNvPr>
              <p14:cNvContentPartPr/>
              <p14:nvPr/>
            </p14:nvContentPartPr>
            <p14:xfrm>
              <a:off x="1484780" y="2106010"/>
              <a:ext cx="163440" cy="2044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C9E1DCF-B75B-8896-3EAF-9F26AB813B7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54180" y="2075410"/>
                <a:ext cx="22500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143855B4-0EA2-F72E-C686-346B1B012ABF}"/>
                  </a:ext>
                </a:extLst>
              </p14:cNvPr>
              <p14:cNvContentPartPr/>
              <p14:nvPr/>
            </p14:nvContentPartPr>
            <p14:xfrm>
              <a:off x="1698980" y="2061370"/>
              <a:ext cx="130680" cy="2199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143855B4-0EA2-F72E-C686-346B1B012AB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68020" y="2030770"/>
                <a:ext cx="19224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E2A35EA-8EFA-399F-A5A8-20CE6F2A6E2E}"/>
                  </a:ext>
                </a:extLst>
              </p14:cNvPr>
              <p14:cNvContentPartPr/>
              <p14:nvPr/>
            </p14:nvContentPartPr>
            <p14:xfrm>
              <a:off x="1899500" y="2124010"/>
              <a:ext cx="194040" cy="1364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E2A35EA-8EFA-399F-A5A8-20CE6F2A6E2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868900" y="2093410"/>
                <a:ext cx="25560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133677F-06FD-45BA-CF01-23557DBF8283}"/>
                  </a:ext>
                </a:extLst>
              </p14:cNvPr>
              <p14:cNvContentPartPr/>
              <p14:nvPr/>
            </p14:nvContentPartPr>
            <p14:xfrm>
              <a:off x="2457140" y="2155330"/>
              <a:ext cx="213480" cy="1508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2133677F-06FD-45BA-CF01-23557DBF828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426540" y="2124730"/>
                <a:ext cx="2750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48474F3-293F-BC19-9965-4E5F04D5D29E}"/>
                  </a:ext>
                </a:extLst>
              </p14:cNvPr>
              <p14:cNvContentPartPr/>
              <p14:nvPr/>
            </p14:nvContentPartPr>
            <p14:xfrm>
              <a:off x="3034940" y="2086570"/>
              <a:ext cx="130680" cy="1947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48474F3-293F-BC19-9965-4E5F04D5D29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04340" y="2055610"/>
                <a:ext cx="19224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E3FF9C4-6E60-3FDB-B9B5-98659E7FAE54}"/>
                  </a:ext>
                </a:extLst>
              </p14:cNvPr>
              <p14:cNvContentPartPr/>
              <p14:nvPr/>
            </p14:nvContentPartPr>
            <p14:xfrm>
              <a:off x="3216380" y="2131210"/>
              <a:ext cx="150840" cy="1375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E3FF9C4-6E60-3FDB-B9B5-98659E7FAE5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85780" y="2100250"/>
                <a:ext cx="2124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CB832A4-27BE-2A0F-6B7D-7D7C1EB0A575}"/>
                  </a:ext>
                </a:extLst>
              </p14:cNvPr>
              <p14:cNvContentPartPr/>
              <p14:nvPr/>
            </p14:nvContentPartPr>
            <p14:xfrm>
              <a:off x="3473420" y="1974250"/>
              <a:ext cx="182160" cy="2757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CB832A4-27BE-2A0F-6B7D-7D7C1EB0A57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442820" y="1943650"/>
                <a:ext cx="24372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9EF90EDC-C557-865E-DD13-02DFE5C680B8}"/>
                  </a:ext>
                </a:extLst>
              </p14:cNvPr>
              <p14:cNvContentPartPr/>
              <p14:nvPr/>
            </p14:nvContentPartPr>
            <p14:xfrm>
              <a:off x="3725060" y="2055250"/>
              <a:ext cx="137520" cy="1947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9EF90EDC-C557-865E-DD13-02DFE5C680B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694460" y="2024290"/>
                <a:ext cx="19908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2774D56-F17C-8695-52ED-36E56D2C55E5}"/>
                  </a:ext>
                </a:extLst>
              </p14:cNvPr>
              <p14:cNvContentPartPr/>
              <p14:nvPr/>
            </p14:nvContentPartPr>
            <p14:xfrm>
              <a:off x="3906500" y="2105290"/>
              <a:ext cx="270000" cy="1432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2774D56-F17C-8695-52ED-36E56D2C55E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875540" y="2074690"/>
                <a:ext cx="33156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3B63A328-8006-4B2F-4803-211229E6C415}"/>
                  </a:ext>
                </a:extLst>
              </p14:cNvPr>
              <p14:cNvContentPartPr/>
              <p14:nvPr/>
            </p14:nvContentPartPr>
            <p14:xfrm>
              <a:off x="4188740" y="1914130"/>
              <a:ext cx="47160" cy="3636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3B63A328-8006-4B2F-4803-211229E6C41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158140" y="1883530"/>
                <a:ext cx="10836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E6A30823-0A23-2F83-74CA-CE4BE89A3C68}"/>
                  </a:ext>
                </a:extLst>
              </p14:cNvPr>
              <p14:cNvContentPartPr/>
              <p14:nvPr/>
            </p14:nvContentPartPr>
            <p14:xfrm>
              <a:off x="4119620" y="2061370"/>
              <a:ext cx="238680" cy="568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E6A30823-0A23-2F83-74CA-CE4BE89A3C6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089020" y="2030770"/>
                <a:ext cx="30024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803EFDF1-6CC1-7E7B-2F06-B56359E7DC5D}"/>
                  </a:ext>
                </a:extLst>
              </p14:cNvPr>
              <p14:cNvContentPartPr/>
              <p14:nvPr/>
            </p14:nvContentPartPr>
            <p14:xfrm>
              <a:off x="4571420" y="2124010"/>
              <a:ext cx="144720" cy="1508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803EFDF1-6CC1-7E7B-2F06-B56359E7DC5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540820" y="2093410"/>
                <a:ext cx="2059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E406E333-9414-8F8A-6FCE-42CE9A25E7EB}"/>
                  </a:ext>
                </a:extLst>
              </p14:cNvPr>
              <p14:cNvContentPartPr/>
              <p14:nvPr/>
            </p14:nvContentPartPr>
            <p14:xfrm>
              <a:off x="4772300" y="1974250"/>
              <a:ext cx="219960" cy="56340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E406E333-9414-8F8A-6FCE-42CE9A25E7E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741340" y="1943650"/>
                <a:ext cx="281160" cy="62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0FEF35F8-7B78-FA4A-5B2B-A07653BCA29A}"/>
                  </a:ext>
                </a:extLst>
              </p14:cNvPr>
              <p14:cNvContentPartPr/>
              <p14:nvPr/>
            </p14:nvContentPartPr>
            <p14:xfrm>
              <a:off x="5374220" y="1942930"/>
              <a:ext cx="207360" cy="5922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0FEF35F8-7B78-FA4A-5B2B-A07653BCA29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343620" y="1912330"/>
                <a:ext cx="268560" cy="65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D0B61455-E849-6C77-BFD8-06AA129139CB}"/>
                  </a:ext>
                </a:extLst>
              </p14:cNvPr>
              <p14:cNvContentPartPr/>
              <p14:nvPr/>
            </p14:nvContentPartPr>
            <p14:xfrm>
              <a:off x="5581220" y="2093410"/>
              <a:ext cx="282600" cy="1753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D0B61455-E849-6C77-BFD8-06AA129139C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550620" y="2062810"/>
                <a:ext cx="34416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827805A8-3CB8-A63A-1382-4847637B5164}"/>
                  </a:ext>
                </a:extLst>
              </p14:cNvPr>
              <p14:cNvContentPartPr/>
              <p14:nvPr/>
            </p14:nvContentPartPr>
            <p14:xfrm>
              <a:off x="5863820" y="2099530"/>
              <a:ext cx="307800" cy="1627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827805A8-3CB8-A63A-1382-4847637B516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832860" y="2068930"/>
                <a:ext cx="36900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41D2E477-21EF-F895-FC9D-076C480BF9FC}"/>
                  </a:ext>
                </a:extLst>
              </p14:cNvPr>
              <p14:cNvContentPartPr/>
              <p14:nvPr/>
            </p14:nvContentPartPr>
            <p14:xfrm>
              <a:off x="6164780" y="1939330"/>
              <a:ext cx="44280" cy="3020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41D2E477-21EF-F895-FC9D-076C480BF9F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134180" y="1908730"/>
                <a:ext cx="10548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FDD35B60-54EF-C759-D1DE-D977FB5325FB}"/>
                  </a:ext>
                </a:extLst>
              </p14:cNvPr>
              <p14:cNvContentPartPr/>
              <p14:nvPr/>
            </p14:nvContentPartPr>
            <p14:xfrm>
              <a:off x="6102140" y="2067490"/>
              <a:ext cx="213480" cy="5040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FDD35B60-54EF-C759-D1DE-D977FB5325F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071540" y="2036890"/>
                <a:ext cx="27504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68C68243-14A4-32F0-C585-68EA5BFFB247}"/>
                  </a:ext>
                </a:extLst>
              </p14:cNvPr>
              <p14:cNvContentPartPr/>
              <p14:nvPr/>
            </p14:nvContentPartPr>
            <p14:xfrm>
              <a:off x="6353060" y="2108890"/>
              <a:ext cx="207360" cy="1159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68C68243-14A4-32F0-C585-68EA5BFFB24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322460" y="2077930"/>
                <a:ext cx="26856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754FBB43-CB05-9815-F4B5-AE8D339CA534}"/>
                  </a:ext>
                </a:extLst>
              </p14:cNvPr>
              <p14:cNvContentPartPr/>
              <p14:nvPr/>
            </p14:nvContentPartPr>
            <p14:xfrm>
              <a:off x="6616580" y="2088010"/>
              <a:ext cx="251280" cy="1551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754FBB43-CB05-9815-F4B5-AE8D339CA53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585980" y="2057050"/>
                <a:ext cx="31248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03A4FE05-A93C-7108-4001-060DA46B6AA8}"/>
                  </a:ext>
                </a:extLst>
              </p14:cNvPr>
              <p14:cNvContentPartPr/>
              <p14:nvPr/>
            </p14:nvContentPartPr>
            <p14:xfrm>
              <a:off x="6836900" y="2086570"/>
              <a:ext cx="200520" cy="1508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03A4FE05-A93C-7108-4001-060DA46B6AA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805940" y="2055610"/>
                <a:ext cx="2617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1A3B053-6A9C-3844-1838-FE1360DA96BA}"/>
                  </a:ext>
                </a:extLst>
              </p14:cNvPr>
              <p14:cNvContentPartPr/>
              <p14:nvPr/>
            </p14:nvContentPartPr>
            <p14:xfrm>
              <a:off x="7061900" y="2055250"/>
              <a:ext cx="157320" cy="2260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1A3B053-6A9C-3844-1838-FE1360DA96B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031300" y="2024290"/>
                <a:ext cx="21852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5B954868-AF59-A6DE-2518-6F2F2144393F}"/>
                  </a:ext>
                </a:extLst>
              </p14:cNvPr>
              <p14:cNvContentPartPr/>
              <p14:nvPr/>
            </p14:nvContentPartPr>
            <p14:xfrm>
              <a:off x="1509980" y="2569330"/>
              <a:ext cx="31680" cy="3704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5B954868-AF59-A6DE-2518-6F2F2144393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479380" y="2538730"/>
                <a:ext cx="932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E1FD7AD4-1D62-D52C-935E-6758B7715370}"/>
                  </a:ext>
                </a:extLst>
              </p14:cNvPr>
              <p14:cNvContentPartPr/>
              <p14:nvPr/>
            </p14:nvContentPartPr>
            <p14:xfrm>
              <a:off x="1535180" y="2895850"/>
              <a:ext cx="357840" cy="190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E1FD7AD4-1D62-D52C-935E-6758B771537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504220" y="2864890"/>
                <a:ext cx="41940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9883376-B5C3-844B-3DA2-5EDDE3B0C2BF}"/>
                  </a:ext>
                </a:extLst>
              </p14:cNvPr>
              <p14:cNvContentPartPr/>
              <p14:nvPr/>
            </p14:nvContentPartPr>
            <p14:xfrm>
              <a:off x="1861340" y="2876770"/>
              <a:ext cx="180360" cy="1375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9883376-B5C3-844B-3DA2-5EDDE3B0C2B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830740" y="2846170"/>
                <a:ext cx="24156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9BD8C9B0-53F9-ED74-2655-7AF36CB78B35}"/>
                  </a:ext>
                </a:extLst>
              </p14:cNvPr>
              <p14:cNvContentPartPr/>
              <p14:nvPr/>
            </p14:nvContentPartPr>
            <p14:xfrm>
              <a:off x="2231420" y="2814130"/>
              <a:ext cx="345240" cy="1699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9BD8C9B0-53F9-ED74-2655-7AF36CB78B3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200820" y="2783530"/>
                <a:ext cx="4068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99BDD6EC-C4E8-1D25-A981-B1DBA75B9FA8}"/>
                  </a:ext>
                </a:extLst>
              </p14:cNvPr>
              <p14:cNvContentPartPr/>
              <p14:nvPr/>
            </p14:nvContentPartPr>
            <p14:xfrm>
              <a:off x="2626700" y="2832850"/>
              <a:ext cx="289080" cy="1260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99BDD6EC-C4E8-1D25-A981-B1DBA75B9FA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596100" y="2802250"/>
                <a:ext cx="3502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FE5DEC2-3AB3-8446-5AEF-5C572A1035F8}"/>
                  </a:ext>
                </a:extLst>
              </p14:cNvPr>
              <p14:cNvContentPartPr/>
              <p14:nvPr/>
            </p14:nvContentPartPr>
            <p14:xfrm>
              <a:off x="2958980" y="2826730"/>
              <a:ext cx="263880" cy="1260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FE5DEC2-3AB3-8446-5AEF-5C572A1035F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928380" y="2796130"/>
                <a:ext cx="3250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8A7A7D3-9C37-BC82-7BCE-CD13D7746BFD}"/>
                  </a:ext>
                </a:extLst>
              </p14:cNvPr>
              <p14:cNvContentPartPr/>
              <p14:nvPr/>
            </p14:nvContentPartPr>
            <p14:xfrm>
              <a:off x="3266420" y="2789650"/>
              <a:ext cx="169920" cy="1627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8A7A7D3-9C37-BC82-7BCE-CD13D7746BF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235820" y="2759050"/>
                <a:ext cx="2311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E436BB30-5A3D-D27C-FC5A-77EE09BC28FA}"/>
                  </a:ext>
                </a:extLst>
              </p14:cNvPr>
              <p14:cNvContentPartPr/>
              <p14:nvPr/>
            </p14:nvContentPartPr>
            <p14:xfrm>
              <a:off x="3504740" y="2801530"/>
              <a:ext cx="263880" cy="1573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E436BB30-5A3D-D27C-FC5A-77EE09BC28F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474140" y="2770930"/>
                <a:ext cx="32508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78788758-43BD-050F-A4D8-DCEF13362FEF}"/>
                  </a:ext>
                </a:extLst>
              </p14:cNvPr>
              <p14:cNvContentPartPr/>
              <p14:nvPr/>
            </p14:nvContentPartPr>
            <p14:xfrm>
              <a:off x="3824780" y="2620450"/>
              <a:ext cx="31680" cy="3315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78788758-43BD-050F-A4D8-DCEF13362FE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794180" y="2589850"/>
                <a:ext cx="9324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258D1627-56F6-27F9-935E-04473F0DB1A3}"/>
                  </a:ext>
                </a:extLst>
              </p14:cNvPr>
              <p14:cNvContentPartPr/>
              <p14:nvPr/>
            </p14:nvContentPartPr>
            <p14:xfrm>
              <a:off x="3943940" y="2641330"/>
              <a:ext cx="38160" cy="3049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258D1627-56F6-27F9-935E-04473F0DB1A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913340" y="2610730"/>
                <a:ext cx="9936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71420699-BB83-ADCD-CD71-279FFD9C6FF8}"/>
                  </a:ext>
                </a:extLst>
              </p14:cNvPr>
              <p14:cNvContentPartPr/>
              <p14:nvPr/>
            </p14:nvContentPartPr>
            <p14:xfrm>
              <a:off x="4004060" y="2823130"/>
              <a:ext cx="467280" cy="3675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71420699-BB83-ADCD-CD71-279FFD9C6FF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973460" y="2792530"/>
                <a:ext cx="52884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B42BC702-6092-0A8B-9CCE-7DFC501C4E4A}"/>
                  </a:ext>
                </a:extLst>
              </p14:cNvPr>
              <p14:cNvContentPartPr/>
              <p14:nvPr/>
            </p14:nvContentPartPr>
            <p14:xfrm>
              <a:off x="7194380" y="3338290"/>
              <a:ext cx="2314800" cy="4359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B42BC702-6092-0A8B-9CCE-7DFC501C4E4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163775" y="3307690"/>
                <a:ext cx="2376370" cy="49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9626D12F-698F-28A2-38ED-DC800F22F62F}"/>
                  </a:ext>
                </a:extLst>
              </p14:cNvPr>
              <p14:cNvContentPartPr/>
              <p14:nvPr/>
            </p14:nvContentPartPr>
            <p14:xfrm>
              <a:off x="6002420" y="3322450"/>
              <a:ext cx="915480" cy="63324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9626D12F-698F-28A2-38ED-DC800F22F62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971820" y="3291490"/>
                <a:ext cx="977040" cy="69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B6C993D3-C211-93E4-71E7-1419E525BED1}"/>
                  </a:ext>
                </a:extLst>
              </p14:cNvPr>
              <p14:cNvContentPartPr/>
              <p14:nvPr/>
            </p14:nvContentPartPr>
            <p14:xfrm>
              <a:off x="4734500" y="3360610"/>
              <a:ext cx="997200" cy="3448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B6C993D3-C211-93E4-71E7-1419E525BED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703900" y="3330010"/>
                <a:ext cx="105840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FDECAA56-EDCC-447F-E4B7-B471AB3F79DD}"/>
                  </a:ext>
                </a:extLst>
              </p14:cNvPr>
              <p14:cNvContentPartPr/>
              <p14:nvPr/>
            </p14:nvContentPartPr>
            <p14:xfrm>
              <a:off x="1503500" y="3334690"/>
              <a:ext cx="2917800" cy="43668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FDECAA56-EDCC-447F-E4B7-B471AB3F79D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472896" y="3304090"/>
                <a:ext cx="2979368" cy="4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1B5646D6-E481-35A5-9DAD-3DF7E30F556C}"/>
                  </a:ext>
                </a:extLst>
              </p14:cNvPr>
              <p14:cNvContentPartPr/>
              <p14:nvPr/>
            </p14:nvContentPartPr>
            <p14:xfrm>
              <a:off x="361940" y="2149210"/>
              <a:ext cx="100080" cy="1069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1B5646D6-E481-35A5-9DAD-3DF7E30F556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31340" y="2118610"/>
                <a:ext cx="16128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CBD7AC70-8B27-DCAD-8A80-75E21C17529B}"/>
                  </a:ext>
                </a:extLst>
              </p14:cNvPr>
              <p14:cNvContentPartPr/>
              <p14:nvPr/>
            </p14:nvContentPartPr>
            <p14:xfrm>
              <a:off x="499820" y="4069450"/>
              <a:ext cx="2114280" cy="70524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CBD7AC70-8B27-DCAD-8A80-75E21C17529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84703" y="4054330"/>
                <a:ext cx="2144515" cy="73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A1816C13-65C9-D809-9843-E2C81C2B5454}"/>
                  </a:ext>
                </a:extLst>
              </p14:cNvPr>
              <p14:cNvContentPartPr/>
              <p14:nvPr/>
            </p14:nvContentPartPr>
            <p14:xfrm>
              <a:off x="5073260" y="4046410"/>
              <a:ext cx="2898720" cy="54972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A1816C13-65C9-D809-9843-E2C81C2B545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058140" y="4031290"/>
                <a:ext cx="2929320" cy="57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6EF256AF-4691-7E4F-CC50-88C3EA34F9A4}"/>
                  </a:ext>
                </a:extLst>
              </p14:cNvPr>
              <p14:cNvContentPartPr/>
              <p14:nvPr/>
            </p14:nvContentPartPr>
            <p14:xfrm>
              <a:off x="2865020" y="4194370"/>
              <a:ext cx="1863360" cy="37404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6EF256AF-4691-7E4F-CC50-88C3EA34F9A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849903" y="4179250"/>
                <a:ext cx="1893594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6506A939-118E-7BAF-4EF0-55BA99364E0B}"/>
                  </a:ext>
                </a:extLst>
              </p14:cNvPr>
              <p14:cNvContentPartPr/>
              <p14:nvPr/>
            </p14:nvContentPartPr>
            <p14:xfrm>
              <a:off x="2896340" y="4696210"/>
              <a:ext cx="188640" cy="5040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6506A939-118E-7BAF-4EF0-55BA99364E0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881220" y="4681090"/>
                <a:ext cx="21924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7BC38800-1E07-7BAC-9F2F-69B239529259}"/>
                  </a:ext>
                </a:extLst>
              </p14:cNvPr>
              <p14:cNvContentPartPr/>
              <p14:nvPr/>
            </p14:nvContentPartPr>
            <p14:xfrm>
              <a:off x="4671860" y="4225690"/>
              <a:ext cx="94320" cy="21924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7BC38800-1E07-7BAC-9F2F-69B23952925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656380" y="4210570"/>
                <a:ext cx="12492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69D520EE-F514-1DE9-738D-01DB6A49359C}"/>
                  </a:ext>
                </a:extLst>
              </p14:cNvPr>
              <p14:cNvContentPartPr/>
              <p14:nvPr/>
            </p14:nvContentPartPr>
            <p14:xfrm>
              <a:off x="8072060" y="4511530"/>
              <a:ext cx="853200" cy="31680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69D520EE-F514-1DE9-738D-01DB6A49359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056587" y="4496410"/>
                <a:ext cx="883787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5CE59AEC-76F1-0495-5A30-EBE8FD028CD6}"/>
                  </a:ext>
                </a:extLst>
              </p14:cNvPr>
              <p14:cNvContentPartPr/>
              <p14:nvPr/>
            </p14:nvContentPartPr>
            <p14:xfrm>
              <a:off x="4979300" y="4524130"/>
              <a:ext cx="2867040" cy="50760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5CE59AEC-76F1-0495-5A30-EBE8FD028CD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963822" y="4508661"/>
                <a:ext cx="2897636" cy="5378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5BB1926D-5EEC-0823-D328-FC24E10D446D}"/>
                  </a:ext>
                </a:extLst>
              </p14:cNvPr>
              <p14:cNvContentPartPr/>
              <p14:nvPr/>
            </p14:nvContentPartPr>
            <p14:xfrm>
              <a:off x="3335540" y="4614490"/>
              <a:ext cx="1392120" cy="27036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5BB1926D-5EEC-0823-D328-FC24E10D446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320424" y="4599350"/>
                <a:ext cx="1422352" cy="3010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DE03C0C3-C499-165C-B470-46E8ABACEAA1}"/>
                  </a:ext>
                </a:extLst>
              </p14:cNvPr>
              <p14:cNvContentPartPr/>
              <p14:nvPr/>
            </p14:nvContentPartPr>
            <p14:xfrm>
              <a:off x="3311060" y="4997170"/>
              <a:ext cx="2189160" cy="54612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DE03C0C3-C499-165C-B470-46E8ABACEAA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295940" y="4982050"/>
                <a:ext cx="2219760" cy="5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3EB107EE-E219-B8AC-7A9D-0281E0D73B9D}"/>
                  </a:ext>
                </a:extLst>
              </p14:cNvPr>
              <p14:cNvContentPartPr/>
              <p14:nvPr/>
            </p14:nvContentPartPr>
            <p14:xfrm>
              <a:off x="9251420" y="4508650"/>
              <a:ext cx="2082960" cy="32616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3EB107EE-E219-B8AC-7A9D-0281E0D73B9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235943" y="4493513"/>
                <a:ext cx="2113195" cy="3567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7D67EFAE-1020-0F4F-0CC1-F7FE3659BDAB}"/>
                  </a:ext>
                </a:extLst>
              </p14:cNvPr>
              <p14:cNvContentPartPr/>
              <p14:nvPr/>
            </p14:nvContentPartPr>
            <p14:xfrm>
              <a:off x="487220" y="5439250"/>
              <a:ext cx="2559960" cy="68148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7D67EFAE-1020-0F4F-0CC1-F7FE3659BDA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72100" y="5424130"/>
                <a:ext cx="2590560" cy="71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80EC5B3E-6B2F-6703-E85B-F7905A6DA86E}"/>
                  </a:ext>
                </a:extLst>
              </p14:cNvPr>
              <p14:cNvContentPartPr/>
              <p14:nvPr/>
            </p14:nvContentPartPr>
            <p14:xfrm>
              <a:off x="3209900" y="5662450"/>
              <a:ext cx="307800" cy="15732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80EC5B3E-6B2F-6703-E85B-F7905A6DA86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194780" y="5646970"/>
                <a:ext cx="3384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DB5A4381-44AD-0A7F-C192-63BCA8BEDDA7}"/>
                  </a:ext>
                </a:extLst>
              </p14:cNvPr>
              <p14:cNvContentPartPr/>
              <p14:nvPr/>
            </p14:nvContentPartPr>
            <p14:xfrm>
              <a:off x="3736940" y="5509810"/>
              <a:ext cx="734400" cy="54792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DB5A4381-44AD-0A7F-C192-63BCA8BEDDA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721820" y="5494340"/>
                <a:ext cx="765000" cy="578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E3633A32-7C81-C2C9-AC92-AB7B42E5F316}"/>
                  </a:ext>
                </a:extLst>
              </p14:cNvPr>
              <p14:cNvContentPartPr/>
              <p14:nvPr/>
            </p14:nvContentPartPr>
            <p14:xfrm>
              <a:off x="6597860" y="5414770"/>
              <a:ext cx="1380240" cy="53928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E3633A32-7C81-C2C9-AC92-AB7B42E5F316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582384" y="5399650"/>
                <a:ext cx="1410472" cy="56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EF5F3030-DE82-F71D-B736-3E4AB99F832E}"/>
                  </a:ext>
                </a:extLst>
              </p14:cNvPr>
              <p14:cNvContentPartPr/>
              <p14:nvPr/>
            </p14:nvContentPartPr>
            <p14:xfrm>
              <a:off x="4791020" y="5631130"/>
              <a:ext cx="1324080" cy="19404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EF5F3030-DE82-F71D-B736-3E4AB99F832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775540" y="5615650"/>
                <a:ext cx="13546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40150AD0-FE11-F621-62BB-EA26D1E56E52}"/>
                  </a:ext>
                </a:extLst>
              </p14:cNvPr>
              <p14:cNvContentPartPr/>
              <p14:nvPr/>
            </p14:nvContentPartPr>
            <p14:xfrm>
              <a:off x="10173740" y="5402170"/>
              <a:ext cx="1888560" cy="376920"/>
            </p14:xfrm>
          </p:contentPart>
        </mc:Choice>
        <mc:Fallback xmlns=""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40150AD0-FE11-F621-62BB-EA26D1E56E5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158260" y="5387050"/>
                <a:ext cx="191916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72AA01DD-A86D-50AD-5226-B35562F6F382}"/>
                  </a:ext>
                </a:extLst>
              </p14:cNvPr>
              <p14:cNvContentPartPr/>
              <p14:nvPr/>
            </p14:nvContentPartPr>
            <p14:xfrm>
              <a:off x="7990340" y="5355730"/>
              <a:ext cx="1882440" cy="37224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72AA01DD-A86D-50AD-5226-B35562F6F38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975220" y="5340265"/>
                <a:ext cx="1913040" cy="4028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9D944757-8D7E-4461-2637-488C3183D1FF}"/>
                  </a:ext>
                </a:extLst>
              </p14:cNvPr>
              <p14:cNvContentPartPr/>
              <p14:nvPr/>
            </p14:nvContentPartPr>
            <p14:xfrm>
              <a:off x="3379783" y="6001073"/>
              <a:ext cx="1150920" cy="33264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9D944757-8D7E-4461-2637-488C3183D1F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364663" y="5980575"/>
                <a:ext cx="1186560" cy="3732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D75A13BA-94D8-1254-2B5E-0EA1FF42BD79}"/>
                  </a:ext>
                </a:extLst>
              </p14:cNvPr>
              <p14:cNvContentPartPr/>
              <p14:nvPr/>
            </p14:nvContentPartPr>
            <p14:xfrm>
              <a:off x="5951263" y="5903153"/>
              <a:ext cx="4483080" cy="530640"/>
            </p14:xfrm>
          </p:contentPart>
        </mc:Choice>
        <mc:Fallback xmlns=""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D75A13BA-94D8-1254-2B5E-0EA1FF42BD7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936143" y="5888033"/>
                <a:ext cx="4513680" cy="56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2D58B43D-A552-C0F8-2A27-EA3F6B8E7478}"/>
                  </a:ext>
                </a:extLst>
              </p14:cNvPr>
              <p14:cNvContentPartPr/>
              <p14:nvPr/>
            </p14:nvContentPartPr>
            <p14:xfrm>
              <a:off x="4511623" y="6003953"/>
              <a:ext cx="1131840" cy="373320"/>
            </p14:xfrm>
          </p:contentPart>
        </mc:Choice>
        <mc:Fallback xmlns=""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2D58B43D-A552-C0F8-2A27-EA3F6B8E747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496148" y="5988473"/>
                <a:ext cx="116207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D0281A66-DEC6-5E9E-3CA7-98422169F081}"/>
                  </a:ext>
                </a:extLst>
              </p14:cNvPr>
              <p14:cNvContentPartPr/>
              <p14:nvPr/>
            </p14:nvContentPartPr>
            <p14:xfrm>
              <a:off x="10578703" y="6163793"/>
              <a:ext cx="38160" cy="82080"/>
            </p14:xfrm>
          </p:contentPart>
        </mc:Choice>
        <mc:Fallback xmlns=""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D0281A66-DEC6-5E9E-3CA7-98422169F08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0563223" y="6148673"/>
                <a:ext cx="684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1A21B37A-9EBE-0F9F-35D0-4888C21C48B5}"/>
                  </a:ext>
                </a:extLst>
              </p14:cNvPr>
              <p14:cNvContentPartPr/>
              <p14:nvPr/>
            </p14:nvContentPartPr>
            <p14:xfrm>
              <a:off x="7831183" y="6387713"/>
              <a:ext cx="1584720" cy="324000"/>
            </p14:xfrm>
          </p:contentPart>
        </mc:Choice>
        <mc:Fallback xmlns=""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1A21B37A-9EBE-0F9F-35D0-4888C21C48B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815703" y="6372216"/>
                <a:ext cx="1615320" cy="3546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8F8933F5-4800-4FF4-CBFD-E88A39A76CB3}"/>
                  </a:ext>
                </a:extLst>
              </p14:cNvPr>
              <p14:cNvContentPartPr/>
              <p14:nvPr/>
            </p14:nvContentPartPr>
            <p14:xfrm>
              <a:off x="6994903" y="6375113"/>
              <a:ext cx="522000" cy="330120"/>
            </p14:xfrm>
          </p:contentPart>
        </mc:Choice>
        <mc:Fallback xmlns=""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8F8933F5-4800-4FF4-CBFD-E88A39A76CB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979793" y="6359993"/>
                <a:ext cx="552219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8E8D02F1-C69E-083F-E549-5D87BE8DB556}"/>
                  </a:ext>
                </a:extLst>
              </p14:cNvPr>
              <p14:cNvContentPartPr/>
              <p14:nvPr/>
            </p14:nvContentPartPr>
            <p14:xfrm>
              <a:off x="6422863" y="6469433"/>
              <a:ext cx="195120" cy="286200"/>
            </p14:xfrm>
          </p:contentPart>
        </mc:Choice>
        <mc:Fallback xmlns=""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8E8D02F1-C69E-083F-E549-5D87BE8DB55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407383" y="6453953"/>
                <a:ext cx="22572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B1129FE0-E76E-4A55-2C1A-0478DE7514E1}"/>
                  </a:ext>
                </a:extLst>
              </p14:cNvPr>
              <p14:cNvContentPartPr/>
              <p14:nvPr/>
            </p14:nvContentPartPr>
            <p14:xfrm>
              <a:off x="3750583" y="6453233"/>
              <a:ext cx="2339280" cy="383760"/>
            </p14:xfrm>
          </p:contentPart>
        </mc:Choice>
        <mc:Fallback xmlns=""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B1129FE0-E76E-4A55-2C1A-0478DE7514E1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735463" y="6437753"/>
                <a:ext cx="2369520" cy="41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5503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C033F4-9A76-05C4-5C9D-BC5458553667}"/>
                  </a:ext>
                </a:extLst>
              </p14:cNvPr>
              <p14:cNvContentPartPr/>
              <p14:nvPr/>
            </p14:nvContentPartPr>
            <p14:xfrm>
              <a:off x="1493743" y="210113"/>
              <a:ext cx="1836000" cy="4579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C033F4-9A76-05C4-5C9D-BC54585536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3149" y="179153"/>
                <a:ext cx="1897188" cy="51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DF38FFD-A695-FE80-2555-C0995F478E27}"/>
                  </a:ext>
                </a:extLst>
              </p14:cNvPr>
              <p14:cNvContentPartPr/>
              <p14:nvPr/>
            </p14:nvContentPartPr>
            <p14:xfrm>
              <a:off x="820903" y="257273"/>
              <a:ext cx="214200" cy="336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DF38FFD-A695-FE80-2555-C0995F478E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0303" y="226673"/>
                <a:ext cx="27540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6B7AF16-A3E4-8103-5DBF-A08B08F31FBB}"/>
                  </a:ext>
                </a:extLst>
              </p14:cNvPr>
              <p14:cNvContentPartPr/>
              <p14:nvPr/>
            </p14:nvContentPartPr>
            <p14:xfrm>
              <a:off x="267583" y="329273"/>
              <a:ext cx="346320" cy="270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6B7AF16-A3E4-8103-5DBF-A08B08F31F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6983" y="298673"/>
                <a:ext cx="40752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2B77800-B684-9D56-9BD6-C23DB188BD4F}"/>
                  </a:ext>
                </a:extLst>
              </p14:cNvPr>
              <p14:cNvContentPartPr/>
              <p14:nvPr/>
            </p14:nvContentPartPr>
            <p14:xfrm>
              <a:off x="5655703" y="153233"/>
              <a:ext cx="2257200" cy="3636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2B77800-B684-9D56-9BD6-C23DB188BD4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25108" y="122633"/>
                <a:ext cx="231839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8D698EF-8630-7393-9766-FB58304CC383}"/>
                  </a:ext>
                </a:extLst>
              </p14:cNvPr>
              <p14:cNvContentPartPr/>
              <p14:nvPr/>
            </p14:nvContentPartPr>
            <p14:xfrm>
              <a:off x="3417583" y="182753"/>
              <a:ext cx="1823400" cy="8056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8D698EF-8630-7393-9766-FB58304CC38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86989" y="152153"/>
                <a:ext cx="1884588" cy="86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7FFFC79-E228-13C9-582E-4BF1AC5D7A07}"/>
                  </a:ext>
                </a:extLst>
              </p14:cNvPr>
              <p14:cNvContentPartPr/>
              <p14:nvPr/>
            </p14:nvContentPartPr>
            <p14:xfrm>
              <a:off x="1092703" y="1033433"/>
              <a:ext cx="775080" cy="3232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7FFFC79-E228-13C9-582E-4BF1AC5D7A0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62103" y="1002799"/>
                <a:ext cx="836280" cy="3849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B7B6705-BB48-4CCE-CBE4-FB9DDB072BF3}"/>
                  </a:ext>
                </a:extLst>
              </p14:cNvPr>
              <p14:cNvContentPartPr/>
              <p14:nvPr/>
            </p14:nvContentPartPr>
            <p14:xfrm>
              <a:off x="317983" y="1115153"/>
              <a:ext cx="358560" cy="3146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B7B6705-BB48-4CCE-CBE4-FB9DDB072BF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7383" y="1084553"/>
                <a:ext cx="42012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863194B-F380-3A5C-28B0-E3037AFC4027}"/>
                  </a:ext>
                </a:extLst>
              </p14:cNvPr>
              <p14:cNvContentPartPr/>
              <p14:nvPr/>
            </p14:nvContentPartPr>
            <p14:xfrm>
              <a:off x="286663" y="1511153"/>
              <a:ext cx="2221920" cy="1011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863194B-F380-3A5C-28B0-E3037AFC402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8663" y="1493513"/>
                <a:ext cx="225756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3646320-26D9-AC42-490D-951E0A5A8AA8}"/>
                  </a:ext>
                </a:extLst>
              </p14:cNvPr>
              <p14:cNvContentPartPr/>
              <p14:nvPr/>
            </p14:nvContentPartPr>
            <p14:xfrm>
              <a:off x="3694783" y="1756673"/>
              <a:ext cx="1458360" cy="4273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3646320-26D9-AC42-490D-951E0A5A8AA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64183" y="1725713"/>
                <a:ext cx="1519560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5CEF364-DD8A-0298-E1E4-2896930DF6AE}"/>
                  </a:ext>
                </a:extLst>
              </p14:cNvPr>
              <p14:cNvContentPartPr/>
              <p14:nvPr/>
            </p14:nvContentPartPr>
            <p14:xfrm>
              <a:off x="688783" y="1807433"/>
              <a:ext cx="2565720" cy="4208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5CEF364-DD8A-0298-E1E4-2896930DF6A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8179" y="1776833"/>
                <a:ext cx="2627289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C1BE3B7-2160-556E-0E39-9D20D3CEE4DE}"/>
                  </a:ext>
                </a:extLst>
              </p14:cNvPr>
              <p14:cNvContentPartPr/>
              <p14:nvPr/>
            </p14:nvContentPartPr>
            <p14:xfrm>
              <a:off x="5586583" y="1759913"/>
              <a:ext cx="748080" cy="3607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C1BE3B7-2160-556E-0E39-9D20D3CEE4D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555968" y="1729313"/>
                <a:ext cx="809670" cy="4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EF467E4-D7E3-F44C-B173-FBE58FA698EF}"/>
                  </a:ext>
                </a:extLst>
              </p14:cNvPr>
              <p14:cNvContentPartPr/>
              <p14:nvPr/>
            </p14:nvContentPartPr>
            <p14:xfrm>
              <a:off x="6793663" y="1775393"/>
              <a:ext cx="641520" cy="2984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EF467E4-D7E3-F44C-B173-FBE58FA698E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763063" y="1744830"/>
                <a:ext cx="703080" cy="359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45B99848-B0A9-5425-B282-B06A11CE3185}"/>
                  </a:ext>
                </a:extLst>
              </p14:cNvPr>
              <p14:cNvContentPartPr/>
              <p14:nvPr/>
            </p14:nvContentPartPr>
            <p14:xfrm>
              <a:off x="9276943" y="1718153"/>
              <a:ext cx="1848960" cy="5094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45B99848-B0A9-5425-B282-B06A11CE318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246337" y="1687575"/>
                <a:ext cx="1910532" cy="5705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06B70A14-4C83-E451-AD97-3BE66E387D3B}"/>
                  </a:ext>
                </a:extLst>
              </p14:cNvPr>
              <p14:cNvContentPartPr/>
              <p14:nvPr/>
            </p14:nvContentPartPr>
            <p14:xfrm>
              <a:off x="7491703" y="1703393"/>
              <a:ext cx="1458720" cy="6814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06B70A14-4C83-E451-AD97-3BE66E387D3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460751" y="1672793"/>
                <a:ext cx="1519905" cy="74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6EE9CD67-9950-A18E-EC32-165EB680A9F4}"/>
                  </a:ext>
                </a:extLst>
              </p14:cNvPr>
              <p14:cNvContentPartPr/>
              <p14:nvPr/>
            </p14:nvContentPartPr>
            <p14:xfrm>
              <a:off x="877423" y="2388833"/>
              <a:ext cx="2369880" cy="5025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6EE9CD67-9950-A18E-EC32-165EB680A9F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46823" y="2358233"/>
                <a:ext cx="2431440" cy="56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ACB6D4A9-5DC6-7997-AF30-426871C3C315}"/>
                  </a:ext>
                </a:extLst>
              </p14:cNvPr>
              <p14:cNvContentPartPr/>
              <p14:nvPr/>
            </p14:nvContentPartPr>
            <p14:xfrm>
              <a:off x="5102383" y="2340593"/>
              <a:ext cx="1968120" cy="3351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ACB6D4A9-5DC6-7997-AF30-426871C3C31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071783" y="2309960"/>
                <a:ext cx="2029680" cy="3967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804E622-4840-AC91-017B-263C39B5F1AC}"/>
                  </a:ext>
                </a:extLst>
              </p14:cNvPr>
              <p14:cNvContentPartPr/>
              <p14:nvPr/>
            </p14:nvContentPartPr>
            <p14:xfrm>
              <a:off x="3643663" y="2351033"/>
              <a:ext cx="968760" cy="3049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804E622-4840-AC91-017B-263C39B5F1A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613052" y="2320433"/>
                <a:ext cx="1030343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1F63ACA3-D27F-2F25-27F2-BEABAC103A8A}"/>
                  </a:ext>
                </a:extLst>
              </p14:cNvPr>
              <p14:cNvContentPartPr/>
              <p14:nvPr/>
            </p14:nvContentPartPr>
            <p14:xfrm>
              <a:off x="7491703" y="2360033"/>
              <a:ext cx="2118960" cy="2516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1F63ACA3-D27F-2F25-27F2-BEABAC103A8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60743" y="2329477"/>
                <a:ext cx="2180520" cy="312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F51BF3FE-8DBD-E1A2-6D17-F91793510594}"/>
                  </a:ext>
                </a:extLst>
              </p14:cNvPr>
              <p14:cNvContentPartPr/>
              <p14:nvPr/>
            </p14:nvContentPartPr>
            <p14:xfrm>
              <a:off x="996943" y="3133313"/>
              <a:ext cx="252000" cy="287712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F51BF3FE-8DBD-E1A2-6D17-F9179351059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66343" y="3102713"/>
                <a:ext cx="313200" cy="29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501A28D2-8147-C1AC-9F31-58FFAB0329F6}"/>
                  </a:ext>
                </a:extLst>
              </p14:cNvPr>
              <p14:cNvContentPartPr/>
              <p14:nvPr/>
            </p14:nvContentPartPr>
            <p14:xfrm>
              <a:off x="1172983" y="5943833"/>
              <a:ext cx="3156120" cy="10080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501A28D2-8147-C1AC-9F31-58FFAB0329F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42380" y="5913233"/>
                <a:ext cx="3217687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425C0F6-23E6-E619-C05D-981D05CBC460}"/>
                  </a:ext>
                </a:extLst>
              </p14:cNvPr>
              <p14:cNvContentPartPr/>
              <p14:nvPr/>
            </p14:nvContentPartPr>
            <p14:xfrm>
              <a:off x="1512463" y="5560433"/>
              <a:ext cx="170280" cy="15768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425C0F6-23E6-E619-C05D-981D05CBC46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497343" y="5544953"/>
                <a:ext cx="2005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42311E01-D201-6B57-2A24-62F234853AE5}"/>
                  </a:ext>
                </a:extLst>
              </p14:cNvPr>
              <p14:cNvContentPartPr/>
              <p14:nvPr/>
            </p14:nvContentPartPr>
            <p14:xfrm>
              <a:off x="1789303" y="5145353"/>
              <a:ext cx="170280" cy="1386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42311E01-D201-6B57-2A24-62F234853AE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773823" y="5130233"/>
                <a:ext cx="20052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E9A08C1B-0855-8B66-4BD2-76B0151DA9A7}"/>
                  </a:ext>
                </a:extLst>
              </p14:cNvPr>
              <p14:cNvContentPartPr/>
              <p14:nvPr/>
            </p14:nvContentPartPr>
            <p14:xfrm>
              <a:off x="2166223" y="5490953"/>
              <a:ext cx="170280" cy="17280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E9A08C1B-0855-8B66-4BD2-76B0151DA9A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151103" y="5475833"/>
                <a:ext cx="2005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158902F6-D754-6523-F391-579664DA1512}"/>
                  </a:ext>
                </a:extLst>
              </p14:cNvPr>
              <p14:cNvContentPartPr/>
              <p14:nvPr/>
            </p14:nvContentPartPr>
            <p14:xfrm>
              <a:off x="1764103" y="3479273"/>
              <a:ext cx="176400" cy="14436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158902F6-D754-6523-F391-579664DA151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748623" y="3464153"/>
                <a:ext cx="2070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E6AD96D7-BC03-1C4E-FE0A-B12547B411D4}"/>
                  </a:ext>
                </a:extLst>
              </p14:cNvPr>
              <p14:cNvContentPartPr/>
              <p14:nvPr/>
            </p14:nvContentPartPr>
            <p14:xfrm>
              <a:off x="2015383" y="3957713"/>
              <a:ext cx="137880" cy="15624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E6AD96D7-BC03-1C4E-FE0A-B12547B411D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000263" y="3942593"/>
                <a:ext cx="16848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733EE52F-2C3B-ED03-3F96-FAB705EF7749}"/>
                  </a:ext>
                </a:extLst>
              </p14:cNvPr>
              <p14:cNvContentPartPr/>
              <p14:nvPr/>
            </p14:nvContentPartPr>
            <p14:xfrm>
              <a:off x="2380063" y="3648833"/>
              <a:ext cx="132480" cy="13860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733EE52F-2C3B-ED03-3F96-FAB705EF774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364943" y="3633713"/>
                <a:ext cx="16272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603AFEA3-132A-EA80-DDFB-BA17CA5F504A}"/>
                  </a:ext>
                </a:extLst>
              </p14:cNvPr>
              <p14:cNvContentPartPr/>
              <p14:nvPr/>
            </p14:nvContentPartPr>
            <p14:xfrm>
              <a:off x="4247383" y="6176393"/>
              <a:ext cx="157320" cy="13860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603AFEA3-132A-EA80-DDFB-BA17CA5F504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216853" y="6145793"/>
                <a:ext cx="2183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6D5095D1-163D-0BB8-969E-4BCDFAE5F4EF}"/>
                  </a:ext>
                </a:extLst>
              </p14:cNvPr>
              <p14:cNvContentPartPr/>
              <p14:nvPr/>
            </p14:nvContentPartPr>
            <p14:xfrm>
              <a:off x="670063" y="3225113"/>
              <a:ext cx="132120" cy="2419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6D5095D1-163D-0BB8-969E-4BCDFAE5F4E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39546" y="3194153"/>
                <a:ext cx="193154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FD3BEA98-CED3-6D48-6D0B-FF7D1AB61AA6}"/>
                  </a:ext>
                </a:extLst>
              </p14:cNvPr>
              <p14:cNvContentPartPr/>
              <p14:nvPr/>
            </p14:nvContentPartPr>
            <p14:xfrm>
              <a:off x="3398503" y="3485393"/>
              <a:ext cx="126000" cy="1324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FD3BEA98-CED3-6D48-6D0B-FF7D1AB61AA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383383" y="3470273"/>
                <a:ext cx="15660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368D9174-4477-EFA0-7091-60B4E10FB315}"/>
                  </a:ext>
                </a:extLst>
              </p14:cNvPr>
              <p14:cNvContentPartPr/>
              <p14:nvPr/>
            </p14:nvContentPartPr>
            <p14:xfrm>
              <a:off x="3392383" y="3831353"/>
              <a:ext cx="107280" cy="1065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368D9174-4477-EFA0-7091-60B4E10FB31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77263" y="3816233"/>
                <a:ext cx="13788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E3200D05-4D91-413A-CC90-BC37089C40ED}"/>
                  </a:ext>
                </a:extLst>
              </p14:cNvPr>
              <p14:cNvContentPartPr/>
              <p14:nvPr/>
            </p14:nvContentPartPr>
            <p14:xfrm>
              <a:off x="3694783" y="3780953"/>
              <a:ext cx="106560" cy="946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E3200D05-4D91-413A-CC90-BC37089C40E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679663" y="3765833"/>
                <a:ext cx="13716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C8D53882-68B4-178D-91DC-7D75D16F6396}"/>
                  </a:ext>
                </a:extLst>
              </p14:cNvPr>
              <p14:cNvContentPartPr/>
              <p14:nvPr/>
            </p14:nvContentPartPr>
            <p14:xfrm>
              <a:off x="1273423" y="3567113"/>
              <a:ext cx="459360" cy="2556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C8D53882-68B4-178D-91DC-7D75D16F639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255783" y="3549473"/>
                <a:ext cx="49500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6C32F792-6BA5-B291-45EF-FFF9B4524819}"/>
                  </a:ext>
                </a:extLst>
              </p14:cNvPr>
              <p14:cNvContentPartPr/>
              <p14:nvPr/>
            </p14:nvContentPartPr>
            <p14:xfrm>
              <a:off x="1059943" y="3504473"/>
              <a:ext cx="2263680" cy="633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6C32F792-6BA5-B291-45EF-FFF9B452481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41943" y="3486473"/>
                <a:ext cx="229932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31774E66-C802-77FB-31BE-271DEBF15CAD}"/>
                  </a:ext>
                </a:extLst>
              </p14:cNvPr>
              <p14:cNvContentPartPr/>
              <p14:nvPr/>
            </p14:nvContentPartPr>
            <p14:xfrm>
              <a:off x="946543" y="3749633"/>
              <a:ext cx="2666160" cy="32724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31774E66-C802-77FB-31BE-271DEBF15CA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28903" y="3731633"/>
                <a:ext cx="270180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6E45ABB9-374D-6548-1F05-060E571D00EB}"/>
                  </a:ext>
                </a:extLst>
              </p14:cNvPr>
              <p14:cNvContentPartPr/>
              <p14:nvPr/>
            </p14:nvContentPartPr>
            <p14:xfrm>
              <a:off x="1713703" y="3658193"/>
              <a:ext cx="371160" cy="240552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6E45ABB9-374D-6548-1F05-060E571D00E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695703" y="3640193"/>
                <a:ext cx="406800" cy="244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9228FF50-10C7-3CD0-5C70-A32795227ABA}"/>
                  </a:ext>
                </a:extLst>
              </p14:cNvPr>
              <p14:cNvContentPartPr/>
              <p14:nvPr/>
            </p14:nvContentPartPr>
            <p14:xfrm>
              <a:off x="1543783" y="3812633"/>
              <a:ext cx="899640" cy="227016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9228FF50-10C7-3CD0-5C70-A32795227AB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526136" y="3794633"/>
                <a:ext cx="935294" cy="23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09FED38F-A745-BF6A-7DC3-56D2ED543C93}"/>
                  </a:ext>
                </a:extLst>
              </p14:cNvPr>
              <p14:cNvContentPartPr/>
              <p14:nvPr/>
            </p14:nvContentPartPr>
            <p14:xfrm>
              <a:off x="1028263" y="3793553"/>
              <a:ext cx="151200" cy="23292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09FED38F-A745-BF6A-7DC3-56D2ED543C9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13143" y="3778433"/>
                <a:ext cx="18180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688410C2-7223-503A-A2CF-A4F2B3C6B04E}"/>
                  </a:ext>
                </a:extLst>
              </p14:cNvPr>
              <p14:cNvContentPartPr/>
              <p14:nvPr/>
            </p14:nvContentPartPr>
            <p14:xfrm>
              <a:off x="1091263" y="3485393"/>
              <a:ext cx="138600" cy="12600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688410C2-7223-503A-A2CF-A4F2B3C6B04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76143" y="3470273"/>
                <a:ext cx="16920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CCE46347-3174-B1FD-9B72-3C39C8B3A68E}"/>
                  </a:ext>
                </a:extLst>
              </p14:cNvPr>
              <p14:cNvContentPartPr/>
              <p14:nvPr/>
            </p14:nvContentPartPr>
            <p14:xfrm>
              <a:off x="1034743" y="3560993"/>
              <a:ext cx="207720" cy="30204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CCE46347-3174-B1FD-9B72-3C39C8B3A68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19263" y="3545873"/>
                <a:ext cx="23832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CF97D8D7-9C0C-751C-E324-80A840F8164C}"/>
                  </a:ext>
                </a:extLst>
              </p14:cNvPr>
              <p14:cNvContentPartPr/>
              <p14:nvPr/>
            </p14:nvContentPartPr>
            <p14:xfrm>
              <a:off x="1053463" y="4026113"/>
              <a:ext cx="138600" cy="13248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CF97D8D7-9C0C-751C-E324-80A840F8164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38343" y="4010993"/>
                <a:ext cx="16920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3206112D-C331-278D-FE8E-12BE337EF30F}"/>
                  </a:ext>
                </a:extLst>
              </p14:cNvPr>
              <p14:cNvContentPartPr/>
              <p14:nvPr/>
            </p14:nvContentPartPr>
            <p14:xfrm>
              <a:off x="2267023" y="5932673"/>
              <a:ext cx="157680" cy="14976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3206112D-C331-278D-FE8E-12BE337EF30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251543" y="5917193"/>
                <a:ext cx="18792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BE414D04-6EA4-F0A5-7A46-E16364E5A1B7}"/>
                  </a:ext>
                </a:extLst>
              </p14:cNvPr>
              <p14:cNvContentPartPr/>
              <p14:nvPr/>
            </p14:nvContentPartPr>
            <p14:xfrm>
              <a:off x="1657183" y="5949953"/>
              <a:ext cx="421560" cy="15120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BE414D04-6EA4-F0A5-7A46-E16364E5A1B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641703" y="5934833"/>
                <a:ext cx="45216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6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29D0F24F-F4C6-C786-0812-3AB8583DBC72}"/>
                  </a:ext>
                </a:extLst>
              </p14:cNvPr>
              <p14:cNvContentPartPr/>
              <p14:nvPr/>
            </p14:nvContentPartPr>
            <p14:xfrm>
              <a:off x="3418303" y="3913073"/>
              <a:ext cx="326520" cy="215136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29D0F24F-F4C6-C786-0812-3AB8583DBC7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400303" y="3895073"/>
                <a:ext cx="362160" cy="21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8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BC345989-C0FA-F0CD-34AD-74F4CB2A015A}"/>
                  </a:ext>
                </a:extLst>
              </p14:cNvPr>
              <p14:cNvContentPartPr/>
              <p14:nvPr/>
            </p14:nvContentPartPr>
            <p14:xfrm>
              <a:off x="3455383" y="3636593"/>
              <a:ext cx="12960" cy="15120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BC345989-C0FA-F0CD-34AD-74F4CB2A015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437383" y="3618593"/>
                <a:ext cx="4860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0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027C13E9-E946-51E6-4B0B-E81CB70F2D43}"/>
                  </a:ext>
                </a:extLst>
              </p14:cNvPr>
              <p14:cNvContentPartPr/>
              <p14:nvPr/>
            </p14:nvContentPartPr>
            <p14:xfrm>
              <a:off x="1015663" y="5189273"/>
              <a:ext cx="729720" cy="381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027C13E9-E946-51E6-4B0B-E81CB70F2D4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98023" y="5171633"/>
                <a:ext cx="76536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F546FFB0-DE96-8F5A-FE3B-73EF16CB2328}"/>
                  </a:ext>
                </a:extLst>
              </p14:cNvPr>
              <p14:cNvContentPartPr/>
              <p14:nvPr/>
            </p14:nvContentPartPr>
            <p14:xfrm>
              <a:off x="979663" y="5547833"/>
              <a:ext cx="1155960" cy="10080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F546FFB0-DE96-8F5A-FE3B-73EF16CB232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61663" y="5529833"/>
                <a:ext cx="11916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F8303B87-503B-62FB-FF06-5A4DF5760B5B}"/>
                  </a:ext>
                </a:extLst>
              </p14:cNvPr>
              <p14:cNvContentPartPr/>
              <p14:nvPr/>
            </p14:nvContentPartPr>
            <p14:xfrm>
              <a:off x="3298063" y="5943833"/>
              <a:ext cx="484200" cy="15048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F8303B87-503B-62FB-FF06-5A4DF5760B5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282954" y="5928713"/>
                <a:ext cx="514418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363C94D0-47CB-4ED0-C7F9-C424C350C672}"/>
                  </a:ext>
                </a:extLst>
              </p14:cNvPr>
              <p14:cNvContentPartPr/>
              <p14:nvPr/>
            </p14:nvContentPartPr>
            <p14:xfrm>
              <a:off x="1078663" y="5126633"/>
              <a:ext cx="151200" cy="11340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363C94D0-47CB-4ED0-C7F9-C424C350C67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63543" y="5111153"/>
                <a:ext cx="1818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002D4CF4-0EAB-74A0-F068-7D479D2C5343}"/>
                  </a:ext>
                </a:extLst>
              </p14:cNvPr>
              <p14:cNvContentPartPr/>
              <p14:nvPr/>
            </p14:nvContentPartPr>
            <p14:xfrm>
              <a:off x="1036183" y="5429033"/>
              <a:ext cx="161640" cy="27000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002D4CF4-0EAB-74A0-F068-7D479D2C534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20703" y="5413553"/>
                <a:ext cx="19224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E0373B1B-77A9-A6EC-B97F-6687FC41EEF2}"/>
                  </a:ext>
                </a:extLst>
              </p14:cNvPr>
              <p14:cNvContentPartPr/>
              <p14:nvPr/>
            </p14:nvContentPartPr>
            <p14:xfrm>
              <a:off x="1474663" y="5969033"/>
              <a:ext cx="132480" cy="14508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E0373B1B-77A9-A6EC-B97F-6687FC41EEF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459543" y="5953553"/>
                <a:ext cx="16272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13EC5ADB-5DC5-39CB-4656-48F2812F4F52}"/>
                  </a:ext>
                </a:extLst>
              </p14:cNvPr>
              <p14:cNvContentPartPr/>
              <p14:nvPr/>
            </p14:nvContentPartPr>
            <p14:xfrm>
              <a:off x="1783543" y="5937353"/>
              <a:ext cx="476640" cy="14508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13EC5ADB-5DC5-39CB-4656-48F2812F4F5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768423" y="5922233"/>
                <a:ext cx="50724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5FF3C6CD-95B8-37BA-26A9-7D919028E24B}"/>
                  </a:ext>
                </a:extLst>
              </p14:cNvPr>
              <p14:cNvContentPartPr/>
              <p14:nvPr/>
            </p14:nvContentPartPr>
            <p14:xfrm>
              <a:off x="2757343" y="2885633"/>
              <a:ext cx="1572120" cy="44928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5FF3C6CD-95B8-37BA-26A9-7D919028E24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726743" y="2854698"/>
                <a:ext cx="1633320" cy="5104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C9F99887-0820-1D82-849F-882A7823F2CA}"/>
                  </a:ext>
                </a:extLst>
              </p14:cNvPr>
              <p14:cNvContentPartPr/>
              <p14:nvPr/>
            </p14:nvContentPartPr>
            <p14:xfrm>
              <a:off x="1796143" y="2894633"/>
              <a:ext cx="634680" cy="27324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C9F99887-0820-1D82-849F-882A7823F2C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765543" y="2864073"/>
                <a:ext cx="695880" cy="3343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095C15D6-E5F0-0803-9422-5EB379CE1CD5}"/>
                  </a:ext>
                </a:extLst>
              </p14:cNvPr>
              <p14:cNvContentPartPr/>
              <p14:nvPr/>
            </p14:nvContentPartPr>
            <p14:xfrm>
              <a:off x="1216903" y="4774913"/>
              <a:ext cx="4253760" cy="163440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095C15D6-E5F0-0803-9422-5EB379CE1CD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01784" y="4759793"/>
                <a:ext cx="4283997" cy="166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295F0A31-E687-6720-97E1-DE4B20848AA8}"/>
                  </a:ext>
                </a:extLst>
              </p14:cNvPr>
              <p14:cNvContentPartPr/>
              <p14:nvPr/>
            </p14:nvContentPartPr>
            <p14:xfrm>
              <a:off x="5587303" y="4435433"/>
              <a:ext cx="3042360" cy="114948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295F0A31-E687-6720-97E1-DE4B20848AA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572185" y="4420313"/>
                <a:ext cx="3072596" cy="11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D1E87E47-6E51-A515-52D8-64D02799111E}"/>
                  </a:ext>
                </a:extLst>
              </p14:cNvPr>
              <p14:cNvContentPartPr/>
              <p14:nvPr/>
            </p14:nvContentPartPr>
            <p14:xfrm>
              <a:off x="5806543" y="6007193"/>
              <a:ext cx="1201320" cy="33012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D1E87E47-6E51-A515-52D8-64D02799111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791423" y="5992073"/>
                <a:ext cx="123156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2569E9ED-58BA-390E-9A40-879019231CD9}"/>
                  </a:ext>
                </a:extLst>
              </p14:cNvPr>
              <p14:cNvContentPartPr/>
              <p14:nvPr/>
            </p14:nvContentPartPr>
            <p14:xfrm>
              <a:off x="7328263" y="5605073"/>
              <a:ext cx="955800" cy="24480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2569E9ED-58BA-390E-9A40-879019231CD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312789" y="5589593"/>
                <a:ext cx="986029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234D5C01-8C35-BF3B-6680-881AB09384CE}"/>
                  </a:ext>
                </a:extLst>
              </p14:cNvPr>
              <p14:cNvContentPartPr/>
              <p14:nvPr/>
            </p14:nvContentPartPr>
            <p14:xfrm>
              <a:off x="6356263" y="5573033"/>
              <a:ext cx="595080" cy="32580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234D5C01-8C35-BF3B-6680-881AB09384C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341134" y="5557553"/>
                <a:ext cx="625699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149FC962-CCC0-1C9F-2F09-1A8A634B8B54}"/>
                  </a:ext>
                </a:extLst>
              </p14:cNvPr>
              <p14:cNvContentPartPr/>
              <p14:nvPr/>
            </p14:nvContentPartPr>
            <p14:xfrm>
              <a:off x="5738863" y="5586713"/>
              <a:ext cx="325800" cy="33480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149FC962-CCC0-1C9F-2F09-1A8A634B8B5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723743" y="5571593"/>
                <a:ext cx="356400" cy="36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1327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575037C-F36A-3889-1544-2C25353A08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857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42DB3-CDDD-1AC6-479E-36FAA872B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91BF907-F26C-91C0-0618-8C1ADB707E9C}"/>
                  </a:ext>
                </a:extLst>
              </p14:cNvPr>
              <p14:cNvContentPartPr/>
              <p14:nvPr/>
            </p14:nvContentPartPr>
            <p14:xfrm>
              <a:off x="1493743" y="210113"/>
              <a:ext cx="1836000" cy="4579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91BF907-F26C-91C0-0618-8C1ADB707E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62789" y="179153"/>
                <a:ext cx="1897188" cy="51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18CAC70-44F5-CA9F-FE52-EE2BDBC86E82}"/>
                  </a:ext>
                </a:extLst>
              </p14:cNvPr>
              <p14:cNvContentPartPr/>
              <p14:nvPr/>
            </p14:nvContentPartPr>
            <p14:xfrm>
              <a:off x="820903" y="257273"/>
              <a:ext cx="214200" cy="3362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18CAC70-44F5-CA9F-FE52-EE2BDBC86E8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9891" y="226313"/>
                <a:ext cx="275503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22BA2FF-5C4E-FD31-1E43-144D6031FE63}"/>
                  </a:ext>
                </a:extLst>
              </p14:cNvPr>
              <p14:cNvContentPartPr/>
              <p14:nvPr/>
            </p14:nvContentPartPr>
            <p14:xfrm>
              <a:off x="267583" y="329273"/>
              <a:ext cx="346320" cy="2707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22BA2FF-5C4E-FD31-1E43-144D6031FE6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6591" y="298313"/>
                <a:ext cx="407584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AD6CB9C-BCF8-6A8A-F3B1-9C21AE7728B3}"/>
                  </a:ext>
                </a:extLst>
              </p14:cNvPr>
              <p14:cNvContentPartPr/>
              <p14:nvPr/>
            </p14:nvContentPartPr>
            <p14:xfrm>
              <a:off x="5655703" y="153233"/>
              <a:ext cx="2257200" cy="3636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AD6CB9C-BCF8-6A8A-F3B1-9C21AE7728B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24743" y="122273"/>
                <a:ext cx="231840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C461B94-3981-FEBE-A448-B2AB82316A0A}"/>
                  </a:ext>
                </a:extLst>
              </p14:cNvPr>
              <p14:cNvContentPartPr/>
              <p14:nvPr/>
            </p14:nvContentPartPr>
            <p14:xfrm>
              <a:off x="3417583" y="182753"/>
              <a:ext cx="1823400" cy="8056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C461B94-3981-FEBE-A448-B2AB82316A0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86629" y="151807"/>
                <a:ext cx="1884588" cy="8668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E6D576C-876F-CD4D-64E1-F6B45D9B23CB}"/>
                  </a:ext>
                </a:extLst>
              </p14:cNvPr>
              <p14:cNvContentPartPr/>
              <p14:nvPr/>
            </p14:nvContentPartPr>
            <p14:xfrm>
              <a:off x="1092703" y="1033433"/>
              <a:ext cx="775080" cy="3232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E6D576C-876F-CD4D-64E1-F6B45D9B23C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61743" y="1002438"/>
                <a:ext cx="836280" cy="3845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CFF362C-4763-5EBA-AB1D-D1ADAF45A68D}"/>
                  </a:ext>
                </a:extLst>
              </p14:cNvPr>
              <p14:cNvContentPartPr/>
              <p14:nvPr/>
            </p14:nvContentPartPr>
            <p14:xfrm>
              <a:off x="317983" y="1115153"/>
              <a:ext cx="358560" cy="3146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CFF362C-4763-5EBA-AB1D-D1ADAF45A68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7054" y="1084193"/>
                <a:ext cx="419699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7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CB663A6-B7E8-80C5-8C13-109EA7699553}"/>
                  </a:ext>
                </a:extLst>
              </p14:cNvPr>
              <p14:cNvContentPartPr/>
              <p14:nvPr/>
            </p14:nvContentPartPr>
            <p14:xfrm>
              <a:off x="286663" y="1511153"/>
              <a:ext cx="2221920" cy="1011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CB663A6-B7E8-80C5-8C13-109EA769955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68663" y="1493153"/>
                <a:ext cx="2257560" cy="1368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0B84167-13A2-D998-8156-0D10963E3D53}"/>
              </a:ext>
            </a:extLst>
          </p:cNvPr>
          <p:cNvSpPr txBox="1"/>
          <p:nvPr/>
        </p:nvSpPr>
        <p:spPr>
          <a:xfrm>
            <a:off x="180269" y="2529953"/>
            <a:ext cx="57868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Linear statistical method</a:t>
            </a:r>
            <a:r>
              <a:rPr lang="en-US" dirty="0"/>
              <a:t> to translate complex multidimensional datasets into their essential features – </a:t>
            </a:r>
            <a:r>
              <a:rPr lang="en-US" b="1" dirty="0"/>
              <a:t>the principal components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E1A68-671C-F004-8ABF-ED09D69F2B73}"/>
              </a:ext>
            </a:extLst>
          </p:cNvPr>
          <p:cNvSpPr txBox="1"/>
          <p:nvPr/>
        </p:nvSpPr>
        <p:spPr>
          <a:xfrm>
            <a:off x="317983" y="3747043"/>
            <a:ext cx="55114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latin typeface="Google Sans Text"/>
              </a:rPr>
              <a:t>Identifies a small number of linear combinations of the original variables that </a:t>
            </a:r>
            <a:r>
              <a:rPr lang="en-CA" b="1" dirty="0">
                <a:latin typeface="Google Sans Text"/>
              </a:rPr>
              <a:t>maximally explain the total variance</a:t>
            </a:r>
            <a:r>
              <a:rPr lang="en-CA" dirty="0">
                <a:latin typeface="Google Sans Text"/>
              </a:rPr>
              <a:t> in the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latin typeface="Google Sans Text"/>
              </a:rPr>
              <a:t>The first principal component (PC1) accounts for the greatest variation,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latin typeface="Google Sans Text"/>
              </a:rPr>
              <a:t>Subsequent components (PC2, PC3, etc.) explain the remaining residual variance while remaining uncorrelated with previous components.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9E5BAB6-0247-5364-3C0E-AB06DD644F76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51680" t="24661" r="3496" b="5567"/>
          <a:stretch>
            <a:fillRect/>
          </a:stretch>
        </p:blipFill>
        <p:spPr>
          <a:xfrm>
            <a:off x="6176045" y="1479492"/>
            <a:ext cx="5871722" cy="509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676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FCE171D-51B1-4383-8936-386A47481D58}"/>
                  </a:ext>
                </a:extLst>
              </p14:cNvPr>
              <p14:cNvContentPartPr/>
              <p14:nvPr/>
            </p14:nvContentPartPr>
            <p14:xfrm>
              <a:off x="5655703" y="153233"/>
              <a:ext cx="2257200" cy="363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FCE171D-51B1-4383-8936-386A47481D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4743" y="122273"/>
                <a:ext cx="231840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42E5516-344E-5156-0496-68B8D88F5BDF}"/>
                  </a:ext>
                </a:extLst>
              </p14:cNvPr>
              <p14:cNvContentPartPr/>
              <p14:nvPr/>
            </p14:nvContentPartPr>
            <p14:xfrm>
              <a:off x="286663" y="1511153"/>
              <a:ext cx="2221920" cy="101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42E5516-344E-5156-0496-68B8D88F5B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663" y="1493153"/>
                <a:ext cx="225756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FAB57A6-10CF-9CB2-5468-AF08D341FB65}"/>
                  </a:ext>
                </a:extLst>
              </p14:cNvPr>
              <p14:cNvContentPartPr/>
              <p14:nvPr/>
            </p14:nvContentPartPr>
            <p14:xfrm>
              <a:off x="267583" y="182753"/>
              <a:ext cx="4973760" cy="1247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FAB57A6-10CF-9CB2-5468-AF08D341FB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6623" y="151793"/>
                <a:ext cx="5034960" cy="13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7B33EA6-E480-EFD4-EFDD-61B61F57FF6F}"/>
                  </a:ext>
                </a:extLst>
              </p14:cNvPr>
              <p14:cNvContentPartPr/>
              <p14:nvPr/>
            </p14:nvContentPartPr>
            <p14:xfrm>
              <a:off x="8614723" y="2280833"/>
              <a:ext cx="163800" cy="29743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7B33EA6-E480-EFD4-EFDD-61B61F57FF6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83763" y="2250233"/>
                <a:ext cx="225000" cy="30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2AA7DD0-24E5-34F6-1019-ED432AB1D68A}"/>
                  </a:ext>
                </a:extLst>
              </p14:cNvPr>
              <p14:cNvContentPartPr/>
              <p14:nvPr/>
            </p14:nvContentPartPr>
            <p14:xfrm>
              <a:off x="6718423" y="3624261"/>
              <a:ext cx="4161960" cy="1638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2AA7DD0-24E5-34F6-1019-ED432AB1D68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87820" y="3593661"/>
                <a:ext cx="4223525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2312D3A-9BA9-F833-76DF-E4BA8BE8C328}"/>
                  </a:ext>
                </a:extLst>
              </p14:cNvPr>
              <p14:cNvContentPartPr/>
              <p14:nvPr/>
            </p14:nvContentPartPr>
            <p14:xfrm>
              <a:off x="7996063" y="4220462"/>
              <a:ext cx="546480" cy="2646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2312D3A-9BA9-F833-76DF-E4BA8BE8C32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80583" y="4205321"/>
                <a:ext cx="577080" cy="2952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E8C5620-259E-3692-D4C8-76D36F84865A}"/>
                  </a:ext>
                </a:extLst>
              </p14:cNvPr>
              <p14:cNvContentPartPr/>
              <p14:nvPr/>
            </p14:nvContentPartPr>
            <p14:xfrm>
              <a:off x="8133583" y="3233702"/>
              <a:ext cx="75960" cy="69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E8C5620-259E-3692-D4C8-76D36F84865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18029" y="3218222"/>
                <a:ext cx="106706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95E2C03-029E-B528-7CC7-A3ED477A6765}"/>
                  </a:ext>
                </a:extLst>
              </p14:cNvPr>
              <p14:cNvContentPartPr/>
              <p14:nvPr/>
            </p14:nvContentPartPr>
            <p14:xfrm>
              <a:off x="8642983" y="3328022"/>
              <a:ext cx="107280" cy="946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95E2C03-029E-B528-7CC7-A3ED477A676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27503" y="3312542"/>
                <a:ext cx="1378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7FAEE1E-57BC-7A09-B1E0-1F8C821A7C63}"/>
                  </a:ext>
                </a:extLst>
              </p14:cNvPr>
              <p14:cNvContentPartPr/>
              <p14:nvPr/>
            </p14:nvContentPartPr>
            <p14:xfrm>
              <a:off x="8516983" y="3038582"/>
              <a:ext cx="82080" cy="87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7FAEE1E-57BC-7A09-B1E0-1F8C821A7C6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501503" y="3023038"/>
                <a:ext cx="112680" cy="118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F872A73-D391-29EA-E090-E09C0AB072B7}"/>
                  </a:ext>
                </a:extLst>
              </p14:cNvPr>
              <p14:cNvContentPartPr/>
              <p14:nvPr/>
            </p14:nvContentPartPr>
            <p14:xfrm>
              <a:off x="9529303" y="3265793"/>
              <a:ext cx="94680" cy="939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F872A73-D391-29EA-E090-E09C0AB072B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513823" y="3250313"/>
                <a:ext cx="12528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9AC52AC-3188-CF6C-0D66-427E43FAF97B}"/>
                  </a:ext>
                </a:extLst>
              </p14:cNvPr>
              <p14:cNvContentPartPr/>
              <p14:nvPr/>
            </p14:nvContentPartPr>
            <p14:xfrm>
              <a:off x="9227263" y="3516353"/>
              <a:ext cx="415440" cy="3085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9AC52AC-3188-CF6C-0D66-427E43FAF97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212143" y="3501233"/>
                <a:ext cx="44568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74ABBF7-3B0E-DF39-877D-C2BB9ACC438E}"/>
                  </a:ext>
                </a:extLst>
              </p14:cNvPr>
              <p14:cNvContentPartPr/>
              <p14:nvPr/>
            </p14:nvContentPartPr>
            <p14:xfrm>
              <a:off x="1249303" y="5654753"/>
              <a:ext cx="339120" cy="4208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74ABBF7-3B0E-DF39-877D-C2BB9ACC438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18343" y="5623793"/>
                <a:ext cx="40068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EEA8D0C-9A03-5230-EFE1-71A24B5432AB}"/>
                  </a:ext>
                </a:extLst>
              </p14:cNvPr>
              <p14:cNvContentPartPr/>
              <p14:nvPr/>
            </p14:nvContentPartPr>
            <p14:xfrm>
              <a:off x="1688503" y="6001073"/>
              <a:ext cx="1660320" cy="351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EEA8D0C-9A03-5230-EFE1-71A24B5432A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57903" y="5970473"/>
                <a:ext cx="172152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D516F18-15B8-CF4B-FD1E-2C1AD0CFC8F4}"/>
                  </a:ext>
                </a:extLst>
              </p14:cNvPr>
              <p14:cNvContentPartPr/>
              <p14:nvPr/>
            </p14:nvContentPartPr>
            <p14:xfrm>
              <a:off x="1701103" y="6402833"/>
              <a:ext cx="1766880" cy="2833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D516F18-15B8-CF4B-FD1E-2C1AD0CFC8F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70503" y="6372233"/>
                <a:ext cx="182844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CBB340D-2A7C-0CB6-FA56-CCDB1E6FA72A}"/>
                  </a:ext>
                </a:extLst>
              </p14:cNvPr>
              <p14:cNvContentPartPr/>
              <p14:nvPr/>
            </p14:nvContentPartPr>
            <p14:xfrm>
              <a:off x="1789303" y="5255153"/>
              <a:ext cx="1540440" cy="3052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CBB340D-2A7C-0CB6-FA56-CCDB1E6FA72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758350" y="5224229"/>
                <a:ext cx="1601626" cy="3664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F1CEC6D-0F0A-C255-3750-BDE4B07E4DED}"/>
                  </a:ext>
                </a:extLst>
              </p14:cNvPr>
              <p14:cNvContentPartPr/>
              <p14:nvPr/>
            </p14:nvContentPartPr>
            <p14:xfrm>
              <a:off x="1713703" y="5651153"/>
              <a:ext cx="572400" cy="2700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F1CEC6D-0F0A-C255-3750-BDE4B07E4DE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683103" y="5620553"/>
                <a:ext cx="63396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EB224358-012A-191C-E74F-1BC356F9AADA}"/>
                  </a:ext>
                </a:extLst>
              </p14:cNvPr>
              <p14:cNvContentPartPr/>
              <p14:nvPr/>
            </p14:nvContentPartPr>
            <p14:xfrm>
              <a:off x="2493463" y="5723873"/>
              <a:ext cx="1226160" cy="3204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EB224358-012A-191C-E74F-1BC356F9AAD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462512" y="5692913"/>
                <a:ext cx="1287342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A83C6201-0652-91D1-77CB-2B36AE619F87}"/>
                  </a:ext>
                </a:extLst>
              </p14:cNvPr>
              <p14:cNvContentPartPr/>
              <p14:nvPr/>
            </p14:nvContentPartPr>
            <p14:xfrm>
              <a:off x="8611303" y="3604553"/>
              <a:ext cx="186120" cy="2016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A83C6201-0652-91D1-77CB-2B36AE619F8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596183" y="3589073"/>
                <a:ext cx="21672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65B79C82-5BDB-BE3D-C27F-8AD7CD3F93EC}"/>
                  </a:ext>
                </a:extLst>
              </p14:cNvPr>
              <p14:cNvContentPartPr/>
              <p14:nvPr/>
            </p14:nvContentPartPr>
            <p14:xfrm>
              <a:off x="2154703" y="3403622"/>
              <a:ext cx="546480" cy="26460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65B79C82-5BDB-BE3D-C27F-8AD7CD3F93E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39233" y="3388121"/>
                <a:ext cx="577060" cy="2952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F4093D34-49EF-2FB2-82D4-7D8266D52E25}"/>
                  </a:ext>
                </a:extLst>
              </p14:cNvPr>
              <p14:cNvContentPartPr/>
              <p14:nvPr/>
            </p14:nvContentPartPr>
            <p14:xfrm>
              <a:off x="2292223" y="2416862"/>
              <a:ext cx="75960" cy="6948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F4093D34-49EF-2FB2-82D4-7D8266D52E2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76669" y="2401382"/>
                <a:ext cx="106706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E3782238-9E9D-DB88-6D8B-9D3CA22A0F29}"/>
                  </a:ext>
                </a:extLst>
              </p14:cNvPr>
              <p14:cNvContentPartPr/>
              <p14:nvPr/>
            </p14:nvContentPartPr>
            <p14:xfrm>
              <a:off x="2801623" y="2511182"/>
              <a:ext cx="107280" cy="9468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E3782238-9E9D-DB88-6D8B-9D3CA22A0F2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786143" y="2495702"/>
                <a:ext cx="1378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F714BD53-9F30-26C1-BC18-E6CF4BC2BFA0}"/>
                  </a:ext>
                </a:extLst>
              </p14:cNvPr>
              <p14:cNvContentPartPr/>
              <p14:nvPr/>
            </p14:nvContentPartPr>
            <p14:xfrm>
              <a:off x="2675623" y="2221742"/>
              <a:ext cx="82080" cy="8784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F714BD53-9F30-26C1-BC18-E6CF4BC2BFA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60143" y="2206198"/>
                <a:ext cx="112680" cy="118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DBD0F837-CC9A-EC66-ABA6-D4A7C99ADE40}"/>
                  </a:ext>
                </a:extLst>
              </p14:cNvPr>
              <p14:cNvContentPartPr/>
              <p14:nvPr/>
            </p14:nvContentPartPr>
            <p14:xfrm>
              <a:off x="3687943" y="2448953"/>
              <a:ext cx="94680" cy="9396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DBD0F837-CC9A-EC66-ABA6-D4A7C99ADE4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672463" y="2433473"/>
                <a:ext cx="12528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889BB555-E302-1C70-CFC2-DB515231C8E5}"/>
                  </a:ext>
                </a:extLst>
              </p14:cNvPr>
              <p14:cNvContentPartPr/>
              <p14:nvPr/>
            </p14:nvContentPartPr>
            <p14:xfrm>
              <a:off x="3385903" y="2699513"/>
              <a:ext cx="415440" cy="30852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889BB555-E302-1C70-CFC2-DB515231C8E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370423" y="2684033"/>
                <a:ext cx="44604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EE0BE2F2-C587-14D1-71BF-C90A80956539}"/>
                  </a:ext>
                </a:extLst>
              </p14:cNvPr>
              <p14:cNvContentPartPr/>
              <p14:nvPr/>
            </p14:nvContentPartPr>
            <p14:xfrm>
              <a:off x="286663" y="2133182"/>
              <a:ext cx="4161960" cy="297432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EE0BE2F2-C587-14D1-71BF-C90A8095653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55703" y="2102222"/>
                <a:ext cx="4223160" cy="30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DE0D65CD-2609-A0A4-1849-4E0469B3DBD0}"/>
                  </a:ext>
                </a:extLst>
              </p14:cNvPr>
              <p14:cNvContentPartPr/>
              <p14:nvPr/>
            </p14:nvContentPartPr>
            <p14:xfrm>
              <a:off x="1748623" y="2775113"/>
              <a:ext cx="3870000" cy="131328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DE0D65CD-2609-A0A4-1849-4E0469B3DBD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733143" y="2759633"/>
                <a:ext cx="3900600" cy="13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46D3FC9A-5820-DD5F-4B13-F61DEE449540}"/>
                  </a:ext>
                </a:extLst>
              </p14:cNvPr>
              <p14:cNvContentPartPr/>
              <p14:nvPr/>
            </p14:nvContentPartPr>
            <p14:xfrm>
              <a:off x="8321503" y="2261753"/>
              <a:ext cx="173160" cy="27432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46D3FC9A-5820-DD5F-4B13-F61DEE44954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290839" y="2231153"/>
                <a:ext cx="234848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4490AE60-4F76-D279-8273-89F65C3AEE9F}"/>
                  </a:ext>
                </a:extLst>
              </p14:cNvPr>
              <p14:cNvContentPartPr/>
              <p14:nvPr/>
            </p14:nvContentPartPr>
            <p14:xfrm>
              <a:off x="1512463" y="2177873"/>
              <a:ext cx="103680" cy="29448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4490AE60-4F76-D279-8273-89F65C3AEE9F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481863" y="2147273"/>
                <a:ext cx="16524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09E8A93D-21D2-41DE-D3A5-1B6773D10919}"/>
                  </a:ext>
                </a:extLst>
              </p14:cNvPr>
              <p14:cNvContentPartPr/>
              <p14:nvPr/>
            </p14:nvContentPartPr>
            <p14:xfrm>
              <a:off x="4303903" y="3894353"/>
              <a:ext cx="151200" cy="21384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09E8A93D-21D2-41DE-D3A5-1B6773D1091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273303" y="3863445"/>
                <a:ext cx="212760" cy="2749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FDF40C2B-7990-B49F-3A77-CAA7943FAD89}"/>
                  </a:ext>
                </a:extLst>
              </p14:cNvPr>
              <p14:cNvContentPartPr/>
              <p14:nvPr/>
            </p14:nvContentPartPr>
            <p14:xfrm>
              <a:off x="10786063" y="3800753"/>
              <a:ext cx="138600" cy="15624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FDF40C2B-7990-B49F-3A77-CAA7943FAD8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755463" y="3770153"/>
                <a:ext cx="20016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566DF3B4-6E73-8FA4-5049-25D44E7F1E30}"/>
                  </a:ext>
                </a:extLst>
              </p14:cNvPr>
              <p14:cNvContentPartPr/>
              <p14:nvPr/>
            </p14:nvContentPartPr>
            <p14:xfrm>
              <a:off x="7337263" y="5717393"/>
              <a:ext cx="424440" cy="48096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566DF3B4-6E73-8FA4-5049-25D44E7F1E3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306663" y="5686793"/>
                <a:ext cx="485640" cy="54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24AF9CE4-B09C-ADC9-9CE8-E7AD3130E9CC}"/>
                  </a:ext>
                </a:extLst>
              </p14:cNvPr>
              <p14:cNvContentPartPr/>
              <p14:nvPr/>
            </p14:nvContentPartPr>
            <p14:xfrm>
              <a:off x="7956823" y="5605073"/>
              <a:ext cx="930960" cy="49032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24AF9CE4-B09C-ADC9-9CE8-E7AD3130E9C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926223" y="5574451"/>
                <a:ext cx="992160" cy="5519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C9DC782F-A670-9334-8B2C-7D92AA20F46D}"/>
                  </a:ext>
                </a:extLst>
              </p14:cNvPr>
              <p14:cNvContentPartPr/>
              <p14:nvPr/>
            </p14:nvContentPartPr>
            <p14:xfrm>
              <a:off x="9245623" y="5632793"/>
              <a:ext cx="717120" cy="33300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C9DC782F-A670-9334-8B2C-7D92AA20F46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215023" y="5602193"/>
                <a:ext cx="77832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2B127B57-BDEC-B5F3-E9D9-FD9600DCEBA9}"/>
                  </a:ext>
                </a:extLst>
              </p14:cNvPr>
              <p14:cNvContentPartPr/>
              <p14:nvPr/>
            </p14:nvContentPartPr>
            <p14:xfrm>
              <a:off x="8083183" y="6110873"/>
              <a:ext cx="917640" cy="36756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2B127B57-BDEC-B5F3-E9D9-FD9600DCEBA9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052583" y="6079943"/>
                <a:ext cx="978840" cy="4287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777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FCE171D-51B1-4383-8936-386A47481D58}"/>
                  </a:ext>
                </a:extLst>
              </p14:cNvPr>
              <p14:cNvContentPartPr/>
              <p14:nvPr/>
            </p14:nvContentPartPr>
            <p14:xfrm>
              <a:off x="5655703" y="153233"/>
              <a:ext cx="2257200" cy="363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FCE171D-51B1-4383-8936-386A47481D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4743" y="122273"/>
                <a:ext cx="231840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42E5516-344E-5156-0496-68B8D88F5BDF}"/>
                  </a:ext>
                </a:extLst>
              </p14:cNvPr>
              <p14:cNvContentPartPr/>
              <p14:nvPr/>
            </p14:nvContentPartPr>
            <p14:xfrm>
              <a:off x="286663" y="1511153"/>
              <a:ext cx="2221920" cy="101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42E5516-344E-5156-0496-68B8D88F5B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663" y="1493153"/>
                <a:ext cx="225756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FAB57A6-10CF-9CB2-5468-AF08D341FB65}"/>
                  </a:ext>
                </a:extLst>
              </p14:cNvPr>
              <p14:cNvContentPartPr/>
              <p14:nvPr/>
            </p14:nvContentPartPr>
            <p14:xfrm>
              <a:off x="267583" y="182753"/>
              <a:ext cx="4973760" cy="1247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FAB57A6-10CF-9CB2-5468-AF08D341FB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6623" y="151793"/>
                <a:ext cx="5034960" cy="13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A67A07B-9F94-9073-781B-5BC9E87CBA17}"/>
                  </a:ext>
                </a:extLst>
              </p14:cNvPr>
              <p14:cNvContentPartPr/>
              <p14:nvPr/>
            </p14:nvContentPartPr>
            <p14:xfrm>
              <a:off x="802183" y="5528753"/>
              <a:ext cx="464760" cy="4579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A67A07B-9F94-9073-781B-5BC9E87CBA1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1223" y="5498153"/>
                <a:ext cx="526320" cy="51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616602-3B0C-8E5C-6D63-925A282F7437}"/>
                  </a:ext>
                </a:extLst>
              </p14:cNvPr>
              <p14:cNvContentPartPr/>
              <p14:nvPr/>
            </p14:nvContentPartPr>
            <p14:xfrm>
              <a:off x="2269363" y="4910749"/>
              <a:ext cx="226800" cy="132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616602-3B0C-8E5C-6D63-925A282F743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38763" y="4880149"/>
                <a:ext cx="28800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5C96524-23B5-F1E7-EEBB-01D9E30734D2}"/>
                  </a:ext>
                </a:extLst>
              </p14:cNvPr>
              <p14:cNvContentPartPr/>
              <p14:nvPr/>
            </p14:nvContentPartPr>
            <p14:xfrm>
              <a:off x="1339123" y="4747309"/>
              <a:ext cx="609840" cy="3747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5C96524-23B5-F1E7-EEBB-01D9E30734D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08541" y="4716709"/>
                <a:ext cx="671004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98DC5EF-EC59-BE58-9F7B-5E83C134225D}"/>
                  </a:ext>
                </a:extLst>
              </p14:cNvPr>
              <p14:cNvContentPartPr/>
              <p14:nvPr/>
            </p14:nvContentPartPr>
            <p14:xfrm>
              <a:off x="1401763" y="4694029"/>
              <a:ext cx="2200680" cy="8240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98DC5EF-EC59-BE58-9F7B-5E83C134225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71163" y="4663429"/>
                <a:ext cx="2262240" cy="88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BFAE047F-E44F-0CD5-9476-54C7DB5674B1}"/>
                  </a:ext>
                </a:extLst>
              </p14:cNvPr>
              <p14:cNvContentPartPr/>
              <p14:nvPr/>
            </p14:nvContentPartPr>
            <p14:xfrm>
              <a:off x="2703163" y="5080309"/>
              <a:ext cx="2087280" cy="3628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BFAE047F-E44F-0CD5-9476-54C7DB5674B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72558" y="5049709"/>
                <a:ext cx="2148851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EF639F63-1E3F-E5BD-3588-5374F8F4DC5E}"/>
                  </a:ext>
                </a:extLst>
              </p14:cNvPr>
              <p14:cNvContentPartPr/>
              <p14:nvPr/>
            </p14:nvContentPartPr>
            <p14:xfrm>
              <a:off x="1339843" y="5674309"/>
              <a:ext cx="791640" cy="2516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EF639F63-1E3F-E5BD-3588-5374F8F4DC5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08897" y="5643753"/>
                <a:ext cx="852812" cy="312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4F78713-EC82-FCD4-7715-FCD464F8B9F4}"/>
                  </a:ext>
                </a:extLst>
              </p14:cNvPr>
              <p14:cNvContentPartPr/>
              <p14:nvPr/>
            </p14:nvContentPartPr>
            <p14:xfrm>
              <a:off x="2420563" y="5457589"/>
              <a:ext cx="2967840" cy="4089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4F78713-EC82-FCD4-7715-FCD464F8B9F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379523" y="5426989"/>
                <a:ext cx="303948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5F97961D-D7B5-F2A2-42B7-41BBDF3404BD}"/>
                  </a:ext>
                </a:extLst>
              </p14:cNvPr>
              <p14:cNvContentPartPr/>
              <p14:nvPr/>
            </p14:nvContentPartPr>
            <p14:xfrm>
              <a:off x="4725103" y="5935775"/>
              <a:ext cx="408960" cy="2768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5F97961D-D7B5-F2A2-42B7-41BBDF3404B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694503" y="5905175"/>
                <a:ext cx="47052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4D552652-0E9E-C4D2-09AE-B143FF0A7484}"/>
                  </a:ext>
                </a:extLst>
              </p14:cNvPr>
              <p14:cNvContentPartPr/>
              <p14:nvPr/>
            </p14:nvContentPartPr>
            <p14:xfrm>
              <a:off x="3411103" y="5923175"/>
              <a:ext cx="1075320" cy="43344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4D552652-0E9E-C4D2-09AE-B143FF0A748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80503" y="5892575"/>
                <a:ext cx="1136880" cy="4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544B2EB4-B336-E6C1-1BBA-8967A6C09C38}"/>
                  </a:ext>
                </a:extLst>
              </p14:cNvPr>
              <p14:cNvContentPartPr/>
              <p14:nvPr/>
            </p14:nvContentPartPr>
            <p14:xfrm>
              <a:off x="1455583" y="5940095"/>
              <a:ext cx="1691640" cy="48996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544B2EB4-B336-E6C1-1BBA-8967A6C09C3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424983" y="5909135"/>
                <a:ext cx="1752840" cy="5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6484CF70-569C-0286-4CAC-2FFFC51FE2CC}"/>
                  </a:ext>
                </a:extLst>
              </p14:cNvPr>
              <p14:cNvContentPartPr/>
              <p14:nvPr/>
            </p14:nvContentPartPr>
            <p14:xfrm>
              <a:off x="2587423" y="6387353"/>
              <a:ext cx="1150920" cy="41832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6484CF70-569C-0286-4CAC-2FFFC51FE2C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56823" y="6356727"/>
                <a:ext cx="1212120" cy="4799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726DC324-3CE8-F7A5-7CEF-75F6DDB57B4D}"/>
                  </a:ext>
                </a:extLst>
              </p14:cNvPr>
              <p14:cNvContentPartPr/>
              <p14:nvPr/>
            </p14:nvContentPartPr>
            <p14:xfrm>
              <a:off x="1513183" y="6434873"/>
              <a:ext cx="772920" cy="31104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726DC324-3CE8-F7A5-7CEF-75F6DDB57B4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82583" y="6404308"/>
                <a:ext cx="834480" cy="3721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442EE1A7-89C8-F8EC-291B-799CBC86D8E9}"/>
                  </a:ext>
                </a:extLst>
              </p14:cNvPr>
              <p14:cNvContentPartPr/>
              <p14:nvPr/>
            </p14:nvContentPartPr>
            <p14:xfrm>
              <a:off x="1591483" y="3829745"/>
              <a:ext cx="546480" cy="26460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442EE1A7-89C8-F8EC-291B-799CBC86D8E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576013" y="3814244"/>
                <a:ext cx="577060" cy="2952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F7ABF9AC-5186-2D45-BF4E-930D35FBC159}"/>
                  </a:ext>
                </a:extLst>
              </p14:cNvPr>
              <p14:cNvContentPartPr/>
              <p14:nvPr/>
            </p14:nvContentPartPr>
            <p14:xfrm>
              <a:off x="1185560" y="4299888"/>
              <a:ext cx="170280" cy="15120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F7ABF9AC-5186-2D45-BF4E-930D35FBC15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70080" y="4284408"/>
                <a:ext cx="20088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8464A4C3-DA34-22D5-B065-6BBDA0CC052F}"/>
                  </a:ext>
                </a:extLst>
              </p14:cNvPr>
              <p14:cNvContentPartPr/>
              <p14:nvPr/>
            </p14:nvContentPartPr>
            <p14:xfrm>
              <a:off x="1489243" y="4043509"/>
              <a:ext cx="189000" cy="15768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8464A4C3-DA34-22D5-B065-6BBDA0CC052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473763" y="4028029"/>
                <a:ext cx="2196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4B3F9195-2A6A-EDC8-A77E-462E2AF846DF}"/>
                  </a:ext>
                </a:extLst>
              </p14:cNvPr>
              <p14:cNvContentPartPr/>
              <p14:nvPr/>
            </p14:nvContentPartPr>
            <p14:xfrm>
              <a:off x="1935643" y="3641389"/>
              <a:ext cx="145080" cy="15120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4B3F9195-2A6A-EDC8-A77E-462E2AF846D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920163" y="3625909"/>
                <a:ext cx="17568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9877206A-FF56-4978-9C49-B8C4FD6029F6}"/>
                  </a:ext>
                </a:extLst>
              </p14:cNvPr>
              <p14:cNvContentPartPr/>
              <p14:nvPr/>
            </p14:nvContentPartPr>
            <p14:xfrm>
              <a:off x="2677603" y="2107069"/>
              <a:ext cx="1113120" cy="85536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9877206A-FF56-4978-9C49-B8C4FD6029F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662123" y="2091589"/>
                <a:ext cx="1143720" cy="88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FD063DB1-D770-0FD0-5B88-F40E6BAB3A73}"/>
                  </a:ext>
                </a:extLst>
              </p14:cNvPr>
              <p14:cNvContentPartPr/>
              <p14:nvPr/>
            </p14:nvContentPartPr>
            <p14:xfrm>
              <a:off x="313843" y="1871036"/>
              <a:ext cx="4206240" cy="299340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FD063DB1-D770-0FD0-5B88-F40E6BAB3A7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82883" y="1840076"/>
                <a:ext cx="4267440" cy="30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E7505180-DD56-41F6-D01E-92CD86EB7F35}"/>
                  </a:ext>
                </a:extLst>
              </p14:cNvPr>
              <p14:cNvContentPartPr/>
              <p14:nvPr/>
            </p14:nvContentPartPr>
            <p14:xfrm>
              <a:off x="1729003" y="2647865"/>
              <a:ext cx="616680" cy="38412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E7505180-DD56-41F6-D01E-92CD86EB7F3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713523" y="2632385"/>
                <a:ext cx="64728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C5E90882-FA59-EC4C-75A8-0E7501E67C55}"/>
                  </a:ext>
                </a:extLst>
              </p14:cNvPr>
              <p14:cNvContentPartPr/>
              <p14:nvPr/>
            </p14:nvContentPartPr>
            <p14:xfrm>
              <a:off x="2206723" y="3213836"/>
              <a:ext cx="213840" cy="233153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C5E90882-FA59-EC4C-75A8-0E7501E67C5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191243" y="3198364"/>
                <a:ext cx="244440" cy="2637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60F0AC66-5312-B7B4-2FAC-80B1AA106CBB}"/>
                  </a:ext>
                </a:extLst>
              </p14:cNvPr>
              <p14:cNvContentPartPr/>
              <p14:nvPr/>
            </p14:nvContentPartPr>
            <p14:xfrm>
              <a:off x="2656903" y="2875076"/>
              <a:ext cx="581220" cy="55908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60F0AC66-5312-B7B4-2FAC-80B1AA106CB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641428" y="2859596"/>
                <a:ext cx="611811" cy="58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49BF6AD6-C9B3-C0A4-DD1E-ED3CE4E880FE}"/>
                  </a:ext>
                </a:extLst>
              </p14:cNvPr>
              <p14:cNvContentPartPr/>
              <p14:nvPr/>
            </p14:nvContentPartPr>
            <p14:xfrm>
              <a:off x="2537383" y="2725073"/>
              <a:ext cx="528480" cy="40284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49BF6AD6-C9B3-C0A4-DD1E-ED3CE4E880F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521903" y="2709953"/>
                <a:ext cx="55908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ADF69482-99DE-3C8F-8A0E-69A22A7883C6}"/>
                  </a:ext>
                </a:extLst>
              </p14:cNvPr>
              <p14:cNvContentPartPr/>
              <p14:nvPr/>
            </p14:nvContentPartPr>
            <p14:xfrm>
              <a:off x="2681743" y="2838113"/>
              <a:ext cx="440640" cy="47196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ADF69482-99DE-3C8F-8A0E-69A22A7883C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666611" y="2822993"/>
                <a:ext cx="471265" cy="5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B912A065-BD4D-396A-EB90-751121A7540D}"/>
                  </a:ext>
                </a:extLst>
              </p14:cNvPr>
              <p14:cNvContentPartPr/>
              <p14:nvPr/>
            </p14:nvContentPartPr>
            <p14:xfrm>
              <a:off x="3115543" y="2819393"/>
              <a:ext cx="893160" cy="35244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B912A065-BD4D-396A-EB90-751121A7540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100423" y="2804273"/>
                <a:ext cx="92376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26814762-D40D-953F-1ECE-D3DCEAAE8951}"/>
                  </a:ext>
                </a:extLst>
              </p14:cNvPr>
              <p14:cNvContentPartPr/>
              <p14:nvPr/>
            </p14:nvContentPartPr>
            <p14:xfrm>
              <a:off x="4115263" y="2614553"/>
              <a:ext cx="132480" cy="31176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26814762-D40D-953F-1ECE-D3DCEAAE895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100143" y="2599433"/>
                <a:ext cx="16272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20393DA4-48F1-936A-4921-5DA2A3A66A55}"/>
                  </a:ext>
                </a:extLst>
              </p14:cNvPr>
              <p14:cNvContentPartPr/>
              <p14:nvPr/>
            </p14:nvContentPartPr>
            <p14:xfrm>
              <a:off x="7881223" y="2988953"/>
              <a:ext cx="1132200" cy="60948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20393DA4-48F1-936A-4921-5DA2A3A66A5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850623" y="2958353"/>
                <a:ext cx="1193400" cy="67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AE0A6C02-8A74-4658-80E3-5291B128ED6F}"/>
                  </a:ext>
                </a:extLst>
              </p14:cNvPr>
              <p14:cNvContentPartPr/>
              <p14:nvPr/>
            </p14:nvContentPartPr>
            <p14:xfrm>
              <a:off x="5388223" y="3215393"/>
              <a:ext cx="2034360" cy="33912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AE0A6C02-8A74-4658-80E3-5291B128ED6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357628" y="3184793"/>
                <a:ext cx="2095549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E666BC34-4871-61A2-5A51-B3891C9A3C1E}"/>
                  </a:ext>
                </a:extLst>
              </p14:cNvPr>
              <p14:cNvContentPartPr/>
              <p14:nvPr/>
            </p14:nvContentPartPr>
            <p14:xfrm>
              <a:off x="9063463" y="2995433"/>
              <a:ext cx="126000" cy="13860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E666BC34-4871-61A2-5A51-B3891C9A3C1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032503" y="2964833"/>
                <a:ext cx="18756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DBE7A676-9E0E-1495-D9C2-5C37DB2BBA0C}"/>
                  </a:ext>
                </a:extLst>
              </p14:cNvPr>
              <p14:cNvContentPartPr/>
              <p14:nvPr/>
            </p14:nvContentPartPr>
            <p14:xfrm>
              <a:off x="9710743" y="3121073"/>
              <a:ext cx="164160" cy="33372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DBE7A676-9E0E-1495-D9C2-5C37DB2BBA0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680076" y="3090473"/>
                <a:ext cx="225495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C7E4FE04-A049-4DAA-00BE-912E01BBC0B4}"/>
                  </a:ext>
                </a:extLst>
              </p14:cNvPr>
              <p14:cNvContentPartPr/>
              <p14:nvPr/>
            </p14:nvContentPartPr>
            <p14:xfrm>
              <a:off x="9176503" y="3234473"/>
              <a:ext cx="371160" cy="189000"/>
            </p14:xfrm>
          </p:contentPart>
        </mc:Choice>
        <mc:Fallback xmlns=""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C7E4FE04-A049-4DAA-00BE-912E01BBC0B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145903" y="3203513"/>
                <a:ext cx="4327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1DF0137D-2ECD-9721-3043-8085FE831BFB}"/>
                  </a:ext>
                </a:extLst>
              </p14:cNvPr>
              <p14:cNvContentPartPr/>
              <p14:nvPr/>
            </p14:nvContentPartPr>
            <p14:xfrm>
              <a:off x="9962383" y="3423473"/>
              <a:ext cx="107280" cy="11916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1DF0137D-2ECD-9721-3043-8085FE831BF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931783" y="3392873"/>
                <a:ext cx="1684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5D005900-FFE0-7CC1-D7F4-F21B56FECEF4}"/>
                  </a:ext>
                </a:extLst>
              </p14:cNvPr>
              <p14:cNvContentPartPr/>
              <p14:nvPr/>
            </p14:nvContentPartPr>
            <p14:xfrm>
              <a:off x="9981103" y="2957633"/>
              <a:ext cx="107280" cy="13248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5D005900-FFE0-7CC1-D7F4-F21B56FECEF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950503" y="2927033"/>
                <a:ext cx="16848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F71FCA17-AE01-67B0-5F6F-A5F022B58B6D}"/>
                  </a:ext>
                </a:extLst>
              </p14:cNvPr>
              <p14:cNvContentPartPr/>
              <p14:nvPr/>
            </p14:nvContentPartPr>
            <p14:xfrm>
              <a:off x="4077823" y="1907873"/>
              <a:ext cx="440280" cy="27936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F71FCA17-AE01-67B0-5F6F-A5F022B58B6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062343" y="1892413"/>
                <a:ext cx="470880" cy="3099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D4CAE77D-88D7-88AC-4E55-CEC99564CAD1}"/>
                  </a:ext>
                </a:extLst>
              </p14:cNvPr>
              <p14:cNvContentPartPr/>
              <p14:nvPr/>
            </p14:nvContentPartPr>
            <p14:xfrm>
              <a:off x="4649863" y="2103353"/>
              <a:ext cx="94680" cy="14436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D4CAE77D-88D7-88AC-4E55-CEC99564CAD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634383" y="2088233"/>
                <a:ext cx="125280" cy="17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9400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FCE171D-51B1-4383-8936-386A47481D58}"/>
                  </a:ext>
                </a:extLst>
              </p14:cNvPr>
              <p14:cNvContentPartPr/>
              <p14:nvPr/>
            </p14:nvContentPartPr>
            <p14:xfrm>
              <a:off x="5655703" y="153233"/>
              <a:ext cx="2257200" cy="363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FCE171D-51B1-4383-8936-386A47481D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4743" y="122273"/>
                <a:ext cx="231840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42E5516-344E-5156-0496-68B8D88F5BDF}"/>
                  </a:ext>
                </a:extLst>
              </p14:cNvPr>
              <p14:cNvContentPartPr/>
              <p14:nvPr/>
            </p14:nvContentPartPr>
            <p14:xfrm>
              <a:off x="286663" y="1511153"/>
              <a:ext cx="2221920" cy="101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42E5516-344E-5156-0496-68B8D88F5B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663" y="1493153"/>
                <a:ext cx="225756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FAB57A6-10CF-9CB2-5468-AF08D341FB65}"/>
                  </a:ext>
                </a:extLst>
              </p14:cNvPr>
              <p14:cNvContentPartPr/>
              <p14:nvPr/>
            </p14:nvContentPartPr>
            <p14:xfrm>
              <a:off x="267583" y="182753"/>
              <a:ext cx="4973760" cy="1247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FAB57A6-10CF-9CB2-5468-AF08D341FB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6623" y="151793"/>
                <a:ext cx="5034960" cy="13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A67A07B-9F94-9073-781B-5BC9E87CBA17}"/>
                  </a:ext>
                </a:extLst>
              </p14:cNvPr>
              <p14:cNvContentPartPr/>
              <p14:nvPr/>
            </p14:nvContentPartPr>
            <p14:xfrm>
              <a:off x="802183" y="5528753"/>
              <a:ext cx="465120" cy="4579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A67A07B-9F94-9073-781B-5BC9E87CBA1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1223" y="5497793"/>
                <a:ext cx="526320" cy="51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4DBB1D0-CC08-780D-BB39-F287AD110A02}"/>
                  </a:ext>
                </a:extLst>
              </p14:cNvPr>
              <p14:cNvContentPartPr/>
              <p14:nvPr/>
            </p14:nvContentPartPr>
            <p14:xfrm>
              <a:off x="933943" y="5666993"/>
              <a:ext cx="126000" cy="189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4DBB1D0-CC08-780D-BB39-F287AD110A0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03343" y="5636393"/>
                <a:ext cx="18756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4C081C2-4ACF-1DCA-49BC-4ED004C9B96A}"/>
                  </a:ext>
                </a:extLst>
              </p14:cNvPr>
              <p14:cNvContentPartPr/>
              <p14:nvPr/>
            </p14:nvContentPartPr>
            <p14:xfrm>
              <a:off x="3285463" y="5679593"/>
              <a:ext cx="509400" cy="3931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4C081C2-4ACF-1DCA-49BC-4ED004C9B96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254885" y="5648993"/>
                <a:ext cx="570557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F4C1DD2-6C22-5CE1-9D2C-7B14AC09D915}"/>
                  </a:ext>
                </a:extLst>
              </p14:cNvPr>
              <p14:cNvContentPartPr/>
              <p14:nvPr/>
            </p14:nvContentPartPr>
            <p14:xfrm>
              <a:off x="2691823" y="5597873"/>
              <a:ext cx="223200" cy="3182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F4C1DD2-6C22-5CE1-9D2C-7B14AC09D91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660863" y="5567273"/>
                <a:ext cx="28440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DC26B0B-8C1D-90D9-A5D2-4E694BA0B080}"/>
                  </a:ext>
                </a:extLst>
              </p14:cNvPr>
              <p14:cNvContentPartPr/>
              <p14:nvPr/>
            </p14:nvContentPartPr>
            <p14:xfrm>
              <a:off x="1543783" y="5616953"/>
              <a:ext cx="786600" cy="3139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DC26B0B-8C1D-90D9-A5D2-4E694BA0B08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13169" y="5586353"/>
                <a:ext cx="847828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E77C3DD-E6FA-4A1D-47D3-7359FC0B7EC9}"/>
                  </a:ext>
                </a:extLst>
              </p14:cNvPr>
              <p14:cNvContentPartPr/>
              <p14:nvPr/>
            </p14:nvContentPartPr>
            <p14:xfrm>
              <a:off x="3857503" y="5466833"/>
              <a:ext cx="905760" cy="543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E77C3DD-E6FA-4A1D-47D3-7359FC0B7EC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826903" y="5435873"/>
                <a:ext cx="966960" cy="60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40C6A7B-4133-E5DB-F23B-8E8E92BB9A07}"/>
                  </a:ext>
                </a:extLst>
              </p14:cNvPr>
              <p14:cNvContentPartPr/>
              <p14:nvPr/>
            </p14:nvContentPartPr>
            <p14:xfrm>
              <a:off x="4851823" y="5431913"/>
              <a:ext cx="898560" cy="3103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40C6A7B-4133-E5DB-F23B-8E8E92BB9A0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820863" y="5400989"/>
                <a:ext cx="960120" cy="3714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264EFAD-7657-7B97-B413-6D46C26349D8}"/>
                  </a:ext>
                </a:extLst>
              </p14:cNvPr>
              <p14:cNvContentPartPr/>
              <p14:nvPr/>
            </p14:nvContentPartPr>
            <p14:xfrm>
              <a:off x="2210503" y="6157673"/>
              <a:ext cx="672840" cy="2707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264EFAD-7657-7B97-B413-6D46C26349D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79560" y="6126713"/>
                <a:ext cx="734007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D49DA81-1D13-5EA9-8A2E-63C2FFD564E2}"/>
                  </a:ext>
                </a:extLst>
              </p14:cNvPr>
              <p14:cNvContentPartPr/>
              <p14:nvPr/>
            </p14:nvContentPartPr>
            <p14:xfrm>
              <a:off x="1493743" y="6113393"/>
              <a:ext cx="358560" cy="3510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D49DA81-1D13-5EA9-8A2E-63C2FFD564E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463143" y="6082793"/>
                <a:ext cx="42012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1AEC844-B358-CD7F-658F-C41A41021A8C}"/>
                  </a:ext>
                </a:extLst>
              </p14:cNvPr>
              <p14:cNvContentPartPr/>
              <p14:nvPr/>
            </p14:nvContentPartPr>
            <p14:xfrm>
              <a:off x="2763463" y="6188993"/>
              <a:ext cx="132480" cy="882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1AEC844-B358-CD7F-658F-C41A41021A8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732863" y="6158393"/>
                <a:ext cx="1936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E71371B-EC49-5C25-A251-E84B81B90E73}"/>
                  </a:ext>
                </a:extLst>
              </p14:cNvPr>
              <p14:cNvContentPartPr/>
              <p14:nvPr/>
            </p14:nvContentPartPr>
            <p14:xfrm>
              <a:off x="1591483" y="3829745"/>
              <a:ext cx="546480" cy="2646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E71371B-EC49-5C25-A251-E84B81B90E7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576013" y="3814244"/>
                <a:ext cx="577060" cy="2952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2C01F1A4-02F8-86BE-10C4-AF90EACEC07B}"/>
                  </a:ext>
                </a:extLst>
              </p14:cNvPr>
              <p14:cNvContentPartPr/>
              <p14:nvPr/>
            </p14:nvContentPartPr>
            <p14:xfrm>
              <a:off x="1935643" y="3641389"/>
              <a:ext cx="145080" cy="15120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2C01F1A4-02F8-86BE-10C4-AF90EACEC07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920163" y="3625909"/>
                <a:ext cx="17568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E3F7CAC8-010B-90B8-6733-781456835A83}"/>
                  </a:ext>
                </a:extLst>
              </p14:cNvPr>
              <p14:cNvContentPartPr/>
              <p14:nvPr/>
            </p14:nvContentPartPr>
            <p14:xfrm>
              <a:off x="3092323" y="2107069"/>
              <a:ext cx="698400" cy="51588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E3F7CAC8-010B-90B8-6733-781456835A8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076843" y="2091589"/>
                <a:ext cx="729000" cy="54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8EC3DD74-A94A-062B-3868-6D5DAE683DC7}"/>
                  </a:ext>
                </a:extLst>
              </p14:cNvPr>
              <p14:cNvContentPartPr/>
              <p14:nvPr/>
            </p14:nvContentPartPr>
            <p14:xfrm>
              <a:off x="313843" y="1871036"/>
              <a:ext cx="4206240" cy="299340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8EC3DD74-A94A-062B-3868-6D5DAE683DC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82883" y="1840076"/>
                <a:ext cx="4267440" cy="30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65B4231-ED05-CF3A-CD28-94E077C095EF}"/>
                  </a:ext>
                </a:extLst>
              </p14:cNvPr>
              <p14:cNvContentPartPr/>
              <p14:nvPr/>
            </p14:nvContentPartPr>
            <p14:xfrm>
              <a:off x="1729003" y="2647865"/>
              <a:ext cx="616680" cy="3841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65B4231-ED05-CF3A-CD28-94E077C095E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713523" y="2632385"/>
                <a:ext cx="64728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F51DA4BE-0DC2-7F86-69C0-BE95D962681F}"/>
                  </a:ext>
                </a:extLst>
              </p14:cNvPr>
              <p14:cNvContentPartPr/>
              <p14:nvPr/>
            </p14:nvContentPartPr>
            <p14:xfrm>
              <a:off x="2822863" y="2875076"/>
              <a:ext cx="415440" cy="5590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F51DA4BE-0DC2-7F86-69C0-BE95D962681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807383" y="2859596"/>
                <a:ext cx="446040" cy="58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843426D-6746-55DC-4CC3-7142908DC369}"/>
                  </a:ext>
                </a:extLst>
              </p14:cNvPr>
              <p14:cNvContentPartPr/>
              <p14:nvPr/>
            </p14:nvContentPartPr>
            <p14:xfrm>
              <a:off x="1481143" y="2124593"/>
              <a:ext cx="113400" cy="1476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843426D-6746-55DC-4CC3-7142908DC36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465712" y="2109113"/>
                <a:ext cx="143903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94F62D20-C1D8-6A82-7C8D-B6EEF88FFC91}"/>
                  </a:ext>
                </a:extLst>
              </p14:cNvPr>
              <p14:cNvContentPartPr/>
              <p14:nvPr/>
            </p14:nvContentPartPr>
            <p14:xfrm>
              <a:off x="1757623" y="2498273"/>
              <a:ext cx="100800" cy="1512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94F62D20-C1D8-6A82-7C8D-B6EEF88FFC9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742143" y="2482793"/>
                <a:ext cx="1314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8E8D0890-EECF-291F-96F2-4020A1591844}"/>
                  </a:ext>
                </a:extLst>
              </p14:cNvPr>
              <p14:cNvContentPartPr/>
              <p14:nvPr/>
            </p14:nvContentPartPr>
            <p14:xfrm>
              <a:off x="1996663" y="2900753"/>
              <a:ext cx="107280" cy="18900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8E8D0890-EECF-291F-96F2-4020A159184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981183" y="2885273"/>
                <a:ext cx="13788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9D686FD-5386-93ED-5701-CE2FDAC0B76E}"/>
                  </a:ext>
                </a:extLst>
              </p14:cNvPr>
              <p14:cNvContentPartPr/>
              <p14:nvPr/>
            </p14:nvContentPartPr>
            <p14:xfrm>
              <a:off x="2423983" y="3535793"/>
              <a:ext cx="302400" cy="3589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9D686FD-5386-93ED-5701-CE2FDAC0B76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408485" y="3520297"/>
                <a:ext cx="333036" cy="3895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D42E603E-F4A7-101E-D66F-E89B13BF88C8}"/>
                  </a:ext>
                </a:extLst>
              </p14:cNvPr>
              <p14:cNvContentPartPr/>
              <p14:nvPr/>
            </p14:nvContentPartPr>
            <p14:xfrm>
              <a:off x="2882983" y="4089113"/>
              <a:ext cx="88560" cy="885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D42E603E-F4A7-101E-D66F-E89B13BF88C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867440" y="4073633"/>
                <a:ext cx="119285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C0E3FE9B-EF27-E073-6414-3FAA622D51E0}"/>
                  </a:ext>
                </a:extLst>
              </p14:cNvPr>
              <p14:cNvContentPartPr/>
              <p14:nvPr/>
            </p14:nvContentPartPr>
            <p14:xfrm>
              <a:off x="2206723" y="2787713"/>
              <a:ext cx="695700" cy="659276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C0E3FE9B-EF27-E073-6414-3FAA622D51E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191247" y="2772239"/>
                <a:ext cx="726292" cy="6898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19198A66-7024-5EA3-E406-6DEC90B87443}"/>
                  </a:ext>
                </a:extLst>
              </p14:cNvPr>
              <p14:cNvContentPartPr/>
              <p14:nvPr/>
            </p14:nvContentPartPr>
            <p14:xfrm>
              <a:off x="4077823" y="1907873"/>
              <a:ext cx="666720" cy="3398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19198A66-7024-5EA3-E406-6DEC90B87443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062343" y="1892393"/>
                <a:ext cx="69732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283148AB-695A-BCA7-5808-6FA9DCB199CB}"/>
                  </a:ext>
                </a:extLst>
              </p14:cNvPr>
              <p14:cNvContentPartPr/>
              <p14:nvPr/>
            </p14:nvContentPartPr>
            <p14:xfrm>
              <a:off x="1185560" y="4043509"/>
              <a:ext cx="492683" cy="407579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283148AB-695A-BCA7-5808-6FA9DCB199CB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170085" y="4028027"/>
                <a:ext cx="523273" cy="4381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FC738CAC-B549-76E5-22BF-97BA1F26EEBE}"/>
                  </a:ext>
                </a:extLst>
              </p14:cNvPr>
              <p14:cNvContentPartPr/>
              <p14:nvPr/>
            </p14:nvContentPartPr>
            <p14:xfrm>
              <a:off x="3122023" y="4359473"/>
              <a:ext cx="918000" cy="49716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FC738CAC-B549-76E5-22BF-97BA1F26EEBE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106543" y="4343993"/>
                <a:ext cx="948600" cy="52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635453B-2A11-E2CD-D6E7-10C817713C30}"/>
                  </a:ext>
                </a:extLst>
              </p14:cNvPr>
              <p14:cNvContentPartPr/>
              <p14:nvPr/>
            </p14:nvContentPartPr>
            <p14:xfrm rot="2547879">
              <a:off x="7097841" y="2249272"/>
              <a:ext cx="3558960" cy="2948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635453B-2A11-E2CD-D6E7-10C817713C30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 rot="2547879">
                <a:off x="7082361" y="2233792"/>
                <a:ext cx="3589560" cy="29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2F83063-E82E-4969-790E-B6241556976E}"/>
                  </a:ext>
                </a:extLst>
              </p14:cNvPr>
              <p14:cNvContentPartPr/>
              <p14:nvPr/>
            </p14:nvContentPartPr>
            <p14:xfrm>
              <a:off x="7426138" y="3252724"/>
              <a:ext cx="538560" cy="1828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2F83063-E82E-4969-790E-B6241556976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410658" y="3237574"/>
                <a:ext cx="569160" cy="213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029371C-9EDB-04CF-2043-66F3C5509B26}"/>
                  </a:ext>
                </a:extLst>
              </p14:cNvPr>
              <p14:cNvContentPartPr/>
              <p14:nvPr/>
            </p14:nvContentPartPr>
            <p14:xfrm>
              <a:off x="8292298" y="3125644"/>
              <a:ext cx="204480" cy="172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029371C-9EDB-04CF-2043-66F3C5509B26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8276818" y="3110524"/>
                <a:ext cx="2350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1F898DD-8463-A6E1-D5CD-2B58AD2E499B}"/>
                  </a:ext>
                </a:extLst>
              </p14:cNvPr>
              <p14:cNvContentPartPr/>
              <p14:nvPr/>
            </p14:nvContentPartPr>
            <p14:xfrm>
              <a:off x="8298418" y="3484564"/>
              <a:ext cx="154800" cy="1605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1F898DD-8463-A6E1-D5CD-2B58AD2E499B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283333" y="3469084"/>
                <a:ext cx="18497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333C2F7-AB67-A764-89B4-80F6C4C7D492}"/>
                  </a:ext>
                </a:extLst>
              </p14:cNvPr>
              <p14:cNvContentPartPr/>
              <p14:nvPr/>
            </p14:nvContentPartPr>
            <p14:xfrm>
              <a:off x="8310658" y="3386284"/>
              <a:ext cx="149040" cy="1357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333C2F7-AB67-A764-89B4-80F6C4C7D492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8295501" y="3370804"/>
                <a:ext cx="179714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420ED2F-FBED-2CCD-8B50-37BCB5C7851C}"/>
                  </a:ext>
                </a:extLst>
              </p14:cNvPr>
              <p14:cNvContentPartPr/>
              <p14:nvPr/>
            </p14:nvContentPartPr>
            <p14:xfrm>
              <a:off x="8286178" y="3403924"/>
              <a:ext cx="155160" cy="1555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420ED2F-FBED-2CCD-8B50-37BCB5C7851C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270698" y="3388769"/>
                <a:ext cx="185400" cy="1858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17E847D-8633-FC48-B26A-29FB13C65D8E}"/>
                  </a:ext>
                </a:extLst>
              </p14:cNvPr>
              <p14:cNvContentPartPr/>
              <p14:nvPr/>
            </p14:nvContentPartPr>
            <p14:xfrm>
              <a:off x="8273578" y="3716044"/>
              <a:ext cx="148680" cy="1522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17E847D-8633-FC48-B26A-29FB13C65D8E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258458" y="3700924"/>
                <a:ext cx="17928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8862467-4006-2D3C-B2E7-A547A7EACE7D}"/>
                  </a:ext>
                </a:extLst>
              </p14:cNvPr>
              <p14:cNvContentPartPr/>
              <p14:nvPr/>
            </p14:nvContentPartPr>
            <p14:xfrm>
              <a:off x="8286538" y="3546484"/>
              <a:ext cx="154440" cy="1177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8862467-4006-2D3C-B2E7-A547A7EACE7D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271418" y="3531051"/>
                <a:ext cx="184680" cy="1478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F400181-89F9-478B-D983-94948779B7B2}"/>
                  </a:ext>
                </a:extLst>
              </p14:cNvPr>
              <p14:cNvContentPartPr/>
              <p14:nvPr/>
            </p14:nvContentPartPr>
            <p14:xfrm>
              <a:off x="9244858" y="3193684"/>
              <a:ext cx="179640" cy="1303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F400181-89F9-478B-D983-94948779B7B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229738" y="3178564"/>
                <a:ext cx="21024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9D0D744-EE3F-FBAD-483D-B081CA51FECD}"/>
                  </a:ext>
                </a:extLst>
              </p14:cNvPr>
              <p14:cNvContentPartPr/>
              <p14:nvPr/>
            </p14:nvContentPartPr>
            <p14:xfrm>
              <a:off x="8849218" y="3181444"/>
              <a:ext cx="161280" cy="1674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9D0D744-EE3F-FBAD-483D-B081CA51FECD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833738" y="3165964"/>
                <a:ext cx="19188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0322371-8A8E-3A13-016C-AFFA09794B08}"/>
                  </a:ext>
                </a:extLst>
              </p14:cNvPr>
              <p14:cNvContentPartPr/>
              <p14:nvPr/>
            </p14:nvContentPartPr>
            <p14:xfrm>
              <a:off x="9065578" y="3181444"/>
              <a:ext cx="167400" cy="1735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0322371-8A8E-3A13-016C-AFFA09794B08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050458" y="3165964"/>
                <a:ext cx="1980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00CDF8C-67CB-E0E3-3813-ACB4706B675B}"/>
                  </a:ext>
                </a:extLst>
              </p14:cNvPr>
              <p14:cNvContentPartPr/>
              <p14:nvPr/>
            </p14:nvContentPartPr>
            <p14:xfrm>
              <a:off x="8446738" y="2525524"/>
              <a:ext cx="142920" cy="1486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00CDF8C-67CB-E0E3-3813-ACB4706B675B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431580" y="2510404"/>
                <a:ext cx="173597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5CBF1F5-C8EF-7CAF-B5F8-8338E6C2C63C}"/>
                  </a:ext>
                </a:extLst>
              </p14:cNvPr>
              <p14:cNvContentPartPr/>
              <p14:nvPr/>
            </p14:nvContentPartPr>
            <p14:xfrm>
              <a:off x="8366458" y="2873284"/>
              <a:ext cx="167400" cy="1414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5CBF1F5-C8EF-7CAF-B5F8-8338E6C2C63C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351338" y="2858125"/>
                <a:ext cx="198000" cy="1721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C6D1FA8-BEC4-3654-794C-867889CE35AE}"/>
                  </a:ext>
                </a:extLst>
              </p14:cNvPr>
              <p14:cNvContentPartPr/>
              <p14:nvPr/>
            </p14:nvContentPartPr>
            <p14:xfrm>
              <a:off x="8428378" y="2637484"/>
              <a:ext cx="154800" cy="1299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C6D1FA8-BEC4-3654-794C-867889CE35AE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413293" y="2622322"/>
                <a:ext cx="184970" cy="160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89089DA-C77A-B6B5-EDEF-8631210ACC58}"/>
                  </a:ext>
                </a:extLst>
              </p14:cNvPr>
              <p14:cNvContentPartPr/>
              <p14:nvPr/>
            </p14:nvContentPartPr>
            <p14:xfrm>
              <a:off x="8576698" y="3168844"/>
              <a:ext cx="192240" cy="1735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89089DA-C77A-B6B5-EDEF-8631210ACC58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8561578" y="3153724"/>
                <a:ext cx="22248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0A85964-DEAC-EF0B-4EC6-F8BBD1958D4E}"/>
                  </a:ext>
                </a:extLst>
              </p14:cNvPr>
              <p14:cNvContentPartPr/>
              <p14:nvPr/>
            </p14:nvContentPartPr>
            <p14:xfrm>
              <a:off x="8106538" y="3230764"/>
              <a:ext cx="118080" cy="1429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0A85964-DEAC-EF0B-4EC6-F8BBD1958D4E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8091418" y="3215606"/>
                <a:ext cx="148320" cy="173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18D4A73A-0D3B-0ACD-E847-077E21D5E3EE}"/>
                  </a:ext>
                </a:extLst>
              </p14:cNvPr>
              <p14:cNvContentPartPr/>
              <p14:nvPr/>
            </p14:nvContentPartPr>
            <p14:xfrm>
              <a:off x="8088178" y="2494564"/>
              <a:ext cx="260280" cy="6253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18D4A73A-0D3B-0ACD-E847-077E21D5E3EE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8072698" y="2479444"/>
                <a:ext cx="290880" cy="65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21D16CD-039D-6774-BBF3-8B7016D24CEE}"/>
                  </a:ext>
                </a:extLst>
              </p14:cNvPr>
              <p14:cNvContentPartPr/>
              <p14:nvPr/>
            </p14:nvContentPartPr>
            <p14:xfrm>
              <a:off x="8502538" y="2624524"/>
              <a:ext cx="365400" cy="5572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21D16CD-039D-6774-BBF3-8B7016D24CEE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8487418" y="2609404"/>
                <a:ext cx="396000" cy="58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AD9E9A59-101D-4BB3-793C-787C7099BB19}"/>
                  </a:ext>
                </a:extLst>
              </p14:cNvPr>
              <p14:cNvContentPartPr/>
              <p14:nvPr/>
            </p14:nvContentPartPr>
            <p14:xfrm>
              <a:off x="7450618" y="3032764"/>
              <a:ext cx="99360" cy="1054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AD9E9A59-101D-4BB3-793C-787C7099BB19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7435498" y="3017644"/>
                <a:ext cx="1299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22AD6CB-DBC9-27E4-CA7C-A56D35F0E4BD}"/>
                  </a:ext>
                </a:extLst>
              </p14:cNvPr>
              <p14:cNvContentPartPr/>
              <p14:nvPr/>
            </p14:nvContentPartPr>
            <p14:xfrm>
              <a:off x="7580578" y="3540364"/>
              <a:ext cx="118080" cy="1054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22AD6CB-DBC9-27E4-CA7C-A56D35F0E4BD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7565458" y="3524884"/>
                <a:ext cx="14832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AD7E9ED-EE18-7E8B-22ED-C376A0EC8F37}"/>
                  </a:ext>
                </a:extLst>
              </p14:cNvPr>
              <p14:cNvContentPartPr/>
              <p14:nvPr/>
            </p14:nvContentPartPr>
            <p14:xfrm>
              <a:off x="7784698" y="3490684"/>
              <a:ext cx="161280" cy="1116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AD7E9ED-EE18-7E8B-22ED-C376A0EC8F37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7769578" y="3475564"/>
                <a:ext cx="19188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B1325187-1349-3E34-6041-801A79387F42}"/>
                  </a:ext>
                </a:extLst>
              </p14:cNvPr>
              <p14:cNvContentPartPr/>
              <p14:nvPr/>
            </p14:nvContentPartPr>
            <p14:xfrm>
              <a:off x="8873698" y="3768964"/>
              <a:ext cx="105480" cy="1116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B1325187-1349-3E34-6041-801A79387F42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8858578" y="3753844"/>
                <a:ext cx="13608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7DE135E-509C-22E3-1F3B-11DD6936B006}"/>
                  </a:ext>
                </a:extLst>
              </p14:cNvPr>
              <p14:cNvContentPartPr/>
              <p14:nvPr/>
            </p14:nvContentPartPr>
            <p14:xfrm>
              <a:off x="9238738" y="3496804"/>
              <a:ext cx="118080" cy="993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7DE135E-509C-22E3-1F3B-11DD6936B006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9223618" y="3481684"/>
                <a:ext cx="14832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2D792440-F562-3BD1-877D-9B54260DCF96}"/>
                  </a:ext>
                </a:extLst>
              </p14:cNvPr>
              <p14:cNvContentPartPr/>
              <p14:nvPr/>
            </p14:nvContentPartPr>
            <p14:xfrm>
              <a:off x="9034618" y="3527764"/>
              <a:ext cx="124200" cy="1054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2D792440-F562-3BD1-877D-9B54260DCF96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9019498" y="3512644"/>
                <a:ext cx="15444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DEA1522-66EB-C577-BEC2-C845C49D543E}"/>
                  </a:ext>
                </a:extLst>
              </p14:cNvPr>
              <p14:cNvContentPartPr/>
              <p14:nvPr/>
            </p14:nvContentPartPr>
            <p14:xfrm>
              <a:off x="8508658" y="3772564"/>
              <a:ext cx="19080" cy="93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DEA1522-66EB-C577-BEC2-C845C49D543E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8493538" y="3757444"/>
                <a:ext cx="4932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D6030817-D707-BFD6-B7D8-09C969172770}"/>
                  </a:ext>
                </a:extLst>
              </p14:cNvPr>
              <p14:cNvContentPartPr/>
              <p14:nvPr/>
            </p14:nvContentPartPr>
            <p14:xfrm>
              <a:off x="8552218" y="3775444"/>
              <a:ext cx="56160" cy="190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D6030817-D707-BFD6-B7D8-09C969172770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8536738" y="3759964"/>
                <a:ext cx="864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047BA709-6812-68B2-283E-AD470A0F8FDF}"/>
                  </a:ext>
                </a:extLst>
              </p14:cNvPr>
              <p14:cNvContentPartPr/>
              <p14:nvPr/>
            </p14:nvContentPartPr>
            <p14:xfrm>
              <a:off x="8731498" y="3793804"/>
              <a:ext cx="68400" cy="64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047BA709-6812-68B2-283E-AD470A0F8FDF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8716378" y="3778684"/>
                <a:ext cx="990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A8C7906F-EE04-E1B3-B7EE-23E9B657A794}"/>
                  </a:ext>
                </a:extLst>
              </p14:cNvPr>
              <p14:cNvContentPartPr/>
              <p14:nvPr/>
            </p14:nvContentPartPr>
            <p14:xfrm>
              <a:off x="8892418" y="3406804"/>
              <a:ext cx="12600" cy="532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A8C7906F-EE04-E1B3-B7EE-23E9B657A794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8876938" y="3391684"/>
                <a:ext cx="4320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FFCF1852-A72B-1753-4DCE-F8F193D1AE68}"/>
                  </a:ext>
                </a:extLst>
              </p14:cNvPr>
              <p14:cNvContentPartPr/>
              <p14:nvPr/>
            </p14:nvContentPartPr>
            <p14:xfrm>
              <a:off x="8898538" y="3562324"/>
              <a:ext cx="19080" cy="1206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FFCF1852-A72B-1753-4DCE-F8F193D1AE68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8883418" y="3546844"/>
                <a:ext cx="493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A4A03CAF-5FD6-595E-D5ED-213BAE958E2E}"/>
                  </a:ext>
                </a:extLst>
              </p14:cNvPr>
              <p14:cNvContentPartPr/>
              <p14:nvPr/>
            </p14:nvContentPartPr>
            <p14:xfrm>
              <a:off x="8892418" y="3725764"/>
              <a:ext cx="6480" cy="64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A4A03CAF-5FD6-595E-D5ED-213BAE958E2E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8876938" y="3710644"/>
                <a:ext cx="370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C8F1BAA6-C67F-9C01-099E-1CA697CCECD8}"/>
                  </a:ext>
                </a:extLst>
              </p14:cNvPr>
              <p14:cNvContentPartPr/>
              <p14:nvPr/>
            </p14:nvContentPartPr>
            <p14:xfrm>
              <a:off x="8508658" y="3595804"/>
              <a:ext cx="56160" cy="64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C8F1BAA6-C67F-9C01-099E-1CA697CCECD8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8493538" y="3580684"/>
                <a:ext cx="864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821F3E53-1669-D74D-BA0E-9F6D66409C9D}"/>
                  </a:ext>
                </a:extLst>
              </p14:cNvPr>
              <p14:cNvContentPartPr/>
              <p14:nvPr/>
            </p14:nvContentPartPr>
            <p14:xfrm>
              <a:off x="8780818" y="3601924"/>
              <a:ext cx="74520" cy="64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821F3E53-1669-D74D-BA0E-9F6D66409C9D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8765698" y="3586804"/>
                <a:ext cx="1051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F0868E30-4CA3-C952-ADCE-A19855B88C2C}"/>
                  </a:ext>
                </a:extLst>
              </p14:cNvPr>
              <p14:cNvContentPartPr/>
              <p14:nvPr/>
            </p14:nvContentPartPr>
            <p14:xfrm>
              <a:off x="8960458" y="3589684"/>
              <a:ext cx="37440" cy="190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F0868E30-4CA3-C952-ADCE-A19855B88C2C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8945338" y="3574564"/>
                <a:ext cx="6804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9BED455-96FB-7B97-FE7F-7E2EB4464DBC}"/>
                  </a:ext>
                </a:extLst>
              </p14:cNvPr>
              <p14:cNvContentPartPr/>
              <p14:nvPr/>
            </p14:nvContentPartPr>
            <p14:xfrm>
              <a:off x="9096538" y="3372964"/>
              <a:ext cx="360" cy="5616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9BED455-96FB-7B97-FE7F-7E2EB4464DBC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9081418" y="3357844"/>
                <a:ext cx="3096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CB73109A-2313-3221-240A-78157873D07B}"/>
                  </a:ext>
                </a:extLst>
              </p14:cNvPr>
              <p14:cNvContentPartPr/>
              <p14:nvPr/>
            </p14:nvContentPartPr>
            <p14:xfrm>
              <a:off x="9084298" y="3428764"/>
              <a:ext cx="6480" cy="561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CB73109A-2313-3221-240A-78157873D07B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9068818" y="3413644"/>
                <a:ext cx="370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44FD6326-6EBC-C943-BE83-F34EB5926F84}"/>
                  </a:ext>
                </a:extLst>
              </p14:cNvPr>
              <p14:cNvContentPartPr/>
              <p14:nvPr/>
            </p14:nvContentPartPr>
            <p14:xfrm>
              <a:off x="8472298" y="3490684"/>
              <a:ext cx="86400" cy="64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44FD6326-6EBC-C943-BE83-F34EB5926F84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8457178" y="3475564"/>
                <a:ext cx="1166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1760DD8D-ABBA-FF3B-752C-EF94EF413C6E}"/>
                  </a:ext>
                </a:extLst>
              </p14:cNvPr>
              <p14:cNvContentPartPr/>
              <p14:nvPr/>
            </p14:nvContentPartPr>
            <p14:xfrm>
              <a:off x="8688298" y="3484564"/>
              <a:ext cx="37440" cy="648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1760DD8D-ABBA-FF3B-752C-EF94EF413C6E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8672818" y="3469084"/>
                <a:ext cx="680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DE9F85E2-261B-DC65-95C1-E60F9B10AFC5}"/>
                  </a:ext>
                </a:extLst>
              </p14:cNvPr>
              <p14:cNvContentPartPr/>
              <p14:nvPr/>
            </p14:nvContentPartPr>
            <p14:xfrm>
              <a:off x="9059458" y="3496804"/>
              <a:ext cx="68400" cy="2520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DE9F85E2-261B-DC65-95C1-E60F9B10AFC5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9043978" y="3481684"/>
                <a:ext cx="990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51638A7E-6DE2-4021-F990-A58E86E3BFEB}"/>
                  </a:ext>
                </a:extLst>
              </p14:cNvPr>
              <p14:cNvContentPartPr/>
              <p14:nvPr/>
            </p14:nvContentPartPr>
            <p14:xfrm>
              <a:off x="9257458" y="3361444"/>
              <a:ext cx="6480" cy="9864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51638A7E-6DE2-4021-F990-A58E86E3BFEB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9241978" y="3346324"/>
                <a:ext cx="3708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BBBCC1F9-3C31-E175-5D3D-11AD71A50279}"/>
                  </a:ext>
                </a:extLst>
              </p14:cNvPr>
              <p14:cNvContentPartPr/>
              <p14:nvPr/>
            </p14:nvContentPartPr>
            <p14:xfrm>
              <a:off x="7370338" y="5612884"/>
              <a:ext cx="483120" cy="46800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BBBCC1F9-3C31-E175-5D3D-11AD71A50279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7339738" y="5582284"/>
                <a:ext cx="544320" cy="52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2AA36AA3-E467-F676-093B-C0D3914DE62A}"/>
                  </a:ext>
                </a:extLst>
              </p14:cNvPr>
              <p14:cNvContentPartPr/>
              <p14:nvPr/>
            </p14:nvContentPartPr>
            <p14:xfrm>
              <a:off x="8143618" y="5743564"/>
              <a:ext cx="25200" cy="28080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2AA36AA3-E467-F676-093B-C0D3914DE62A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8113018" y="5712604"/>
                <a:ext cx="8640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00F7578E-AEE8-4825-6D67-291D7733AFC9}"/>
                  </a:ext>
                </a:extLst>
              </p14:cNvPr>
              <p14:cNvContentPartPr/>
              <p14:nvPr/>
            </p14:nvContentPartPr>
            <p14:xfrm>
              <a:off x="8279698" y="6122284"/>
              <a:ext cx="1017720" cy="51444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00F7578E-AEE8-4825-6D67-291D7733AFC9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8249098" y="6091684"/>
                <a:ext cx="1079280" cy="57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56881A53-362B-4CC5-7888-0C32EAF94FCB}"/>
                  </a:ext>
                </a:extLst>
              </p14:cNvPr>
              <p14:cNvContentPartPr/>
              <p14:nvPr/>
            </p14:nvContentPartPr>
            <p14:xfrm>
              <a:off x="10259698" y="5526124"/>
              <a:ext cx="1460520" cy="76680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56881A53-362B-4CC5-7888-0C32EAF94FCB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0229098" y="5495524"/>
                <a:ext cx="1521720" cy="82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B2FB5B3D-9DD3-2F05-5357-C1F55AA02B6A}"/>
                  </a:ext>
                </a:extLst>
              </p14:cNvPr>
              <p14:cNvContentPartPr/>
              <p14:nvPr/>
            </p14:nvContentPartPr>
            <p14:xfrm>
              <a:off x="9241618" y="5668684"/>
              <a:ext cx="566640" cy="33804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B2FB5B3D-9DD3-2F05-5357-C1F55AA02B6A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9211018" y="5637724"/>
                <a:ext cx="62820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04E1CD74-9DB5-A42A-58E7-3DC314DC5DBE}"/>
                  </a:ext>
                </a:extLst>
              </p14:cNvPr>
              <p14:cNvContentPartPr/>
              <p14:nvPr/>
            </p14:nvContentPartPr>
            <p14:xfrm>
              <a:off x="8100418" y="5668684"/>
              <a:ext cx="922320" cy="32184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04E1CD74-9DB5-A42A-58E7-3DC314DC5DBE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8069818" y="5637759"/>
                <a:ext cx="983520" cy="38297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4278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649231A-6B89-9990-B509-62D56945F884}"/>
                  </a:ext>
                </a:extLst>
              </p14:cNvPr>
              <p14:cNvContentPartPr/>
              <p14:nvPr/>
            </p14:nvContentPartPr>
            <p14:xfrm>
              <a:off x="5655703" y="153233"/>
              <a:ext cx="2257200" cy="36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649231A-6B89-9990-B509-62D56945F8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4743" y="122273"/>
                <a:ext cx="231840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471C70E-0585-B5A5-CAA3-7BCAD401F717}"/>
                  </a:ext>
                </a:extLst>
              </p14:cNvPr>
              <p14:cNvContentPartPr/>
              <p14:nvPr/>
            </p14:nvContentPartPr>
            <p14:xfrm>
              <a:off x="286663" y="1511153"/>
              <a:ext cx="2221920" cy="101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471C70E-0585-B5A5-CAA3-7BCAD401F7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663" y="1493153"/>
                <a:ext cx="225756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572D60D-27DF-7AB9-1A6D-931FB8CD2A91}"/>
                  </a:ext>
                </a:extLst>
              </p14:cNvPr>
              <p14:cNvContentPartPr/>
              <p14:nvPr/>
            </p14:nvContentPartPr>
            <p14:xfrm>
              <a:off x="267583" y="182753"/>
              <a:ext cx="4973760" cy="1247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572D60D-27DF-7AB9-1A6D-931FB8CD2A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6623" y="151793"/>
                <a:ext cx="5034960" cy="13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F7C4180-2278-9340-DB10-4AC830F0713D}"/>
                  </a:ext>
                </a:extLst>
              </p14:cNvPr>
              <p14:cNvContentPartPr/>
              <p14:nvPr/>
            </p14:nvContentPartPr>
            <p14:xfrm>
              <a:off x="418423" y="1817513"/>
              <a:ext cx="2138040" cy="6854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F7C4180-2278-9340-DB10-4AC830F0713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7823" y="1786569"/>
                <a:ext cx="2199240" cy="7466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2672352-F25F-8A72-D598-87D74EADCC81}"/>
                  </a:ext>
                </a:extLst>
              </p14:cNvPr>
              <p14:cNvContentPartPr/>
              <p14:nvPr/>
            </p14:nvContentPartPr>
            <p14:xfrm>
              <a:off x="2681743" y="2542553"/>
              <a:ext cx="119880" cy="64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2672352-F25F-8A72-D598-87D74EADCC8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51143" y="2511953"/>
                <a:ext cx="18108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9A00AB4-FD4D-CF9B-CA88-F9BE11310BEE}"/>
                  </a:ext>
                </a:extLst>
              </p14:cNvPr>
              <p14:cNvContentPartPr/>
              <p14:nvPr/>
            </p14:nvContentPartPr>
            <p14:xfrm>
              <a:off x="2788663" y="1769273"/>
              <a:ext cx="1440360" cy="5558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9A00AB4-FD4D-CF9B-CA88-F9BE11310BE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58055" y="1738313"/>
                <a:ext cx="1501935" cy="61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B6F57CB-E877-E3BC-55EA-EBBEB81B9649}"/>
                  </a:ext>
                </a:extLst>
              </p14:cNvPr>
              <p14:cNvContentPartPr/>
              <p14:nvPr/>
            </p14:nvContentPartPr>
            <p14:xfrm>
              <a:off x="4297783" y="2228273"/>
              <a:ext cx="2540160" cy="4392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B6F57CB-E877-E3BC-55EA-EBBEB81B964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67187" y="2197313"/>
                <a:ext cx="2601351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E71C111-AE97-63A9-C7B3-EBF4223FE306}"/>
                  </a:ext>
                </a:extLst>
              </p14:cNvPr>
              <p14:cNvContentPartPr/>
              <p14:nvPr/>
            </p14:nvContentPartPr>
            <p14:xfrm>
              <a:off x="3084223" y="2379833"/>
              <a:ext cx="829440" cy="4536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E71C111-AE97-63A9-C7B3-EBF4223FE30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53623" y="2348873"/>
                <a:ext cx="891000" cy="51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FF159E3-B9D8-DFFB-77B3-017B98E46817}"/>
                  </a:ext>
                </a:extLst>
              </p14:cNvPr>
              <p14:cNvContentPartPr/>
              <p14:nvPr/>
            </p14:nvContentPartPr>
            <p14:xfrm>
              <a:off x="2688223" y="3145913"/>
              <a:ext cx="107280" cy="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FF159E3-B9D8-DFFB-77B3-017B98E4681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57623" y="3115313"/>
                <a:ext cx="16848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E8F32EF-0FEF-1BA2-7EC3-392551350DF2}"/>
                  </a:ext>
                </a:extLst>
              </p14:cNvPr>
              <p14:cNvContentPartPr/>
              <p14:nvPr/>
            </p14:nvContentPartPr>
            <p14:xfrm>
              <a:off x="4171783" y="2860433"/>
              <a:ext cx="855360" cy="540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E8F32EF-0FEF-1BA2-7EC3-392551350DF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141183" y="2829473"/>
                <a:ext cx="916920" cy="60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60B7B53-331F-7D8A-7620-AEA16C216AA8}"/>
                  </a:ext>
                </a:extLst>
              </p14:cNvPr>
              <p14:cNvContentPartPr/>
              <p14:nvPr/>
            </p14:nvContentPartPr>
            <p14:xfrm>
              <a:off x="3072343" y="3014153"/>
              <a:ext cx="773280" cy="2268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60B7B53-331F-7D8A-7620-AEA16C216AA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041729" y="2983193"/>
                <a:ext cx="834869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9121EF9D-5E7A-FD62-84C1-AF9D17F022B9}"/>
                  </a:ext>
                </a:extLst>
              </p14:cNvPr>
              <p14:cNvContentPartPr/>
              <p14:nvPr/>
            </p14:nvContentPartPr>
            <p14:xfrm>
              <a:off x="9679423" y="2796713"/>
              <a:ext cx="1584720" cy="3805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9121EF9D-5E7A-FD62-84C1-AF9D17F022B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648823" y="2766113"/>
                <a:ext cx="164592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03EC0ECC-99C8-739B-3229-EE618968789F}"/>
                  </a:ext>
                </a:extLst>
              </p14:cNvPr>
              <p14:cNvContentPartPr/>
              <p14:nvPr/>
            </p14:nvContentPartPr>
            <p14:xfrm>
              <a:off x="7145743" y="2747033"/>
              <a:ext cx="2269800" cy="4309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03EC0ECC-99C8-739B-3229-EE618968789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115148" y="2716407"/>
                <a:ext cx="2330990" cy="4925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256BB5A-C45A-DE6C-8A83-DB0C30FFC597}"/>
                  </a:ext>
                </a:extLst>
              </p14:cNvPr>
              <p14:cNvContentPartPr/>
              <p14:nvPr/>
            </p14:nvContentPartPr>
            <p14:xfrm>
              <a:off x="5310103" y="2978513"/>
              <a:ext cx="1370880" cy="2052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256BB5A-C45A-DE6C-8A83-DB0C30FFC59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79143" y="2947553"/>
                <a:ext cx="143244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C926BCC6-C4FB-0487-49FF-DE1DABB8D009}"/>
                  </a:ext>
                </a:extLst>
              </p14:cNvPr>
              <p14:cNvContentPartPr/>
              <p14:nvPr/>
            </p14:nvContentPartPr>
            <p14:xfrm>
              <a:off x="4630783" y="3350753"/>
              <a:ext cx="3232080" cy="59328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C926BCC6-C4FB-0487-49FF-DE1DABB8D00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600183" y="3320153"/>
                <a:ext cx="3293280" cy="65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DB2840EE-332E-CF65-0265-DBE642789003}"/>
                  </a:ext>
                </a:extLst>
              </p14:cNvPr>
              <p14:cNvContentPartPr/>
              <p14:nvPr/>
            </p14:nvContentPartPr>
            <p14:xfrm>
              <a:off x="3185023" y="3476393"/>
              <a:ext cx="886680" cy="2988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DB2840EE-332E-CF65-0265-DBE64278900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154063" y="3445793"/>
                <a:ext cx="9482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BA80234D-40A3-BFD9-F711-31A18FBB5CF4}"/>
                  </a:ext>
                </a:extLst>
              </p14:cNvPr>
              <p14:cNvContentPartPr/>
              <p14:nvPr/>
            </p14:nvContentPartPr>
            <p14:xfrm>
              <a:off x="475303" y="3974633"/>
              <a:ext cx="3030480" cy="79920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BA80234D-40A3-BFD9-F711-31A18FBB5CF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44347" y="3943687"/>
                <a:ext cx="3091673" cy="8603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8DA4EDB5-004F-F56A-9B88-31976E26FB5C}"/>
                  </a:ext>
                </a:extLst>
              </p14:cNvPr>
              <p14:cNvContentPartPr/>
              <p14:nvPr/>
            </p14:nvContentPartPr>
            <p14:xfrm>
              <a:off x="3713143" y="4227353"/>
              <a:ext cx="163800" cy="648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8DA4EDB5-004F-F56A-9B88-31976E26FB5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682183" y="4196753"/>
                <a:ext cx="22500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A1C9B272-E626-75A8-F6C1-820BD72A38CE}"/>
                  </a:ext>
                </a:extLst>
              </p14:cNvPr>
              <p14:cNvContentPartPr/>
              <p14:nvPr/>
            </p14:nvContentPartPr>
            <p14:xfrm>
              <a:off x="4115263" y="4133033"/>
              <a:ext cx="119880" cy="2134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A1C9B272-E626-75A8-F6C1-820BD72A38C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084663" y="4102433"/>
                <a:ext cx="1810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5287643F-85E3-7A26-2919-E9FE285BBA2F}"/>
                  </a:ext>
                </a:extLst>
              </p14:cNvPr>
              <p14:cNvContentPartPr/>
              <p14:nvPr/>
            </p14:nvContentPartPr>
            <p14:xfrm>
              <a:off x="4292023" y="4134473"/>
              <a:ext cx="200880" cy="19404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5287643F-85E3-7A26-2919-E9FE285BBA2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61423" y="4103873"/>
                <a:ext cx="26208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7FDFEB87-64FE-4B01-635A-DBBCC08C8EDB}"/>
                  </a:ext>
                </a:extLst>
              </p14:cNvPr>
              <p14:cNvContentPartPr/>
              <p14:nvPr/>
            </p14:nvContentPartPr>
            <p14:xfrm>
              <a:off x="4574263" y="4145633"/>
              <a:ext cx="144360" cy="45576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7FDFEB87-64FE-4B01-635A-DBBCC08C8ED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543663" y="4115033"/>
                <a:ext cx="205560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92A74520-12BE-94D3-C752-B7AA49473325}"/>
                  </a:ext>
                </a:extLst>
              </p14:cNvPr>
              <p14:cNvContentPartPr/>
              <p14:nvPr/>
            </p14:nvContentPartPr>
            <p14:xfrm>
              <a:off x="4806823" y="4140233"/>
              <a:ext cx="145080" cy="14436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92A74520-12BE-94D3-C752-B7AA4947332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776223" y="4109273"/>
                <a:ext cx="20628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EB48588E-B074-C2D7-0D46-3FBBC7A3204A}"/>
                  </a:ext>
                </a:extLst>
              </p14:cNvPr>
              <p14:cNvContentPartPr/>
              <p14:nvPr/>
            </p14:nvContentPartPr>
            <p14:xfrm>
              <a:off x="5033263" y="4124033"/>
              <a:ext cx="25560" cy="1346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EB48588E-B074-C2D7-0D46-3FBBC7A3204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002663" y="4093433"/>
                <a:ext cx="8676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9B47FA1E-E5D0-0756-156A-9B99812B799D}"/>
                  </a:ext>
                </a:extLst>
              </p14:cNvPr>
              <p14:cNvContentPartPr/>
              <p14:nvPr/>
            </p14:nvContentPartPr>
            <p14:xfrm>
              <a:off x="5096263" y="4008113"/>
              <a:ext cx="6480" cy="2484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9B47FA1E-E5D0-0756-156A-9B99812B799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065663" y="3977513"/>
                <a:ext cx="680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E06934FE-FA3C-08CC-9316-352D8AC652C2}"/>
                  </a:ext>
                </a:extLst>
              </p14:cNvPr>
              <p14:cNvContentPartPr/>
              <p14:nvPr/>
            </p14:nvContentPartPr>
            <p14:xfrm>
              <a:off x="5158903" y="4126913"/>
              <a:ext cx="232920" cy="14148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E06934FE-FA3C-08CC-9316-352D8AC652C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128303" y="4096313"/>
                <a:ext cx="2944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217D6B8A-C01B-1C0D-AC86-CAFB5B193D07}"/>
                  </a:ext>
                </a:extLst>
              </p14:cNvPr>
              <p14:cNvContentPartPr/>
              <p14:nvPr/>
            </p14:nvContentPartPr>
            <p14:xfrm>
              <a:off x="5416663" y="4133753"/>
              <a:ext cx="145080" cy="1414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217D6B8A-C01B-1C0D-AC86-CAFB5B193D0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386063" y="4103153"/>
                <a:ext cx="2062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1BEA2DD9-2D22-6D8B-204D-D723365F969F}"/>
                  </a:ext>
                </a:extLst>
              </p14:cNvPr>
              <p14:cNvContentPartPr/>
              <p14:nvPr/>
            </p14:nvContentPartPr>
            <p14:xfrm>
              <a:off x="5611783" y="4051313"/>
              <a:ext cx="100800" cy="21420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1BEA2DD9-2D22-6D8B-204D-D723365F969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581183" y="4020713"/>
                <a:ext cx="16236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E832B4E8-1D4E-135D-AA30-569130138073}"/>
                  </a:ext>
                </a:extLst>
              </p14:cNvPr>
              <p14:cNvContentPartPr/>
              <p14:nvPr/>
            </p14:nvContentPartPr>
            <p14:xfrm>
              <a:off x="6064303" y="4120433"/>
              <a:ext cx="125280" cy="16380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E832B4E8-1D4E-135D-AA30-56913013807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033703" y="4089833"/>
                <a:ext cx="18684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E15D270B-89AD-7CE7-0392-1DBA930352CD}"/>
                  </a:ext>
                </a:extLst>
              </p14:cNvPr>
              <p14:cNvContentPartPr/>
              <p14:nvPr/>
            </p14:nvContentPartPr>
            <p14:xfrm>
              <a:off x="6272023" y="3907313"/>
              <a:ext cx="107280" cy="35028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E15D270B-89AD-7CE7-0392-1DBA930352C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241063" y="3876713"/>
                <a:ext cx="168480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9A52C0D4-3FF9-8196-202C-CBAA1A2D85F4}"/>
                  </a:ext>
                </a:extLst>
              </p14:cNvPr>
              <p14:cNvContentPartPr/>
              <p14:nvPr/>
            </p14:nvContentPartPr>
            <p14:xfrm>
              <a:off x="6234223" y="4082633"/>
              <a:ext cx="182520" cy="568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9A52C0D4-3FF9-8196-202C-CBAA1A2D85F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203623" y="4052033"/>
                <a:ext cx="24408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09FB1CEA-90FB-8540-B1A6-4A3D7718548A}"/>
                  </a:ext>
                </a:extLst>
              </p14:cNvPr>
              <p14:cNvContentPartPr/>
              <p14:nvPr/>
            </p14:nvContentPartPr>
            <p14:xfrm>
              <a:off x="6436543" y="4101713"/>
              <a:ext cx="218880" cy="16380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09FB1CEA-90FB-8540-B1A6-4A3D7718548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405943" y="4071113"/>
                <a:ext cx="28044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8999129A-2117-EAD5-F1C6-5B1C0820E214}"/>
                  </a:ext>
                </a:extLst>
              </p14:cNvPr>
              <p14:cNvContentPartPr/>
              <p14:nvPr/>
            </p14:nvContentPartPr>
            <p14:xfrm>
              <a:off x="6718423" y="4124033"/>
              <a:ext cx="295920" cy="14076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8999129A-2117-EAD5-F1C6-5B1C0820E21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687463" y="4093433"/>
                <a:ext cx="3571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05D9AC4D-A43B-7870-45DC-A5E64AECA310}"/>
                  </a:ext>
                </a:extLst>
              </p14:cNvPr>
              <p14:cNvContentPartPr/>
              <p14:nvPr/>
            </p14:nvContentPartPr>
            <p14:xfrm>
              <a:off x="6982303" y="3973193"/>
              <a:ext cx="256680" cy="28548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05D9AC4D-A43B-7870-45DC-A5E64AECA31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951703" y="3942593"/>
                <a:ext cx="31824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7001FDE0-3DDA-77BA-5A2E-875E36875B60}"/>
                  </a:ext>
                </a:extLst>
              </p14:cNvPr>
              <p14:cNvContentPartPr/>
              <p14:nvPr/>
            </p14:nvContentPartPr>
            <p14:xfrm>
              <a:off x="7283983" y="4101713"/>
              <a:ext cx="252000" cy="15696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7001FDE0-3DDA-77BA-5A2E-875E36875B6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253383" y="4071113"/>
                <a:ext cx="31320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29E189AE-835E-471F-55E3-2DF6A25F0B51}"/>
                  </a:ext>
                </a:extLst>
              </p14:cNvPr>
              <p14:cNvContentPartPr/>
              <p14:nvPr/>
            </p14:nvContentPartPr>
            <p14:xfrm>
              <a:off x="7554343" y="4126913"/>
              <a:ext cx="195120" cy="11772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29E189AE-835E-471F-55E3-2DF6A25F0B5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523743" y="4096313"/>
                <a:ext cx="2566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664A0419-6A96-3C59-8DBE-02260532F701}"/>
                  </a:ext>
                </a:extLst>
              </p14:cNvPr>
              <p14:cNvContentPartPr/>
              <p14:nvPr/>
            </p14:nvContentPartPr>
            <p14:xfrm>
              <a:off x="7742983" y="3970313"/>
              <a:ext cx="266400" cy="28872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664A0419-6A96-3C59-8DBE-02260532F70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712383" y="3939713"/>
                <a:ext cx="32796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C7E13279-2C5E-44AE-F19D-D6E57CB4B9A2}"/>
                  </a:ext>
                </a:extLst>
              </p14:cNvPr>
              <p14:cNvContentPartPr/>
              <p14:nvPr/>
            </p14:nvContentPartPr>
            <p14:xfrm>
              <a:off x="8120263" y="4095233"/>
              <a:ext cx="44280" cy="11772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C7E13279-2C5E-44AE-F19D-D6E57CB4B9A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089663" y="4064633"/>
                <a:ext cx="10584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D2DB9228-0C6E-20A8-C2C1-E981AC178E31}"/>
                  </a:ext>
                </a:extLst>
              </p14:cNvPr>
              <p14:cNvContentPartPr/>
              <p14:nvPr/>
            </p14:nvContentPartPr>
            <p14:xfrm>
              <a:off x="8170663" y="3969593"/>
              <a:ext cx="6480" cy="1296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D2DB9228-0C6E-20A8-C2C1-E981AC178E3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140063" y="3938993"/>
                <a:ext cx="680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0A19143D-D6CA-E076-C8F7-E8AA444F6C60}"/>
                  </a:ext>
                </a:extLst>
              </p14:cNvPr>
              <p14:cNvContentPartPr/>
              <p14:nvPr/>
            </p14:nvContentPartPr>
            <p14:xfrm>
              <a:off x="8277583" y="4051313"/>
              <a:ext cx="176400" cy="21420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0A19143D-D6CA-E076-C8F7-E8AA444F6C6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246623" y="4020713"/>
                <a:ext cx="23760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729FA7CE-96CF-0065-E758-8F237A896A1F}"/>
                  </a:ext>
                </a:extLst>
              </p14:cNvPr>
              <p14:cNvContentPartPr/>
              <p14:nvPr/>
            </p14:nvContentPartPr>
            <p14:xfrm>
              <a:off x="8264983" y="4126913"/>
              <a:ext cx="182520" cy="5076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729FA7CE-96CF-0065-E758-8F237A896A1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234023" y="4096313"/>
                <a:ext cx="24408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B665F2B4-515E-D33A-CE3F-F6DA3943D3BF}"/>
                  </a:ext>
                </a:extLst>
              </p14:cNvPr>
              <p14:cNvContentPartPr/>
              <p14:nvPr/>
            </p14:nvContentPartPr>
            <p14:xfrm>
              <a:off x="8447863" y="4108553"/>
              <a:ext cx="175680" cy="13176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B665F2B4-515E-D33A-CE3F-F6DA3943D3B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417263" y="4077953"/>
                <a:ext cx="23688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BC04DF57-76B2-FEBC-F9AE-77E4A4906D09}"/>
                  </a:ext>
                </a:extLst>
              </p14:cNvPr>
              <p14:cNvContentPartPr/>
              <p14:nvPr/>
            </p14:nvContentPartPr>
            <p14:xfrm>
              <a:off x="8636503" y="3973193"/>
              <a:ext cx="207000" cy="27972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BC04DF57-76B2-FEBC-F9AE-77E4A4906D0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605903" y="3942593"/>
                <a:ext cx="26856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31C9B136-9C68-67CA-6D51-3A49C9690777}"/>
                  </a:ext>
                </a:extLst>
              </p14:cNvPr>
              <p14:cNvContentPartPr/>
              <p14:nvPr/>
            </p14:nvContentPartPr>
            <p14:xfrm>
              <a:off x="9119983" y="4089113"/>
              <a:ext cx="31680" cy="13176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31C9B136-9C68-67CA-6D51-3A49C969077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089383" y="4058513"/>
                <a:ext cx="932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44F600B7-FBE9-D3AC-EC67-DA56D3A4CCB2}"/>
                  </a:ext>
                </a:extLst>
              </p14:cNvPr>
              <p14:cNvContentPartPr/>
              <p14:nvPr/>
            </p14:nvContentPartPr>
            <p14:xfrm>
              <a:off x="9182623" y="3947993"/>
              <a:ext cx="6480" cy="2844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44F600B7-FBE9-D3AC-EC67-DA56D3A4CCB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152023" y="3917393"/>
                <a:ext cx="6804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15903B4C-0CF3-0EEE-47A2-EB9739702F80}"/>
                  </a:ext>
                </a:extLst>
              </p14:cNvPr>
              <p14:cNvContentPartPr/>
              <p14:nvPr/>
            </p14:nvContentPartPr>
            <p14:xfrm>
              <a:off x="9264703" y="4095953"/>
              <a:ext cx="333720" cy="11844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15903B4C-0CF3-0EEE-47A2-EB9739702F8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233743" y="4065353"/>
                <a:ext cx="39492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84F6404D-E556-B0DE-DF38-06AC1E6DBB11}"/>
                  </a:ext>
                </a:extLst>
              </p14:cNvPr>
              <p14:cNvContentPartPr/>
              <p14:nvPr/>
            </p14:nvContentPartPr>
            <p14:xfrm>
              <a:off x="9648103" y="4065353"/>
              <a:ext cx="176400" cy="34812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84F6404D-E556-B0DE-DF38-06AC1E6DBB1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617503" y="4034753"/>
                <a:ext cx="23760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2E82F676-BD07-A084-B233-5599CCEB2B96}"/>
                  </a:ext>
                </a:extLst>
              </p14:cNvPr>
              <p14:cNvContentPartPr/>
              <p14:nvPr/>
            </p14:nvContentPartPr>
            <p14:xfrm>
              <a:off x="9911983" y="4064633"/>
              <a:ext cx="138600" cy="1065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2E82F676-BD07-A084-B233-5599CCEB2B9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881383" y="4034033"/>
                <a:ext cx="20016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F1331156-F7BA-150D-65C0-6BFC07504412}"/>
                  </a:ext>
                </a:extLst>
              </p14:cNvPr>
              <p14:cNvContentPartPr/>
              <p14:nvPr/>
            </p14:nvContentPartPr>
            <p14:xfrm>
              <a:off x="10138423" y="3916673"/>
              <a:ext cx="63360" cy="2530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F1331156-F7BA-150D-65C0-6BFC0750441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107823" y="3885713"/>
                <a:ext cx="12456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8B9A5357-FEEF-D5BC-7BF2-F15B82A7A1DD}"/>
                  </a:ext>
                </a:extLst>
              </p14:cNvPr>
              <p14:cNvContentPartPr/>
              <p14:nvPr/>
            </p14:nvContentPartPr>
            <p14:xfrm>
              <a:off x="10094503" y="4019993"/>
              <a:ext cx="220320" cy="2556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8B9A5357-FEEF-D5BC-7BF2-F15B82A7A1D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063903" y="3989393"/>
                <a:ext cx="2818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8DA16B62-A8A7-98C4-DCD8-FF0E892F803C}"/>
                  </a:ext>
                </a:extLst>
              </p14:cNvPr>
              <p14:cNvContentPartPr/>
              <p14:nvPr/>
            </p14:nvContentPartPr>
            <p14:xfrm>
              <a:off x="3706663" y="4711553"/>
              <a:ext cx="151200" cy="2556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8DA16B62-A8A7-98C4-DCD8-FF0E892F803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676063" y="4680953"/>
                <a:ext cx="2127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34F49F56-A7FE-91FF-27EE-A2F4BB7315DD}"/>
                  </a:ext>
                </a:extLst>
              </p14:cNvPr>
              <p14:cNvContentPartPr/>
              <p14:nvPr/>
            </p14:nvContentPartPr>
            <p14:xfrm>
              <a:off x="4127863" y="4642433"/>
              <a:ext cx="195120" cy="21708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34F49F56-A7FE-91FF-27EE-A2F4BB7315D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097263" y="4611833"/>
                <a:ext cx="25668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03B86C26-8924-E5C3-954D-EDA359F74F24}"/>
                  </a:ext>
                </a:extLst>
              </p14:cNvPr>
              <p14:cNvContentPartPr/>
              <p14:nvPr/>
            </p14:nvContentPartPr>
            <p14:xfrm>
              <a:off x="4266103" y="4667633"/>
              <a:ext cx="220320" cy="17640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03B86C26-8924-E5C3-954D-EDA359F74F2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235503" y="4636673"/>
                <a:ext cx="28188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0CDB6280-C5BD-69CE-D1FB-E2E19D0C4766}"/>
                  </a:ext>
                </a:extLst>
              </p14:cNvPr>
              <p14:cNvContentPartPr/>
              <p14:nvPr/>
            </p14:nvContentPartPr>
            <p14:xfrm>
              <a:off x="4536463" y="4522193"/>
              <a:ext cx="263880" cy="28404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0CDB6280-C5BD-69CE-D1FB-E2E19D0C476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505863" y="4491593"/>
                <a:ext cx="32508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CEB9F944-346C-D30C-7878-7A28AD45CE01}"/>
                  </a:ext>
                </a:extLst>
              </p14:cNvPr>
              <p14:cNvContentPartPr/>
              <p14:nvPr/>
            </p14:nvContentPartPr>
            <p14:xfrm>
              <a:off x="4869823" y="4651433"/>
              <a:ext cx="163800" cy="16596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CEB9F944-346C-D30C-7878-7A28AD45CE0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839223" y="4620833"/>
                <a:ext cx="2250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313752DC-1E0D-0E56-A2EF-5A6163A71F7B}"/>
                  </a:ext>
                </a:extLst>
              </p14:cNvPr>
              <p14:cNvContentPartPr/>
              <p14:nvPr/>
            </p14:nvContentPartPr>
            <p14:xfrm>
              <a:off x="5127583" y="4668353"/>
              <a:ext cx="113400" cy="16308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313752DC-1E0D-0E56-A2EF-5A6163A71F7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096983" y="4637393"/>
                <a:ext cx="1749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FA0C37A7-C810-D7B3-70CE-7C7FF5D041BF}"/>
                  </a:ext>
                </a:extLst>
              </p14:cNvPr>
              <p14:cNvContentPartPr/>
              <p14:nvPr/>
            </p14:nvContentPartPr>
            <p14:xfrm>
              <a:off x="5316223" y="4673753"/>
              <a:ext cx="195120" cy="17640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FA0C37A7-C810-D7B3-70CE-7C7FF5D041B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285623" y="4643153"/>
                <a:ext cx="25668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51E527D2-CC71-6293-5D6C-051786899795}"/>
                  </a:ext>
                </a:extLst>
              </p14:cNvPr>
              <p14:cNvContentPartPr/>
              <p14:nvPr/>
            </p14:nvContentPartPr>
            <p14:xfrm>
              <a:off x="5530063" y="4507433"/>
              <a:ext cx="214200" cy="30492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51E527D2-CC71-6293-5D6C-05178689979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499463" y="4476833"/>
                <a:ext cx="27540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C3039DE6-4D1B-6B38-4DBF-189EFC0C543E}"/>
                  </a:ext>
                </a:extLst>
              </p14:cNvPr>
              <p14:cNvContentPartPr/>
              <p14:nvPr/>
            </p14:nvContentPartPr>
            <p14:xfrm>
              <a:off x="3681463" y="5176673"/>
              <a:ext cx="151200" cy="3168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C3039DE6-4D1B-6B38-4DBF-189EFC0C543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650863" y="5146073"/>
                <a:ext cx="21276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149D4EF5-5FB3-0649-7C35-D2D7F5AA90C4}"/>
                  </a:ext>
                </a:extLst>
              </p14:cNvPr>
              <p14:cNvContentPartPr/>
              <p14:nvPr/>
            </p14:nvContentPartPr>
            <p14:xfrm>
              <a:off x="10603543" y="4768073"/>
              <a:ext cx="1476000" cy="39024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149D4EF5-5FB3-0649-7C35-D2D7F5AA90C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572936" y="4737473"/>
                <a:ext cx="1537575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A5BC1084-C068-D6EB-A6D9-484C1937E97E}"/>
                  </a:ext>
                </a:extLst>
              </p14:cNvPr>
              <p14:cNvContentPartPr/>
              <p14:nvPr/>
            </p14:nvContentPartPr>
            <p14:xfrm>
              <a:off x="10025383" y="4893713"/>
              <a:ext cx="320760" cy="51372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A5BC1084-C068-D6EB-A6D9-484C1937E97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994458" y="4863113"/>
                <a:ext cx="381891" cy="5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A6F4CFB2-55D1-6C13-CF8B-69241EA3698D}"/>
                  </a:ext>
                </a:extLst>
              </p14:cNvPr>
              <p14:cNvContentPartPr/>
              <p14:nvPr/>
            </p14:nvContentPartPr>
            <p14:xfrm>
              <a:off x="5976463" y="4397993"/>
              <a:ext cx="3791160" cy="96516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A6F4CFB2-55D1-6C13-CF8B-69241EA3698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945866" y="4367033"/>
                <a:ext cx="3852354" cy="10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2B3EA4F7-B2B3-8955-C4E1-55BCFB100440}"/>
                  </a:ext>
                </a:extLst>
              </p14:cNvPr>
              <p14:cNvContentPartPr/>
              <p14:nvPr/>
            </p14:nvContentPartPr>
            <p14:xfrm>
              <a:off x="4096543" y="5088833"/>
              <a:ext cx="1490400" cy="25812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2B3EA4F7-B2B3-8955-C4E1-55BCFB10044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065943" y="5058233"/>
                <a:ext cx="155160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6084CD44-F058-2F18-97BB-E7B51A773F9B}"/>
                  </a:ext>
                </a:extLst>
              </p14:cNvPr>
              <p14:cNvContentPartPr/>
              <p14:nvPr/>
            </p14:nvContentPartPr>
            <p14:xfrm>
              <a:off x="431023" y="5629553"/>
              <a:ext cx="874080" cy="35856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6084CD44-F058-2F18-97BB-E7B51A773F9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00436" y="5598593"/>
                <a:ext cx="935255" cy="4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BED54B00-3799-9C67-BEED-F237CB924C0A}"/>
                  </a:ext>
                </a:extLst>
              </p14:cNvPr>
              <p14:cNvContentPartPr/>
              <p14:nvPr/>
            </p14:nvContentPartPr>
            <p14:xfrm>
              <a:off x="6196423" y="5529473"/>
              <a:ext cx="1175760" cy="29376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BED54B00-3799-9C67-BEED-F237CB924C0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165832" y="5498873"/>
                <a:ext cx="1236941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8C28DCE8-5FE0-E163-A60B-9A90762AE846}"/>
                  </a:ext>
                </a:extLst>
              </p14:cNvPr>
              <p14:cNvContentPartPr/>
              <p14:nvPr/>
            </p14:nvContentPartPr>
            <p14:xfrm>
              <a:off x="4806823" y="5535233"/>
              <a:ext cx="1063080" cy="58500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8C28DCE8-5FE0-E163-A60B-9A90762AE846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776213" y="5504633"/>
                <a:ext cx="1124661" cy="64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CC001C81-A967-ECA9-CB24-C9E7642593A8}"/>
                  </a:ext>
                </a:extLst>
              </p14:cNvPr>
              <p14:cNvContentPartPr/>
              <p14:nvPr/>
            </p14:nvContentPartPr>
            <p14:xfrm>
              <a:off x="3323263" y="5519753"/>
              <a:ext cx="1132200" cy="33624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CC001C81-A967-ECA9-CB24-C9E7642593A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292663" y="5489153"/>
                <a:ext cx="119340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4F6A7E51-276F-E081-694B-CCF3D6CECBE0}"/>
                  </a:ext>
                </a:extLst>
              </p14:cNvPr>
              <p14:cNvContentPartPr/>
              <p14:nvPr/>
            </p14:nvContentPartPr>
            <p14:xfrm>
              <a:off x="1512463" y="5523353"/>
              <a:ext cx="1515600" cy="34956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4F6A7E51-276F-E081-694B-CCF3D6CECBE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481863" y="5492753"/>
                <a:ext cx="157680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2882C9FF-8AC5-6E17-F90D-B724D722987A}"/>
                  </a:ext>
                </a:extLst>
              </p14:cNvPr>
              <p14:cNvContentPartPr/>
              <p14:nvPr/>
            </p14:nvContentPartPr>
            <p14:xfrm>
              <a:off x="7372183" y="5472953"/>
              <a:ext cx="1760760" cy="56844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2882C9FF-8AC5-6E17-F90D-B724D722987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341583" y="5442353"/>
                <a:ext cx="1821960" cy="62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EF3BEB47-6970-F6BC-1D8D-B345909405B3}"/>
                  </a:ext>
                </a:extLst>
              </p14:cNvPr>
              <p14:cNvContentPartPr/>
              <p14:nvPr/>
            </p14:nvContentPartPr>
            <p14:xfrm>
              <a:off x="1569703" y="6113393"/>
              <a:ext cx="150480" cy="2556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EF3BEB47-6970-F6BC-1D8D-B345909405B3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528663" y="6072713"/>
                <a:ext cx="23256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5D58F014-1E47-3161-848B-9F8A7DA8D547}"/>
                  </a:ext>
                </a:extLst>
              </p14:cNvPr>
              <p14:cNvContentPartPr/>
              <p14:nvPr/>
            </p14:nvContentPartPr>
            <p14:xfrm>
              <a:off x="1977583" y="5957873"/>
              <a:ext cx="308520" cy="32436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5D58F014-1E47-3161-848B-9F8A7DA8D54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936903" y="5916833"/>
                <a:ext cx="39024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E407E46B-D84C-6DF5-7AE6-314487758160}"/>
                  </a:ext>
                </a:extLst>
              </p14:cNvPr>
              <p14:cNvContentPartPr/>
              <p14:nvPr/>
            </p14:nvContentPartPr>
            <p14:xfrm>
              <a:off x="1600663" y="6641513"/>
              <a:ext cx="302040" cy="4428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E407E46B-D84C-6DF5-7AE6-314487758160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569703" y="6610913"/>
                <a:ext cx="3636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4B536012-0518-7202-1432-DC870240229F}"/>
                  </a:ext>
                </a:extLst>
              </p14:cNvPr>
              <p14:cNvContentPartPr/>
              <p14:nvPr/>
            </p14:nvContentPartPr>
            <p14:xfrm>
              <a:off x="2408143" y="5931953"/>
              <a:ext cx="2531520" cy="37692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4B536012-0518-7202-1432-DC870240229F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367097" y="5901353"/>
                <a:ext cx="260317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4AFA54BB-8993-96E8-AFFC-C61DA6C7148E}"/>
                  </a:ext>
                </a:extLst>
              </p14:cNvPr>
              <p14:cNvContentPartPr/>
              <p14:nvPr/>
            </p14:nvContentPartPr>
            <p14:xfrm>
              <a:off x="2139223" y="6428753"/>
              <a:ext cx="3102120" cy="415080"/>
            </p14:xfrm>
          </p:contentPart>
        </mc:Choice>
        <mc:Fallback xmlns=""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4AFA54BB-8993-96E8-AFFC-C61DA6C7148E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108623" y="6397793"/>
                <a:ext cx="3163320" cy="47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9440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F5931-85BB-478D-4A25-6822BEAF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2. 4 Dimensionality reduction</a:t>
            </a:r>
            <a:br>
              <a:rPr lang="en-US" dirty="0"/>
            </a:br>
            <a:r>
              <a:rPr lang="en-US" sz="3200" dirty="0"/>
              <a:t>4. t-SNE (t-distributed Stochastic Neighbor Embedding)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674AA-7DF3-AC6D-3B1F-42E89E6F1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Non-linear dimensionality reduction technique</a:t>
            </a:r>
          </a:p>
          <a:p>
            <a:r>
              <a:rPr lang="en-CA" dirty="0"/>
              <a:t>It models data point in a high-dimensional space by a point in a two- or three-dimensional space that can be </a:t>
            </a:r>
            <a:r>
              <a:rPr lang="en-CA" dirty="0" err="1"/>
              <a:t>vizualised</a:t>
            </a:r>
            <a:endParaRPr lang="en-CA" dirty="0"/>
          </a:p>
          <a:p>
            <a:r>
              <a:rPr lang="en-CA" dirty="0"/>
              <a:t>Similar objects are modeled by nearby points, dissimilar objects are modeled by distant points</a:t>
            </a:r>
          </a:p>
          <a:p>
            <a:r>
              <a:rPr lang="en-CA" dirty="0"/>
              <a:t>T-SNE uses the Stochastic Neighbor Embedding algorithm that converts high-dimensional </a:t>
            </a:r>
            <a:r>
              <a:rPr lang="en-CA" dirty="0" err="1"/>
              <a:t>Eucledian</a:t>
            </a:r>
            <a:r>
              <a:rPr lang="en-CA" dirty="0"/>
              <a:t> distances between data points into probabilities associated with data similarities</a:t>
            </a:r>
          </a:p>
          <a:p>
            <a:r>
              <a:rPr lang="en-CA" dirty="0"/>
              <a:t> SNE algorithm converts the high-dimensional Euclidean distances between data points into conditional probability</a:t>
            </a:r>
          </a:p>
          <a:p>
            <a:r>
              <a:rPr lang="en-CA" dirty="0"/>
              <a:t>If you apply t-SNE to high-dimensional but well-clustered data, it tends to produce a visualisation with distinctly isolated clusters.</a:t>
            </a:r>
          </a:p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i="1" dirty="0"/>
              <a:t>t-SNE has challenges preserving global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31740161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1C39384-45D0-2C22-D70B-9BC06B5D9553}"/>
                  </a:ext>
                </a:extLst>
              </p14:cNvPr>
              <p14:cNvContentPartPr/>
              <p14:nvPr/>
            </p14:nvContentPartPr>
            <p14:xfrm>
              <a:off x="5655703" y="153233"/>
              <a:ext cx="2257200" cy="36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1C39384-45D0-2C22-D70B-9BC06B5D95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4743" y="122273"/>
                <a:ext cx="231840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0FF2D3B-726B-ADF3-83DC-5D32742C9663}"/>
                  </a:ext>
                </a:extLst>
              </p14:cNvPr>
              <p14:cNvContentPartPr/>
              <p14:nvPr/>
            </p14:nvContentPartPr>
            <p14:xfrm>
              <a:off x="267583" y="182753"/>
              <a:ext cx="4973760" cy="806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0FF2D3B-726B-ADF3-83DC-5D32742C96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6623" y="151793"/>
                <a:ext cx="5034960" cy="86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D704A32-0EBE-6F2C-35DD-DCEBBFC20E6D}"/>
                  </a:ext>
                </a:extLst>
              </p14:cNvPr>
              <p14:cNvContentPartPr/>
              <p14:nvPr/>
            </p14:nvContentPartPr>
            <p14:xfrm>
              <a:off x="409164" y="1058455"/>
              <a:ext cx="2133720" cy="434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D704A32-0EBE-6F2C-35DD-DCEBBFC20E6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8204" y="1027855"/>
                <a:ext cx="2195280" cy="4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16B2E3C-CB1F-CCE2-6509-05378F9D6BCD}"/>
                  </a:ext>
                </a:extLst>
              </p14:cNvPr>
              <p14:cNvContentPartPr/>
              <p14:nvPr/>
            </p14:nvContentPartPr>
            <p14:xfrm>
              <a:off x="324564" y="1560295"/>
              <a:ext cx="2598840" cy="1771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16B2E3C-CB1F-CCE2-6509-05378F9D6BC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6564" y="1542295"/>
                <a:ext cx="26344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37B0292-03A4-8C9B-68F7-2A77E1BCD83A}"/>
                  </a:ext>
                </a:extLst>
              </p14:cNvPr>
              <p14:cNvContentPartPr/>
              <p14:nvPr/>
            </p14:nvContentPartPr>
            <p14:xfrm>
              <a:off x="3514847" y="1810606"/>
              <a:ext cx="1972440" cy="5961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37B0292-03A4-8C9B-68F7-2A77E1BCD83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84253" y="1780006"/>
                <a:ext cx="2033629" cy="65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DCB91D8-A8C7-0B54-4162-8ED7520EF4CF}"/>
                  </a:ext>
                </a:extLst>
              </p14:cNvPr>
              <p14:cNvContentPartPr/>
              <p14:nvPr/>
            </p14:nvContentPartPr>
            <p14:xfrm>
              <a:off x="1880087" y="1844446"/>
              <a:ext cx="1243440" cy="389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DCB91D8-A8C7-0B54-4162-8ED7520EF4C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49478" y="1813846"/>
                <a:ext cx="1305018" cy="4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8B36C34-091E-B363-A6E5-86F6E643031C}"/>
                  </a:ext>
                </a:extLst>
              </p14:cNvPr>
              <p14:cNvContentPartPr/>
              <p14:nvPr/>
            </p14:nvContentPartPr>
            <p14:xfrm>
              <a:off x="719447" y="1854886"/>
              <a:ext cx="938160" cy="4395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8B36C34-091E-B363-A6E5-86F6E64303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8499" y="1824286"/>
                <a:ext cx="999337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E2757D0-362F-F2E9-D332-A8E607101C21}"/>
                  </a:ext>
                </a:extLst>
              </p14:cNvPr>
              <p14:cNvContentPartPr/>
              <p14:nvPr/>
            </p14:nvContentPartPr>
            <p14:xfrm>
              <a:off x="1258727" y="2517646"/>
              <a:ext cx="2398320" cy="4528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E2757D0-362F-F2E9-D332-A8E607101C2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28127" y="2487046"/>
                <a:ext cx="2459520" cy="5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04B0BD3-3513-BF50-8521-01376D141966}"/>
                  </a:ext>
                </a:extLst>
              </p14:cNvPr>
              <p14:cNvContentPartPr/>
              <p14:nvPr/>
            </p14:nvContentPartPr>
            <p14:xfrm>
              <a:off x="9546647" y="2277526"/>
              <a:ext cx="1675440" cy="3780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04B0BD3-3513-BF50-8521-01376D14196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515687" y="2246926"/>
                <a:ext cx="1737000" cy="4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C0BD0BA7-AB83-80A0-E480-4C904287F2F5}"/>
                  </a:ext>
                </a:extLst>
              </p14:cNvPr>
              <p14:cNvContentPartPr/>
              <p14:nvPr/>
            </p14:nvContentPartPr>
            <p14:xfrm>
              <a:off x="8337407" y="2233966"/>
              <a:ext cx="885240" cy="4320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C0BD0BA7-AB83-80A0-E480-4C904287F2F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06807" y="2203366"/>
                <a:ext cx="94644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1C8B2AD-A395-E508-201F-5CEA2829D64C}"/>
                  </a:ext>
                </a:extLst>
              </p14:cNvPr>
              <p14:cNvContentPartPr/>
              <p14:nvPr/>
            </p14:nvContentPartPr>
            <p14:xfrm>
              <a:off x="6709487" y="2302366"/>
              <a:ext cx="1283760" cy="7592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1C8B2AD-A395-E508-201F-5CEA2829D64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678887" y="2271766"/>
                <a:ext cx="1344960" cy="82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28BBB89-6D76-9C24-3E01-EF8367CCB0E0}"/>
                  </a:ext>
                </a:extLst>
              </p14:cNvPr>
              <p14:cNvContentPartPr/>
              <p14:nvPr/>
            </p14:nvContentPartPr>
            <p14:xfrm>
              <a:off x="5466767" y="2410366"/>
              <a:ext cx="842760" cy="3301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28BBB89-6D76-9C24-3E01-EF8367CCB0E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436154" y="2379733"/>
                <a:ext cx="903986" cy="3917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2DB09C08-84DA-CA6D-5F57-01B0A8D7F2A5}"/>
                  </a:ext>
                </a:extLst>
              </p14:cNvPr>
              <p14:cNvContentPartPr/>
              <p14:nvPr/>
            </p14:nvContentPartPr>
            <p14:xfrm>
              <a:off x="4122527" y="2365366"/>
              <a:ext cx="959400" cy="3920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2DB09C08-84DA-CA6D-5F57-01B0A8D7F2A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91927" y="2334766"/>
                <a:ext cx="102096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0142CF7-9CB9-3461-EABA-AF97F29B4E7A}"/>
                  </a:ext>
                </a:extLst>
              </p14:cNvPr>
              <p14:cNvContentPartPr/>
              <p14:nvPr/>
            </p14:nvContentPartPr>
            <p14:xfrm>
              <a:off x="2205167" y="3148726"/>
              <a:ext cx="2185920" cy="4186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0142CF7-9CB9-3461-EABA-AF97F29B4E7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174567" y="3118100"/>
                <a:ext cx="2247120" cy="4802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7E9B97A-DD57-C688-8D20-E1F9AB27FD0C}"/>
                  </a:ext>
                </a:extLst>
              </p14:cNvPr>
              <p14:cNvContentPartPr/>
              <p14:nvPr/>
            </p14:nvContentPartPr>
            <p14:xfrm>
              <a:off x="1306247" y="3178966"/>
              <a:ext cx="626760" cy="4050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7E9B97A-DD57-C688-8D20-E1F9AB27FD0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75305" y="3148366"/>
                <a:ext cx="687925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9D5906F6-D758-AD45-02CD-81F2EA004F76}"/>
                  </a:ext>
                </a:extLst>
              </p14:cNvPr>
              <p14:cNvContentPartPr/>
              <p14:nvPr/>
            </p14:nvContentPartPr>
            <p14:xfrm>
              <a:off x="8843927" y="2986006"/>
              <a:ext cx="1716120" cy="4024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9D5906F6-D758-AD45-02CD-81F2EA004F7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813327" y="2955406"/>
                <a:ext cx="177732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96403BD9-9470-EE77-16AB-C72973A6CC42}"/>
                  </a:ext>
                </a:extLst>
              </p14:cNvPr>
              <p14:cNvContentPartPr/>
              <p14:nvPr/>
            </p14:nvContentPartPr>
            <p14:xfrm>
              <a:off x="7354247" y="3192286"/>
              <a:ext cx="1105200" cy="2563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96403BD9-9470-EE77-16AB-C72973A6CC4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323647" y="3161686"/>
                <a:ext cx="116640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19D45193-1CCE-9437-10C5-21797AF557C2}"/>
                  </a:ext>
                </a:extLst>
              </p14:cNvPr>
              <p14:cNvContentPartPr/>
              <p14:nvPr/>
            </p14:nvContentPartPr>
            <p14:xfrm>
              <a:off x="4832087" y="3070246"/>
              <a:ext cx="2202120" cy="7624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19D45193-1CCE-9437-10C5-21797AF557C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801132" y="3039301"/>
                <a:ext cx="2263310" cy="8236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31D04416-6659-82B1-134A-BE9F938C7D7B}"/>
                  </a:ext>
                </a:extLst>
              </p14:cNvPr>
              <p14:cNvContentPartPr/>
              <p14:nvPr/>
            </p14:nvContentPartPr>
            <p14:xfrm>
              <a:off x="2150447" y="3760366"/>
              <a:ext cx="959760" cy="3891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31D04416-6659-82B1-134A-BE9F938C7D7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19836" y="3729766"/>
                <a:ext cx="1021343" cy="4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A7105B1B-0898-031E-E1BD-BF0E94011153}"/>
                  </a:ext>
                </a:extLst>
              </p14:cNvPr>
              <p14:cNvContentPartPr/>
              <p14:nvPr/>
            </p14:nvContentPartPr>
            <p14:xfrm>
              <a:off x="3238007" y="3787726"/>
              <a:ext cx="1350720" cy="5594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A7105B1B-0898-031E-E1BD-BF0E9401115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207039" y="3756766"/>
                <a:ext cx="1412296" cy="62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32234B5D-21CB-961D-CFD8-033FFD3CC035}"/>
                  </a:ext>
                </a:extLst>
              </p14:cNvPr>
              <p14:cNvContentPartPr/>
              <p14:nvPr/>
            </p14:nvContentPartPr>
            <p14:xfrm>
              <a:off x="772367" y="4340686"/>
              <a:ext cx="209880" cy="20268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32234B5D-21CB-961D-CFD8-033FFD3CC03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41767" y="4310086"/>
                <a:ext cx="271080" cy="20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BD020046-6175-DA4A-F387-A96462B8F45B}"/>
                  </a:ext>
                </a:extLst>
              </p14:cNvPr>
              <p14:cNvContentPartPr/>
              <p14:nvPr/>
            </p14:nvContentPartPr>
            <p14:xfrm>
              <a:off x="954887" y="6225286"/>
              <a:ext cx="2520000" cy="14148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BD020046-6175-DA4A-F387-A96462B8F45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4283" y="6194326"/>
                <a:ext cx="2581569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B122DF0E-70A5-21C6-715A-0AA6BE7F9525}"/>
                  </a:ext>
                </a:extLst>
              </p14:cNvPr>
              <p14:cNvContentPartPr/>
              <p14:nvPr/>
            </p14:nvContentPartPr>
            <p14:xfrm>
              <a:off x="1839767" y="4793206"/>
              <a:ext cx="155880" cy="19620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B122DF0E-70A5-21C6-715A-0AA6BE7F952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824287" y="4778086"/>
                <a:ext cx="18612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282E053F-510E-0938-CD8B-A8B7E4C8C150}"/>
                  </a:ext>
                </a:extLst>
              </p14:cNvPr>
              <p14:cNvContentPartPr/>
              <p14:nvPr/>
            </p14:nvContentPartPr>
            <p14:xfrm>
              <a:off x="1326407" y="4563526"/>
              <a:ext cx="169200" cy="2023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282E053F-510E-0938-CD8B-A8B7E4C8C15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311287" y="4548406"/>
                <a:ext cx="19980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3BA20868-1D6C-2148-A631-07985684DDB4}"/>
                  </a:ext>
                </a:extLst>
              </p14:cNvPr>
              <p14:cNvContentPartPr/>
              <p14:nvPr/>
            </p14:nvContentPartPr>
            <p14:xfrm>
              <a:off x="2575967" y="5949886"/>
              <a:ext cx="162360" cy="1746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3BA20868-1D6C-2148-A631-07985684DDB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560847" y="5934406"/>
                <a:ext cx="1929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ED17E3C0-7B5F-1EFB-C173-A5753B2342BE}"/>
                  </a:ext>
                </a:extLst>
              </p14:cNvPr>
              <p14:cNvContentPartPr/>
              <p14:nvPr/>
            </p14:nvContentPartPr>
            <p14:xfrm>
              <a:off x="1542407" y="4411246"/>
              <a:ext cx="263880" cy="3621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ED17E3C0-7B5F-1EFB-C173-A5753B2342B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27287" y="4396126"/>
                <a:ext cx="29412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6F5BB2DF-18EA-B0C4-81DE-5479C3E7C8B1}"/>
                  </a:ext>
                </a:extLst>
              </p14:cNvPr>
              <p14:cNvContentPartPr/>
              <p14:nvPr/>
            </p14:nvContentPartPr>
            <p14:xfrm>
              <a:off x="3657047" y="4521158"/>
              <a:ext cx="1680480" cy="178956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6F5BB2DF-18EA-B0C4-81DE-5479C3E7C8B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641570" y="4505678"/>
                <a:ext cx="1710714" cy="18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2019F107-9B73-A1E1-6AAF-2ABC6DB964CD}"/>
                  </a:ext>
                </a:extLst>
              </p14:cNvPr>
              <p14:cNvContentPartPr/>
              <p14:nvPr/>
            </p14:nvContentPartPr>
            <p14:xfrm>
              <a:off x="3217487" y="4502686"/>
              <a:ext cx="324720" cy="39816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2019F107-9B73-A1E1-6AAF-2ABC6DB964C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202367" y="4487566"/>
                <a:ext cx="354960" cy="42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2168BE52-4415-182C-A179-93C796110246}"/>
                  </a:ext>
                </a:extLst>
              </p14:cNvPr>
              <p14:cNvContentPartPr/>
              <p14:nvPr/>
            </p14:nvContentPartPr>
            <p14:xfrm>
              <a:off x="1400567" y="5247166"/>
              <a:ext cx="115200" cy="2008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2168BE52-4415-182C-A179-93C79611024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369967" y="5216566"/>
                <a:ext cx="17640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E45A1BDF-59AB-C0DD-79FC-EED19CDE0654}"/>
                  </a:ext>
                </a:extLst>
              </p14:cNvPr>
              <p14:cNvContentPartPr/>
              <p14:nvPr/>
            </p14:nvContentPartPr>
            <p14:xfrm>
              <a:off x="1421087" y="4827046"/>
              <a:ext cx="20520" cy="3960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E45A1BDF-59AB-C0DD-79FC-EED19CDE065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405607" y="4811566"/>
                <a:ext cx="5112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B323E2DB-06C8-DE90-F2B5-EC882A3E35C8}"/>
                  </a:ext>
                </a:extLst>
              </p14:cNvPr>
              <p14:cNvContentPartPr/>
              <p14:nvPr/>
            </p14:nvContentPartPr>
            <p14:xfrm>
              <a:off x="6250487" y="5813086"/>
              <a:ext cx="3373920" cy="20988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B323E2DB-06C8-DE90-F2B5-EC882A3E35C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219527" y="5782486"/>
                <a:ext cx="343512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09799880-BA64-711D-DAD6-1DC915785D31}"/>
                  </a:ext>
                </a:extLst>
              </p14:cNvPr>
              <p14:cNvContentPartPr/>
              <p14:nvPr/>
            </p14:nvContentPartPr>
            <p14:xfrm>
              <a:off x="9850487" y="4418086"/>
              <a:ext cx="2036520" cy="120492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09799880-BA64-711D-DAD6-1DC915785D3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835367" y="4402606"/>
                <a:ext cx="2067120" cy="12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F130B62F-A224-9A26-7C94-F6B011935504}"/>
                  </a:ext>
                </a:extLst>
              </p14:cNvPr>
              <p14:cNvContentPartPr/>
              <p14:nvPr/>
            </p14:nvContentPartPr>
            <p14:xfrm>
              <a:off x="11127047" y="5414566"/>
              <a:ext cx="142200" cy="34092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F130B62F-A224-9A26-7C94-F6B01193550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111927" y="5399446"/>
                <a:ext cx="17280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F4F10B6B-A861-AA88-1BD5-8913699DEB64}"/>
                  </a:ext>
                </a:extLst>
              </p14:cNvPr>
              <p14:cNvContentPartPr/>
              <p14:nvPr/>
            </p14:nvContentPartPr>
            <p14:xfrm>
              <a:off x="11302727" y="5374246"/>
              <a:ext cx="128520" cy="16632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F4F10B6B-A861-AA88-1BD5-8913699DEB6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287607" y="5358766"/>
                <a:ext cx="15912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6DB0138A-1AC2-807C-4340-5FF31283BE3A}"/>
                  </a:ext>
                </a:extLst>
              </p14:cNvPr>
              <p14:cNvContentPartPr/>
              <p14:nvPr/>
            </p14:nvContentPartPr>
            <p14:xfrm>
              <a:off x="11403887" y="5380726"/>
              <a:ext cx="128520" cy="15588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6DB0138A-1AC2-807C-4340-5FF31283BE3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388767" y="5365606"/>
                <a:ext cx="15912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2B82C32F-084D-00E0-0486-0CB601A7E541}"/>
                  </a:ext>
                </a:extLst>
              </p14:cNvPr>
              <p14:cNvContentPartPr/>
              <p14:nvPr/>
            </p14:nvContentPartPr>
            <p14:xfrm>
              <a:off x="11525567" y="5340406"/>
              <a:ext cx="115200" cy="22932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2B82C32F-084D-00E0-0486-0CB601A7E54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1510447" y="5324926"/>
                <a:ext cx="14580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80B0F33D-F7AF-A7AA-2AF9-AD923DAADF29}"/>
                  </a:ext>
                </a:extLst>
              </p14:cNvPr>
              <p14:cNvContentPartPr/>
              <p14:nvPr/>
            </p14:nvContentPartPr>
            <p14:xfrm>
              <a:off x="11654087" y="5367406"/>
              <a:ext cx="128520" cy="18288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80B0F33D-F7AF-A7AA-2AF9-AD923DAADF2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638607" y="5351926"/>
                <a:ext cx="1591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4E953C5B-F350-9062-3A0D-368164203262}"/>
                  </a:ext>
                </a:extLst>
              </p14:cNvPr>
              <p14:cNvContentPartPr/>
              <p14:nvPr/>
            </p14:nvContentPartPr>
            <p14:xfrm>
              <a:off x="11809247" y="5367406"/>
              <a:ext cx="122040" cy="19548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4E953C5B-F350-9062-3A0D-36816420326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794127" y="5351926"/>
                <a:ext cx="15228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0BC91A2F-86A8-1E4B-7D38-D7A0EBAA07A5}"/>
                  </a:ext>
                </a:extLst>
              </p14:cNvPr>
              <p14:cNvContentPartPr/>
              <p14:nvPr/>
            </p14:nvContentPartPr>
            <p14:xfrm>
              <a:off x="11930927" y="5374246"/>
              <a:ext cx="135360" cy="17604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0BC91A2F-86A8-1E4B-7D38-D7A0EBAA07A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915447" y="5358766"/>
                <a:ext cx="16596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9710099D-5F68-B731-EF83-576FA5049B77}"/>
                  </a:ext>
                </a:extLst>
              </p14:cNvPr>
              <p14:cNvContentPartPr/>
              <p14:nvPr/>
            </p14:nvContentPartPr>
            <p14:xfrm>
              <a:off x="12038927" y="5394406"/>
              <a:ext cx="87480" cy="1760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9710099D-5F68-B731-EF83-576FA5049B7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023807" y="5379286"/>
                <a:ext cx="11808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62FD7714-9346-C6B8-63A5-CF67E68503B9}"/>
                  </a:ext>
                </a:extLst>
              </p14:cNvPr>
              <p14:cNvContentPartPr/>
              <p14:nvPr/>
            </p14:nvContentPartPr>
            <p14:xfrm>
              <a:off x="10390847" y="5762686"/>
              <a:ext cx="34200" cy="36504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62FD7714-9346-C6B8-63A5-CF67E68503B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375727" y="5747566"/>
                <a:ext cx="6480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12DEA7D3-C612-EBEF-77B7-5D8C142999A9}"/>
                  </a:ext>
                </a:extLst>
              </p14:cNvPr>
              <p14:cNvContentPartPr/>
              <p14:nvPr/>
            </p14:nvContentPartPr>
            <p14:xfrm>
              <a:off x="10290407" y="5894086"/>
              <a:ext cx="202320" cy="5436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12DEA7D3-C612-EBEF-77B7-5D8C142999A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274927" y="5878966"/>
                <a:ext cx="23292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B2E8BB4C-E772-C5A5-7DC8-67DC7D100813}"/>
                  </a:ext>
                </a:extLst>
              </p14:cNvPr>
              <p14:cNvContentPartPr/>
              <p14:nvPr/>
            </p14:nvContentPartPr>
            <p14:xfrm>
              <a:off x="10478687" y="5790046"/>
              <a:ext cx="176040" cy="27648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B2E8BB4C-E772-C5A5-7DC8-67DC7D10081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463567" y="5774566"/>
                <a:ext cx="20664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E8686680-95B2-77AF-81B3-0CAD4B88BA1F}"/>
                  </a:ext>
                </a:extLst>
              </p14:cNvPr>
              <p14:cNvContentPartPr/>
              <p14:nvPr/>
            </p14:nvContentPartPr>
            <p14:xfrm>
              <a:off x="10681367" y="5867086"/>
              <a:ext cx="122040" cy="17388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E8686680-95B2-77AF-81B3-0CAD4B88BA1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665887" y="5851966"/>
                <a:ext cx="15228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ECA46100-881C-BA3A-35D4-95597243F61F}"/>
                  </a:ext>
                </a:extLst>
              </p14:cNvPr>
              <p14:cNvContentPartPr/>
              <p14:nvPr/>
            </p14:nvContentPartPr>
            <p14:xfrm>
              <a:off x="11066207" y="5779966"/>
              <a:ext cx="236880" cy="29520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ECA46100-881C-BA3A-35D4-95597243F61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051087" y="5764846"/>
                <a:ext cx="26712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7E104059-6890-B943-BBF5-F35C3E341EB9}"/>
                  </a:ext>
                </a:extLst>
              </p14:cNvPr>
              <p14:cNvContentPartPr/>
              <p14:nvPr/>
            </p14:nvContentPartPr>
            <p14:xfrm>
              <a:off x="11329727" y="5871046"/>
              <a:ext cx="27360" cy="17604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7E104059-6890-B943-BBF5-F35C3E341EB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314607" y="5855566"/>
                <a:ext cx="5796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26C0730A-BB52-353F-8A3F-45C0479DFADA}"/>
                  </a:ext>
                </a:extLst>
              </p14:cNvPr>
              <p14:cNvContentPartPr/>
              <p14:nvPr/>
            </p14:nvContentPartPr>
            <p14:xfrm>
              <a:off x="11383727" y="5779246"/>
              <a:ext cx="14040" cy="720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26C0730A-BB52-353F-8A3F-45C0479DFAD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368607" y="5764126"/>
                <a:ext cx="442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16FB4653-0150-2959-CA20-B6E8AD888E6A}"/>
                  </a:ext>
                </a:extLst>
              </p14:cNvPr>
              <p14:cNvContentPartPr/>
              <p14:nvPr/>
            </p14:nvContentPartPr>
            <p14:xfrm>
              <a:off x="11397407" y="5854486"/>
              <a:ext cx="108360" cy="19548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16FB4653-0150-2959-CA20-B6E8AD888E6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1381927" y="5839006"/>
                <a:ext cx="1389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A16F67FA-E22D-7F61-A0AB-703D0AF91BB9}"/>
                  </a:ext>
                </a:extLst>
              </p14:cNvPr>
              <p14:cNvContentPartPr/>
              <p14:nvPr/>
            </p14:nvContentPartPr>
            <p14:xfrm>
              <a:off x="11545727" y="5725246"/>
              <a:ext cx="95040" cy="29772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A16F67FA-E22D-7F61-A0AB-703D0AF91BB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1530607" y="5710126"/>
                <a:ext cx="12528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03FC04EE-DDB8-41A3-697E-2B1E154E26D9}"/>
                  </a:ext>
                </a:extLst>
              </p14:cNvPr>
              <p14:cNvContentPartPr/>
              <p14:nvPr/>
            </p14:nvContentPartPr>
            <p14:xfrm>
              <a:off x="11512247" y="5867086"/>
              <a:ext cx="122040" cy="1404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03FC04EE-DDB8-41A3-697E-2B1E154E26D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496767" y="5851966"/>
                <a:ext cx="1522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CF89F9D5-F89D-0E5B-6C66-B1D4EB483AA8}"/>
                  </a:ext>
                </a:extLst>
              </p14:cNvPr>
              <p14:cNvContentPartPr/>
              <p14:nvPr/>
            </p14:nvContentPartPr>
            <p14:xfrm>
              <a:off x="11593247" y="5867086"/>
              <a:ext cx="196200" cy="16848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CF89F9D5-F89D-0E5B-6C66-B1D4EB483AA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577767" y="5851966"/>
                <a:ext cx="2268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81605EBE-4865-28A2-5CAD-1109E8E77DEE}"/>
                  </a:ext>
                </a:extLst>
              </p14:cNvPr>
              <p14:cNvContentPartPr/>
              <p14:nvPr/>
            </p14:nvContentPartPr>
            <p14:xfrm>
              <a:off x="11782247" y="5856646"/>
              <a:ext cx="196200" cy="17964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81605EBE-4865-28A2-5CAD-1109E8E77DE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767127" y="5841526"/>
                <a:ext cx="22680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0B94033E-3C23-ABD1-F655-426AD0ED468C}"/>
                  </a:ext>
                </a:extLst>
              </p14:cNvPr>
              <p14:cNvContentPartPr/>
              <p14:nvPr/>
            </p14:nvContentPartPr>
            <p14:xfrm>
              <a:off x="11944247" y="5855206"/>
              <a:ext cx="135360" cy="16092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0B94033E-3C23-ABD1-F655-426AD0ED468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929127" y="5840086"/>
                <a:ext cx="16596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3B16CD42-59F2-EAE3-140F-F22FA49B7983}"/>
                  </a:ext>
                </a:extLst>
              </p14:cNvPr>
              <p14:cNvContentPartPr/>
              <p14:nvPr/>
            </p14:nvContentPartPr>
            <p14:xfrm>
              <a:off x="12052607" y="5881486"/>
              <a:ext cx="81360" cy="14832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3B16CD42-59F2-EAE3-140F-F22FA49B798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037127" y="5866366"/>
                <a:ext cx="11196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5AFA87D6-DF27-1179-ABC6-6BF128A56B18}"/>
                  </a:ext>
                </a:extLst>
              </p14:cNvPr>
              <p14:cNvContentPartPr/>
              <p14:nvPr/>
            </p14:nvContentPartPr>
            <p14:xfrm>
              <a:off x="12126767" y="5880766"/>
              <a:ext cx="20520" cy="17964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5AFA87D6-DF27-1179-ABC6-6BF128A56B1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2111647" y="5865286"/>
                <a:ext cx="5112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05C9F3BC-F4D2-5A6E-8E17-47BAB896FFEE}"/>
                  </a:ext>
                </a:extLst>
              </p14:cNvPr>
              <p14:cNvContentPartPr/>
              <p14:nvPr/>
            </p14:nvContentPartPr>
            <p14:xfrm>
              <a:off x="1819607" y="4590526"/>
              <a:ext cx="61200" cy="13536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05C9F3BC-F4D2-5A6E-8E17-47BAB896FFE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804127" y="4575406"/>
                <a:ext cx="918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DCAB3709-0F18-9C02-869D-69E21DAB0694}"/>
                  </a:ext>
                </a:extLst>
              </p14:cNvPr>
              <p14:cNvContentPartPr/>
              <p14:nvPr/>
            </p14:nvContentPartPr>
            <p14:xfrm>
              <a:off x="1022567" y="4928926"/>
              <a:ext cx="257040" cy="31068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DCAB3709-0F18-9C02-869D-69E21DAB069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07087" y="4913788"/>
                <a:ext cx="287640" cy="3413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D9B640B1-FB1E-CBCD-DEA9-D1D4DD377D6C}"/>
                  </a:ext>
                </a:extLst>
              </p14:cNvPr>
              <p14:cNvContentPartPr/>
              <p14:nvPr/>
            </p14:nvContentPartPr>
            <p14:xfrm>
              <a:off x="6237527" y="5894086"/>
              <a:ext cx="215640" cy="16848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D9B640B1-FB1E-CBCD-DEA9-D1D4DD377D6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222407" y="5878966"/>
                <a:ext cx="24624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24DBB870-F964-8BBE-AFB4-EC6F03F395B5}"/>
                  </a:ext>
                </a:extLst>
              </p14:cNvPr>
              <p14:cNvContentPartPr/>
              <p14:nvPr/>
            </p14:nvContentPartPr>
            <p14:xfrm>
              <a:off x="6703007" y="5900926"/>
              <a:ext cx="230040" cy="17532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24DBB870-F964-8BBE-AFB4-EC6F03F395B5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687527" y="5885806"/>
                <a:ext cx="26064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52D24C59-5618-964D-DA57-2FC2B86C8C4E}"/>
                  </a:ext>
                </a:extLst>
              </p14:cNvPr>
              <p14:cNvContentPartPr/>
              <p14:nvPr/>
            </p14:nvContentPartPr>
            <p14:xfrm>
              <a:off x="7249847" y="5888326"/>
              <a:ext cx="169200" cy="1954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52D24C59-5618-964D-DA57-2FC2B86C8C4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234727" y="5872846"/>
                <a:ext cx="1998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C87DB622-C4B3-DF4B-A419-2DD57651C24A}"/>
                  </a:ext>
                </a:extLst>
              </p14:cNvPr>
              <p14:cNvContentPartPr/>
              <p14:nvPr/>
            </p14:nvContentPartPr>
            <p14:xfrm>
              <a:off x="6378647" y="6118006"/>
              <a:ext cx="425880" cy="19548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C87DB622-C4B3-DF4B-A419-2DD57651C24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363527" y="6102526"/>
                <a:ext cx="45648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CA21C62B-5396-37F1-74AA-BA4058EF3238}"/>
                  </a:ext>
                </a:extLst>
              </p14:cNvPr>
              <p14:cNvContentPartPr/>
              <p14:nvPr/>
            </p14:nvContentPartPr>
            <p14:xfrm>
              <a:off x="6425807" y="6360286"/>
              <a:ext cx="250560" cy="30420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CA21C62B-5396-37F1-74AA-BA4058EF323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410665" y="6345166"/>
                <a:ext cx="281204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3A5E3563-1B51-FCCE-45C0-C67E84C4A062}"/>
                  </a:ext>
                </a:extLst>
              </p14:cNvPr>
              <p14:cNvContentPartPr/>
              <p14:nvPr/>
            </p14:nvContentPartPr>
            <p14:xfrm>
              <a:off x="6398807" y="5212606"/>
              <a:ext cx="966240" cy="61452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3A5E3563-1B51-FCCE-45C0-C67E84C4A06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383687" y="5197477"/>
                <a:ext cx="996840" cy="6451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967898F4-2FFE-F4DE-AA26-09B786C8A83A}"/>
                  </a:ext>
                </a:extLst>
              </p14:cNvPr>
              <p14:cNvContentPartPr/>
              <p14:nvPr/>
            </p14:nvContentPartPr>
            <p14:xfrm>
              <a:off x="8945447" y="5826766"/>
              <a:ext cx="169200" cy="16236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967898F4-2FFE-F4DE-AA26-09B786C8A83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929967" y="5811286"/>
                <a:ext cx="199800" cy="19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1928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1C39384-45D0-2C22-D70B-9BC06B5D9553}"/>
                  </a:ext>
                </a:extLst>
              </p14:cNvPr>
              <p14:cNvContentPartPr/>
              <p14:nvPr/>
            </p14:nvContentPartPr>
            <p14:xfrm>
              <a:off x="5655703" y="153233"/>
              <a:ext cx="2257200" cy="36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1C39384-45D0-2C22-D70B-9BC06B5D95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4743" y="122273"/>
                <a:ext cx="231840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0FF2D3B-726B-ADF3-83DC-5D32742C9663}"/>
                  </a:ext>
                </a:extLst>
              </p14:cNvPr>
              <p14:cNvContentPartPr/>
              <p14:nvPr/>
            </p14:nvContentPartPr>
            <p14:xfrm>
              <a:off x="267583" y="182753"/>
              <a:ext cx="4973760" cy="806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0FF2D3B-726B-ADF3-83DC-5D32742C96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6623" y="151793"/>
                <a:ext cx="5034960" cy="86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D704A32-0EBE-6F2C-35DD-DCEBBFC20E6D}"/>
                  </a:ext>
                </a:extLst>
              </p14:cNvPr>
              <p14:cNvContentPartPr/>
              <p14:nvPr/>
            </p14:nvContentPartPr>
            <p14:xfrm>
              <a:off x="409164" y="1058455"/>
              <a:ext cx="2133720" cy="434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D704A32-0EBE-6F2C-35DD-DCEBBFC20E6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8204" y="1027495"/>
                <a:ext cx="2194920" cy="4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16B2E3C-CB1F-CCE2-6509-05378F9D6BCD}"/>
                  </a:ext>
                </a:extLst>
              </p14:cNvPr>
              <p14:cNvContentPartPr/>
              <p14:nvPr/>
            </p14:nvContentPartPr>
            <p14:xfrm>
              <a:off x="324564" y="1560295"/>
              <a:ext cx="2598840" cy="1771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16B2E3C-CB1F-CCE2-6509-05378F9D6BC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6564" y="1542295"/>
                <a:ext cx="26344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B323E2DB-06C8-DE90-F2B5-EC882A3E35C8}"/>
                  </a:ext>
                </a:extLst>
              </p14:cNvPr>
              <p14:cNvContentPartPr/>
              <p14:nvPr/>
            </p14:nvContentPartPr>
            <p14:xfrm>
              <a:off x="592071" y="3219120"/>
              <a:ext cx="3373920" cy="20988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B323E2DB-06C8-DE90-F2B5-EC882A3E35C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1111" y="3188107"/>
                <a:ext cx="3435120" cy="2711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D9B640B1-FB1E-CBCD-DEA9-D1D4DD377D6C}"/>
                  </a:ext>
                </a:extLst>
              </p14:cNvPr>
              <p14:cNvContentPartPr/>
              <p14:nvPr/>
            </p14:nvContentPartPr>
            <p14:xfrm>
              <a:off x="579111" y="3300120"/>
              <a:ext cx="215640" cy="16848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D9B640B1-FB1E-CBCD-DEA9-D1D4DD377D6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3631" y="3284640"/>
                <a:ext cx="24624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24DBB870-F964-8BBE-AFB4-EC6F03F395B5}"/>
                  </a:ext>
                </a:extLst>
              </p14:cNvPr>
              <p14:cNvContentPartPr/>
              <p14:nvPr/>
            </p14:nvContentPartPr>
            <p14:xfrm>
              <a:off x="1044591" y="3306960"/>
              <a:ext cx="230040" cy="17532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24DBB870-F964-8BBE-AFB4-EC6F03F395B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29111" y="3291448"/>
                <a:ext cx="260640" cy="2059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52D24C59-5618-964D-DA57-2FC2B86C8C4E}"/>
                  </a:ext>
                </a:extLst>
              </p14:cNvPr>
              <p14:cNvContentPartPr/>
              <p14:nvPr/>
            </p14:nvContentPartPr>
            <p14:xfrm>
              <a:off x="1591431" y="3294360"/>
              <a:ext cx="169200" cy="1954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52D24C59-5618-964D-DA57-2FC2B86C8C4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75951" y="3278880"/>
                <a:ext cx="1998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C87DB622-C4B3-DF4B-A419-2DD57651C24A}"/>
                  </a:ext>
                </a:extLst>
              </p14:cNvPr>
              <p14:cNvContentPartPr/>
              <p14:nvPr/>
            </p14:nvContentPartPr>
            <p14:xfrm>
              <a:off x="720231" y="3524040"/>
              <a:ext cx="425880" cy="19548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C87DB622-C4B3-DF4B-A419-2DD57651C24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4751" y="3508560"/>
                <a:ext cx="45648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CA21C62B-5396-37F1-74AA-BA4058EF3238}"/>
                  </a:ext>
                </a:extLst>
              </p14:cNvPr>
              <p14:cNvContentPartPr/>
              <p14:nvPr/>
            </p14:nvContentPartPr>
            <p14:xfrm>
              <a:off x="767391" y="3766320"/>
              <a:ext cx="250560" cy="30420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CA21C62B-5396-37F1-74AA-BA4058EF323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1889" y="3750858"/>
                <a:ext cx="281204" cy="3347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3A5E3563-1B51-FCCE-45C0-C67E84C4A062}"/>
                  </a:ext>
                </a:extLst>
              </p14:cNvPr>
              <p14:cNvContentPartPr/>
              <p14:nvPr/>
            </p14:nvContentPartPr>
            <p14:xfrm>
              <a:off x="740391" y="2618640"/>
              <a:ext cx="966240" cy="61452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3A5E3563-1B51-FCCE-45C0-C67E84C4A06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24911" y="2603151"/>
                <a:ext cx="996840" cy="6451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967898F4-2FFE-F4DE-AA26-09B786C8A83A}"/>
                  </a:ext>
                </a:extLst>
              </p14:cNvPr>
              <p14:cNvContentPartPr/>
              <p14:nvPr/>
            </p14:nvContentPartPr>
            <p14:xfrm>
              <a:off x="3287031" y="3232800"/>
              <a:ext cx="169200" cy="16236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967898F4-2FFE-F4DE-AA26-09B786C8A83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71551" y="3217320"/>
                <a:ext cx="1998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E4912CD-E5FC-EEEF-64AC-0D8339D5DA6B}"/>
                  </a:ext>
                </a:extLst>
              </p14:cNvPr>
              <p14:cNvContentPartPr/>
              <p14:nvPr/>
            </p14:nvContentPartPr>
            <p14:xfrm>
              <a:off x="8038543" y="1787993"/>
              <a:ext cx="1968120" cy="6339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E4912CD-E5FC-EEEF-64AC-0D8339D5DA6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007943" y="1757393"/>
                <a:ext cx="2029680" cy="69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017FD6B-A496-9DD2-3950-5C9D1ED8BE97}"/>
                  </a:ext>
                </a:extLst>
              </p14:cNvPr>
              <p14:cNvContentPartPr/>
              <p14:nvPr/>
            </p14:nvContentPartPr>
            <p14:xfrm>
              <a:off x="7045303" y="1929833"/>
              <a:ext cx="603720" cy="3106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017FD6B-A496-9DD2-3950-5C9D1ED8BE9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14361" y="1899233"/>
                <a:ext cx="664884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C5C3931-2B1A-2542-827F-5EE6D77B4707}"/>
                  </a:ext>
                </a:extLst>
              </p14:cNvPr>
              <p14:cNvContentPartPr/>
              <p14:nvPr/>
            </p14:nvContentPartPr>
            <p14:xfrm>
              <a:off x="4857223" y="1992833"/>
              <a:ext cx="1867680" cy="4676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C5C3931-2B1A-2542-827F-5EE6D77B470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826623" y="1961873"/>
                <a:ext cx="1928880" cy="52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46AB68A-2C3D-0C4A-A0C5-5D0298B0D011}"/>
                  </a:ext>
                </a:extLst>
              </p14:cNvPr>
              <p14:cNvContentPartPr/>
              <p14:nvPr/>
            </p14:nvContentPartPr>
            <p14:xfrm>
              <a:off x="7070503" y="2548673"/>
              <a:ext cx="446760" cy="1825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46AB68A-2C3D-0C4A-A0C5-5D0298B0D01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039543" y="2518073"/>
                <a:ext cx="50796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4AEDFB4-FA28-F9F7-9130-5D57A626F544}"/>
                  </a:ext>
                </a:extLst>
              </p14:cNvPr>
              <p14:cNvContentPartPr/>
              <p14:nvPr/>
            </p14:nvContentPartPr>
            <p14:xfrm>
              <a:off x="5001943" y="2480273"/>
              <a:ext cx="1641240" cy="7408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4AEDFB4-FA28-F9F7-9130-5D57A626F54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971343" y="2449673"/>
                <a:ext cx="1702800" cy="80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85CDFB1-7714-161E-5FA5-C8C53C60BB21}"/>
                  </a:ext>
                </a:extLst>
              </p14:cNvPr>
              <p14:cNvContentPartPr/>
              <p14:nvPr/>
            </p14:nvContentPartPr>
            <p14:xfrm>
              <a:off x="7824703" y="2298113"/>
              <a:ext cx="1000080" cy="3830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85CDFB1-7714-161E-5FA5-C8C53C60BB2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794103" y="2267153"/>
                <a:ext cx="106128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4DB8599-55F6-BA9B-2582-CF25DC997FA2}"/>
                  </a:ext>
                </a:extLst>
              </p14:cNvPr>
              <p14:cNvContentPartPr/>
              <p14:nvPr/>
            </p14:nvContentPartPr>
            <p14:xfrm>
              <a:off x="9817663" y="2298113"/>
              <a:ext cx="918360" cy="3891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F4DB8599-55F6-BA9B-2582-CF25DC997FA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787063" y="2267182"/>
                <a:ext cx="979560" cy="4503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022A22A-9308-367E-513E-96129A277BE8}"/>
                  </a:ext>
                </a:extLst>
              </p14:cNvPr>
              <p14:cNvContentPartPr/>
              <p14:nvPr/>
            </p14:nvContentPartPr>
            <p14:xfrm>
              <a:off x="9145183" y="2310713"/>
              <a:ext cx="339120" cy="3574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022A22A-9308-367E-513E-96129A277BE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114223" y="2279753"/>
                <a:ext cx="40068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E967DA8-4999-FA2F-024F-0DD756319DD5}"/>
                  </a:ext>
                </a:extLst>
              </p14:cNvPr>
              <p14:cNvContentPartPr/>
              <p14:nvPr/>
            </p14:nvContentPartPr>
            <p14:xfrm>
              <a:off x="5020663" y="3197033"/>
              <a:ext cx="94680" cy="3985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E967DA8-4999-FA2F-024F-0DD756319DD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990063" y="3166433"/>
                <a:ext cx="15588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E45FD800-2430-9541-3194-74A54B469292}"/>
                  </a:ext>
                </a:extLst>
              </p14:cNvPr>
              <p14:cNvContentPartPr/>
              <p14:nvPr/>
            </p14:nvContentPartPr>
            <p14:xfrm>
              <a:off x="4935343" y="3416273"/>
              <a:ext cx="180000" cy="442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E45FD800-2430-9541-3194-74A54B46929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904743" y="3385673"/>
                <a:ext cx="2412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79D15078-D9CD-576F-724B-FF64F9599232}"/>
                  </a:ext>
                </a:extLst>
              </p14:cNvPr>
              <p14:cNvContentPartPr/>
              <p14:nvPr/>
            </p14:nvContentPartPr>
            <p14:xfrm>
              <a:off x="5177983" y="3366233"/>
              <a:ext cx="145080" cy="1951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79D15078-D9CD-576F-724B-FF64F959923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47383" y="3335273"/>
                <a:ext cx="2062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2C94C824-AEF9-93CD-EE37-C5A6EFD059ED}"/>
                  </a:ext>
                </a:extLst>
              </p14:cNvPr>
              <p14:cNvContentPartPr/>
              <p14:nvPr/>
            </p14:nvContentPartPr>
            <p14:xfrm>
              <a:off x="5448343" y="3359753"/>
              <a:ext cx="145080" cy="1980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2C94C824-AEF9-93CD-EE37-C5A6EFD059E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417743" y="3329153"/>
                <a:ext cx="20628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D596473-A9C6-BF99-7954-B824CB3986EE}"/>
                  </a:ext>
                </a:extLst>
              </p14:cNvPr>
              <p14:cNvContentPartPr/>
              <p14:nvPr/>
            </p14:nvContentPartPr>
            <p14:xfrm>
              <a:off x="5951263" y="3334553"/>
              <a:ext cx="214200" cy="1695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D596473-A9C6-BF99-7954-B824CB3986E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920663" y="3303953"/>
                <a:ext cx="27540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AB4CE23F-2C40-FA44-DEDC-0D58E5A71705}"/>
                  </a:ext>
                </a:extLst>
              </p14:cNvPr>
              <p14:cNvContentPartPr/>
              <p14:nvPr/>
            </p14:nvContentPartPr>
            <p14:xfrm>
              <a:off x="6252943" y="3334553"/>
              <a:ext cx="226800" cy="1512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AB4CE23F-2C40-FA44-DEDC-0D58E5A7170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222343" y="3303953"/>
                <a:ext cx="2880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E54D76F-EDB5-6066-16FB-F162EE094312}"/>
                  </a:ext>
                </a:extLst>
              </p14:cNvPr>
              <p14:cNvContentPartPr/>
              <p14:nvPr/>
            </p14:nvContentPartPr>
            <p14:xfrm>
              <a:off x="6505303" y="3323393"/>
              <a:ext cx="175680" cy="1562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E54D76F-EDB5-6066-16FB-F162EE09431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474343" y="3292793"/>
                <a:ext cx="23688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8916FC7-5D8C-957E-1E3D-B4AF7B9F758A}"/>
                  </a:ext>
                </a:extLst>
              </p14:cNvPr>
              <p14:cNvContentPartPr/>
              <p14:nvPr/>
            </p14:nvContentPartPr>
            <p14:xfrm>
              <a:off x="6774943" y="3139793"/>
              <a:ext cx="189000" cy="3211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8916FC7-5D8C-957E-1E3D-B4AF7B9F758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743983" y="3109193"/>
                <a:ext cx="25020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80BF9723-A8F5-36BF-082C-9C230DA8CDEB}"/>
                  </a:ext>
                </a:extLst>
              </p14:cNvPr>
              <p14:cNvContentPartPr/>
              <p14:nvPr/>
            </p14:nvContentPartPr>
            <p14:xfrm>
              <a:off x="7359583" y="3215033"/>
              <a:ext cx="169560" cy="3859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80BF9723-A8F5-36BF-082C-9C230DA8CDE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328983" y="3184433"/>
                <a:ext cx="23076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F524895-E8BC-13D6-D6AA-AFEE5CAC908F}"/>
                  </a:ext>
                </a:extLst>
              </p14:cNvPr>
              <p14:cNvContentPartPr/>
              <p14:nvPr/>
            </p14:nvContentPartPr>
            <p14:xfrm>
              <a:off x="7573423" y="3158513"/>
              <a:ext cx="333720" cy="1890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F524895-E8BC-13D6-D6AA-AFEE5CAC908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542463" y="3127913"/>
                <a:ext cx="3949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3C00D3A-32A4-98CA-D4B7-1520BE920A02}"/>
                  </a:ext>
                </a:extLst>
              </p14:cNvPr>
              <p14:cNvContentPartPr/>
              <p14:nvPr/>
            </p14:nvContentPartPr>
            <p14:xfrm>
              <a:off x="7919023" y="2992193"/>
              <a:ext cx="360" cy="219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3C00D3A-32A4-98CA-D4B7-1520BE920A0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888423" y="2961593"/>
                <a:ext cx="6156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95B33296-804A-DD54-ACBC-F6E8A34DEFAC}"/>
                  </a:ext>
                </a:extLst>
              </p14:cNvPr>
              <p14:cNvContentPartPr/>
              <p14:nvPr/>
            </p14:nvContentPartPr>
            <p14:xfrm>
              <a:off x="8057263" y="3145913"/>
              <a:ext cx="264240" cy="1623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95B33296-804A-DD54-ACBC-F6E8A34DEFA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026663" y="3115313"/>
                <a:ext cx="3258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4F88084C-2E74-53B0-6A37-A2CCFC78D484}"/>
                  </a:ext>
                </a:extLst>
              </p14:cNvPr>
              <p14:cNvContentPartPr/>
              <p14:nvPr/>
            </p14:nvContentPartPr>
            <p14:xfrm>
              <a:off x="8352823" y="2942153"/>
              <a:ext cx="38160" cy="3607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4F88084C-2E74-53B0-6A37-A2CCFC78D48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322223" y="2911193"/>
                <a:ext cx="99360" cy="4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DFBDEE1-AE78-0DBD-0FB9-9AD8EE2151CF}"/>
                  </a:ext>
                </a:extLst>
              </p14:cNvPr>
              <p14:cNvContentPartPr/>
              <p14:nvPr/>
            </p14:nvContentPartPr>
            <p14:xfrm>
              <a:off x="8277583" y="3064193"/>
              <a:ext cx="176400" cy="5688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DFBDEE1-AE78-0DBD-0FB9-9AD8EE2151C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246623" y="3033593"/>
                <a:ext cx="2376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E8B6395E-DDFD-943C-635E-FE139E58993A}"/>
                  </a:ext>
                </a:extLst>
              </p14:cNvPr>
              <p14:cNvContentPartPr/>
              <p14:nvPr/>
            </p14:nvContentPartPr>
            <p14:xfrm>
              <a:off x="8491063" y="3095873"/>
              <a:ext cx="112680" cy="2268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E8B6395E-DDFD-943C-635E-FE139E58993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460463" y="3064913"/>
                <a:ext cx="1742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D684E92-95DD-D9F5-9B3E-770A2367B411}"/>
                  </a:ext>
                </a:extLst>
              </p14:cNvPr>
              <p14:cNvContentPartPr/>
              <p14:nvPr/>
            </p14:nvContentPartPr>
            <p14:xfrm>
              <a:off x="7548223" y="3674033"/>
              <a:ext cx="12960" cy="2426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D684E92-95DD-D9F5-9B3E-770A2367B41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517623" y="3643433"/>
                <a:ext cx="7416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F9D2A34-39A5-C804-82C5-D94A991D534F}"/>
                  </a:ext>
                </a:extLst>
              </p14:cNvPr>
              <p14:cNvContentPartPr/>
              <p14:nvPr/>
            </p14:nvContentPartPr>
            <p14:xfrm>
              <a:off x="7610863" y="3650273"/>
              <a:ext cx="31680" cy="2736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F9D2A34-39A5-C804-82C5-D94A991D534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580263" y="3619673"/>
                <a:ext cx="9324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55817D63-E81C-4A22-6F21-0364A31ABCF8}"/>
                  </a:ext>
                </a:extLst>
              </p14:cNvPr>
              <p14:cNvContentPartPr/>
              <p14:nvPr/>
            </p14:nvContentPartPr>
            <p14:xfrm>
              <a:off x="7447423" y="3850073"/>
              <a:ext cx="295920" cy="2077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55817D63-E81C-4A22-6F21-0364A31ABCF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416823" y="3819473"/>
                <a:ext cx="35712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9D0B0B23-4F73-0111-22CD-08A59C54ADDA}"/>
                  </a:ext>
                </a:extLst>
              </p14:cNvPr>
              <p14:cNvContentPartPr/>
              <p14:nvPr/>
            </p14:nvContentPartPr>
            <p14:xfrm>
              <a:off x="5938663" y="4343993"/>
              <a:ext cx="31680" cy="2091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9D0B0B23-4F73-0111-22CD-08A59C54ADD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908063" y="4313393"/>
                <a:ext cx="9324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54464027-513D-5E0A-4CC7-4F19E7FCD059}"/>
                  </a:ext>
                </a:extLst>
              </p14:cNvPr>
              <p14:cNvContentPartPr/>
              <p14:nvPr/>
            </p14:nvContentPartPr>
            <p14:xfrm>
              <a:off x="5926063" y="4208633"/>
              <a:ext cx="25560" cy="381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54464027-513D-5E0A-4CC7-4F19E7FCD05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895463" y="4178033"/>
                <a:ext cx="8676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D886057-50D4-8E17-35B4-6A51E4B98743}"/>
                  </a:ext>
                </a:extLst>
              </p14:cNvPr>
              <p14:cNvContentPartPr/>
              <p14:nvPr/>
            </p14:nvContentPartPr>
            <p14:xfrm>
              <a:off x="6089503" y="4373513"/>
              <a:ext cx="276840" cy="15624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D886057-50D4-8E17-35B4-6A51E4B9874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058903" y="4342913"/>
                <a:ext cx="3384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C562FFAA-2D84-6D53-ACB2-EBA3B7CE8323}"/>
                  </a:ext>
                </a:extLst>
              </p14:cNvPr>
              <p14:cNvContentPartPr/>
              <p14:nvPr/>
            </p14:nvContentPartPr>
            <p14:xfrm>
              <a:off x="6435103" y="4340753"/>
              <a:ext cx="163080" cy="4557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C562FFAA-2D84-6D53-ACB2-EBA3B7CE832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404503" y="4309793"/>
                <a:ext cx="224640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68128DF-B4AB-5C17-C930-684FFD197BF0}"/>
                  </a:ext>
                </a:extLst>
              </p14:cNvPr>
              <p14:cNvContentPartPr/>
              <p14:nvPr/>
            </p14:nvContentPartPr>
            <p14:xfrm>
              <a:off x="6655423" y="4352993"/>
              <a:ext cx="119160" cy="1450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68128DF-B4AB-5C17-C930-684FFD197BF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624823" y="4322393"/>
                <a:ext cx="18036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52F094E8-561F-FFA2-AC75-0A4840A8EC59}"/>
                  </a:ext>
                </a:extLst>
              </p14:cNvPr>
              <p14:cNvContentPartPr/>
              <p14:nvPr/>
            </p14:nvContentPartPr>
            <p14:xfrm>
              <a:off x="6862783" y="4303673"/>
              <a:ext cx="157680" cy="1659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52F094E8-561F-FFA2-AC75-0A4840A8EC5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832183" y="4272713"/>
                <a:ext cx="21888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A114FE65-61B5-1751-3B3A-7BC2DCB2B662}"/>
                  </a:ext>
                </a:extLst>
              </p14:cNvPr>
              <p14:cNvContentPartPr/>
              <p14:nvPr/>
            </p14:nvContentPartPr>
            <p14:xfrm>
              <a:off x="7095343" y="4130873"/>
              <a:ext cx="31680" cy="3405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A114FE65-61B5-1751-3B3A-7BC2DCB2B66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064743" y="4100273"/>
                <a:ext cx="9324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27966E8-5E60-A613-A28D-84793BD528A2}"/>
                  </a:ext>
                </a:extLst>
              </p14:cNvPr>
              <p14:cNvContentPartPr/>
              <p14:nvPr/>
            </p14:nvContentPartPr>
            <p14:xfrm>
              <a:off x="7051423" y="4265153"/>
              <a:ext cx="138600" cy="507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27966E8-5E60-A613-A28D-84793BD528A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020823" y="4234553"/>
                <a:ext cx="20016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AED1626B-D03D-6FEF-414F-D5EA57D38148}"/>
                  </a:ext>
                </a:extLst>
              </p14:cNvPr>
              <p14:cNvContentPartPr/>
              <p14:nvPr/>
            </p14:nvContentPartPr>
            <p14:xfrm>
              <a:off x="7246543" y="4283873"/>
              <a:ext cx="270720" cy="1504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AED1626B-D03D-6FEF-414F-D5EA57D3814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215583" y="4253273"/>
                <a:ext cx="3319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D5210D8-E7B8-435B-5994-CD1EE04990A7}"/>
                  </a:ext>
                </a:extLst>
              </p14:cNvPr>
              <p14:cNvContentPartPr/>
              <p14:nvPr/>
            </p14:nvContentPartPr>
            <p14:xfrm>
              <a:off x="7516543" y="4303673"/>
              <a:ext cx="276840" cy="1317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D5210D8-E7B8-435B-5994-CD1EE04990A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485943" y="4272713"/>
                <a:ext cx="3384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65060B0-CBBE-5936-B656-C8687E2A15D0}"/>
                  </a:ext>
                </a:extLst>
              </p14:cNvPr>
              <p14:cNvContentPartPr/>
              <p14:nvPr/>
            </p14:nvContentPartPr>
            <p14:xfrm>
              <a:off x="7812103" y="4109273"/>
              <a:ext cx="50760" cy="3218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65060B0-CBBE-5936-B656-C8687E2A15D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781503" y="4078673"/>
                <a:ext cx="11196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A2D921C-05B0-6E52-55F2-15BAE024955F}"/>
                  </a:ext>
                </a:extLst>
              </p14:cNvPr>
              <p14:cNvContentPartPr/>
              <p14:nvPr/>
            </p14:nvContentPartPr>
            <p14:xfrm>
              <a:off x="7724263" y="4233833"/>
              <a:ext cx="245520" cy="820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A2D921C-05B0-6E52-55F2-15BAE024955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693663" y="4202873"/>
                <a:ext cx="30708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AD2107D8-737F-F3B3-7E9D-E0A0E0C025A4}"/>
                  </a:ext>
                </a:extLst>
              </p14:cNvPr>
              <p14:cNvContentPartPr/>
              <p14:nvPr/>
            </p14:nvContentPartPr>
            <p14:xfrm>
              <a:off x="8409343" y="4153193"/>
              <a:ext cx="151200" cy="2188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AD2107D8-737F-F3B3-7E9D-E0A0E0C025A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378743" y="4122593"/>
                <a:ext cx="21276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5D1DE24E-9FED-8570-D4E3-D597633E00C5}"/>
                  </a:ext>
                </a:extLst>
              </p14:cNvPr>
              <p14:cNvContentPartPr/>
              <p14:nvPr/>
            </p14:nvContentPartPr>
            <p14:xfrm>
              <a:off x="8673583" y="4148513"/>
              <a:ext cx="308520" cy="2358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5D1DE24E-9FED-8570-D4E3-D597633E00C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642983" y="4117913"/>
                <a:ext cx="36972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6CDAF431-0C0F-118D-30B6-CB98327CD9CC}"/>
                  </a:ext>
                </a:extLst>
              </p14:cNvPr>
              <p14:cNvContentPartPr/>
              <p14:nvPr/>
            </p14:nvContentPartPr>
            <p14:xfrm>
              <a:off x="9025663" y="4161833"/>
              <a:ext cx="100080" cy="2491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6CDAF431-0C0F-118D-30B6-CB98327CD9C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995063" y="4131233"/>
                <a:ext cx="16164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ACB4664F-53B6-F866-2920-F41949624419}"/>
                  </a:ext>
                </a:extLst>
              </p14:cNvPr>
              <p14:cNvContentPartPr/>
              <p14:nvPr/>
            </p14:nvContentPartPr>
            <p14:xfrm>
              <a:off x="9119983" y="4142033"/>
              <a:ext cx="63360" cy="2394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ACB4664F-53B6-F866-2920-F4194962441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089383" y="4111433"/>
                <a:ext cx="12456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54D2DF9E-706E-6BC4-B0D4-3E4880757575}"/>
                  </a:ext>
                </a:extLst>
              </p14:cNvPr>
              <p14:cNvContentPartPr/>
              <p14:nvPr/>
            </p14:nvContentPartPr>
            <p14:xfrm>
              <a:off x="9004063" y="4277753"/>
              <a:ext cx="198000" cy="31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54D2DF9E-706E-6BC4-B0D4-3E488075757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973463" y="4247153"/>
                <a:ext cx="25956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A03B17A1-7CFF-636C-3B9E-C9BF3B870149}"/>
                  </a:ext>
                </a:extLst>
              </p14:cNvPr>
              <p14:cNvContentPartPr/>
              <p14:nvPr/>
            </p14:nvContentPartPr>
            <p14:xfrm>
              <a:off x="9296023" y="4170833"/>
              <a:ext cx="19080" cy="2196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A03B17A1-7CFF-636C-3B9E-C9BF3B87014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265423" y="4140233"/>
                <a:ext cx="8064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A1320182-2692-DD96-B4EF-B0FC93B9854A}"/>
                  </a:ext>
                </a:extLst>
              </p14:cNvPr>
              <p14:cNvContentPartPr/>
              <p14:nvPr/>
            </p14:nvContentPartPr>
            <p14:xfrm>
              <a:off x="9270823" y="4116473"/>
              <a:ext cx="201600" cy="1490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A1320182-2692-DD96-B4EF-B0FC93B9854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240223" y="4085513"/>
                <a:ext cx="26280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FCCBF6F7-41AE-C409-ED94-E030B118E6A3}"/>
                  </a:ext>
                </a:extLst>
              </p14:cNvPr>
              <p14:cNvContentPartPr/>
              <p14:nvPr/>
            </p14:nvContentPartPr>
            <p14:xfrm>
              <a:off x="9798943" y="4148513"/>
              <a:ext cx="38160" cy="2714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FCCBF6F7-41AE-C409-ED94-E030B118E6A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768343" y="4117913"/>
                <a:ext cx="9936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6C233CD4-B803-27C0-3388-DA4C9012A7D3}"/>
                  </a:ext>
                </a:extLst>
              </p14:cNvPr>
              <p14:cNvContentPartPr/>
              <p14:nvPr/>
            </p14:nvContentPartPr>
            <p14:xfrm>
              <a:off x="9761143" y="4114313"/>
              <a:ext cx="226080" cy="1825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6C233CD4-B803-27C0-3388-DA4C9012A7D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730543" y="4083713"/>
                <a:ext cx="28728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5019E7E9-DF4F-008F-BA9A-3AE7A356ECD0}"/>
                  </a:ext>
                </a:extLst>
              </p14:cNvPr>
              <p14:cNvContentPartPr/>
              <p14:nvPr/>
            </p14:nvContentPartPr>
            <p14:xfrm>
              <a:off x="9943663" y="4265153"/>
              <a:ext cx="201600" cy="1450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5019E7E9-DF4F-008F-BA9A-3AE7A356ECD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912703" y="4234553"/>
                <a:ext cx="26280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47C9BAD5-2807-B73D-997F-6F43920F99B7}"/>
                  </a:ext>
                </a:extLst>
              </p14:cNvPr>
              <p14:cNvContentPartPr/>
              <p14:nvPr/>
            </p14:nvContentPartPr>
            <p14:xfrm>
              <a:off x="10176223" y="4239953"/>
              <a:ext cx="170280" cy="1666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47C9BAD5-2807-B73D-997F-6F43920F99B7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145623" y="4209353"/>
                <a:ext cx="2314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0158968-1F9E-812E-BAA7-F325DA1BB2F3}"/>
                  </a:ext>
                </a:extLst>
              </p14:cNvPr>
              <p14:cNvContentPartPr/>
              <p14:nvPr/>
            </p14:nvContentPartPr>
            <p14:xfrm>
              <a:off x="10333183" y="4246433"/>
              <a:ext cx="182520" cy="1512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0158968-1F9E-812E-BAA7-F325DA1BB2F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302583" y="4215473"/>
                <a:ext cx="2440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5C6070C-6352-12F7-9CAD-45B2DDEF438A}"/>
                  </a:ext>
                </a:extLst>
              </p14:cNvPr>
              <p14:cNvContentPartPr/>
              <p14:nvPr/>
            </p14:nvContentPartPr>
            <p14:xfrm>
              <a:off x="10566103" y="4222673"/>
              <a:ext cx="245520" cy="1371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5C6070C-6352-12F7-9CAD-45B2DDEF438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535143" y="4191713"/>
                <a:ext cx="30708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BD3E1D3E-2A48-70FF-0C24-2C48E15E4D16}"/>
                  </a:ext>
                </a:extLst>
              </p14:cNvPr>
              <p14:cNvContentPartPr/>
              <p14:nvPr/>
            </p14:nvContentPartPr>
            <p14:xfrm>
              <a:off x="10892983" y="4202153"/>
              <a:ext cx="170280" cy="1450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BD3E1D3E-2A48-70FF-0C24-2C48E15E4D16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862383" y="4171553"/>
                <a:ext cx="23148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459B105-2288-AFF9-FFA0-B08EDCB55DBB}"/>
                  </a:ext>
                </a:extLst>
              </p14:cNvPr>
              <p14:cNvContentPartPr/>
              <p14:nvPr/>
            </p14:nvContentPartPr>
            <p14:xfrm>
              <a:off x="11150743" y="4094153"/>
              <a:ext cx="19080" cy="2937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459B105-2288-AFF9-FFA0-B08EDCB55DB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120143" y="4063193"/>
                <a:ext cx="8064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A8804470-51BF-7623-7F16-1DA9CE5BF5CD}"/>
                  </a:ext>
                </a:extLst>
              </p14:cNvPr>
              <p14:cNvContentPartPr/>
              <p14:nvPr/>
            </p14:nvContentPartPr>
            <p14:xfrm>
              <a:off x="11106823" y="4189553"/>
              <a:ext cx="207720" cy="5076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A8804470-51BF-7623-7F16-1DA9CE5BF5C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1075863" y="4158953"/>
                <a:ext cx="26928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2562687A-8942-BDB2-F38D-021FF14F153E}"/>
                  </a:ext>
                </a:extLst>
              </p14:cNvPr>
              <p14:cNvContentPartPr/>
              <p14:nvPr/>
            </p14:nvContentPartPr>
            <p14:xfrm>
              <a:off x="11288983" y="4214753"/>
              <a:ext cx="157680" cy="1512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2562687A-8942-BDB2-F38D-021FF14F153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1258383" y="4184153"/>
                <a:ext cx="2188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94F6CF8F-3375-FEFE-A169-E7316F0FE65A}"/>
                  </a:ext>
                </a:extLst>
              </p14:cNvPr>
              <p14:cNvContentPartPr/>
              <p14:nvPr/>
            </p14:nvContentPartPr>
            <p14:xfrm>
              <a:off x="11452423" y="4158233"/>
              <a:ext cx="182520" cy="1695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94F6CF8F-3375-FEFE-A169-E7316F0FE65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1421823" y="4127633"/>
                <a:ext cx="24408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6CAF692A-FE4A-D0DD-7662-21762078DF2D}"/>
                  </a:ext>
                </a:extLst>
              </p14:cNvPr>
              <p14:cNvContentPartPr/>
              <p14:nvPr/>
            </p14:nvContentPartPr>
            <p14:xfrm>
              <a:off x="600943" y="2058353"/>
              <a:ext cx="107280" cy="12074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6CAF692A-FE4A-D0DD-7662-21762078DF2D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70343" y="2027753"/>
                <a:ext cx="168480" cy="12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3C573FAB-CF3E-6572-023C-B2E3FEC69E4B}"/>
                  </a:ext>
                </a:extLst>
              </p14:cNvPr>
              <p14:cNvContentPartPr/>
              <p14:nvPr/>
            </p14:nvContentPartPr>
            <p14:xfrm>
              <a:off x="670063" y="2322233"/>
              <a:ext cx="371160" cy="34632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3C573FAB-CF3E-6572-023C-B2E3FEC69E4B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39463" y="2291633"/>
                <a:ext cx="43272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BE6A969F-968B-973E-0D72-F683EEF2A2BD}"/>
                  </a:ext>
                </a:extLst>
              </p14:cNvPr>
              <p14:cNvContentPartPr/>
              <p14:nvPr/>
            </p14:nvContentPartPr>
            <p14:xfrm>
              <a:off x="1349023" y="2856833"/>
              <a:ext cx="2031120" cy="4402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BE6A969F-968B-973E-0D72-F683EEF2A2BD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318423" y="2826233"/>
                <a:ext cx="209232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02B37ED4-2A0A-7224-6FC6-ACA3A4F30DCE}"/>
                  </a:ext>
                </a:extLst>
              </p14:cNvPr>
              <p14:cNvContentPartPr/>
              <p14:nvPr/>
            </p14:nvContentPartPr>
            <p14:xfrm>
              <a:off x="872023" y="1724993"/>
              <a:ext cx="3910320" cy="83052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02B37ED4-2A0A-7224-6FC6-ACA3A4F30DC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41063" y="1694380"/>
                <a:ext cx="3971520" cy="8921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ED90E037-A375-8048-583C-549567A13731}"/>
                  </a:ext>
                </a:extLst>
              </p14:cNvPr>
              <p14:cNvContentPartPr/>
              <p14:nvPr/>
            </p14:nvContentPartPr>
            <p14:xfrm>
              <a:off x="2342263" y="2392793"/>
              <a:ext cx="842040" cy="20664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ED90E037-A375-8048-583C-549567A1373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311663" y="2362140"/>
                <a:ext cx="903600" cy="268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8FD011F1-DC1C-0124-85D1-7F6F62674754}"/>
                  </a:ext>
                </a:extLst>
              </p14:cNvPr>
              <p14:cNvContentPartPr/>
              <p14:nvPr/>
            </p14:nvContentPartPr>
            <p14:xfrm>
              <a:off x="1984063" y="3486113"/>
              <a:ext cx="2715480" cy="147384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8FD011F1-DC1C-0124-85D1-7F6F6267475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953467" y="3455506"/>
                <a:ext cx="2776672" cy="15354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66EDF7BA-999B-409F-9A5F-AE36B5FA1623}"/>
                  </a:ext>
                </a:extLst>
              </p14:cNvPr>
              <p14:cNvContentPartPr/>
              <p14:nvPr/>
            </p14:nvContentPartPr>
            <p14:xfrm>
              <a:off x="1984063" y="4890473"/>
              <a:ext cx="3055680" cy="92736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66EDF7BA-999B-409F-9A5F-AE36B5FA162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953467" y="4859513"/>
                <a:ext cx="3116873" cy="98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589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1C39384-45D0-2C22-D70B-9BC06B5D9553}"/>
                  </a:ext>
                </a:extLst>
              </p14:cNvPr>
              <p14:cNvContentPartPr/>
              <p14:nvPr/>
            </p14:nvContentPartPr>
            <p14:xfrm>
              <a:off x="5655703" y="153233"/>
              <a:ext cx="2257200" cy="36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1C39384-45D0-2C22-D70B-9BC06B5D95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4743" y="122273"/>
                <a:ext cx="231840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0FF2D3B-726B-ADF3-83DC-5D32742C9663}"/>
                  </a:ext>
                </a:extLst>
              </p14:cNvPr>
              <p14:cNvContentPartPr/>
              <p14:nvPr/>
            </p14:nvContentPartPr>
            <p14:xfrm>
              <a:off x="267583" y="182753"/>
              <a:ext cx="4973760" cy="806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0FF2D3B-726B-ADF3-83DC-5D32742C96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6623" y="151793"/>
                <a:ext cx="5034960" cy="86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D704A32-0EBE-6F2C-35DD-DCEBBFC20E6D}"/>
                  </a:ext>
                </a:extLst>
              </p14:cNvPr>
              <p14:cNvContentPartPr/>
              <p14:nvPr/>
            </p14:nvContentPartPr>
            <p14:xfrm>
              <a:off x="409164" y="1058455"/>
              <a:ext cx="2133720" cy="434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D704A32-0EBE-6F2C-35DD-DCEBBFC20E6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8204" y="1027495"/>
                <a:ext cx="2194920" cy="4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16B2E3C-CB1F-CCE2-6509-05378F9D6BCD}"/>
                  </a:ext>
                </a:extLst>
              </p14:cNvPr>
              <p14:cNvContentPartPr/>
              <p14:nvPr/>
            </p14:nvContentPartPr>
            <p14:xfrm>
              <a:off x="324564" y="1560295"/>
              <a:ext cx="2598840" cy="1771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16B2E3C-CB1F-CCE2-6509-05378F9D6BC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6564" y="1542295"/>
                <a:ext cx="26344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B323E2DB-06C8-DE90-F2B5-EC882A3E35C8}"/>
                  </a:ext>
                </a:extLst>
              </p14:cNvPr>
              <p14:cNvContentPartPr/>
              <p14:nvPr/>
            </p14:nvContentPartPr>
            <p14:xfrm>
              <a:off x="592071" y="3219120"/>
              <a:ext cx="3373920" cy="20988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B323E2DB-06C8-DE90-F2B5-EC882A3E35C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1111" y="3188107"/>
                <a:ext cx="3435120" cy="2711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D9B640B1-FB1E-CBCD-DEA9-D1D4DD377D6C}"/>
                  </a:ext>
                </a:extLst>
              </p14:cNvPr>
              <p14:cNvContentPartPr/>
              <p14:nvPr/>
            </p14:nvContentPartPr>
            <p14:xfrm>
              <a:off x="579111" y="3300120"/>
              <a:ext cx="215640" cy="16848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D9B640B1-FB1E-CBCD-DEA9-D1D4DD377D6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3631" y="3284640"/>
                <a:ext cx="24624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24DBB870-F964-8BBE-AFB4-EC6F03F395B5}"/>
                  </a:ext>
                </a:extLst>
              </p14:cNvPr>
              <p14:cNvContentPartPr/>
              <p14:nvPr/>
            </p14:nvContentPartPr>
            <p14:xfrm>
              <a:off x="1044591" y="3306960"/>
              <a:ext cx="230040" cy="17532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24DBB870-F964-8BBE-AFB4-EC6F03F395B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29111" y="3291448"/>
                <a:ext cx="260640" cy="2059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52D24C59-5618-964D-DA57-2FC2B86C8C4E}"/>
                  </a:ext>
                </a:extLst>
              </p14:cNvPr>
              <p14:cNvContentPartPr/>
              <p14:nvPr/>
            </p14:nvContentPartPr>
            <p14:xfrm>
              <a:off x="1591431" y="3294360"/>
              <a:ext cx="169200" cy="1954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52D24C59-5618-964D-DA57-2FC2B86C8C4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75951" y="3278880"/>
                <a:ext cx="1998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967898F4-2FFE-F4DE-AA26-09B786C8A83A}"/>
                  </a:ext>
                </a:extLst>
              </p14:cNvPr>
              <p14:cNvContentPartPr/>
              <p14:nvPr/>
            </p14:nvContentPartPr>
            <p14:xfrm>
              <a:off x="3287031" y="3232800"/>
              <a:ext cx="169200" cy="16236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967898F4-2FFE-F4DE-AA26-09B786C8A83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71551" y="3217320"/>
                <a:ext cx="1998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6CAF692A-FE4A-D0DD-7662-21762078DF2D}"/>
                  </a:ext>
                </a:extLst>
              </p14:cNvPr>
              <p14:cNvContentPartPr/>
              <p14:nvPr/>
            </p14:nvContentPartPr>
            <p14:xfrm>
              <a:off x="600943" y="2058353"/>
              <a:ext cx="107280" cy="12074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6CAF692A-FE4A-D0DD-7662-21762078DF2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69983" y="2027402"/>
                <a:ext cx="168480" cy="12686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6D3378F-6DD8-9CB3-8FCB-07DAC1C7E7A3}"/>
                  </a:ext>
                </a:extLst>
              </p14:cNvPr>
              <p14:cNvContentPartPr/>
              <p14:nvPr/>
            </p14:nvContentPartPr>
            <p14:xfrm>
              <a:off x="5152783" y="2020553"/>
              <a:ext cx="1205280" cy="289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6D3378F-6DD8-9CB3-8FCB-07DAC1C7E7A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22183" y="1989915"/>
                <a:ext cx="1266840" cy="3514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053237D-4B6A-1DD1-F4DA-B353B8E8E174}"/>
                  </a:ext>
                </a:extLst>
              </p14:cNvPr>
              <p14:cNvContentPartPr/>
              <p14:nvPr/>
            </p14:nvContentPartPr>
            <p14:xfrm>
              <a:off x="7912903" y="2128193"/>
              <a:ext cx="358560" cy="1346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053237D-4B6A-1DD1-F4DA-B353B8E8E17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81943" y="2097593"/>
                <a:ext cx="4201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ADD87F1-C473-223F-A997-8CEC97A02073}"/>
                  </a:ext>
                </a:extLst>
              </p14:cNvPr>
              <p14:cNvContentPartPr/>
              <p14:nvPr/>
            </p14:nvContentPartPr>
            <p14:xfrm>
              <a:off x="6862783" y="2114873"/>
              <a:ext cx="635400" cy="1702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ADD87F1-C473-223F-A997-8CEC97A0207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832183" y="2084273"/>
                <a:ext cx="69660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3BD65F2-FF1E-1E89-C3DE-D3C723164E07}"/>
                  </a:ext>
                </a:extLst>
              </p14:cNvPr>
              <p14:cNvContentPartPr/>
              <p14:nvPr/>
            </p14:nvContentPartPr>
            <p14:xfrm>
              <a:off x="9610303" y="1917233"/>
              <a:ext cx="1866960" cy="6004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3BD65F2-FF1E-1E89-C3DE-D3C723164E0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579703" y="1886633"/>
                <a:ext cx="1928160" cy="66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2F27B3B-51E2-1F25-3DE3-8066C59F78B5}"/>
                  </a:ext>
                </a:extLst>
              </p14:cNvPr>
              <p14:cNvContentPartPr/>
              <p14:nvPr/>
            </p14:nvContentPartPr>
            <p14:xfrm>
              <a:off x="8384503" y="1944593"/>
              <a:ext cx="905400" cy="315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2F27B3B-51E2-1F25-3DE3-8066C59F78B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53555" y="1913633"/>
                <a:ext cx="966576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BD3319B-AC5E-5CB6-CC8C-EFA2C1B4121E}"/>
                  </a:ext>
                </a:extLst>
              </p14:cNvPr>
              <p14:cNvContentPartPr/>
              <p14:nvPr/>
            </p14:nvContentPartPr>
            <p14:xfrm>
              <a:off x="7504303" y="2523473"/>
              <a:ext cx="1056240" cy="2757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8BD3319B-AC5E-5CB6-CC8C-EFA2C1B4121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473354" y="2492873"/>
                <a:ext cx="1117419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FF90866A-3705-25AF-C829-182863FCEE75}"/>
                  </a:ext>
                </a:extLst>
              </p14:cNvPr>
              <p14:cNvContentPartPr/>
              <p14:nvPr/>
            </p14:nvContentPartPr>
            <p14:xfrm>
              <a:off x="6749743" y="2655593"/>
              <a:ext cx="408960" cy="1576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FF90866A-3705-25AF-C829-182863FCEE7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719143" y="2624993"/>
                <a:ext cx="47052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C24019B8-5FA5-59D3-4E5A-E56C89438BD1}"/>
                  </a:ext>
                </a:extLst>
              </p14:cNvPr>
              <p14:cNvContentPartPr/>
              <p14:nvPr/>
            </p14:nvContentPartPr>
            <p14:xfrm>
              <a:off x="5316223" y="2495033"/>
              <a:ext cx="1094400" cy="3556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C24019B8-5FA5-59D3-4E5A-E56C89438BD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285623" y="2464464"/>
                <a:ext cx="1155600" cy="4168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A0BB6514-ABE6-C264-0D4A-121A61EC8692}"/>
                  </a:ext>
                </a:extLst>
              </p14:cNvPr>
              <p14:cNvContentPartPr/>
              <p14:nvPr/>
            </p14:nvContentPartPr>
            <p14:xfrm>
              <a:off x="8868343" y="2451473"/>
              <a:ext cx="1899360" cy="6307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A0BB6514-ABE6-C264-0D4A-121A61EC869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837737" y="2420856"/>
                <a:ext cx="1960932" cy="6923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691891B-787C-E4AE-63CA-C5044D746883}"/>
                  </a:ext>
                </a:extLst>
              </p14:cNvPr>
              <p14:cNvContentPartPr/>
              <p14:nvPr/>
            </p14:nvContentPartPr>
            <p14:xfrm>
              <a:off x="5355463" y="3076793"/>
              <a:ext cx="1262880" cy="23292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691891B-787C-E4AE-63CA-C5044D74688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324494" y="3046193"/>
                <a:ext cx="1324458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99F266CC-3D0F-006F-5110-3AAB52A60C3E}"/>
                  </a:ext>
                </a:extLst>
              </p14:cNvPr>
              <p14:cNvContentPartPr/>
              <p14:nvPr/>
            </p14:nvContentPartPr>
            <p14:xfrm>
              <a:off x="4794223" y="2089673"/>
              <a:ext cx="106560" cy="568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99F266CC-3D0F-006F-5110-3AAB52A60C3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63623" y="2059073"/>
                <a:ext cx="1677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ABF6299D-2341-7F46-6065-AF91E5D5384F}"/>
                  </a:ext>
                </a:extLst>
              </p14:cNvPr>
              <p14:cNvContentPartPr/>
              <p14:nvPr/>
            </p14:nvContentPartPr>
            <p14:xfrm>
              <a:off x="4913743" y="3648833"/>
              <a:ext cx="56880" cy="633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ABF6299D-2341-7F46-6065-AF91E5D5384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883143" y="3618233"/>
                <a:ext cx="11844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2F6E437-6E3B-1CD3-2E79-ACF9CC6683B1}"/>
                  </a:ext>
                </a:extLst>
              </p14:cNvPr>
              <p14:cNvContentPartPr/>
              <p14:nvPr/>
            </p14:nvContentPartPr>
            <p14:xfrm>
              <a:off x="7868623" y="3532193"/>
              <a:ext cx="1233000" cy="2710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2F6E437-6E3B-1CD3-2E79-ACF9CC6683B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838014" y="3501552"/>
                <a:ext cx="1294218" cy="3323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7849E329-292B-4A87-21F1-CCD8885C6A43}"/>
                  </a:ext>
                </a:extLst>
              </p14:cNvPr>
              <p14:cNvContentPartPr/>
              <p14:nvPr/>
            </p14:nvContentPartPr>
            <p14:xfrm>
              <a:off x="6869263" y="3661433"/>
              <a:ext cx="635400" cy="1576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7849E329-292B-4A87-21F1-CCD8885C6A4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838303" y="3630833"/>
                <a:ext cx="6966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7EB3D5C2-9BE0-E232-D27E-3DDCA8D7A21B}"/>
                  </a:ext>
                </a:extLst>
              </p14:cNvPr>
              <p14:cNvContentPartPr/>
              <p14:nvPr/>
            </p14:nvContentPartPr>
            <p14:xfrm>
              <a:off x="5303623" y="3598073"/>
              <a:ext cx="1107000" cy="28944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7EB3D5C2-9BE0-E232-D27E-3DDCA8D7A21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273023" y="3567473"/>
                <a:ext cx="116820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24A2F049-12A0-8C9D-FF49-0FC6DB9ABBB0}"/>
                  </a:ext>
                </a:extLst>
              </p14:cNvPr>
              <p14:cNvContentPartPr/>
              <p14:nvPr/>
            </p14:nvContentPartPr>
            <p14:xfrm>
              <a:off x="9440743" y="3445073"/>
              <a:ext cx="893160" cy="34848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24A2F049-12A0-8C9D-FF49-0FC6DB9ABBB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409783" y="3414441"/>
                <a:ext cx="954360" cy="4101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EE367D44-31F6-A0AB-C8CF-5E82DF7CB2FA}"/>
                  </a:ext>
                </a:extLst>
              </p14:cNvPr>
              <p14:cNvContentPartPr/>
              <p14:nvPr/>
            </p14:nvContentPartPr>
            <p14:xfrm>
              <a:off x="10635943" y="3467393"/>
              <a:ext cx="634320" cy="28836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EE367D44-31F6-A0AB-C8CF-5E82DF7CB2F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605001" y="3436755"/>
                <a:ext cx="695485" cy="3499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C7D5A038-162B-6155-6814-C8678A27B206}"/>
                  </a:ext>
                </a:extLst>
              </p14:cNvPr>
              <p14:cNvContentPartPr/>
              <p14:nvPr/>
            </p14:nvContentPartPr>
            <p14:xfrm>
              <a:off x="5423143" y="4117913"/>
              <a:ext cx="584280" cy="29160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C7D5A038-162B-6155-6814-C8678A27B20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392543" y="4086953"/>
                <a:ext cx="64584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39D65388-91B6-21D9-B886-CFA9D1C59FB2}"/>
                  </a:ext>
                </a:extLst>
              </p14:cNvPr>
              <p14:cNvContentPartPr/>
              <p14:nvPr/>
            </p14:nvContentPartPr>
            <p14:xfrm>
              <a:off x="9031783" y="3951593"/>
              <a:ext cx="874440" cy="33264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39D65388-91B6-21D9-B886-CFA9D1C59FB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001183" y="3920666"/>
                <a:ext cx="935640" cy="3937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6556590B-BEEC-D96E-31E9-40B085C9E45F}"/>
                  </a:ext>
                </a:extLst>
              </p14:cNvPr>
              <p14:cNvContentPartPr/>
              <p14:nvPr/>
            </p14:nvContentPartPr>
            <p14:xfrm>
              <a:off x="6334663" y="3953393"/>
              <a:ext cx="2370600" cy="39240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6556590B-BEEC-D96E-31E9-40B085C9E45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304063" y="3922793"/>
                <a:ext cx="243180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E58EEE13-03F2-1E73-BD87-5F04E7DAF565}"/>
                  </a:ext>
                </a:extLst>
              </p14:cNvPr>
              <p14:cNvContentPartPr/>
              <p14:nvPr/>
            </p14:nvContentPartPr>
            <p14:xfrm>
              <a:off x="10214023" y="3925673"/>
              <a:ext cx="1232640" cy="3333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E58EEE13-03F2-1E73-BD87-5F04E7DAF56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183063" y="3895106"/>
                <a:ext cx="1293840" cy="394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094D4407-F8D1-0488-EA41-FC2962D3A243}"/>
                  </a:ext>
                </a:extLst>
              </p14:cNvPr>
              <p14:cNvContentPartPr/>
              <p14:nvPr/>
            </p14:nvContentPartPr>
            <p14:xfrm>
              <a:off x="9478183" y="4438313"/>
              <a:ext cx="1735920" cy="5691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094D4407-F8D1-0488-EA41-FC2962D3A24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447577" y="4407713"/>
                <a:ext cx="1797493" cy="63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8340807D-39FA-6869-D9EF-788875C0CFB9}"/>
                  </a:ext>
                </a:extLst>
              </p14:cNvPr>
              <p14:cNvContentPartPr/>
              <p14:nvPr/>
            </p14:nvContentPartPr>
            <p14:xfrm>
              <a:off x="8352823" y="4434713"/>
              <a:ext cx="861840" cy="37692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8340807D-39FA-6869-D9EF-788875C0CFB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322223" y="4404113"/>
                <a:ext cx="92304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69A40A62-15E1-C5A9-BF76-9F006D1AD0CE}"/>
                  </a:ext>
                </a:extLst>
              </p14:cNvPr>
              <p14:cNvContentPartPr/>
              <p14:nvPr/>
            </p14:nvContentPartPr>
            <p14:xfrm>
              <a:off x="6460303" y="4523633"/>
              <a:ext cx="1383480" cy="29772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69A40A62-15E1-C5A9-BF76-9F006D1AD0C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429703" y="4493070"/>
                <a:ext cx="1445040" cy="358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195119E4-5E00-678D-2154-0FEB02352B5C}"/>
                  </a:ext>
                </a:extLst>
              </p14:cNvPr>
              <p14:cNvContentPartPr/>
              <p14:nvPr/>
            </p14:nvContentPartPr>
            <p14:xfrm>
              <a:off x="5397943" y="4583033"/>
              <a:ext cx="735840" cy="27684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195119E4-5E00-678D-2154-0FEB02352B5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367343" y="4552433"/>
                <a:ext cx="79740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38617423-BDE2-DA8A-A074-E005C1E804DF}"/>
                  </a:ext>
                </a:extLst>
              </p14:cNvPr>
              <p14:cNvContentPartPr/>
              <p14:nvPr/>
            </p14:nvContentPartPr>
            <p14:xfrm>
              <a:off x="5498383" y="4944833"/>
              <a:ext cx="1798560" cy="35820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38617423-BDE2-DA8A-A074-E005C1E804D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467783" y="4914233"/>
                <a:ext cx="185976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4AB5F1E6-0E96-60A2-06D5-ACD7708E00CD}"/>
                  </a:ext>
                </a:extLst>
              </p14:cNvPr>
              <p14:cNvContentPartPr/>
              <p14:nvPr/>
            </p14:nvContentPartPr>
            <p14:xfrm>
              <a:off x="7390903" y="4922513"/>
              <a:ext cx="1936800" cy="37044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4AB5F1E6-0E96-60A2-06D5-ACD7708E00C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360303" y="4891913"/>
                <a:ext cx="1998000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6893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CA, t-SNE, UMAP">
            <a:extLst>
              <a:ext uri="{FF2B5EF4-FFF2-40B4-BE49-F238E27FC236}">
                <a16:creationId xmlns:a16="http://schemas.microsoft.com/office/drawing/2014/main" id="{0B7CDC7C-8357-6B2D-3C79-92C427320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62" y="162144"/>
            <a:ext cx="8820510" cy="6533711"/>
          </a:xfrm>
          <a:prstGeom prst="rect">
            <a:avLst/>
          </a:prstGeom>
        </p:spPr>
      </p:pic>
      <p:pic>
        <p:nvPicPr>
          <p:cNvPr id="4" name="Picture 3" descr="GitHub - cazala/mnist: mnist digits in javascript · GitHub">
            <a:extLst>
              <a:ext uri="{FF2B5EF4-FFF2-40B4-BE49-F238E27FC236}">
                <a16:creationId xmlns:a16="http://schemas.microsoft.com/office/drawing/2014/main" id="{1289F854-B4BF-4E4C-A3B5-D06B3D33C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1472" y="979098"/>
            <a:ext cx="3048000" cy="2286000"/>
          </a:xfrm>
          <a:prstGeom prst="rect">
            <a:avLst/>
          </a:prstGeom>
        </p:spPr>
      </p:pic>
      <p:pic>
        <p:nvPicPr>
          <p:cNvPr id="5" name="Picture 4" descr="The FashionMNIST dataset consists of 10 classes of monochrome clothing... |  Download Scientific Diagram">
            <a:extLst>
              <a:ext uri="{FF2B5EF4-FFF2-40B4-BE49-F238E27FC236}">
                <a16:creationId xmlns:a16="http://schemas.microsoft.com/office/drawing/2014/main" id="{3BF37C29-944B-6B4A-1B6A-153A3925CA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1472" y="4730151"/>
            <a:ext cx="3230226" cy="14593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FE83FB-9DA6-FACB-A453-F0F6CAAC818B}"/>
              </a:ext>
            </a:extLst>
          </p:cNvPr>
          <p:cNvSpPr txBox="1"/>
          <p:nvPr/>
        </p:nvSpPr>
        <p:spPr>
          <a:xfrm>
            <a:off x="0" y="6511189"/>
            <a:ext cx="6167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meta.caspershire.net</a:t>
            </a:r>
            <a:r>
              <a:rPr lang="en-US" dirty="0"/>
              <a:t>/</a:t>
            </a:r>
            <a:r>
              <a:rPr lang="en-US" dirty="0" err="1"/>
              <a:t>umap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864766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8ED3393-6998-CACC-5513-A2567202DFE4}"/>
                  </a:ext>
                </a:extLst>
              </p14:cNvPr>
              <p14:cNvContentPartPr/>
              <p14:nvPr/>
            </p14:nvContentPartPr>
            <p14:xfrm>
              <a:off x="481423" y="392273"/>
              <a:ext cx="19080" cy="6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8ED3393-6998-CACC-5513-A2567202DF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0823" y="361673"/>
                <a:ext cx="806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30A5D8E-B15A-809F-3EA0-D6FEDE454B84}"/>
                  </a:ext>
                </a:extLst>
              </p14:cNvPr>
              <p14:cNvContentPartPr/>
              <p14:nvPr/>
            </p14:nvContentPartPr>
            <p14:xfrm>
              <a:off x="444343" y="286073"/>
              <a:ext cx="282600" cy="333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30A5D8E-B15A-809F-3EA0-D6FEDE454B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3743" y="255473"/>
                <a:ext cx="34380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331525E-27C2-40BE-E9F3-A2E78264B34A}"/>
                  </a:ext>
                </a:extLst>
              </p14:cNvPr>
              <p14:cNvContentPartPr/>
              <p14:nvPr/>
            </p14:nvContentPartPr>
            <p14:xfrm>
              <a:off x="827383" y="606113"/>
              <a:ext cx="6480" cy="6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331525E-27C2-40BE-E9F3-A2E78264B3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6423" y="575513"/>
                <a:ext cx="680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BF3C0C0-71EB-96F2-0F97-5D71BBC7B05E}"/>
                  </a:ext>
                </a:extLst>
              </p14:cNvPr>
              <p14:cNvContentPartPr/>
              <p14:nvPr/>
            </p14:nvContentPartPr>
            <p14:xfrm>
              <a:off x="1053463" y="307673"/>
              <a:ext cx="183240" cy="166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BF3C0C0-71EB-96F2-0F97-5D71BBC7B05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22863" y="277073"/>
                <a:ext cx="24480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CE349FF-4961-73E7-A0E9-9F67118EBF4E}"/>
                  </a:ext>
                </a:extLst>
              </p14:cNvPr>
              <p14:cNvContentPartPr/>
              <p14:nvPr/>
            </p14:nvContentPartPr>
            <p14:xfrm>
              <a:off x="1154983" y="297953"/>
              <a:ext cx="50040" cy="346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CE349FF-4961-73E7-A0E9-9F67118EBF4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24023" y="267353"/>
                <a:ext cx="11124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73ECD0E-B3B7-8776-5CEE-63605DF8AB44}"/>
                  </a:ext>
                </a:extLst>
              </p14:cNvPr>
              <p14:cNvContentPartPr/>
              <p14:nvPr/>
            </p14:nvContentPartPr>
            <p14:xfrm>
              <a:off x="1782823" y="320993"/>
              <a:ext cx="25560" cy="24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73ECD0E-B3B7-8776-5CEE-63605DF8AB4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52223" y="290393"/>
                <a:ext cx="8676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404B842-8BCC-00F2-B3B2-BC7BB701B895}"/>
                  </a:ext>
                </a:extLst>
              </p14:cNvPr>
              <p14:cNvContentPartPr/>
              <p14:nvPr/>
            </p14:nvContentPartPr>
            <p14:xfrm>
              <a:off x="1701103" y="260873"/>
              <a:ext cx="351720" cy="452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404B842-8BCC-00F2-B3B2-BC7BB701B89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70503" y="230273"/>
                <a:ext cx="412920" cy="5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37FA773-DFB4-2328-A260-98823DE954E4}"/>
                  </a:ext>
                </a:extLst>
              </p14:cNvPr>
              <p14:cNvContentPartPr/>
              <p14:nvPr/>
            </p14:nvContentPartPr>
            <p14:xfrm>
              <a:off x="2128783" y="455273"/>
              <a:ext cx="63360" cy="150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37FA773-DFB4-2328-A260-98823DE954E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97823" y="424313"/>
                <a:ext cx="12456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9020C49-4669-6996-77A7-B0D1CA8C09E6}"/>
                  </a:ext>
                </a:extLst>
              </p14:cNvPr>
              <p14:cNvContentPartPr/>
              <p14:nvPr/>
            </p14:nvContentPartPr>
            <p14:xfrm>
              <a:off x="2210503" y="286073"/>
              <a:ext cx="6480" cy="24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9020C49-4669-6996-77A7-B0D1CA8C09E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79543" y="255473"/>
                <a:ext cx="680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84D55A2-75F7-D59C-40AB-5FDC3C8338E9}"/>
                  </a:ext>
                </a:extLst>
              </p14:cNvPr>
              <p14:cNvContentPartPr/>
              <p14:nvPr/>
            </p14:nvContentPartPr>
            <p14:xfrm>
              <a:off x="2323543" y="439793"/>
              <a:ext cx="415440" cy="146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84D55A2-75F7-D59C-40AB-5FDC3C8338E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92943" y="409193"/>
                <a:ext cx="4766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2A85B5B-11FB-F18B-9C30-D39C2A0AA3FE}"/>
                  </a:ext>
                </a:extLst>
              </p14:cNvPr>
              <p14:cNvContentPartPr/>
              <p14:nvPr/>
            </p14:nvContentPartPr>
            <p14:xfrm>
              <a:off x="2760943" y="374273"/>
              <a:ext cx="217080" cy="213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2A85B5B-11FB-F18B-9C30-D39C2A0AA3F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30343" y="343313"/>
                <a:ext cx="2782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13F25FE-0D10-16A9-AAF5-A33A0649788F}"/>
                  </a:ext>
                </a:extLst>
              </p14:cNvPr>
              <p14:cNvContentPartPr/>
              <p14:nvPr/>
            </p14:nvContentPartPr>
            <p14:xfrm>
              <a:off x="3021583" y="411713"/>
              <a:ext cx="214200" cy="137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13F25FE-0D10-16A9-AAF5-A33A0649788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990623" y="381113"/>
                <a:ext cx="2754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CBBBEF2-132A-A1C3-3B84-0F3144D3118D}"/>
                  </a:ext>
                </a:extLst>
              </p14:cNvPr>
              <p14:cNvContentPartPr/>
              <p14:nvPr/>
            </p14:nvContentPartPr>
            <p14:xfrm>
              <a:off x="3310663" y="341873"/>
              <a:ext cx="145080" cy="207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CBBBEF2-132A-A1C3-3B84-0F3144D3118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280063" y="311273"/>
                <a:ext cx="20628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67AF4E8-B43B-BC75-1D39-89461E387205}"/>
                  </a:ext>
                </a:extLst>
              </p14:cNvPr>
              <p14:cNvContentPartPr/>
              <p14:nvPr/>
            </p14:nvContentPartPr>
            <p14:xfrm>
              <a:off x="3505423" y="404153"/>
              <a:ext cx="50760" cy="158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67AF4E8-B43B-BC75-1D39-89461E38720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474823" y="373553"/>
                <a:ext cx="11196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3871096-0AFE-FF76-838B-65F46E1916CD}"/>
                  </a:ext>
                </a:extLst>
              </p14:cNvPr>
              <p14:cNvContentPartPr/>
              <p14:nvPr/>
            </p14:nvContentPartPr>
            <p14:xfrm>
              <a:off x="3587143" y="245033"/>
              <a:ext cx="12960" cy="28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3871096-0AFE-FF76-838B-65F46E1916C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56543" y="214073"/>
                <a:ext cx="7416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CF9A273-A3F4-E6FF-74D0-B4EDAF5D82C9}"/>
                  </a:ext>
                </a:extLst>
              </p14:cNvPr>
              <p14:cNvContentPartPr/>
              <p14:nvPr/>
            </p14:nvContentPartPr>
            <p14:xfrm>
              <a:off x="3631423" y="398393"/>
              <a:ext cx="163800" cy="1756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CF9A273-A3F4-E6FF-74D0-B4EDAF5D82C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00463" y="367793"/>
                <a:ext cx="22500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78A7424-B8E0-5EBA-34E3-9CDDA0675CFD}"/>
                  </a:ext>
                </a:extLst>
              </p14:cNvPr>
              <p14:cNvContentPartPr/>
              <p14:nvPr/>
            </p14:nvContentPartPr>
            <p14:xfrm>
              <a:off x="3882703" y="389393"/>
              <a:ext cx="270720" cy="159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78A7424-B8E0-5EBA-34E3-9CDDA0675CF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852103" y="358793"/>
                <a:ext cx="33192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B5C3BEC-38ED-E186-54B2-C5F5D09FDCF2}"/>
                  </a:ext>
                </a:extLst>
              </p14:cNvPr>
              <p14:cNvContentPartPr/>
              <p14:nvPr/>
            </p14:nvContentPartPr>
            <p14:xfrm>
              <a:off x="4146943" y="392273"/>
              <a:ext cx="245520" cy="163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B5C3BEC-38ED-E186-54B2-C5F5D09FDCF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115983" y="361673"/>
                <a:ext cx="3070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B12BC02-C771-6A0A-C482-2D90B526CBC7}"/>
                  </a:ext>
                </a:extLst>
              </p14:cNvPr>
              <p14:cNvContentPartPr/>
              <p14:nvPr/>
            </p14:nvContentPartPr>
            <p14:xfrm>
              <a:off x="4523863" y="193913"/>
              <a:ext cx="50760" cy="306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B12BC02-C771-6A0A-C482-2D90B526CBC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493263" y="163313"/>
                <a:ext cx="11196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9679DFE-2196-5EDD-32A7-D1F54755214E}"/>
                  </a:ext>
                </a:extLst>
              </p14:cNvPr>
              <p14:cNvContentPartPr/>
              <p14:nvPr/>
            </p14:nvContentPartPr>
            <p14:xfrm>
              <a:off x="4637263" y="368513"/>
              <a:ext cx="44280" cy="1429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9679DFE-2196-5EDD-32A7-D1F54755214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606663" y="337913"/>
                <a:ext cx="10584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EC1936D-B936-8860-25D8-E13313CBB23B}"/>
                  </a:ext>
                </a:extLst>
              </p14:cNvPr>
              <p14:cNvContentPartPr/>
              <p14:nvPr/>
            </p14:nvContentPartPr>
            <p14:xfrm>
              <a:off x="4675063" y="210113"/>
              <a:ext cx="19080" cy="129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EC1936D-B936-8860-25D8-E13313CBB23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644103" y="179153"/>
                <a:ext cx="806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B491F12-08AD-82F3-2A8C-D30277CBD51E}"/>
                  </a:ext>
                </a:extLst>
              </p14:cNvPr>
              <p14:cNvContentPartPr/>
              <p14:nvPr/>
            </p14:nvContentPartPr>
            <p14:xfrm>
              <a:off x="4819423" y="169433"/>
              <a:ext cx="56880" cy="334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B491F12-08AD-82F3-2A8C-D30277CBD51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788823" y="138833"/>
                <a:ext cx="11844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139F958-40FC-930D-A59A-632B0679B8EF}"/>
                  </a:ext>
                </a:extLst>
              </p14:cNvPr>
              <p14:cNvContentPartPr/>
              <p14:nvPr/>
            </p14:nvContentPartPr>
            <p14:xfrm>
              <a:off x="4750303" y="329273"/>
              <a:ext cx="201600" cy="316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139F958-40FC-930D-A59A-632B0679B8E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719703" y="298673"/>
                <a:ext cx="26280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6E6921A-E4AB-E5FA-526C-2726FC8658E8}"/>
                  </a:ext>
                </a:extLst>
              </p14:cNvPr>
              <p14:cNvContentPartPr/>
              <p14:nvPr/>
            </p14:nvContentPartPr>
            <p14:xfrm>
              <a:off x="4914463" y="357353"/>
              <a:ext cx="200880" cy="4489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6E6921A-E4AB-E5FA-526C-2726FC8658E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883863" y="326753"/>
                <a:ext cx="262080" cy="51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C2F10AB-8EB3-AFF3-F0D5-DAA218A87A6D}"/>
                  </a:ext>
                </a:extLst>
              </p14:cNvPr>
              <p14:cNvContentPartPr/>
              <p14:nvPr/>
            </p14:nvContentPartPr>
            <p14:xfrm>
              <a:off x="5699623" y="279233"/>
              <a:ext cx="232920" cy="1792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C2F10AB-8EB3-AFF3-F0D5-DAA218A87A6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669023" y="248273"/>
                <a:ext cx="29448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F7E6205-12EF-12FD-86CB-A3278E7A9DC5}"/>
                  </a:ext>
                </a:extLst>
              </p14:cNvPr>
              <p14:cNvContentPartPr/>
              <p14:nvPr/>
            </p14:nvContentPartPr>
            <p14:xfrm>
              <a:off x="5850463" y="297953"/>
              <a:ext cx="276840" cy="1638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F7E6205-12EF-12FD-86CB-A3278E7A9DC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819863" y="267353"/>
                <a:ext cx="3384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978456B-DF7D-CC1C-31CD-15B7772F6D0A}"/>
                  </a:ext>
                </a:extLst>
              </p14:cNvPr>
              <p14:cNvContentPartPr/>
              <p14:nvPr/>
            </p14:nvContentPartPr>
            <p14:xfrm>
              <a:off x="6146023" y="156833"/>
              <a:ext cx="258120" cy="2988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978456B-DF7D-CC1C-31CD-15B7772F6D0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115423" y="126233"/>
                <a:ext cx="31932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9524BC7-1694-0176-54E8-EF400ECAD0B0}"/>
                  </a:ext>
                </a:extLst>
              </p14:cNvPr>
              <p14:cNvContentPartPr/>
              <p14:nvPr/>
            </p14:nvContentPartPr>
            <p14:xfrm>
              <a:off x="6454183" y="310553"/>
              <a:ext cx="145080" cy="132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9524BC7-1694-0176-54E8-EF400ECAD0B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423583" y="279953"/>
                <a:ext cx="20628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40F09F1-B063-9E6D-4AD3-29598D799E9F}"/>
                  </a:ext>
                </a:extLst>
              </p14:cNvPr>
              <p14:cNvContentPartPr/>
              <p14:nvPr/>
            </p14:nvContentPartPr>
            <p14:xfrm>
              <a:off x="6793663" y="316673"/>
              <a:ext cx="176400" cy="1324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40F09F1-B063-9E6D-4AD3-29598D799E9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763063" y="286073"/>
                <a:ext cx="23760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4CE9793-D84E-900E-FACA-9F6D1DD4ED11}"/>
                  </a:ext>
                </a:extLst>
              </p14:cNvPr>
              <p14:cNvContentPartPr/>
              <p14:nvPr/>
            </p14:nvContentPartPr>
            <p14:xfrm>
              <a:off x="7013623" y="147833"/>
              <a:ext cx="75960" cy="33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4CE9793-D84E-900E-FACA-9F6D1DD4ED1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983023" y="117233"/>
                <a:ext cx="13716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6EB12D8-A047-2A69-6847-7EB6992314F5}"/>
                  </a:ext>
                </a:extLst>
              </p14:cNvPr>
              <p14:cNvContentPartPr/>
              <p14:nvPr/>
            </p14:nvContentPartPr>
            <p14:xfrm>
              <a:off x="6931903" y="304073"/>
              <a:ext cx="245520" cy="381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6EB12D8-A047-2A69-6847-7EB6992314F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901303" y="273473"/>
                <a:ext cx="30708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D9DEF6C-2DEB-C89C-76F1-93A1F9E9E0F1}"/>
                  </a:ext>
                </a:extLst>
              </p14:cNvPr>
              <p14:cNvContentPartPr/>
              <p14:nvPr/>
            </p14:nvContentPartPr>
            <p14:xfrm>
              <a:off x="7208743" y="341873"/>
              <a:ext cx="43560" cy="135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D9DEF6C-2DEB-C89C-76F1-93A1F9E9E0F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178143" y="311273"/>
                <a:ext cx="10512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11719E6-485B-1125-DBE9-E4D60C77CE5A}"/>
                  </a:ext>
                </a:extLst>
              </p14:cNvPr>
              <p14:cNvContentPartPr/>
              <p14:nvPr/>
            </p14:nvContentPartPr>
            <p14:xfrm>
              <a:off x="7265263" y="247553"/>
              <a:ext cx="6480" cy="255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11719E6-485B-1125-DBE9-E4D60C77CE5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234663" y="216953"/>
                <a:ext cx="680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AB9DA8B-980C-3752-8BFD-3B06A70490AE}"/>
                  </a:ext>
                </a:extLst>
              </p14:cNvPr>
              <p14:cNvContentPartPr/>
              <p14:nvPr/>
            </p14:nvContentPartPr>
            <p14:xfrm>
              <a:off x="7359583" y="341873"/>
              <a:ext cx="182520" cy="1764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AB9DA8B-980C-3752-8BFD-3B06A70490A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328983" y="311273"/>
                <a:ext cx="24408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9F3F5C8-480B-DDB1-7B9D-5EF5513B3422}"/>
                  </a:ext>
                </a:extLst>
              </p14:cNvPr>
              <p14:cNvContentPartPr/>
              <p14:nvPr/>
            </p14:nvContentPartPr>
            <p14:xfrm>
              <a:off x="7629943" y="364193"/>
              <a:ext cx="270720" cy="1476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9F3F5C8-480B-DDB1-7B9D-5EF5513B342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599343" y="333593"/>
                <a:ext cx="33192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3E1DAAF-2725-098F-7983-0F59D36EA40A}"/>
                  </a:ext>
                </a:extLst>
              </p14:cNvPr>
              <p14:cNvContentPartPr/>
              <p14:nvPr/>
            </p14:nvContentPartPr>
            <p14:xfrm>
              <a:off x="1701103" y="1206953"/>
              <a:ext cx="1396080" cy="3866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3E1DAAF-2725-098F-7983-0F59D36EA40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670503" y="1175993"/>
                <a:ext cx="1457280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14B225F-0863-B0DC-61D1-A8E0AD863F74}"/>
                  </a:ext>
                </a:extLst>
              </p14:cNvPr>
              <p14:cNvContentPartPr/>
              <p14:nvPr/>
            </p14:nvContentPartPr>
            <p14:xfrm>
              <a:off x="5781343" y="1229993"/>
              <a:ext cx="31680" cy="2505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14B225F-0863-B0DC-61D1-A8E0AD863F7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750743" y="1199033"/>
                <a:ext cx="9324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BBF42F4-9210-0B7B-F7F4-DE264E5AEC0F}"/>
                  </a:ext>
                </a:extLst>
              </p14:cNvPr>
              <p14:cNvContentPartPr/>
              <p14:nvPr/>
            </p14:nvContentPartPr>
            <p14:xfrm>
              <a:off x="5800423" y="2309993"/>
              <a:ext cx="6480" cy="214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BBF42F4-9210-0B7B-F7F4-DE264E5AEC0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769823" y="2279033"/>
                <a:ext cx="6804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497E962-220B-508C-AAA0-2424C6C333A7}"/>
                  </a:ext>
                </a:extLst>
              </p14:cNvPr>
              <p14:cNvContentPartPr/>
              <p14:nvPr/>
            </p14:nvContentPartPr>
            <p14:xfrm>
              <a:off x="5838223" y="3032873"/>
              <a:ext cx="19080" cy="2894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497E962-220B-508C-AAA0-2424C6C333A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807263" y="3002273"/>
                <a:ext cx="8064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6B1053A-5396-530F-7345-A3A0CC9034AB}"/>
                  </a:ext>
                </a:extLst>
              </p14:cNvPr>
              <p14:cNvContentPartPr/>
              <p14:nvPr/>
            </p14:nvContentPartPr>
            <p14:xfrm>
              <a:off x="5888263" y="4302953"/>
              <a:ext cx="19080" cy="2707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6B1053A-5396-530F-7345-A3A0CC9034A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857663" y="4272353"/>
                <a:ext cx="8064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F2B187F-B76E-AAC2-C176-703AB939536E}"/>
                  </a:ext>
                </a:extLst>
              </p14:cNvPr>
              <p14:cNvContentPartPr/>
              <p14:nvPr/>
            </p14:nvContentPartPr>
            <p14:xfrm>
              <a:off x="5900863" y="5022233"/>
              <a:ext cx="6480" cy="3434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F2B187F-B76E-AAC2-C176-703AB939536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870263" y="4991633"/>
                <a:ext cx="6804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81C8ED9-A774-D554-8418-B1716E46D0C9}"/>
                  </a:ext>
                </a:extLst>
              </p14:cNvPr>
              <p14:cNvContentPartPr/>
              <p14:nvPr/>
            </p14:nvContentPartPr>
            <p14:xfrm>
              <a:off x="5919943" y="6076673"/>
              <a:ext cx="6480" cy="3456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81C8ED9-A774-D554-8418-B1716E46D0C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888983" y="6045713"/>
                <a:ext cx="6804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C8AC2FE6-BB9A-CBCC-CB82-A564B3E6D8C4}"/>
                  </a:ext>
                </a:extLst>
              </p14:cNvPr>
              <p14:cNvContentPartPr/>
              <p14:nvPr/>
            </p14:nvContentPartPr>
            <p14:xfrm>
              <a:off x="5844343" y="3667913"/>
              <a:ext cx="19080" cy="2142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C8AC2FE6-BB9A-CBCC-CB82-A564B3E6D8C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803303" y="3626873"/>
                <a:ext cx="10116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A0A4528-C276-DB00-2CE0-27F70E39D036}"/>
                  </a:ext>
                </a:extLst>
              </p14:cNvPr>
              <p14:cNvContentPartPr/>
              <p14:nvPr/>
            </p14:nvContentPartPr>
            <p14:xfrm>
              <a:off x="7095343" y="1059353"/>
              <a:ext cx="264240" cy="3204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A0A4528-C276-DB00-2CE0-27F70E39D03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064743" y="1028753"/>
                <a:ext cx="32580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6C5C5D3-E1D4-BE63-EFA0-308FE585D25B}"/>
                  </a:ext>
                </a:extLst>
              </p14:cNvPr>
              <p14:cNvContentPartPr/>
              <p14:nvPr/>
            </p14:nvContentPartPr>
            <p14:xfrm>
              <a:off x="7485223" y="1096433"/>
              <a:ext cx="1195200" cy="2811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6C5C5D3-E1D4-BE63-EFA0-308FE585D25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454614" y="1065833"/>
                <a:ext cx="1256779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99194DAA-749E-2F27-138C-1BD06786BC63}"/>
                  </a:ext>
                </a:extLst>
              </p14:cNvPr>
              <p14:cNvContentPartPr/>
              <p14:nvPr/>
            </p14:nvContentPartPr>
            <p14:xfrm>
              <a:off x="3637543" y="1659473"/>
              <a:ext cx="2018520" cy="4280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99194DAA-749E-2F27-138C-1BD06786BC6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622423" y="1644353"/>
                <a:ext cx="204912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6E4E957-6B80-753E-80A2-B3A17E8409BE}"/>
                  </a:ext>
                </a:extLst>
              </p14:cNvPr>
              <p14:cNvContentPartPr/>
              <p14:nvPr/>
            </p14:nvContentPartPr>
            <p14:xfrm>
              <a:off x="1732423" y="1674953"/>
              <a:ext cx="1446480" cy="3146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6E4E957-6B80-753E-80A2-B3A17E8409B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717303" y="1659473"/>
                <a:ext cx="147672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7C5857B-2F31-1494-ED2B-E82CED0C832E}"/>
                  </a:ext>
                </a:extLst>
              </p14:cNvPr>
              <p14:cNvContentPartPr/>
              <p14:nvPr/>
            </p14:nvContentPartPr>
            <p14:xfrm>
              <a:off x="167143" y="1688273"/>
              <a:ext cx="1263960" cy="3139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7C5857B-2F31-1494-ED2B-E82CED0C832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51663" y="1672793"/>
                <a:ext cx="129456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40F9A236-FD1B-4A48-B326-B494EBBB9B9A}"/>
                  </a:ext>
                </a:extLst>
              </p14:cNvPr>
              <p14:cNvContentPartPr/>
              <p14:nvPr/>
            </p14:nvContentPartPr>
            <p14:xfrm>
              <a:off x="286663" y="2077793"/>
              <a:ext cx="729360" cy="2253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40F9A236-FD1B-4A48-B326-B494EBBB9B9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71191" y="2062673"/>
                <a:ext cx="759945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E773AA7B-1765-D943-8D1D-2B97F9188F18}"/>
                  </a:ext>
                </a:extLst>
              </p14:cNvPr>
              <p14:cNvContentPartPr/>
              <p14:nvPr/>
            </p14:nvContentPartPr>
            <p14:xfrm>
              <a:off x="3403543" y="1666313"/>
              <a:ext cx="215640" cy="2505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E773AA7B-1765-D943-8D1D-2B97F9188F1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388423" y="1651193"/>
                <a:ext cx="24588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DE1B7F5A-EED4-8476-3A4D-42D824D0D248}"/>
                  </a:ext>
                </a:extLst>
              </p14:cNvPr>
              <p14:cNvContentPartPr/>
              <p14:nvPr/>
            </p14:nvContentPartPr>
            <p14:xfrm>
              <a:off x="1361623" y="2079953"/>
              <a:ext cx="1521720" cy="51264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DE1B7F5A-EED4-8476-3A4D-42D824D0D24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346503" y="2064822"/>
                <a:ext cx="1552320" cy="5432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FECD334D-C4C7-21C0-A812-F0948FF63FCD}"/>
                  </a:ext>
                </a:extLst>
              </p14:cNvPr>
              <p14:cNvContentPartPr/>
              <p14:nvPr/>
            </p14:nvContentPartPr>
            <p14:xfrm>
              <a:off x="6202543" y="1675673"/>
              <a:ext cx="459720" cy="2952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FECD334D-C4C7-21C0-A812-F0948FF63FC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187411" y="1660193"/>
                <a:ext cx="490344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9EB7672A-021B-5F56-E411-6AC417997AE7}"/>
                  </a:ext>
                </a:extLst>
              </p14:cNvPr>
              <p14:cNvContentPartPr/>
              <p14:nvPr/>
            </p14:nvContentPartPr>
            <p14:xfrm>
              <a:off x="6768463" y="1595753"/>
              <a:ext cx="1754280" cy="3751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9EB7672A-021B-5F56-E411-6AC417997AE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753346" y="1580618"/>
                <a:ext cx="1784514" cy="4057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B29FE1BF-66D1-DFAD-E513-894F3553B3D3}"/>
                  </a:ext>
                </a:extLst>
              </p14:cNvPr>
              <p14:cNvContentPartPr/>
              <p14:nvPr/>
            </p14:nvContentPartPr>
            <p14:xfrm>
              <a:off x="8837023" y="1493153"/>
              <a:ext cx="1590840" cy="3441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B29FE1BF-66D1-DFAD-E513-894F3553B3D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821903" y="1478033"/>
                <a:ext cx="162144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2C018B7C-51B7-CB50-539F-7B9FD4C8FD1E}"/>
                  </a:ext>
                </a:extLst>
              </p14:cNvPr>
              <p14:cNvContentPartPr/>
              <p14:nvPr/>
            </p14:nvContentPartPr>
            <p14:xfrm>
              <a:off x="6246823" y="2033873"/>
              <a:ext cx="1483920" cy="5151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2C018B7C-51B7-CB50-539F-7B9FD4C8FD1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231347" y="2018753"/>
                <a:ext cx="1514153" cy="54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16816707-C71C-CC5B-1558-46DE86A22286}"/>
                  </a:ext>
                </a:extLst>
              </p14:cNvPr>
              <p14:cNvContentPartPr/>
              <p14:nvPr/>
            </p14:nvContentPartPr>
            <p14:xfrm>
              <a:off x="8082463" y="1928393"/>
              <a:ext cx="2408400" cy="54792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16816707-C71C-CC5B-1558-46DE86A2228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067343" y="1913273"/>
                <a:ext cx="2439000" cy="5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8975B845-6FD0-AEF5-5C31-25591C234D0E}"/>
                  </a:ext>
                </a:extLst>
              </p14:cNvPr>
              <p14:cNvContentPartPr/>
              <p14:nvPr/>
            </p14:nvContentPartPr>
            <p14:xfrm>
              <a:off x="236263" y="2800313"/>
              <a:ext cx="1452600" cy="29232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8975B845-6FD0-AEF5-5C31-25591C234D0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05663" y="2769713"/>
                <a:ext cx="151416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151EE968-4FCC-FE14-606B-835B729ADE4E}"/>
                  </a:ext>
                </a:extLst>
              </p14:cNvPr>
              <p14:cNvContentPartPr/>
              <p14:nvPr/>
            </p14:nvContentPartPr>
            <p14:xfrm>
              <a:off x="336703" y="3184433"/>
              <a:ext cx="1748520" cy="31032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151EE968-4FCC-FE14-606B-835B729ADE4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06097" y="3153868"/>
                <a:ext cx="1809733" cy="3714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F22332F9-D6C6-01F6-85DD-9E3A687F1615}"/>
                  </a:ext>
                </a:extLst>
              </p14:cNvPr>
              <p14:cNvContentPartPr/>
              <p14:nvPr/>
            </p14:nvContentPartPr>
            <p14:xfrm>
              <a:off x="4034263" y="2702393"/>
              <a:ext cx="1068480" cy="57600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F22332F9-D6C6-01F6-85DD-9E3A687F1615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003663" y="2671793"/>
                <a:ext cx="1129680" cy="63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F1E6F11D-61F9-43B3-4432-13029913B17A}"/>
                  </a:ext>
                </a:extLst>
              </p14:cNvPr>
              <p14:cNvContentPartPr/>
              <p14:nvPr/>
            </p14:nvContentPartPr>
            <p14:xfrm>
              <a:off x="3128143" y="2793833"/>
              <a:ext cx="591480" cy="25200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F1E6F11D-61F9-43B3-4432-13029913B17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097543" y="2763233"/>
                <a:ext cx="65268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6266044B-9889-7CC1-7AF3-C89514BB9022}"/>
                  </a:ext>
                </a:extLst>
              </p14:cNvPr>
              <p14:cNvContentPartPr/>
              <p14:nvPr/>
            </p14:nvContentPartPr>
            <p14:xfrm>
              <a:off x="2047063" y="2753513"/>
              <a:ext cx="748080" cy="29520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6266044B-9889-7CC1-7AF3-C89514BB902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016118" y="2722913"/>
                <a:ext cx="80961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BE728CD6-4953-BE70-C3C8-809C2C0AD3D4}"/>
                  </a:ext>
                </a:extLst>
              </p14:cNvPr>
              <p14:cNvContentPartPr/>
              <p14:nvPr/>
            </p14:nvContentPartPr>
            <p14:xfrm>
              <a:off x="9107383" y="2712113"/>
              <a:ext cx="1666440" cy="28260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BE728CD6-4953-BE70-C3C8-809C2C0AD3D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076783" y="2681513"/>
                <a:ext cx="172764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E789F175-1A5E-5C43-8527-BDE81BFEDAAD}"/>
                  </a:ext>
                </a:extLst>
              </p14:cNvPr>
              <p14:cNvContentPartPr/>
              <p14:nvPr/>
            </p14:nvContentPartPr>
            <p14:xfrm>
              <a:off x="8007223" y="2731193"/>
              <a:ext cx="804960" cy="27684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E789F175-1A5E-5C43-8527-BDE81BFEDAA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976263" y="2700233"/>
                <a:ext cx="86652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58E5F0E3-E8B6-6D59-10DB-10DC9D9D5A14}"/>
                  </a:ext>
                </a:extLst>
              </p14:cNvPr>
              <p14:cNvContentPartPr/>
              <p14:nvPr/>
            </p14:nvContentPartPr>
            <p14:xfrm>
              <a:off x="6177703" y="2806433"/>
              <a:ext cx="1421280" cy="28908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58E5F0E3-E8B6-6D59-10DB-10DC9D9D5A14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146743" y="2775795"/>
                <a:ext cx="1482480" cy="3507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6D41D345-1EBE-359C-E644-EAF2D46CF883}"/>
                  </a:ext>
                </a:extLst>
              </p14:cNvPr>
              <p14:cNvContentPartPr/>
              <p14:nvPr/>
            </p14:nvContentPartPr>
            <p14:xfrm>
              <a:off x="11063263" y="2869433"/>
              <a:ext cx="142920" cy="11340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6D41D345-1EBE-359C-E644-EAF2D46CF88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032303" y="2838571"/>
                <a:ext cx="204120" cy="1744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CD3DB336-DAE5-A176-8B6B-2353F6C1ED83}"/>
                  </a:ext>
                </a:extLst>
              </p14:cNvPr>
              <p14:cNvContentPartPr/>
              <p14:nvPr/>
            </p14:nvContentPartPr>
            <p14:xfrm>
              <a:off x="11288983" y="2698073"/>
              <a:ext cx="478080" cy="48528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CD3DB336-DAE5-A176-8B6B-2353F6C1ED8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1258383" y="2667473"/>
                <a:ext cx="539640" cy="54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40B19579-9630-74A9-5862-110FACE2989C}"/>
                  </a:ext>
                </a:extLst>
              </p14:cNvPr>
              <p14:cNvContentPartPr/>
              <p14:nvPr/>
            </p14:nvContentPartPr>
            <p14:xfrm>
              <a:off x="48343" y="2995073"/>
              <a:ext cx="12240" cy="36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40B19579-9630-74A9-5862-110FACE2989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7743" y="2964473"/>
                <a:ext cx="7344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66323C43-AFF7-40CE-1492-79EBFFFBF29B}"/>
                  </a:ext>
                </a:extLst>
              </p14:cNvPr>
              <p14:cNvContentPartPr/>
              <p14:nvPr/>
            </p14:nvContentPartPr>
            <p14:xfrm>
              <a:off x="123583" y="3931793"/>
              <a:ext cx="360" cy="3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66323C43-AFF7-40CE-1492-79EBFFFBF29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2623" y="3901193"/>
                <a:ext cx="6156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5A5F1DD1-B99C-2846-9B7D-0897A1258339}"/>
                  </a:ext>
                </a:extLst>
              </p14:cNvPr>
              <p14:cNvContentPartPr/>
              <p14:nvPr/>
            </p14:nvContentPartPr>
            <p14:xfrm>
              <a:off x="4405063" y="3713273"/>
              <a:ext cx="874080" cy="53964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5A5F1DD1-B99C-2846-9B7D-0897A125833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374116" y="3682673"/>
                <a:ext cx="935255" cy="6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420ED72C-1CE8-6947-D12B-8DFB60FCC669}"/>
                  </a:ext>
                </a:extLst>
              </p14:cNvPr>
              <p14:cNvContentPartPr/>
              <p14:nvPr/>
            </p14:nvContentPartPr>
            <p14:xfrm>
              <a:off x="3254503" y="3739913"/>
              <a:ext cx="855360" cy="27432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420ED72C-1CE8-6947-D12B-8DFB60FCC669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223903" y="3708953"/>
                <a:ext cx="91692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5EE2D077-DAC1-B368-0C21-2B47CD0A17F6}"/>
                  </a:ext>
                </a:extLst>
              </p14:cNvPr>
              <p14:cNvContentPartPr/>
              <p14:nvPr/>
            </p14:nvContentPartPr>
            <p14:xfrm>
              <a:off x="1783183" y="3746033"/>
              <a:ext cx="1107000" cy="30924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5EE2D077-DAC1-B368-0C21-2B47CD0A17F6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752583" y="3715433"/>
                <a:ext cx="116820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AD83BD33-F0E1-327E-DB04-22C90ED73AFB}"/>
                  </a:ext>
                </a:extLst>
              </p14:cNvPr>
              <p14:cNvContentPartPr/>
              <p14:nvPr/>
            </p14:nvContentPartPr>
            <p14:xfrm>
              <a:off x="368743" y="3774833"/>
              <a:ext cx="1012320" cy="32652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AD83BD33-F0E1-327E-DB04-22C90ED73AFB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37794" y="3744233"/>
                <a:ext cx="1073498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2160AA9B-30FA-0BBD-4056-A8C55186C2A3}"/>
                  </a:ext>
                </a:extLst>
              </p14:cNvPr>
              <p14:cNvContentPartPr/>
              <p14:nvPr/>
            </p14:nvContentPartPr>
            <p14:xfrm>
              <a:off x="393943" y="4193153"/>
              <a:ext cx="1521000" cy="28548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2160AA9B-30FA-0BBD-4056-A8C55186C2A3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62983" y="4162553"/>
                <a:ext cx="158256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061336D1-49C1-704C-9305-265524649F83}"/>
                  </a:ext>
                </a:extLst>
              </p14:cNvPr>
              <p14:cNvContentPartPr/>
              <p14:nvPr/>
            </p14:nvContentPartPr>
            <p14:xfrm>
              <a:off x="5989423" y="2925953"/>
              <a:ext cx="75960" cy="7596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061336D1-49C1-704C-9305-265524649F83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958463" y="2895353"/>
                <a:ext cx="13716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80A91834-4676-9730-17DF-1B87EAAA9669}"/>
                  </a:ext>
                </a:extLst>
              </p14:cNvPr>
              <p14:cNvContentPartPr/>
              <p14:nvPr/>
            </p14:nvContentPartPr>
            <p14:xfrm>
              <a:off x="6034063" y="3925673"/>
              <a:ext cx="52920" cy="4284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80A91834-4676-9730-17DF-1B87EAAA9669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003463" y="3895073"/>
                <a:ext cx="1141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C1D729D2-5D1E-54B6-D983-39FFAE89124A}"/>
                  </a:ext>
                </a:extLst>
              </p14:cNvPr>
              <p14:cNvContentPartPr/>
              <p14:nvPr/>
            </p14:nvContentPartPr>
            <p14:xfrm>
              <a:off x="6284983" y="3717593"/>
              <a:ext cx="2131560" cy="50652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C1D729D2-5D1E-54B6-D983-39FFAE89124A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6254023" y="3686655"/>
                <a:ext cx="2193120" cy="5676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5D6D6884-8614-1951-C347-F27DA1FA57C9}"/>
                  </a:ext>
                </a:extLst>
              </p14:cNvPr>
              <p14:cNvContentPartPr/>
              <p14:nvPr/>
            </p14:nvContentPartPr>
            <p14:xfrm>
              <a:off x="9623263" y="3686633"/>
              <a:ext cx="1886400" cy="46296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5D6D6884-8614-1951-C347-F27DA1FA57C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592663" y="3656033"/>
                <a:ext cx="194796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870958B3-F315-39F0-7230-34C0D180BE30}"/>
                  </a:ext>
                </a:extLst>
              </p14:cNvPr>
              <p14:cNvContentPartPr/>
              <p14:nvPr/>
            </p14:nvContentPartPr>
            <p14:xfrm>
              <a:off x="8497903" y="3664313"/>
              <a:ext cx="892440" cy="52524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870958B3-F315-39F0-7230-34C0D180BE3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467303" y="3633692"/>
                <a:ext cx="953640" cy="5868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9F59B566-FEE7-087E-A6BF-CA632D93DFE7}"/>
                  </a:ext>
                </a:extLst>
              </p14:cNvPr>
              <p14:cNvContentPartPr/>
              <p14:nvPr/>
            </p14:nvContentPartPr>
            <p14:xfrm>
              <a:off x="161023" y="4893713"/>
              <a:ext cx="53280" cy="7596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9F59B566-FEE7-087E-A6BF-CA632D93DFE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30423" y="4863113"/>
                <a:ext cx="11484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27D55D22-CB85-591B-4D3B-4B8C20D5ECFA}"/>
                  </a:ext>
                </a:extLst>
              </p14:cNvPr>
              <p14:cNvContentPartPr/>
              <p14:nvPr/>
            </p14:nvContentPartPr>
            <p14:xfrm>
              <a:off x="2267383" y="4856273"/>
              <a:ext cx="276840" cy="113400"/>
            </p14:xfrm>
          </p:contentPart>
        </mc:Choice>
        <mc:Fallback xmlns=""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27D55D22-CB85-591B-4D3B-4B8C20D5ECF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236783" y="4825313"/>
                <a:ext cx="33840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33F23AA0-D847-F043-7729-4457F075A4AF}"/>
                  </a:ext>
                </a:extLst>
              </p14:cNvPr>
              <p14:cNvContentPartPr/>
              <p14:nvPr/>
            </p14:nvContentPartPr>
            <p14:xfrm>
              <a:off x="2754823" y="4693913"/>
              <a:ext cx="883440" cy="31356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33F23AA0-D847-F043-7729-4457F075A4A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724223" y="4663278"/>
                <a:ext cx="944640" cy="3751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9AE80160-EDDC-6B90-EC91-4CDBF06D3937}"/>
                  </a:ext>
                </a:extLst>
              </p14:cNvPr>
              <p14:cNvContentPartPr/>
              <p14:nvPr/>
            </p14:nvContentPartPr>
            <p14:xfrm>
              <a:off x="1412383" y="4831073"/>
              <a:ext cx="559800" cy="18216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9AE80160-EDDC-6B90-EC91-4CDBF06D393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381783" y="4800473"/>
                <a:ext cx="62136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618FBC05-1D63-595E-690B-ED74B95B3158}"/>
                  </a:ext>
                </a:extLst>
              </p14:cNvPr>
              <p14:cNvContentPartPr/>
              <p14:nvPr/>
            </p14:nvContentPartPr>
            <p14:xfrm>
              <a:off x="443983" y="4749353"/>
              <a:ext cx="704880" cy="27684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618FBC05-1D63-595E-690B-ED74B95B3158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13367" y="4718393"/>
                <a:ext cx="766111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749CAAAA-0DB1-92A8-ED77-C6D55AB1F43D}"/>
                  </a:ext>
                </a:extLst>
              </p14:cNvPr>
              <p14:cNvContentPartPr/>
              <p14:nvPr/>
            </p14:nvContentPartPr>
            <p14:xfrm>
              <a:off x="6184183" y="4888313"/>
              <a:ext cx="44280" cy="50040"/>
            </p14:xfrm>
          </p:contentPart>
        </mc:Choice>
        <mc:Fallback xmlns=""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749CAAAA-0DB1-92A8-ED77-C6D55AB1F43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153583" y="4857713"/>
                <a:ext cx="1058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75594C1B-FB3F-2E82-E6AE-472F032D9009}"/>
                  </a:ext>
                </a:extLst>
              </p14:cNvPr>
              <p14:cNvContentPartPr/>
              <p14:nvPr/>
            </p14:nvContentPartPr>
            <p14:xfrm>
              <a:off x="6467143" y="4668353"/>
              <a:ext cx="1446480" cy="287640"/>
            </p14:xfrm>
          </p:contentPart>
        </mc:Choice>
        <mc:Fallback xmlns=""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75594C1B-FB3F-2E82-E6AE-472F032D9009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436543" y="4637393"/>
                <a:ext cx="150768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B7A45627-DB4E-A282-962E-CAE78BB62A07}"/>
                  </a:ext>
                </a:extLst>
              </p14:cNvPr>
              <p14:cNvContentPartPr/>
              <p14:nvPr/>
            </p14:nvContentPartPr>
            <p14:xfrm>
              <a:off x="3920863" y="4715153"/>
              <a:ext cx="836640" cy="266760"/>
            </p14:xfrm>
          </p:contentPart>
        </mc:Choice>
        <mc:Fallback xmlns=""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B7A45627-DB4E-A282-962E-CAE78BB62A07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890263" y="4684235"/>
                <a:ext cx="897840" cy="328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4EB65057-B2B6-A8D1-7584-891DFC62A55C}"/>
                  </a:ext>
                </a:extLst>
              </p14:cNvPr>
              <p14:cNvContentPartPr/>
              <p14:nvPr/>
            </p14:nvContentPartPr>
            <p14:xfrm>
              <a:off x="8246263" y="4554233"/>
              <a:ext cx="2565720" cy="321120"/>
            </p14:xfrm>
          </p:contentPart>
        </mc:Choice>
        <mc:Fallback xmlns=""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4EB65057-B2B6-A8D1-7584-891DFC62A55C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8215659" y="4523633"/>
                <a:ext cx="2627289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CBC00B60-E4DF-9A1E-3786-034CEC5255DF}"/>
                  </a:ext>
                </a:extLst>
              </p14:cNvPr>
              <p14:cNvContentPartPr/>
              <p14:nvPr/>
            </p14:nvContentPartPr>
            <p14:xfrm>
              <a:off x="3134983" y="5353433"/>
              <a:ext cx="2068560" cy="482400"/>
            </p14:xfrm>
          </p:contentPart>
        </mc:Choice>
        <mc:Fallback xmlns=""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CBC00B60-E4DF-9A1E-3786-034CEC5255DF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104388" y="5322833"/>
                <a:ext cx="2129749" cy="5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8EA8972B-5F7A-B34E-5D63-BF1439A526A3}"/>
                  </a:ext>
                </a:extLst>
              </p14:cNvPr>
              <p14:cNvContentPartPr/>
              <p14:nvPr/>
            </p14:nvContentPartPr>
            <p14:xfrm>
              <a:off x="2481943" y="5547833"/>
              <a:ext cx="376920" cy="126000"/>
            </p14:xfrm>
          </p:contentPart>
        </mc:Choice>
        <mc:Fallback xmlns=""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8EA8972B-5F7A-B34E-5D63-BF1439A526A3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450983" y="5516873"/>
                <a:ext cx="4381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789BEE3C-C38C-CF99-92BA-6B998E963C48}"/>
                  </a:ext>
                </a:extLst>
              </p14:cNvPr>
              <p14:cNvContentPartPr/>
              <p14:nvPr/>
            </p14:nvContentPartPr>
            <p14:xfrm>
              <a:off x="236623" y="5450633"/>
              <a:ext cx="1897560" cy="464760"/>
            </p14:xfrm>
          </p:contentPart>
        </mc:Choice>
        <mc:Fallback xmlns=""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789BEE3C-C38C-CF99-92BA-6B998E963C48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95583" y="5420033"/>
                <a:ext cx="1969200" cy="52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FC0FE359-F49A-AAE2-6B24-05D87285241A}"/>
                  </a:ext>
                </a:extLst>
              </p14:cNvPr>
              <p14:cNvContentPartPr/>
              <p14:nvPr/>
            </p14:nvContentPartPr>
            <p14:xfrm>
              <a:off x="6165463" y="5355593"/>
              <a:ext cx="1861200" cy="484200"/>
            </p14:xfrm>
          </p:contentPart>
        </mc:Choice>
        <mc:Fallback xmlns=""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FC0FE359-F49A-AAE2-6B24-05D87285241A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6134503" y="5325016"/>
                <a:ext cx="1922760" cy="5453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430" name="Ink 429">
                <a:extLst>
                  <a:ext uri="{FF2B5EF4-FFF2-40B4-BE49-F238E27FC236}">
                    <a16:creationId xmlns:a16="http://schemas.microsoft.com/office/drawing/2014/main" id="{7E7C39D8-65AB-F64A-7F65-0C98F79CED1A}"/>
                  </a:ext>
                </a:extLst>
              </p14:cNvPr>
              <p14:cNvContentPartPr/>
              <p14:nvPr/>
            </p14:nvContentPartPr>
            <p14:xfrm>
              <a:off x="8082823" y="5440913"/>
              <a:ext cx="88560" cy="176400"/>
            </p14:xfrm>
          </p:contentPart>
        </mc:Choice>
        <mc:Fallback xmlns="">
          <p:pic>
            <p:nvPicPr>
              <p:cNvPr id="430" name="Ink 429">
                <a:extLst>
                  <a:ext uri="{FF2B5EF4-FFF2-40B4-BE49-F238E27FC236}">
                    <a16:creationId xmlns:a16="http://schemas.microsoft.com/office/drawing/2014/main" id="{7E7C39D8-65AB-F64A-7F65-0C98F79CED1A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8052223" y="5410313"/>
                <a:ext cx="1497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444" name="Ink 443">
                <a:extLst>
                  <a:ext uri="{FF2B5EF4-FFF2-40B4-BE49-F238E27FC236}">
                    <a16:creationId xmlns:a16="http://schemas.microsoft.com/office/drawing/2014/main" id="{B8064C1D-0042-7072-99F3-11E12B279DE9}"/>
                  </a:ext>
                </a:extLst>
              </p14:cNvPr>
              <p14:cNvContentPartPr/>
              <p14:nvPr/>
            </p14:nvContentPartPr>
            <p14:xfrm>
              <a:off x="9258583" y="5293313"/>
              <a:ext cx="2181240" cy="452520"/>
            </p14:xfrm>
          </p:contentPart>
        </mc:Choice>
        <mc:Fallback xmlns="">
          <p:pic>
            <p:nvPicPr>
              <p:cNvPr id="444" name="Ink 443">
                <a:extLst>
                  <a:ext uri="{FF2B5EF4-FFF2-40B4-BE49-F238E27FC236}">
                    <a16:creationId xmlns:a16="http://schemas.microsoft.com/office/drawing/2014/main" id="{B8064C1D-0042-7072-99F3-11E12B279DE9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227983" y="5262689"/>
                <a:ext cx="2242800" cy="5141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887560F6-DA98-DFE8-179E-2938E665DB95}"/>
                  </a:ext>
                </a:extLst>
              </p14:cNvPr>
              <p14:cNvContentPartPr/>
              <p14:nvPr/>
            </p14:nvContentPartPr>
            <p14:xfrm>
              <a:off x="8497903" y="5469353"/>
              <a:ext cx="427680" cy="127440"/>
            </p14:xfrm>
          </p:contentPart>
        </mc:Choice>
        <mc:Fallback xmlns=""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887560F6-DA98-DFE8-179E-2938E665DB9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467329" y="5438753"/>
                <a:ext cx="488829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A5ADED42-CB43-B4C8-A863-2A07B9B57DC4}"/>
                  </a:ext>
                </a:extLst>
              </p14:cNvPr>
              <p14:cNvContentPartPr/>
              <p14:nvPr/>
            </p14:nvContentPartPr>
            <p14:xfrm>
              <a:off x="3468343" y="5978753"/>
              <a:ext cx="31680" cy="316080"/>
            </p14:xfrm>
          </p:contentPart>
        </mc:Choice>
        <mc:Fallback xmlns=""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A5ADED42-CB43-B4C8-A863-2A07B9B57DC4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427303" y="5937713"/>
                <a:ext cx="11376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457" name="Ink 456">
                <a:extLst>
                  <a:ext uri="{FF2B5EF4-FFF2-40B4-BE49-F238E27FC236}">
                    <a16:creationId xmlns:a16="http://schemas.microsoft.com/office/drawing/2014/main" id="{6F5EB8B8-1A89-794B-5C49-58400F079D84}"/>
                  </a:ext>
                </a:extLst>
              </p14:cNvPr>
              <p14:cNvContentPartPr/>
              <p14:nvPr/>
            </p14:nvContentPartPr>
            <p14:xfrm>
              <a:off x="3593983" y="6163793"/>
              <a:ext cx="226800" cy="138600"/>
            </p14:xfrm>
          </p:contentPart>
        </mc:Choice>
        <mc:Fallback xmlns="">
          <p:pic>
            <p:nvPicPr>
              <p:cNvPr id="457" name="Ink 456">
                <a:extLst>
                  <a:ext uri="{FF2B5EF4-FFF2-40B4-BE49-F238E27FC236}">
                    <a16:creationId xmlns:a16="http://schemas.microsoft.com/office/drawing/2014/main" id="{6F5EB8B8-1A89-794B-5C49-58400F079D84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3552943" y="6122753"/>
                <a:ext cx="30852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CFD2CA37-A6D5-4FB4-6E17-FC2FD4575EF0}"/>
                  </a:ext>
                </a:extLst>
              </p14:cNvPr>
              <p14:cNvContentPartPr/>
              <p14:nvPr/>
            </p14:nvContentPartPr>
            <p14:xfrm>
              <a:off x="3902143" y="6157673"/>
              <a:ext cx="189000" cy="124560"/>
            </p14:xfrm>
          </p:contentPart>
        </mc:Choice>
        <mc:Fallback xmlns=""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CFD2CA37-A6D5-4FB4-6E17-FC2FD4575EF0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861103" y="6116633"/>
                <a:ext cx="27072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459" name="Ink 458">
                <a:extLst>
                  <a:ext uri="{FF2B5EF4-FFF2-40B4-BE49-F238E27FC236}">
                    <a16:creationId xmlns:a16="http://schemas.microsoft.com/office/drawing/2014/main" id="{CB6D5097-1F82-4374-0F5E-1516342AE978}"/>
                  </a:ext>
                </a:extLst>
              </p14:cNvPr>
              <p14:cNvContentPartPr/>
              <p14:nvPr/>
            </p14:nvContentPartPr>
            <p14:xfrm>
              <a:off x="4140823" y="6163793"/>
              <a:ext cx="258120" cy="389520"/>
            </p14:xfrm>
          </p:contentPart>
        </mc:Choice>
        <mc:Fallback xmlns="">
          <p:pic>
            <p:nvPicPr>
              <p:cNvPr id="459" name="Ink 458">
                <a:extLst>
                  <a:ext uri="{FF2B5EF4-FFF2-40B4-BE49-F238E27FC236}">
                    <a16:creationId xmlns:a16="http://schemas.microsoft.com/office/drawing/2014/main" id="{CB6D5097-1F82-4374-0F5E-1516342AE978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099783" y="6122753"/>
                <a:ext cx="340200" cy="47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07465CFD-91D8-EFAC-0085-3A2A63D1EC8F}"/>
                  </a:ext>
                </a:extLst>
              </p14:cNvPr>
              <p14:cNvContentPartPr/>
              <p14:nvPr/>
            </p14:nvContentPartPr>
            <p14:xfrm>
              <a:off x="4386703" y="6163793"/>
              <a:ext cx="282600" cy="113400"/>
            </p14:xfrm>
          </p:contentPart>
        </mc:Choice>
        <mc:Fallback xmlns=""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07465CFD-91D8-EFAC-0085-3A2A63D1EC8F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345663" y="6122753"/>
                <a:ext cx="3646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475" name="Ink 474">
                <a:extLst>
                  <a:ext uri="{FF2B5EF4-FFF2-40B4-BE49-F238E27FC236}">
                    <a16:creationId xmlns:a16="http://schemas.microsoft.com/office/drawing/2014/main" id="{2EEDFE1D-4876-14F3-9BA8-3467A0D23676}"/>
                  </a:ext>
                </a:extLst>
              </p14:cNvPr>
              <p14:cNvContentPartPr/>
              <p14:nvPr/>
            </p14:nvContentPartPr>
            <p14:xfrm>
              <a:off x="242743" y="6057593"/>
              <a:ext cx="2741760" cy="716400"/>
            </p14:xfrm>
          </p:contentPart>
        </mc:Choice>
        <mc:Fallback xmlns="">
          <p:pic>
            <p:nvPicPr>
              <p:cNvPr id="475" name="Ink 474">
                <a:extLst>
                  <a:ext uri="{FF2B5EF4-FFF2-40B4-BE49-F238E27FC236}">
                    <a16:creationId xmlns:a16="http://schemas.microsoft.com/office/drawing/2014/main" id="{2EEDFE1D-4876-14F3-9BA8-3467A0D23676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212139" y="6026993"/>
                <a:ext cx="2803328" cy="78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502" name="Ink 501">
                <a:extLst>
                  <a:ext uri="{FF2B5EF4-FFF2-40B4-BE49-F238E27FC236}">
                    <a16:creationId xmlns:a16="http://schemas.microsoft.com/office/drawing/2014/main" id="{C47E9C62-DA3B-6C64-463B-3A083FE93D0E}"/>
                  </a:ext>
                </a:extLst>
              </p14:cNvPr>
              <p14:cNvContentPartPr/>
              <p14:nvPr/>
            </p14:nvContentPartPr>
            <p14:xfrm>
              <a:off x="10177303" y="6101153"/>
              <a:ext cx="1487520" cy="402840"/>
            </p14:xfrm>
          </p:contentPart>
        </mc:Choice>
        <mc:Fallback xmlns="">
          <p:pic>
            <p:nvPicPr>
              <p:cNvPr id="502" name="Ink 501">
                <a:extLst>
                  <a:ext uri="{FF2B5EF4-FFF2-40B4-BE49-F238E27FC236}">
                    <a16:creationId xmlns:a16="http://schemas.microsoft.com/office/drawing/2014/main" id="{C47E9C62-DA3B-6C64-463B-3A083FE93D0E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146703" y="6070553"/>
                <a:ext cx="154908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503" name="Ink 502">
                <a:extLst>
                  <a:ext uri="{FF2B5EF4-FFF2-40B4-BE49-F238E27FC236}">
                    <a16:creationId xmlns:a16="http://schemas.microsoft.com/office/drawing/2014/main" id="{7A5C2E88-AE8F-F6CE-3EB1-8EC9CEAB7FA6}"/>
                  </a:ext>
                </a:extLst>
              </p14:cNvPr>
              <p14:cNvContentPartPr/>
              <p14:nvPr/>
            </p14:nvContentPartPr>
            <p14:xfrm>
              <a:off x="8409703" y="6165233"/>
              <a:ext cx="1446480" cy="294480"/>
            </p14:xfrm>
          </p:contentPart>
        </mc:Choice>
        <mc:Fallback xmlns="">
          <p:pic>
            <p:nvPicPr>
              <p:cNvPr id="503" name="Ink 502">
                <a:extLst>
                  <a:ext uri="{FF2B5EF4-FFF2-40B4-BE49-F238E27FC236}">
                    <a16:creationId xmlns:a16="http://schemas.microsoft.com/office/drawing/2014/main" id="{7A5C2E88-AE8F-F6CE-3EB1-8EC9CEAB7FA6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379103" y="6134633"/>
                <a:ext cx="150768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504" name="Ink 503">
                <a:extLst>
                  <a:ext uri="{FF2B5EF4-FFF2-40B4-BE49-F238E27FC236}">
                    <a16:creationId xmlns:a16="http://schemas.microsoft.com/office/drawing/2014/main" id="{4037CB36-36F0-F7ED-80E7-82997A03452C}"/>
                  </a:ext>
                </a:extLst>
              </p14:cNvPr>
              <p14:cNvContentPartPr/>
              <p14:nvPr/>
            </p14:nvContentPartPr>
            <p14:xfrm>
              <a:off x="7763143" y="6164513"/>
              <a:ext cx="320040" cy="310680"/>
            </p14:xfrm>
          </p:contentPart>
        </mc:Choice>
        <mc:Fallback xmlns="">
          <p:pic>
            <p:nvPicPr>
              <p:cNvPr id="504" name="Ink 503">
                <a:extLst>
                  <a:ext uri="{FF2B5EF4-FFF2-40B4-BE49-F238E27FC236}">
                    <a16:creationId xmlns:a16="http://schemas.microsoft.com/office/drawing/2014/main" id="{4037CB36-36F0-F7ED-80E7-82997A03452C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732218" y="6133913"/>
                <a:ext cx="381171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505" name="Ink 504">
                <a:extLst>
                  <a:ext uri="{FF2B5EF4-FFF2-40B4-BE49-F238E27FC236}">
                    <a16:creationId xmlns:a16="http://schemas.microsoft.com/office/drawing/2014/main" id="{E473FE69-5D39-269A-9B68-85CA22AA1072}"/>
                  </a:ext>
                </a:extLst>
              </p14:cNvPr>
              <p14:cNvContentPartPr/>
              <p14:nvPr/>
            </p14:nvContentPartPr>
            <p14:xfrm>
              <a:off x="6234583" y="6179993"/>
              <a:ext cx="1257480" cy="355320"/>
            </p14:xfrm>
          </p:contentPart>
        </mc:Choice>
        <mc:Fallback xmlns="">
          <p:pic>
            <p:nvPicPr>
              <p:cNvPr id="505" name="Ink 504">
                <a:extLst>
                  <a:ext uri="{FF2B5EF4-FFF2-40B4-BE49-F238E27FC236}">
                    <a16:creationId xmlns:a16="http://schemas.microsoft.com/office/drawing/2014/main" id="{E473FE69-5D39-269A-9B68-85CA22AA107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6203992" y="6149393"/>
                <a:ext cx="1318662" cy="41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80835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5E463E-33D2-3FAC-6EE5-F47C19C2F7E1}"/>
                  </a:ext>
                </a:extLst>
              </p14:cNvPr>
              <p14:cNvContentPartPr/>
              <p14:nvPr/>
            </p14:nvContentPartPr>
            <p14:xfrm>
              <a:off x="5655703" y="153233"/>
              <a:ext cx="2257200" cy="363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5E463E-33D2-3FAC-6EE5-F47C19C2F7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4743" y="122273"/>
                <a:ext cx="231840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A170B1A-2CAC-71F6-6725-C88982912681}"/>
                  </a:ext>
                </a:extLst>
              </p14:cNvPr>
              <p14:cNvContentPartPr/>
              <p14:nvPr/>
            </p14:nvContentPartPr>
            <p14:xfrm>
              <a:off x="267583" y="182753"/>
              <a:ext cx="4973760" cy="806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A170B1A-2CAC-71F6-6725-C889829126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6623" y="151793"/>
                <a:ext cx="5034960" cy="86724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 descr="figure 3">
            <a:extLst>
              <a:ext uri="{FF2B5EF4-FFF2-40B4-BE49-F238E27FC236}">
                <a16:creationId xmlns:a16="http://schemas.microsoft.com/office/drawing/2014/main" id="{2283907B-BE7C-E12E-8312-86E950482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83" y="1484194"/>
            <a:ext cx="5388120" cy="519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1987F6-B511-AE60-0146-5A2CF7B723C7}"/>
              </a:ext>
            </a:extLst>
          </p:cNvPr>
          <p:cNvSpPr txBox="1"/>
          <p:nvPr/>
        </p:nvSpPr>
        <p:spPr>
          <a:xfrm>
            <a:off x="1097281" y="1161028"/>
            <a:ext cx="4434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i="0" dirty="0">
                <a:solidFill>
                  <a:srgbClr val="222222"/>
                </a:solidFill>
                <a:effectLst/>
                <a:latin typeface="Harding"/>
              </a:rPr>
              <a:t>Run times of five dimensionality reduction methods for inputs of varying sizes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23B8EB-2A1F-4402-5911-6DC6EEEE6D9C}"/>
              </a:ext>
            </a:extLst>
          </p:cNvPr>
          <p:cNvSpPr txBox="1"/>
          <p:nvPr/>
        </p:nvSpPr>
        <p:spPr>
          <a:xfrm>
            <a:off x="6096000" y="6243102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>
                <a:solidFill>
                  <a:srgbClr val="222222"/>
                </a:solidFill>
                <a:effectLst/>
                <a:latin typeface="-apple-system"/>
              </a:rPr>
              <a:t>Becht, E., McInnes, L., Healy, J. </a:t>
            </a:r>
            <a:r>
              <a:rPr lang="en-CA" sz="1200" b="0" i="1" dirty="0">
                <a:solidFill>
                  <a:srgbClr val="222222"/>
                </a:solidFill>
                <a:effectLst/>
                <a:latin typeface="-apple-system"/>
              </a:rPr>
              <a:t>et al.</a:t>
            </a:r>
            <a:r>
              <a:rPr lang="en-CA" sz="1200" b="0" i="0" dirty="0">
                <a:solidFill>
                  <a:srgbClr val="222222"/>
                </a:solidFill>
                <a:effectLst/>
                <a:latin typeface="-apple-system"/>
              </a:rPr>
              <a:t> Dimensionality reduction for visualizing single-cell data using UMAP. </a:t>
            </a:r>
            <a:r>
              <a:rPr lang="en-CA" sz="1200" b="0" i="1" dirty="0">
                <a:solidFill>
                  <a:srgbClr val="222222"/>
                </a:solidFill>
                <a:effectLst/>
                <a:latin typeface="-apple-system"/>
              </a:rPr>
              <a:t>Nat </a:t>
            </a:r>
            <a:r>
              <a:rPr lang="en-CA" sz="1200" b="0" i="1" dirty="0" err="1">
                <a:solidFill>
                  <a:srgbClr val="222222"/>
                </a:solidFill>
                <a:effectLst/>
                <a:latin typeface="-apple-system"/>
              </a:rPr>
              <a:t>Biotechnol</a:t>
            </a:r>
            <a:r>
              <a:rPr lang="en-CA" sz="1200" b="0" i="0" dirty="0">
                <a:solidFill>
                  <a:srgbClr val="222222"/>
                </a:solidFill>
                <a:effectLst/>
                <a:latin typeface="-apple-system"/>
              </a:rPr>
              <a:t> </a:t>
            </a:r>
            <a:r>
              <a:rPr lang="en-CA" sz="1200" b="1" i="0" dirty="0">
                <a:solidFill>
                  <a:srgbClr val="222222"/>
                </a:solidFill>
                <a:effectLst/>
                <a:latin typeface="-apple-system"/>
              </a:rPr>
              <a:t>37</a:t>
            </a:r>
            <a:r>
              <a:rPr lang="en-CA" sz="1200" b="0" i="0" dirty="0">
                <a:solidFill>
                  <a:srgbClr val="222222"/>
                </a:solidFill>
                <a:effectLst/>
                <a:latin typeface="-apple-system"/>
              </a:rPr>
              <a:t>, 38–44 (2019). https://</a:t>
            </a:r>
            <a:r>
              <a:rPr lang="en-CA" sz="1200" b="0" i="0" dirty="0" err="1">
                <a:solidFill>
                  <a:srgbClr val="222222"/>
                </a:solidFill>
                <a:effectLst/>
                <a:latin typeface="-apple-system"/>
              </a:rPr>
              <a:t>doi.org</a:t>
            </a:r>
            <a:r>
              <a:rPr lang="en-CA" sz="1200" b="0" i="0" dirty="0">
                <a:solidFill>
                  <a:srgbClr val="222222"/>
                </a:solidFill>
                <a:effectLst/>
                <a:latin typeface="-apple-system"/>
              </a:rPr>
              <a:t>/10.1038/nbt.4314</a:t>
            </a:r>
            <a:endParaRPr lang="en-US" sz="1200" dirty="0"/>
          </a:p>
        </p:txBody>
      </p:sp>
      <p:pic>
        <p:nvPicPr>
          <p:cNvPr id="1028" name="Picture 4" descr="Figure 1">
            <a:extLst>
              <a:ext uri="{FF2B5EF4-FFF2-40B4-BE49-F238E27FC236}">
                <a16:creationId xmlns:a16="http://schemas.microsoft.com/office/drawing/2014/main" id="{3498CE28-BFC7-E2FC-4A5E-9E12AA65B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5736" y="1807359"/>
            <a:ext cx="5402075" cy="399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D99099-63DA-E470-498A-075FFDEF4564}"/>
              </a:ext>
            </a:extLst>
          </p:cNvPr>
          <p:cNvSpPr txBox="1"/>
          <p:nvPr/>
        </p:nvSpPr>
        <p:spPr>
          <a:xfrm>
            <a:off x="6094096" y="1217499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i="0" dirty="0">
                <a:solidFill>
                  <a:srgbClr val="222222"/>
                </a:solidFill>
                <a:effectLst/>
                <a:latin typeface="Harding"/>
              </a:rPr>
              <a:t>UMAP embeds local and large-scale structure of the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913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554</Words>
  <Application>Microsoft Macintosh PowerPoint</Application>
  <PresentationFormat>Widescreen</PresentationFormat>
  <Paragraphs>30</Paragraphs>
  <Slides>32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-apple-system</vt:lpstr>
      <vt:lpstr>Aptos</vt:lpstr>
      <vt:lpstr>Aptos Display</vt:lpstr>
      <vt:lpstr>Arial</vt:lpstr>
      <vt:lpstr>Century Gothic</vt:lpstr>
      <vt:lpstr>Google Sans Text</vt:lpstr>
      <vt:lpstr>Harding</vt:lpstr>
      <vt:lpstr>Office Theme</vt:lpstr>
      <vt:lpstr>Dataset handling and structure  11.07.2026 Neurasmus Neurocomputation Workshop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4 Dimensionality reduction 4. t-SNE (t-distributed Stochastic Neighbor Embedding)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Flavie Lavoie-Cardinal</dc:creator>
  <cp:lastModifiedBy>Flavie Lavoie-Cardinal</cp:lastModifiedBy>
  <cp:revision>10</cp:revision>
  <dcterms:created xsi:type="dcterms:W3CDTF">2025-01-20T22:33:09Z</dcterms:created>
  <dcterms:modified xsi:type="dcterms:W3CDTF">2026-07-11T14:29:34Z</dcterms:modified>
</cp:coreProperties>
</file>