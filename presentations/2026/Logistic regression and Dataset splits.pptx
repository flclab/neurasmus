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1" r:id="rId6"/>
    <p:sldId id="263" r:id="rId7"/>
    <p:sldId id="264" r:id="rId8"/>
    <p:sldId id="285" r:id="rId9"/>
    <p:sldId id="286" r:id="rId10"/>
    <p:sldId id="287" r:id="rId11"/>
    <p:sldId id="266" r:id="rId12"/>
    <p:sldId id="267" r:id="rId13"/>
    <p:sldId id="268" r:id="rId14"/>
    <p:sldId id="274" r:id="rId15"/>
    <p:sldId id="269" r:id="rId16"/>
    <p:sldId id="271" r:id="rId17"/>
    <p:sldId id="272" r:id="rId18"/>
    <p:sldId id="276" r:id="rId19"/>
    <p:sldId id="277" r:id="rId20"/>
    <p:sldId id="278" r:id="rId21"/>
    <p:sldId id="279" r:id="rId22"/>
    <p:sldId id="280" r:id="rId23"/>
    <p:sldId id="288" r:id="rId24"/>
    <p:sldId id="281" r:id="rId25"/>
    <p:sldId id="289" r:id="rId26"/>
    <p:sldId id="282" r:id="rId27"/>
    <p:sldId id="283" r:id="rId28"/>
    <p:sldId id="284" r:id="rId29"/>
    <p:sldId id="275" r:id="rId30"/>
    <p:sldId id="26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4"/>
    <p:restoredTop sz="94638"/>
  </p:normalViewPr>
  <p:slideViewPr>
    <p:cSldViewPr snapToGrid="0">
      <p:cViewPr>
        <p:scale>
          <a:sx n="65" d="100"/>
          <a:sy n="65" d="100"/>
        </p:scale>
        <p:origin x="199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00.98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227 305 7905,'0'-17'529,"0"-1"0,6 7 57,0-1 1,0 6 484,-6-5-418,8 7 1,-4-10-208,7 8 0,-7-2-256,2 3 0,-6-5-220,-6-7 1,-4 5-1,-7 2 1,-1 2-80,1 5 1,0 1 0,-1 2 0,1 0 51,-1 0 0,1 2 1,-1 5-1,1 9 55,-1 5 0,3 10 1,1 0-1,4 6 32,3 4 0,-5 2 0,6-5 0,2 3 14,2-2 1,4 4-1,2-1 1,4 1-44,2 0 1,7-5 0,6-6 0,-1-5-48,-3-2 1,1-4-1,1-9 1,2-6-63,-1-4 1,-3-2 0,-2-2 0,1-4 56,-1-6 1,1-3 0,-3-5 0,-1-1-44,-2-2 0,-9-3 0,3 5 0,-2-2-34,2 2 1,-4 1 0,4 3 0,-4-1-110,-2 1 1,-2 5 141,-4 0 1,-4 3 0,-7-3-56,-1 6 1,7 4 0,-1 2 0,0 2-120,3 4 1,-7-4 250,4 4 0,3-4-213,-3-2 502,8 0 0,-3-2 0,8-2-361,5-2 1,4 0 0,7 4 0,1-1-246,-1-3 0,3 0 335,3 6 0,-4 0 0,7 0 0</inkml:trace>
  <inkml:trace contextRef="#ctx0" brushRef="#br0" timeOffset="501">524 550 8068,'0'17'314,"0"-5"507,0-1 1,0-5 0,2 4-306,4-2 0,-2-2 0,6-8-389,-3-4 1,7 2-1,-2-6 1,1 1-163,-1-1 0,3-2 1,-3-5-275,4-1 0,-1 1 1,-1-1-38,-3 1 1,-5 1 0,4 3-222,-2 1 1,-3 0 359,-5-5 0,-7 7 1,-5 4-1,-3 5 185,-3 1 1,1 1 0,-1 5 0,1 6 141,-1 3 1,3 3 0,1 1 0,2 3 72,-1 1 1,5 6 0,2-4 0,4 1 7,2-1 1,2 4-1,4-6 1,6-2-247,3-1 0,5-10 1,1-5-1,4-3-508,2-2 0,-3-2 1,3-3-1,-2-7-16,-4-4 1,-7-7-1,-4 0 569,-3 2 0,7-7 0,-4 1 0</inkml:trace>
  <inkml:trace contextRef="#ctx0" brushRef="#br0" timeOffset="934">874 462 9408,'2'-9'1643,"1"5"-1455,3 8 0,0 5 1,-6 9-1,0-1-55,0 1 1,0 5 0,2 2 0,2 2-55,2 5 0,0-5 0,-6 0 0,0-2-3,0-4 1,5-7 0,3-4-63,2-3 1,-6-3 0,3-9 0,-1-9-112,0-7 1,6-1 0,-6-7-1,-1 0 55,3 2 1,-4-4-1,8 6 1,-1-1-108,-1 1 1,4 8-1,-7 5 1,3 0 0,4 3 1,1 1-1,3 8 143,-1 0 1,1 8 0,-3 5 0,-3 7-27,-6 3 1,1 2 0,-1-3-1,-2 3-15,-2 2 0,-2-6 0,0 3 0,0-5-137,0-2 0,0 1 1,0-1-400,0 1 1,0-7-79,0 1 0,2-8 660,4 2 0,3 4 0,9-1 0</inkml:trace>
  <inkml:trace contextRef="#ctx0" brushRef="#br0" timeOffset="1367">1380 585 8794,'10'0'1824,"-1"0"0,-3 0-1592,6 0 1,-2 0-225,1 0 0,1 0-108,5 0 0,-1-2 1,-2-2-1,-5-4-100,-1-2 1,4 5 0,-7-7-43,-1-2 0,-2 5 1,-2-3-291,0-2 1,-2-1 445,-4-3 1,-3 9 0,-9 3 177,1 4 0,-1 4 1,3 4-1,1 5-1,3 5 1,5 1 0,-4 1 0,2-1 7,4 1 0,3 5 0,1 0 0,0-1 176,0-3 1,7-1 0,5-1-1,3 0-552,3 1 1,1-6 0,3-3 0,1-1-277,-2-4 0,5-2 0,-3-2 0,-2-2-80,-1-4 0,-3-6 0,-1-9 633,-5-2 0,5-8 0,-7 4 0</inkml:trace>
  <inkml:trace contextRef="#ctx0" brushRef="#br0" timeOffset="1734">1782 497 8062,'-12'0'2526,"0"0"-1845,9 0-583,-5 0 0,8 8 0,0 4 1,0 3 91,0 3 1,0-1 0,0 3-1,0 1-104,0 2 0,6 6 0,-1-5 0,1-3 166,2-2 0,-6-7-26,4 0 0,-2-8 0,0-1-301,1-6 0,1-13 0,-6-7 0,0 1 72,0 3 0,0-4 0,0-1 0,0 3-124,0 2 1,0 1 0,0 1 0,2-1-598,4 1 0,-2-1 26,8 1 1,-1 1-1,7 5 278,-1 5 0,1 4 0,1 2 0,2 0-633,3 0 1053,-1 0 0,2 8 0,2 1 0</inkml:trace>
  <inkml:trace contextRef="#ctx0" brushRef="#br0" timeOffset="2200">2393 532 8050,'0'-11'1549,"0"-1"0,-2 0-1369,-4-5 0,4 5 0,-5 3-103,-1 1 1,4-4 0,-8 6-85,-1 2 1,-3 2-1,-1 4 1,-1 2-42,1 2 1,-1 10-1,1-1 1,-1 7 166,1-1 1,5 6 0,3 0 0,1 2 29,4 0 0,2-5 1,2 3-1,0-2-106,0-4 1,2-1 0,4-3-87,5 1 0,5-9 1,1-3-1,1-6-78,-1-6 1,7-5-1,-3-11 1,-4-1 88,-3 2 1,-4 1 0,3 1 0,-3-2 72,-2-3 1,-1 7 0,-3 5-135,2-1-41,0-3 0,-6 8 0,0 8 0,0 10-51,0 6 0,0 1 0,0 1 0,0-1 74,0 1 0,0-1 0,2 0 1,2 1-204,2-1 1,7 1 0,-1-3-325,3-3 1,-3-4-1,0-8 1,1 0 637,3 0 0,-7-8 0,15-9 0,-5-11 0</inkml:trace>
  <inkml:trace contextRef="#ctx0" brushRef="#br0" timeOffset="2467">2725 113 7972,'0'-17'-6,"-6"-1"0,0 1 0,2-1 1072,2 1 0,-3 5-375,-1 1 1,0 9-501,6 2 1,0 9-1,0 13 1,0 5-269,0 6 0,0 0 0,0 11 0,0 3 106,0 3 1,0 1 0,0 11 0,0-2-110,0-4 0,0-1 0,0-3 0,2-1-132,4-5 1,-4-5-1,5-12 1,-1-6-264,0-3 0,2-11 1,-4-5-749,1-8 1,7-11 1222,-6-8 0,0-16 0,-6 2 0</inkml:trace>
  <inkml:trace contextRef="#ctx0" brushRef="#br0" timeOffset="2666">2620 532 12642,'18'0'209,"-1"0"1,0 0 0,3 0-674,3 0 0,-3 0 1,3 0-1,-2 0-86,2 0 1,-3-6 0,3 1 0,-5-1 549,-7-2 0,13 6 0,-5-6 0</inkml:trace>
  <inkml:trace contextRef="#ctx0" brushRef="#br0" timeOffset="3016">3004 620 9420,'10'7'860,"0"-5"1,-5 4-667,7-4 0,-2-2 0,0 2 1,-1 2-107,1 2 1,-4 0 0,5-6 0,3 0-19,2 0 0,-5-6 1,1 0-1,-1 0-142,-1-2 1,4-1 0,-7-9-161,3 1 1,-6-1 0,2 1 29,-4-1 1,-8 7 0,-2 1 0,-1 2 9,-5 4 1,-2 0 0,-1 1 0,0-3 212,-1 2 1,1 10-1,-1 5 1,3 5 227,3 1 1,-2 1-1,9 1 1,1 2-26,2 3 0,2 1 0,0-4 0,2 3-153,3-3 0,5-2 0,8-3 0,1-3-708,4-1 1,-1-8 0,5 2 0,-2-4-102,-4-2 0,5-10 1,-1-5-1,0-9 738,0-3 0,6-2 0,-3-6 0</inkml:trace>
  <inkml:trace contextRef="#ctx0" brushRef="#br0" timeOffset="3517">3563 550 8519,'0'-18'2081,"6"7"-191,0-1-1568,0 0 0,-8 3-316,-4 3 0,2 4 0,-8 2 0,-1 0 79,-3 0 0,5 2 0,-1 4-196,-2 5 0,1 7 1,-1 3-1,4 2 194,3-1 1,1 3-1,6-2 1,0 1-114,0 1 1,0-4 0,2 6-130,4-2 0,3-3 0,9-11-92,-1-5 1,1-6-1,-3-6 1,-1-7 31,-3-8 0,1-1 0,4-7 0,-3-2 92,-1-2 1,-2-2 0,3 0 0,-3 0 25,-2 0 0,3 0 0,-5 2 1,0 2 12,2 2 0,-6 0 0,3-4 1,-3 2 61,-2 2 1,0 2-1,0-4 1,0 2 318,0-2 0,0 5 1,0 3 299,0 4 1,0 5-241,0 8 0,0 22 1,0 19 94,0 2 0,0 5 1,0 1-1,0 2-206,0 3 1,8 3 0,4-1-1,3-3-796,3-7 0,-1 3 1,1-4-1,-1-4-1490,1-4 1,5-18 2043,0-1 0,8-8 0,-4-4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07.42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 88 6415,'10'0'5033,"-2"0"-3490,-8 0-820,0-7-306,0 5 1,2-4-172,3 12 1,-3-3 0,4 11 0,-2 4-247,2 3 1,-4 10 0,6-2 0,-3 4 33,1 2 1,6-2 0,-6-2 0,0-4-475,1-2 1,-5-1 0,6-7-2160,0 1 1709,-6-9 0,5-9 0,-7-11 0,0-5-1050,0-1 1940,-7-1 0,-3 1 0,-7-1 0</inkml:trace>
  <inkml:trace contextRef="#ctx0" brushRef="#br0" timeOffset="317">18 123 8069,'0'-17'786,"-2"1"1,-2 3 1185,-1 1-1762,-1 8 1,14-6-1,5 7-41,9-3 0,-1 0 1,6 6-1,0 0-115,0 0 0,2-6 0,6 0 0,0 2-218,0 2 0,-6-3 0,0-1 0,1 2-8,-3 2 1,-2 10 0,-8 3 0,-1 5 176,-4 1 1,-5 9-1,-7 3 1,-2 4 59,-3 2 0,-5 1 0,-8 3 1,-1 2 31,-4-2 1,-4-8-1,-8-2 1,0 2-23,0 2 0,6-6 0,0-5 1,-1-7-232,3-3 0,0-6-462,4 5 0,5-9-322,1-2 1,15-2 939,14-9 0,11-1 0,4-6 0</inkml:trace>
  <inkml:trace contextRef="#ctx0" brushRef="#br0" timeOffset="822">734 123 9163,'-7'-9'1330,"5"1"0,-14 10-1174,4 4 0,3 5 1,-3 11-1,-1 3-44,-3 2 0,4 4 0,1 8 1,-1 2-217,2-3 0,-3-7 0,7-3 0,0-3-591,-2-4 1,6-1 151,-3-3 0,5-9 0,4-8 1,3-12 137,3-9 1,-4-1 0,5-5 0,1 0 340,-2 0 0,3 4 0,-5-5 1,0 1 232,0 0 0,-1 6 0,-3-3 0,4 5 271,2 2 0,-6-1 0,3 1-46,1-1 0,-4 9 0,8 3-163,1 4 1,-3 4 0,0 4 0,-1 7-18,1 8 0,-6 1 1,4 7-1,0 2-122,3 2 0,-3-4 0,0 0 0,-3 0-300,1-2 0,6 4 0,-4-5 0,-1-1-170,1 0 0,0-2 0,-4-5-515,2-1 0,1-7 893,-1-4 0,-4-4 0,6-2 0</inkml:trace>
  <inkml:trace contextRef="#ctx0" brushRef="#br0" timeOffset="1035">560 350 9667,'-10'0'2046,"18"0"1,13 0-2155,4 0 0,3-6 0,-5 1 0,6 1-181,4 2 0,-4 2 1,-2 0-1,0-2-2626,0-4 2915,-5 4 0,11-13 0,-6 5 0</inkml:trace>
  <inkml:trace contextRef="#ctx0" brushRef="#br0" timeOffset="1369">1066 158 8240,'0'-11'2702,"0"-1"-2255,8 8 1,-6-2 0,4 12-152,-4 6 1,-2 3 0,0 3 0,0-1-26,0 1 0,2 5 0,1 2 0,3 0-98,-2 1 0,-2 3 1,0-4-1,4 0-139,6 0 1,-1 4-1,5-5 1,3-3-104,0-2 0,3-3 0,-1-2 0,4-5-202,3-1 0,-5-2 0,4-6 1,0 0-137,0 0 1,-5-6 0,1 0 0,-6 0-683,-5-1 0,-2 5 1,-6-6-1820,1 0 2908,1 6 0,-6-13 0,0 5 0</inkml:trace>
  <inkml:trace contextRef="#ctx0" brushRef="#br0" timeOffset="1736">1555 193 11031,'0'-10'832,"0"3"1,0 9 0,0 3-1,0 7-596,0 4 1,0 1 0,2 2 0,2 5-113,2 5 0,5 4 0,-3 0 0,2-2-88,4-2 1,1-2 0,2 2 0,1-6-161,-1-3 0,1-5 1,-1-3-1,3-6-372,3-4 1,-4-2 0,5 0-1,-5-2-548,-1-4 0,-7 2 0,1-6-1044,1 3 2088,-5 1 0,8 6 0,-7 0 0</inkml:trace>
  <inkml:trace contextRef="#ctx0" brushRef="#br0" timeOffset="2086">2062 245 13185,'0'18'302,"5"-1"0,1 1 0,-2 1-187,-2 5 0,0-5 0,4 6 0,6-2-138,3 1 1,1 5 0,-3-6 0,1-2-253,5-1 0,-1-8 1,7-3-1,-2-1-222,0-4 0,1-2 1,-7-4-1,1-4-574,-1-6 0,1 3 0,-1-3-974,0-2 2045,1-1 0,-8-2 0,-3-1 0</inkml:trace>
  <inkml:trace contextRef="#ctx0" brushRef="#br0" timeOffset="2336">2027 228 7906,'9'8'573,"1"-6"0,-4 4 128,6-5 1,1 1 0,1 2 0,-1 2-590,7-2 1,-3-2-1,8-2 1,-1 0-97,-1 0 0,2 0 1,-3 0-1,1-2-626,-2-4 1,4 2-1,-1-5 1,-5-1-1873,-5 0 2482,1 6 0,-5-11 0,7 5 0</inkml:trace>
  <inkml:trace contextRef="#ctx0" brushRef="#br0" timeOffset="2569">2009 420 7906,'8'18'1950,"-6"-7"-908,4 1 0,3-8-817,3 2 0,4-4 0,1-2 0,1-2-222,-1-4 1,6 2 0,1-8-1,-1 1-651,2 1 0,-5-4 1,3 8-1,-4 1-2450,-1-3 3098,-1 6 0,8-14 0,3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05.6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1 468 8054,'9'-2'-72,"-1"-2"520,0-2 376,-6 0 205,13 6-350,-13 0 0,6 2-450,-8 4 0,0 4 0,0 7 0,0 1-106,0-1 1,0 3-1,2 1 1,2 2-208,2-2 1,1 5 0,-3-3 0,4-4-91,2-5 0,1 0 0,7-9 125,-1-1 1,-1-4-1,-3-7 1,-1-9 33,2-5 1,1-10 0,1 3-1,-5-1 21,-5 0 1,2 8 0,-2-4 0,0 3-122,1 5 1,-5-5-332,4 11 1,-4 5 343,-2 6 1,0 8 0,0 9-1,0 1 205,0-1 1,0 6 0,0 1 0,2-1 13,4 2 1,-2-5 0,7 3 0,3-6-117,1-5 0,-3 2 0,2-9 0,3-1-51,5-2 1,1-4-1,-6-5 1,3-9 28,3-5 1,-4-5 0,3 5-1,-7-2 43,-3 2 1,-6 1 0,3 3 0,-1-1-67,-4 1 0,-2 5 0,-2 0-135,0-1 0,0 3 0,-2 0-20,-4 3 1,2-1 0,-7 4-352,-3-2-158,6 0 357,-7 6 1,13 2-68,-4 4 418,4 4 0,10 7 0,2 1 0</inkml:trace>
  <inkml:trace contextRef="#ctx0" brushRef="#br0" timeOffset="334">787 363 8129,'9'8'1246,"-3"3"0,-4-1 0,-2 2-1185,0 1 0,0 5 1,0 3-1,0 2-137,0-1 1,0-3-1,0 1-837,0 3 0,0-4-579,0 4 0,0-15 1492,0-14 0,0-3 0,0-16 0</inkml:trace>
  <inkml:trace contextRef="#ctx0" brushRef="#br0" timeOffset="501">734 136 9117,'10'-2'1257,"-4"-4"0,-2 4-2697,1-4 1,-1 4-919,8 2 2358,-8 0 0,11 8 0,-5 2 0</inkml:trace>
  <inkml:trace contextRef="#ctx0" brushRef="#br0" timeOffset="817">1031 101 8129,'0'-17'0,"0"-1"227,0 1 0,0 5 1371,0 0-1178,0 1 0,2 1 1,2 6 19,2 8 1,-1 8 0,-5 9 0,0 4-97,0 2 1,0 8 0,0 8-1,0 2-167,0 3 1,0 3 0,0 1 0,0 0-238,0 1 1,2-7 0,2-1 0,2-2-691,-2-5 1,4-3 0,0-6-18,1-5 0,3-16 1,3-14-47,-3-16 1,-4-9-1,-8-4 1,-2 0 812,-4 1 0,-4-9 0,-7-2 0</inkml:trace>
  <inkml:trace contextRef="#ctx0" brushRef="#br0" timeOffset="950">891 398 7389,'10'17'-23,"0"-7"0,-6-2 1195,1 0 0,9-7 1,-2 5-1,3-4-580,3-2 0,-1 0 0,3 0 1,1 0-784,2 0 0,6 0 0,-4 0 191,3 0 0,1-8 0,6-1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25.912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1 107 7748,'0'-12'-1252,"2"3"2131,4 1 0,-4-6 152,4 3-274,-5 3 145,-1 0-168,0 8 1,0 20-1,0 5 1,0 6-431,0 8 1,0-1-1,0 15 1,0 9-182,0 10 1,0 15 0,0 12-1,0-48 1,0 1-104,0 0 0,0 1 1,0-2-1,0-1 1,0 41-1,0-18-224,0-16 0,6-15-136,0-12 1,2-15-1,-4-15 1,2-10-227,-3-5 1,-1-5 0,-2-1 0,0-4-530,0-2 0,0 5 0,0-3 1095,0 0 0,-15 6 0,-5-7 0</inkml:trace>
  <inkml:trace contextRef="#ctx0" brushRef="#br0" timeOffset="581">36 159 7748,'0'-11'1938,"0"-1"-1439,0 8 1,2-4 0,2 10-238,2 4 1,7 10-1,-3 9 1,1 2-37,1 4 0,0 4 0,5 8 1,1 9 53,-1 10 0,6 6 0,1 6 1,-1 6-85,2 7 0,0 2 0,7-9 0,-5-10-153,-2-10 1,4-14 0,-4-5 0,0-8-121,1-10 1,-3-7 0,-6-18 34,1-4 0,-6-4 0,-3-7 1,-1-1-5,-4 1 0,-2-6 0,-2-3 1,0 1-19,0 0 0,0 2 0,0 5 30,0 1 0,0-1 0,-2 3 45,-4 3-52,4-3 1,-8 13 0,7-6 31,-3 0 1,0 4 0,6-7 69,0-3 0,0-1 0,0-5 0,0-3-42,0-6 0,0-12 0,0-6 0,0-3-130,0-2 1,6-9 0,1-1 0,1-2-163,0 0 0,0 8 0,-4-2 0,1 3-584,-1 3 0,-2 15 1,-2 8-1513,0 8 2369,0 3 0,0 16 0,0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28.660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260 123 7745,'10'-8'869,"0"4"113,-4-7 1,-4 5-285,3-6 0,3 6-339,-2-5 0,0 5-180,-6-6 1,0 6-1,-2-3-97,-4 1 1,2 0 0,-8 4-187,-1-2 0,-3 1 1,-1 5-1,-1 0-34,1 0 0,-1 7 1,1 5-1,0 4 52,-1 1 1,-5 0-1,0 3 1,3 1-2,7 3 1,-1 5 0,8-4 0,2 0 148,2 0 1,4 6 0,4-3 0,8 1 55,7 0 1,6-6 0,10 4-1,2 0-40,2 1 1,-1-7 0,-5 2-1,-2-2 196,-4 3 1,2-5-1,-9 6 1,-5-1-146,-3-1 1,-12 6-1,-2-4 1,-12 2-76,-9 5 0,-1 1 1,-7 1-1,-2 1 13,-2 0 0,-2-6 1,0-1-1,0-3-34,1-4 1,1-9 0,3-6 0,7-4-307,4-2 0,3-8 1,3-6-1,3-5-497,2-4 0,4-9 0,10 3 0,6-4-819,3-2 1,3 6 1588,-1 0 0,8 0 0,3-6 0</inkml:trace>
  <inkml:trace contextRef="#ctx0" brushRef="#br0" timeOffset="468">1134 263 7894,'9'-18'87,"-1"1"1,-8-1 0,2 3 921,4 3 0,-4-4-454,4 5 0,-10 1 1,-4 0-1,-2 3-156,-3 3 1,-5 2 0,-3 4 0,-4 4-64,-3 5 0,5 7 1,-6 5-1,-2 8 10,-2 8 1,0 7-1,2 11 1,6 3-37,5 2 0,1 4 0,13 8 0,2 1-258,2-1 1,18-6 0,9-10-1,12-13-72,9-12 1,5-16-1,1-11 1,3-6-533,3-6 1,-4-5 0,2-13 0,-5-5-1225,-5-4 1,-14 0 1775,-3 4 0,-8-4 0,-4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3:37.810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1 559 8222,'0'-18'1336,"0"1"0,0 5-222,0 1 0,0-1 0,2-3-424,3 3 1,5 4 0,8 8-1,-1 0-281,1 0 0,7 0 0,4 0 0,4 0-460,2 0 0,0 0 0,0 0 0,1 0-866,5 0 1,-4 0 0,4 0 0,-4 0-2247,-2 0 3163,7 0 0,3-15 0,7-5 0</inkml:trace>
  <inkml:trace contextRef="#ctx0" brushRef="#br0" timeOffset="648">1153 87 8155,'-2'-17'4017,"-3"-1"-3391,3 9 1,2-5 0,11 8 0,5 2-295,1 3 1,7 1-1,1-2 1,2-2-241,4-2 1,2 0 0,0 6 0,-2 0-161,-2 0 1,-2 0 0,2 0-1,-5 0-87,-5 0 0,-3 10 0,-5 7 1,-3 10 376,0 6 1,-6 4-1,2 4 1,-8 8 16,-8 7 1,-3 6-1,-3 8 1,-1 0 58,-5-1 0,11-1 0,-3-4 0,5-5-425,1-5 1,6-11 0,-2-8 0,4-10-760,2-6 1,8-9-416,4-4 1,-5-6 0,-1-6 230,-4-6 0,-2-3 1,-2-5-1,-6-1 1070,-9-2 0,0-8 0,-9 4 0</inkml:trace>
  <inkml:trace contextRef="#ctx0" brushRef="#br0" timeOffset="815">1101 646 8155,'8'-17'861,"-4"1"0,5 3-258,-1 1 0,8 8 0,-1-4 0,8 3-31,5-1 1,3-2 0,9 4 0,9-4-590,7-1 1,-2 3 0,5-6 0,-3 1-607,2 1 0,-7-6 0,3 5 0,-4-5 623,-7-1 0,4-1 0,-3 1 0</inkml:trace>
  <inkml:trace contextRef="#ctx0" brushRef="#br0" timeOffset="1300">2411 262 8393,'0'-12'331,"2"3"480,3 1 0,-3-6 96,4 3 0,-4 1 216,-2-2 0,0 7-512,0-7 1,-2 8-1,-4-2-407,-5 4 0,-11 4 1,-3 4-1,-2 8 31,-4 7 1,-4 6 0,-4 10 0,0 4-94,6 5 0,0 5 1,10 1-1,2 1-34,1-1 1,13 0 0,7-1 0,11-7-144,11-9 0,13-7 0,9-13 0,5-3-118,3-7 1,-3-6 0,9-9 0,-4-11-256,-1-11 1,-11-1 0,-5-11 0,-8-1-227,-4 1 1,-9-9 0,-10-5-1,-4 2 374,-2 1 0,-16 5 0,-7 3 0,-10 9 245,-8 6 1,-3 9-1,-11 12 1,-1 7-251,-2 8 0,-2 13 1,5 14-1,3 8-404,7 7 0,10 7 1,10 3-1,10 4 29,5 2 1,4-5 0,10 1-1,8-6 640,11-5 0,16-4 0,5-9 0</inkml:trace>
  <inkml:trace contextRef="#ctx0" brushRef="#br0" timeOffset="1750">3074 262 8195,'10'-12'296,"-2"1"1,-2-3 178,-1-1 0,3 3 0,-4 0 217,2-1 1,6-3-143,-7-1 1,-1 7-183,-10 4 1,-3 6-1,-11 6 1,-1 8 150,-2 7 0,-8 8 1,2 10-1,-4 4 19,-2 1 1,0 3 0,2 7-1,4 4-299,5 6 1,7-3 0,5-3 0,10-4-167,12-1 1,9-9 0,18-7-1,4-12-148,6-13 1,9-8 0,4-6 0,0-6-579,0-9 0,-1-11 0,-7-12 1,-2-7 99,-3-3 0,-12-5 0,-12-1 0,-5-2 167,-7 2 1,-5 1 0,-12 3-1,-7-1 305,-9 1 0,-5 13 1,-10 6-1,-1 8 238,-3 9 0,-6 7 1,4 9-1,1 2-477,-1 4 0,8 11 0,8 12 0,2 4-483,3 2 1,11 6 0,5 1 0,6 1-1099,6 0 1901,4-2 0,15-6 0,2-1 0</inkml:trace>
  <inkml:trace contextRef="#ctx0" brushRef="#br0" timeOffset="2267">3913 157 8665,'-10'-8'1628,"0"7"521,4-5-427,4 4-1380,-5 2 0,9-6 4,3 0 0,5 0 1,8 6-1,-1 0-113,1 0 0,5 0 1,2 0-1,0 0-214,1 0 0,3 0 0,-6 0 0,0 0-72,2 0 0,-5 2 1,3 2-1,-5 4 6,-7 2 1,-1 1-1,-6 7 1,2-1 290,-2 1 0,-10 5 0,-8 0 1,-5 1 166,-5 1 1,-7-4 0,2 6 0,-2 0-91,2 1 1,-2-5-1,8 4 1,1-2-322,3-3 1,9-3 0,5-2-336,3 1 1,11-8 0,9-5 0,11-3-187,10-2 1,-1 0 0,7 0-1,0 0 208,-1 0 0,-5 6 1,0 2-1,-6 0 327,-4 0 1,-13 5 0,-1-1 0,-5 3 311,-6 3 0,-12 5 1,-10 0-1,-11 1 124,-9 1 1,-7-4 0,-9 6 0,-3-1-254,-1-5 1,-6-2-1,8-3 1,3-5-466,5-5 0,7-4 0,-2-2 1,7 0-5905,8 0 6172,7-8 0,4-9 0,-1-10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4:10.589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435 348 8239,'10'8'-195,"-4"3"0,-4-1 0,-2 2 0,0 3 1290,0 6 0,0 9 1,0 10-1,0 9-662,0 7 0,0 6 1,0 8-1,0 0-426,0 0 0,-6-2 0,0-6 0,2-10-56,2-9 1,2-14-989,0-6 1,2-11-1,2-8-666,2-8 0,0-14 1703,-6-11 0,-8-4 0,-2-2 0</inkml:trace>
  <inkml:trace contextRef="#ctx0" brushRef="#br0" timeOffset="233">68 470 8239,'-17'-17'0,"-1"-1"763,1 1 1,7 5 118,4 0 0,6 7-726,6-7 0,6 8 0,11-2 0,6 4 30,4 2 0,10-6 0,4 1 0,5-1-188,6-2 1,-2 0 0,8-5 0,4 1-481,6-2 0,0-1 1,5-1-1,-3 3-702,-8 1 1184,-6 8 0,-17-3 0,-3 7 0</inkml:trace>
  <inkml:trace contextRef="#ctx0" brushRef="#br0" timeOffset="518">156 1308 8359,'-12'0'2446,"2"2"-1527,3 4 0,3-4 0,9 4-359,7-4 0,11-4 0,7-4 0,4-4-388,7 1 1,6-7-1,9 3 1,6-7-708,6-3 0,-4 1 1,8 9-1,-6 1 535,0-1 0,-6-3 0,0-1 0</inkml:trace>
  <inkml:trace contextRef="#ctx0" brushRef="#br0" timeOffset="935">1169 837 12141,'0'17'547,"0"1"0,-2 1 0,-2 4 0,-2 8-342,2 8 1,2-2 0,2 4 0,0-4 56,0-2 1,0-2-1,0-4-144,0-6 0,8-5 0,4-7-191,3-5 0,4-18 0,3-7 1,1-6-227,-2-6 1,5-2-1,-3-2 1,0 0-173,2 0 0,1 0 0,5 2 0,-2 2-85,2 2 1,-4 7 0,0 1 0,0 6 395,1 3 0,-7 8 0,0 0 0,-5 8 458,-5 8 1,-5 5 0,4 5 0,-2 3 24,-4 2 1,-2 0 0,-2 4 0,0-4-65,0-1 1,0-3-1,0-6 1,0 1-1160,0-1 0,0-5 900,0 0 0,7-9 0,3 5 0</inkml:trace>
  <inkml:trace contextRef="#ctx0" brushRef="#br0" timeOffset="1583">2129 156 8099,'0'-18'1552,"0"1"-1058,0-1 0,2 16 0,2 10 0,2 12 19,-2 9 0,0 11 1,-1 9-1,3 7-125,-2 8 0,-2 4 0,-2 4 1,0 2-206,0 1 1,0 7-1,0-8 1,0-7-368,0-6 0,2-11 1,2-9-1,2-12-841,-2-8 0,-1-11 1,1-6-1,4-8 1025,2-8 0,1-11 0,7-4 0</inkml:trace>
  <inkml:trace contextRef="#ctx0" brushRef="#br0" timeOffset="1767">1920 697 8781,'-8'-17'1888,"14"1"0,1 4 0,13 5-1585,9-1 0,4 4 0,4-6 0,2 1-629,1-1 0,15-2 0,-3-5 0,2-1-2938,1 1 3264,-3-1 0,8-7 0,2-2 0</inkml:trace>
  <inkml:trace contextRef="#ctx0" brushRef="#br0" timeOffset="2152">2775 645 8218,'0'-18'1193,"0"1"1,-7 9-682,-5 8 0,4 10 1,0 15-1,3 8 216,-1 6 0,0 7 0,6-3 1,0 2-400,0 3 1,0-3 0,0-3 0,0-3-52,0-6 0,0-9 53,0-1 1,0-15 0,2-14-504,4-16 1,-4-11 0,5-5 0,-1-5-119,0-2 0,2 6 1,-4-1-1,1 3 51,-1 2 0,4 0 0,-2 2 0,0 4-177,2 6 0,-1-3 0,7 3 0,-2 4-115,1 5 0,3 1 0,3 7 1,2 2-101,3 2 0,7 4 1,-4 2-1,2 3-362,0 3 1,0-6 992,6 2 0,0 4 0,0-1 0</inkml:trace>
  <inkml:trace contextRef="#ctx0" brushRef="#br0" timeOffset="2552">3544 802 8134,'0'-18'1047,"0"1"186,0-1 1,0 1-389,0 0 0,0-1-706,0 1 0,-8 1 0,-4 4-269,-3 7 1,-3 3-1,1 2 1,-3 2 78,-3 3 0,2 7 0,-6 9 0,1 5 184,5 1 1,2 2 0,1 8 0,3 2-7,3 1 1,4 1 0,8-6 0,2-2-50,4-4 1,6 2 0,13-9-1,8-7-273,6-7 0,9-6 0,-1-4 0,1-6-122,-1-9 1,-6-3-1,-12-11 1,-6-4 176,-4-4 0,-3-1 1,-4 5-1,-9-2 195,-6-4 0,-9 10 0,-11-4 0,-6 6-209,-4 8 0,-8-1 1,-2 17-1,0 3-874,1 5 1,-3 9 1027,10 11 0,-4 5 0,12 6 0</inkml:trace>
  <inkml:trace contextRef="#ctx0" brushRef="#br0" timeOffset="2954">4225 749 8414,'-6'-17'434,"0"0"1,0-1 0,4 3 0,-1 1 79,-3 2 0,-6 1 1,4-5-1,1 3-223,-1 1 1,-6 8-1,3-2 1,-7 4-166,-5 2 0,1 2 0,-5 6 0,0 8-3,0 5 0,6 12 0,-3 0 0,5 8-25,1 3 0,3-5 1,3 2-1,6-4-106,5-2 1,2-2 0,5-4 0,8-8-208,7-7 1,6-7-1,10-9 1,2-3-204,2-7 0,0-11 1,-6-6-1,-1-4-140,1-2 0,-7 0 1,-3 0-1,-4 0-46,-3 0 0,3 0 0,-11 0 1,-1 0-131,-3 0 0,-2 0 734,2 0 0,-4-7 0,6-3 0</inkml:trace>
  <inkml:trace contextRef="#ctx0" brushRef="#br0" timeOffset="3185">4469 156 8189,'-9'-12'766,"1"2"416,0 3 0,4 1-809,-7 6 1,7 4-1,-2 5 1,4 11-58,2 5 0,0 4 1,0 8-1,-2 4 53,-4 5 0,4 12 0,-4 8 0,3 6-313,-3 4 1,4-2 0,-4-8 0,4-6-252,2-6 1,0-5 0,0-16 0,2-4-983,4-6 1,3-11-1,9-7 92,-1-3 0,-1-11 0,-2-7 0,-5-5 1085,-1 0 0,6-7 0,-5 1 0</inkml:trace>
  <inkml:trace contextRef="#ctx0" brushRef="#br0" timeOffset="3552">4714 697 8189,'0'-17'343,"0"5"1,0 0 1914,0-1-1667,0-3 0,0 8-355,0 8 1,0 10 0,-2 13-1,-2 5 197,-2-1 0,-5 8 1,3-2-1,0 6-78,0-1 1,-3 1 0,5 0 0,2 2-189,2-3 1,2-3-1,2-5 1,6-7-201,9-4 1,3-3 0,9-5-1,2-5-314,2-4 0,4-15 0,1-7 0,3-7 15,-2-10 1,-2 0-1,-4-7 1,-4-1-43,-6 0 1,0 1-1,-5-3 1,-8 6 174,-6 5 1,-4 8-1,0 3 1,-2 4-108,-4 3 0,-4 5 1,-5 15-1,1 4-2719,2 5 3025,1 12 0,-7 5 0,1 7 0</inkml:trace>
  <inkml:trace contextRef="#ctx0" brushRef="#br0" timeOffset="4266">5744 662 8096,'0'-17'267,"-2"-1"0,-2 1 1,-1-1 600,1 1 0,-6 1 0,0 3-271,1 1 1,-7 8-1,4-2-506,-3 4 0,-3 10 0,1 4 0,0 5-269,-1 7 1,3 3-1,1 8 1,4 2 133,2 3 1,3-1 0,5 6 0,0-3 51,0-3 1,0-2-1,2-4 1,3-4-70,7-6 1,6-5 0,3-6-1,2-7-362,-2-3 1,1-2 0,-1-2 0,2-1-297,-1-3 1,-3-8 0,-1 2 0,-1-3-232,1-2 0,-7-1 950,1 1 0,0-1 0,5 1 0</inkml:trace>
  <inkml:trace contextRef="#ctx0" brushRef="#br0" timeOffset="4583">6286 86 8096,'9'-18'200,"-3"1"1,-2 1 0,0 3 1234,2 1-996,0 8 1,-6-2 23,0 12 0,-2 4 1,-2 9-1,-4 3-63,-2 1 1,6 8 0,-3 0 0,1 6-51,0 4 1,-8 13 0,5 0-1,-3 5-190,0 1 0,3 12 0,-5-3 0,4 3-185,3 0 1,-1-4 0,4-6 0,-2-10-454,2-9 0,2-8 0,4-6-834,4-6 1,-2-11 0,6-8-1,-1-8-157,1-8 1,-6-3 1468,2-3 0,4-7 0,-1-2 0</inkml:trace>
  <inkml:trace contextRef="#ctx0" brushRef="#br0" timeOffset="4767">6076 557 8716,'-10'-11'1407,"5"-1"1,5 8 0,5-2 0,7 4-1131,4 2 1,9 0-1,2 0 1,2 0-560,0 0 0,6 0 1,6-2-1,0-1-1639,1-3 1,-5-6 1920,4 6 0,-4-7 0,-2 3 0</inkml:trace>
  <inkml:trace contextRef="#ctx0" brushRef="#br0" timeOffset="5019">6827 522 8149,'-12'-5'0,"3"-3"1609,1-2 0,-6 6-949,3-2 1,-5 12-1,1 8 1,1 7-463,2 8 1,9 6 0,-5 4 0,2 4-350,0 1 0,-2-5 0,4 2 0,-1-4-572,1-2 0,2-6 0,2-2-1479,0-2 1,8-9 2201,3-10 0,13-20 0,3-5 0</inkml:trace>
  <inkml:trace contextRef="#ctx0" brushRef="#br0" timeOffset="5184">6914 156 8149,'0'-18'455,"0"1"0,-2-1 0,-1 1 1426,-3-1-2421,0 9 1,8 3 539,4 12 0,3 3 0,9 9 0</inkml:trace>
  <inkml:trace contextRef="#ctx0" brushRef="#br0" timeOffset="5585">7386 557 8146,'0'-17'0,"0"-1"0,0 1 536,0 0 1,0 5 0,0 0 0,0-1 837,0-3 0,0-1-1161,0-1 1,-8 8 0,-4 5 0,-3 3-142,-3 2 1,-1 7-1,-2 7 1,-5 7 15,-1 9 1,4 4-1,-4 7 1,2 4 10,3-1 1,9 5 0,3-8 0,2-2-52,4-3 1,2-1-1,4-2 1,4-4-151,6-5 0,9-7 0,4-5 0,3-8-235,3-8 0,2-6 0,0-9 0,-2-3 5,-2-1 0,-6-8 0,4 2 1,-2-2 242,-3 2 0,-9-4 1,-3 4-1,-2-4 21,-4-2 0,-2 6 0,-2 1 0,-2 3-118,-4 4 0,-4 2 0,-7 3 0,-3 4-449,-3 7 1,2 3 0,-6 5 0,1 7-1363,5 8 1997,-6 11 0,7-2 0,-5 8 0</inkml:trace>
  <inkml:trace contextRef="#ctx0" brushRef="#br0" timeOffset="6018">7788 418 8334,'9'0'5021,"-1"2"-4498,-8 3 1,0 5 0,-2 10 0,-2 3-249,-2 6 1,-1 4-1,3 2 1,-2 0-117,2 0 1,-4 0-1,2-2 1,3-2-163,1-2 1,2-8-235,0 2 1,7-11 0,5-6-1,5-6-149,7-6 1,-5-9-1,6-9 1,-1 1-190,-1-2 0,6 3 0,-4-5 0,2 0 283,5 0 1,1 6 0,1-5 0,1 5 373,0 3 1,-8-1-1,-3 13 1,-5 2 173,-1 2 0,-9 12 0,-3 8 1,-4 9 556,-2 6 1,0 2 0,0 2-1,0 1-465,0 3 1,-2 6-1,-2-9 1,-2-3-1358,3-4 1,3-9 0,3 1 0,5-5 1008,2-7 0,9-3 0,8-8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4:08.306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183 300 8111,'2'-24'0,"2"1"310,1 2 1,7 1 0,-6 3 248,-2-1 0,5 3-129,3 3 0,-2 4-46,1 8 0,-1 10 0,2 6 0,-6 7 68,-5 4 1,-2 2 0,-3 8 0,-4 4-39,-2 5 0,-1-1 1,-5 2-1,2 1-404,3 2 0,1 7 1,-3-3-1,3-5-496,2-5 0,2-5 1,6-8-1,0-4-229,0-2 1,2-9 0,2-12-862,2-8 0,7-8 1576,-1-11 0,4-4 0,1-8 0</inkml:trace>
  <inkml:trace contextRef="#ctx0" brushRef="#br0" timeOffset="250">584 142 8111,'0'-17'706,"0"-1"1,0 7 402,0-1 0,0 12-669,0 6 1,6 6 0,0 17 0,-2 4-389,-2 5 1,-2 7 0,0 8-1,0-1-262,0 0 0,-6 7 0,-2-1 1,0-2-493,1-2 0,1-9 1,4-4-1,-2-4-918,-2-2 1,0-14 1619,6-4 0,-7-11 0,-3 2 0</inkml:trace>
  <inkml:trace contextRef="#ctx0" brushRef="#br0" timeOffset="450">26 614 8865,'-18'0'1760,"10"-6"0,8-2 0,10 1-1282,6-1 0,9 0 0,4 4 0,4-4-307,2-1 0,6 3 0,1-4 1,3 0-588,3 1 1,9 3 0,1-4-1,-2 2-1738,-2 5 1,-1-5 2153,-1 2 0,1-8 0,-1 5 0</inkml:trace>
  <inkml:trace contextRef="#ctx0" brushRef="#br0" timeOffset="868">43 806 8275,'-10'0'1885,"3"0"0,22 0 0,8 0-1775,8 0 1,6 0-1,4-2 1,7-2-346,9-2 1,5-5-1,10 3 1,1 0 234,3 0 0,8-5 0,-5 3 0</inkml:trace>
  <inkml:trace contextRef="#ctx0" brushRef="#br0" timeOffset="1412">1353 300 8239,'-12'5'947,"1"1"1,5 0 1652,-6-6-2061,8 0 0,-2 0 0,12 0 1,6 0-283,3 0 0,3-6 0,1-2 0,4-1-184,7-5 0,-3-1 0,2-3 0,2 1-170,2-1 0,-4-5 0,0 0 0,2-1-328,2-1 1,-6 4 0,-3-6 0,-5 3-389,-2 9 1,1-3 875,-1 7 1,-1 11 0,-4 7-1,-7 15 210,-3 13 1,-7 2 0,-3 11 0,-2 4 190,-4 5 1,1 9 0,-1-2 0,3 2-244,-3-2 1,6-4 0,2-8 0,5-1-754,1-5 1,0-11 0,0-11-1446,0-5 1977,7-9 0,3-3 0,7-7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14:05.458"/>
    </inkml:context>
    <inkml:brush xml:id="br0">
      <inkml:brushProperty name="width" value="0.17143" units="cm"/>
      <inkml:brushProperty name="height" value="0.17143" units="cm"/>
      <inkml:brushProperty name="color" value="#FFFFFF"/>
    </inkml:brush>
  </inkml:definitions>
  <inkml:trace contextRef="#ctx0" brushRef="#br0">505 123 8003,'2'-12'-608,"3"1"1,-3-1 3216,4-5-907,-4 7-469,-2-6-664,0 14 0,-2-11-407,-4 7 1,-3-6 0,-9 7-1,-1 1 15,-5 2 0,-3 2 0,-8 0 0,0 0-88,1 0 0,-7 4 1,-2 5-1,0 11-7,1 5 0,1 10 0,8 8 0,4 3-108,6 8 1,11 1 0,6 7 0,8 2-110,10 4 0,7-10 0,16 4 0,2-11-573,4-11 0,-3-11 0,9-7 0,0-9-173,-3-7 1,5-14 0,-9-9 0,-3-10 880,-6-6 0,2-2 0,-5 0 0</inkml:trace>
  <inkml:trace contextRef="#ctx0" brushRef="#br0" timeOffset="450">976 402 8183,'-6'-11'961,"1"-1"0,-1 0-453,6-5 0,0 0 1,-2 1-383,-4 4 1,2-1-1,-8 7 1,-1 2-19,-3 2 0,-1 2 1,-1 0-1,-1 0-33,-4 0 1,1 10 0,-5 7 0,0 10 47,0 6 0,11 4 0,-1 2 0,3 4 16,5 1 0,1-5 1,10 4-1,6-4-135,9-4 1,8 2 0,12-14 0,4-4-157,5-5 0,-1-8 0,0-12 0,-3-6 45,-3-3 1,-2-11-1,-6-3 1,-6-6 49,-7-5 1,-12 1 0,-1-6 0,-5 3 30,-5 3 1,-7-4 0,-11 4 0,-6 4-27,-4 4 1,-4 12 0,-2 1 0,-4 11-309,-1 5 0,5 4 0,-2 5 1,6 11-138,6 9 1,6 12 0,11 4-1,6-1-1517,4 1 2014,2 5 0,0-11 0,0 6 0</inkml:trace>
  <inkml:trace contextRef="#ctx0" brushRef="#br0" timeOffset="850">1430 298 8097,'0'-12'695,"0"0"522,0-1 0,0 3-336,0-2 0,-2 10-791,-4 2 1,3 14-1,-7 11 1,2 2 34,4 4 1,-4 8 0,3 2 0,1 0 37,2 1 0,4-5 1,4 4-1,5-6-135,5-6 1,7 0-1,2-9 1,2-7-92,4-3 0,2-6 0,2-10 1,0-8-56,0-7 0,-6-6 1,-1-6-1,-5 2 18,-8 2 0,1 0 1,-10-6-1,-2 0-14,-2 0 0,-4 8 0,-4 3 0,-4 5-435,0 2 0,-5 5 1,3 2-207,-3 2 0,-1 10 0,4 12 1,7 5-1587,3 5 2341,2-1 0,7-6 0,3 1 0</inkml:trace>
  <inkml:trace contextRef="#ctx0" brushRef="#br0" timeOffset="1465">2111 210 8011,'12'0'1386,"0"0"0,-7 0-351,7 0 0,-8 2-733,2 4 1,-6 4 0,-4 9 0,-4 4-138,-2 7 1,5-3 0,-5 2 0,0 2 23,1 2 1,-1 2-1,-2-2 1,6-2-98,4-2 0,-3-8-282,-1 3 1,2-13 45,10-5 1,1-14 0,7-7 0,-4-7-70,-2 1 1,-1-4 0,-3 2-1,2 1-176,-2 3 0,-2 1 222,-2 1 29,0-1 0,-8 9 0,-2 5 109,1 8 0,-1 3 0,6 7 1,-2-2 388,2 1 0,-3-3 1,1 2 795,2 1 1,-4-3 347,2 2-1033,0-1-579,6-1 1,0 0-331,0-5 386,0-3 39,0 6 1,6-16 0,2-3-37,2-5 0,-4-3 0,5-3 0,1-1-40,-2 2 0,5-4 0,-3 1 0,3 1-137,3-2 0,1 5 1,2-3-1,3 4-85,-3 1 1,6 7 0,0 1 0,3 2-168,-1 4 1,-6 2 0,6 2 0,0 0-258,-2 0 0,6 0 1,-4 0-1,4-2-406,2-3 1,6-5 1140,0-8 0,7-7 0,-3-2 0</inkml:trace>
  <inkml:trace contextRef="#ctx0" brushRef="#br0" timeOffset="2165">3299 245 12597,'0'-17'876,"0"-1"0,-2 9 1,-4 1-749,-6 0 1,-3 6 0,-4-4 0,-3 4-59,-1 2 1,-8 2 0,2 2 0,-4 4-134,-2 2 1,2 1 0,2 7 0,4-1-13,1 1 0,11-7 0,9 1 0,4 2 60,2 1 1,2-3 0,6-1 0,9 3 31,10 1 1,6 3 0,4-1-1,2 1-6,2-1 1,-8 7 0,-8-1 0,-4 0 141,-3 2 0,1-3 0,-13 5 0,-2-2 96,-2-4 1,-12-1 0,-7-3-1,-10 1-152,-6-1 0,-8-7 0,0-4 1,0-4-611,-1-2 1,5-8-1,-2-4 1,6-3-2430,4-3 2942,8 9 0,-5-15 0,9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15.7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18 750 11594,'-7'-10'1140,"5"2"1,-6 7 0,10-3-834,4-2 0,1-8 0,7 5 0,-2-3-33,1 0 1,9-5-1,3-8 1,2-3-72,4-3 1,2-2-1,2-4 1,0-1-91,0-3 0,0-6 0,0 5 0,0-1-254,0 0 0,-1-3 1,-1 5-1,-3 4-79,-7 6 0,-10 6 1,-3 7-1,-2 1-331,-4-1 406,-2 9 0,-2 3 27,0 12 1,0 3-1,0 9 1,-2 1 172,-4 5 1,4-1 0,-4 10 0,4 6 284,2 3 1,0 13 0,0 9 0,0 4 78,0 2 1,0 7-1,0 3 1,0 1-83,0 1 1,0-9 0,0 1 0,0-10-258,0-11 1,0-11-1,0-13-489,0-5 0,0-15-1399,0-9 852,0-7 0,0-5-527,0 0 1,0 7-1538,0-7 3020,8 8 0,2-4 0,7 8 0</inkml:trace>
  <inkml:trace contextRef="#ctx0" brushRef="#br0" timeOffset="333">1049 1134 9897,'-10'-8'4915,"-5"6"0,13-7-4235,-4 3-1059,4 4 379,2-6 0,0 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14.7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34 629 8435,'-10'0'2850,"-6"0"0,15-2-2612,-5-4 1,12 2-1,3-7 1,3-3 24,0-1 1,1-3 0,8 1 0,3-1-134,-3 1 1,4-9 0,1-3 0,1-4-116,4-2 1,2 1 0,2-1-1,0 0 22,0 0 1,-3-6 0,0 2 0,-5 4-220,-2 4 0,-4 10 0,-7-2-303,-2 3 532,-9 3-97,5 7 0,-10 2 0,-2 10-486,-1 4 159,-1-4 1,6 8 448,0-5 84,0-3 0,0 14 0,0-4 116,0 3 1,0 3 0,0-1 0,-2 2 35,-4 5 0,4 3 0,-4 10 0,2 3-30,-2 7 1,5 13 0,-7 8 0,2 8-147,0 3 0,0 3 0,6 3 1,0-5-37,0-10 1,0-10 0,0-14 0,0-7-479,0-8-451,0-6 0,2-15-862,4-4 1,-4-6-134,4-6 1828,-4-4 0,-2-7 0,0 0 0</inkml:trace>
  <inkml:trace contextRef="#ctx0" brushRef="#br0" timeOffset="298">802 1048 8320,'10'2'5104,"-4"4"-2027,-4-4-4182,-2 6 1,0-8-1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20.9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413 262 8358,'0'-11'-930,"0"-1"1,0 0 1093,0-5 1,0 5-1,0 1 595,0-3 1,0 4-118,0-1 0,0 5 68,0-6 0,0 6-74,0-5 0,0 9-224,0 2 0,0 10 0,0 13 0,0 8-48,0 8 1,2 7 0,2 12-1,2 7-272,-2 2 0,-2 3 0,-2 0 0,2 0 47,4 0 0,-4-14 0,3-7 1,-3-11-638,-2-10 1,6-7-666,0-4 1,0-9-1,-6-8-75,0-10 0,-2-5 1238,-4-2 0,-4-9 0,-7-1 0</inkml:trace>
  <inkml:trace contextRef="#ctx0" brushRef="#br0" timeOffset="400">152 210 8440,'-2'-18'558,"-4"1"0,4 0 687,-4-1 0,6 1-1079,6-1 1,4 3-1,9 1 1,4 4-19,6 3 1,6-7 0,8 4 0,9 1-83,10 3 1,10-2-1,10 2 1,13 2 107,-42 2 1,1 2 0,-1 4 0,0 2 0,4 2 0,-1 3 0,-1 4 0,0 3-28,1 3 1,-1 3-1,1 5 1,-1 2 0,-5 3-1,-1 2 1,-4 3 0,-3 2-110,-4 0 0,-6 3 0,3 43 1,-20 1-1,-17-1-30,-15 0 0,-18-13 0,-18-6 1,-9-8-236,-6-9 1,-5 1 0,-7-7 0,-7-1 21,-2-3 0,-3-6 0,45-19 0,-1-1 0,-3 0 0,-2-1 3,-4 2 1,-1-1 0,2-3 0,-1-1 0,2 0 0,0-2 0,2-3 0,1-1-476,-47 3 0,20-2 1,16-6 110,13 0 1,23-2-1,17-4 1,14-5-1089,13-5 1654,16-1 0,10 3 0,4-3 0,-5-5 0</inkml:trace>
  <inkml:trace contextRef="#ctx0" brushRef="#br0" timeOffset="934">2247 891 8087,'10'-8'-6,"-4"-3"285,-4-5 1,-2 4-1,0 1 302,0-3 0,0 5 0,-2-1 0,-2 0 3,-2 0 1,-6 5 0,5-5-1,-3 0-203,-4 1 0,-1-1 1,-3-4-1,-1 5-44,-4 1 0,1 0 0,-5 4 1,0-2-349,0 2 1,0-3 0,-4 1-1,1 4-75,-1 6 1,-2 5 0,0 11 0,2 3-232,2 6 0,8 4 1,-2 2-1,5 0 139,7 0 1,3-2 0,8-2-1,2-2 126,4 2 1,5-6 0,13-3 0,5-9 67,4-7 1,7-4 0,1-2-1,0 0-10,2 0 1,-7-13-1,3-5 1,-6-3 83,-4-4 0,-7 3 1,1-5-1,-6 0 262,-5 0 1,2 5 0,-9-1 0,-1 4-130,-2 1 0,-2 7 0,-2 1-256,-3 2 1,3 4 0,-6 10 0,2 8-176,0 7 1,0 0 0,8 8 0,4 1 154,6-3 1,11 4 0,6-6 0,6 0 164,6 0 1,3-1 0,11-9 0,1-3-251,2-6 0,2-4 0,-5-4 1,-3-4-579,-7-6 1,-8-3-1,-8-3 716,-6 1 0,-4-8 0,-1-3 0</inkml:trace>
  <inkml:trace contextRef="#ctx0" brushRef="#br0" timeOffset="1268">2998 70 8062,'-17'-6'806,"-1"1"0,9 1 0,1 11-311,0 11 1,6 1 0,-4 10 0,4 4 0,2 6 0,6 14 0,0 13 0,0 7-141,2 9 1,-1 1 0,7-1 0,-4-7-181,-3-3 0,7-10 0,-4-5 0,1-9-448,1-7 1,-2-12 0,3-6-1119,-1-3 1,-6-11 346,5-3 0,-7-6 1,2-6 1043,-4-5 0,-18-5 0,-3-1 0</inkml:trace>
  <inkml:trace contextRef="#ctx0" brushRef="#br0" timeOffset="1450">2701 681 8815,'0'-11'1457,"0"-1"1,2 8 0,4-2-1446,6 5 0,11-5 0,6 0 0,4 0-388,2-2 1,8 6 0,3-5 0,7 1-514,5 0 1,-2-6-1,6 7 889,-2 1 0,-1-6 0,-7 0 0</inkml:trace>
  <inkml:trace contextRef="#ctx0" brushRef="#br0" timeOffset="1900">3854 629 8062,'0'12'822,"0"-1"0,2-7 702,4 2 1,-2-6-897,7-6 1,-7-3-520,2-9 1,-4 1 0,-4 1-111,-4 4 0,-4 3 1,-7 5-1,-2-2 16,-5 2 0,-1 2 0,-6 2 1,2 2-5,-2 4 1,0 4 0,0 7 0,4 3 133,1 3 1,-1-2 0,8 8 0,5 0-63,4-1 1,5 5 0,7-6 0,3 0-144,7-4 0,6-5 0,5-7 0,6-3-81,4 0 1,2-6 0,0 2 0,-2-6-107,-4-4 1,2-8 0,-6 3-1,0-5 51,1-1 1,-5-7 0,-9 1 0,-5 2 381,1 1 1,-6 3 213,4-1-447,-4 1 1,-8 9-1,0 10-46,2 14 1,2 1-1,2 6 1,2-3-62,4-3 1,6 1 0,11 1 0,6 1-141,4-3 0,2 4 0,2-11 0,4 0-791,5-4 0,3-4 1085,-3-2 0,5-8 0,-7-2 0</inkml:trace>
  <inkml:trace contextRef="#ctx0" brushRef="#br0" timeOffset="2300">4814 612 8001,'0'-18'411,"0"1"0,0 5 1,0 0-1,-1 1 153,-5 1 0,2-5 1,-6 3-491,2-4 1,-5 5 0,1 1 0,-3 2 118,-3 4 0,1-3 0,-1 1 0,1 2-20,-1 2 0,1 4 1,-1 2-1,1 4-55,-1 1 0,1 1 0,1 4 0,3-3-53,1 3 1,8 1 0,-1 3 0,3-1-28,2 1 1,2-1 0,3 1-1,7-1-145,3 1 1,9-1 0,-1 0 0,0 1-9,3-1 0,-7 1 1,4-1-1,-3 1 25,-3-1 0,1 1 0,-1-1 0,-1 1 14,-5-1 0,3 1 0,-8-1 8,-2 1 0,-4-3 0,-6-3 1,-8-7-136,-7-3 1,-1-2 0,-5 0 0,2 0-335,4 0 0,-5-5 0,3-3 0,4-2 537,5-3 0,-1-3 0,5-1 0</inkml:trace>
  <inkml:trace contextRef="#ctx0" brushRef="#br0" timeOffset="2667">4919 699 8001,'18'10'296,"-1"-5"42,1-3 1,-7-2 0,1 0 85,2 0 0,1 0 1,2 0-1,3 0-23,3 0 0,-1 0 0,7 0 0,0 0-331,-2 0 1,6-5 0,-4-3 0,2-2-86,-2-3 1,2 3 0,-6-2-67,3-1 0,-7-3 0,0-1 27,-7-1 1,-8 7-1,-12 1 1,-6 2 71,-3 4 0,-9 2 1,-1 2-1,0 0 10,0 0 0,-4 0 0,3 2 0,1 4-9,0 6 1,7 3 0,7 3-1,-1-1 43,3 1 1,1-1-1,8 2 1,0 3 40,0 1 1,4 0 0,7-3 0,13 1-250,7 2 1,4 1-1,1-9 1,5-3-169,6-6 1,3 1 0,1-1 0,-3-4-502,-1-6 1,-7-5 0,5-11 814,-2-3 0,-2-4 0,-7-8 0</inkml:trace>
  <inkml:trace contextRef="#ctx0" brushRef="#br0" timeOffset="2984">6142 70 8072,'0'-17'320,"0"-1"0,0 7 1528,0-1-1546,0 8 1,0-2-1,0 14 1,0 8 81,0 5 1,-6 10-1,0 0 1,2 8 17,2 7 0,-4 11 0,1 3 1,1 0-92,2 0 0,2-2 0,2-3 0,4-1-159,5-2 0,-1-3 1,2-14-1,-1-2-661,-1-4 0,5 2 0,-3-8-1859,4-1 1,-5-11 490,1-5 0,-8-14 1877,2-9 0,-4-8 0,-2-10 0</inkml:trace>
  <inkml:trace contextRef="#ctx0" brushRef="#br0" timeOffset="3133">5967 489 8001,'-12'0'2570,"1"0"1,9 0-2400,2 0 0,8 0 0,11 0 0,4-2-270,6-3 0,12 3 0,6-6 99,3 0 0,10-2 0,2-7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5.281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315 122 12543 235333 42553,'10'-9'3740'0'0,"-2"-7"-3071"410"0,-8-1-551-239 0,0-3 1-171 0,-10-9-302 130 0,-8 12 1-130 0,-1 3 184 76 0,-10 14 0-76 0,-6 10 1 0 0,-4 5 26 12 0,6 7 1-12 0,0 3 0 0 0,10-2 46 0 0,2 6 0 0 0,3 10 1 0 0,6 2-1 0 0,7-2 37 0 0,3-2 1 0 0,4-2-1 0 0,3-1 1 0 0,9 1-33 0 0,7 0 0 0 0,1-2 0 0 0,7-4 1 0 0,2-5-10 0 0,2-5 0 0 0,8-9 1 0 0,-1-4-1 0 0,-1-4 117 0 0,-2-2 1 0 0,-2-8-1 0 0,-2-6 1 0 0,-2-5 15 0 0,-2-4 1 0 0,-13-7 0 0 0,-1 5-1 0 0,-3 0-55 0 0,-2 0 1 0 0,-7-6 0 0 0,1 4 0 0 0,-8-1-1 0 0,-7 5 0 0 0,-13-2 1 0 0,-3 2-1 0 0,-4 1-172 0 0,-4 3 0 0 0,2 7 0 0 0,-11 3 0 0 0,-1 1-40 0 0,0 4 0 0 0,7 2 1 0 0,-3 2-57 0 0,4 0 1 0 0,-2 8 0 0 0,4 5-171 0 0,8 9 0 0 0,14 5 1 0 0,7 10 217 0 0,4 3 0 0 0,4-9 1 0 0,4 2-1 0 0,5-5 122 0 0,5-7 0 0 0,7 4 1 0 0,2-3-1 0 0,2-5-41 0 0,4-3 1 0 0,2-11-1 0 0,4 3 1 0 0,2-4-2 0 0,2-2 1 0 0,0-2-1 0 0,-6-4 1 0 0,-1-5-14 0 0,1-5 1 0 0,-2-7 0 0 0,-4 0 0 0 0,-7-1 95 0 0,-9-1 0 0 0,1 2 38 0 0,-8-12 1 0 0,-10 6 0 0 0,-14-4 0 0 0,-9 12 23 0 0,-6 7 0 0 0,-4 4 0 0 0,-1-1 0 0 0,-5 5-2 0 0,-2 4 0 0 0,6 2 0 0 0,-3 0 1 0 0,3 2-100 0 0,4 4 1 0 0,-2-3 0 0 0,14 9-1 0 0,3 4-107 0 0,7 5 1 0 0,-1 2 0 0 0,10 8 3 0 0,6 0 0 0 0,6-2 1 0 0,12-11-1 0 0,1-1 77 0 0,2 1 0 0 0,8-8 0 0 0,-2-5 0 0 0,6-3 4 0 0,6-2 0 0 0,-4 0 1 0 0,4 0-1 0 0,-4-2 30 0 0,-3-3 1 0 0,-1-5 0 0 0,-2-10-1 0 0,-3-1-58 0 0,-3-2 0 0 0,-4-4-32 0 0,-9-2 0 0 0,-4-1 0 0 0,-10-8 1 0 0,-6 7-67 0 0,-10 7 1 0 0,-7 11-1 0 0,-12 1 1 0 0,-1 0 28 0 0,-3 3 1 0 0,-2-1-1 0 0,4 6 1 0 0,-1-2 118 0 0,1 2 1 0 0,2 4 0 0 0,4 6-1 0 0,4 6 20 0 0,5 3 0 0 0,5 9 1 0 0,4 1-1 0 0,3 2 62 0 0,6 4 0 0 0,4-4 1 0 0,2 2-1 0 0,2 1 69 0 0,4-3 1 0 0,9 4 0 0 0,11-8-1 0 0,1-4-54 0 0,4-5 0 0 0,4-6 0 0 0,4-8 0 0 0,3 0-63 0 0,3 0 0 0 0,-6-2 0 0 0,3-4 0 0 0,-1-8-32 0 0,0-7 0 0 0,0 0 0 0 0,-8-6 0 0 0,-6-1-172 0 0,-10 1 1 0 0,-1-4 56 0 0,-10-10 1 0 0,-8 1 0 0 0,-12-1 0 0 0,-7 12 36 0 0,-8 8 0 0 0,-10 5 1 0 0,-4 4-1 0 0,-1 7 91 0 0,-5 3 0 0 0,4 2 0 0 0,1 2 0 0 0,1 3 59 0 0,4 7 0 0 0,4 9 1 0 0,6 5-1 0 0,6-1-84 0 0,4 0 1 0 0,9 6-1 0 0,4 0-113 0 0,4 8 0 0 0,10-10 0 0 0,5-2 1 0 0,9-9 72 0 0,7-7 0 0 0,4-7 1 0 0,2 2-1 0 0,0-6 41 0 0,0-6 0 0 0,0 2 0 0 0,-2-7 0 0 0,-2-3 6 0 0,-2-1 0 0 0,-8-9 0 0 0,2 1 0 0 0,-3 2-66 0 0,-3 1 1 0 0,-7 1-176 0 0,-4-4 0 0 0,-14-3 0 0 0,-11-1-36 0 0,-14 10 1 0 0,-8 7 0 0 0,-8 12 0 0 0,3 4 291 0 0,-3 5 0 0 0,7 5 0 0 0,3 3 1 0 0,6 5 144 0 0,4 5 0 0 0,7-2 0 0 0,1 2 38 0 0,7 2 1 0 0,9 0-1 0 0,10 0 1 0 0,9-6-5 0 0,7-5 1 0 0,6-7-1 0 0,8-13 1 0 0,0 0-69 0 0,0 0 0 0 0,6-7 1 0 0,0-7-1 0 0,-4-5-180 0 0,-6-5 1 0 0,0-1-1 0 0,-8 4 1 0 0,-2-3-102 0 0,-1 3 1 0 0,-11 0-206 0 0,-3-3 1 0 0,-13 5 0 0 0,-11-2 0 0 0,-9 7-51 0 0,-6 8 0 0 0,-2 6 1 0 0,-2 6-1 0 0,-2 6 300 0 0,-1 3 0 0 0,5 3 1 0 0,7-1-1 0 0,3 3 82 0 0,4 3 1 0 0,1-4-1 0 0,5 7 225 0 0,3-1 0 0 0,8-6-143 0 0,16 4 0 0 0,13-11 0 0 0,16-8 0 0 0,-2-6-62 0 0,-2-4 0 0 0,2-13 1 0 0,-3 1-1 0 0,-5-1-32 0 0,-3 0 1 0 0,1 1 0 0 0,-6 1 388 0 0,-2-1-508 0 0,-9 1 1 0 0,-22 1 0 0 0,-17 6-39 0 0,-10 10 1 0 0,-3 8-1 0 0,5 10 1 0 0,2-1 106 0 0,3 1 0 0 0,-1-1 1 0 0,8 1-1 0 0,2-1 93 0 0,1 0 1 0 0,11 3-154 0 0,3 3 0 0 0,10-11 1 0 0,11-2 50 0 0,14-12 0 0 0,6-8 1 0 0,-4-8-1 0 0,-2 1-258 0 0,3-1 1 0 0,-1-5-1 0 0,-2 0-797 0 0,-6 2 0 0 0,2 1 449 0 0,-2 3 0 0 0,-11 7 1 0 0,-18 6 506 0 0,-15 8 0 0 0,-4 12 0 0 0,-4 7 0 0 0,0 0-25 0 0,1 2 0 0 0,3-5 1 0 0,8 3-1 0 0,-1-4-2009 0 0,1-1-213 0 0,7-1 2394 0 0,10-7 0 0 0,17-10 0 0 0,11-10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7.2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402 139 12470 236233 44032,'0'-29'2616'0'0,"0"-1"0"0"0,-2 9 0 0 0,-4-2-2697 0 0,-5 3 0 0 0,-18 11 0 0 0,-6 3 0 0 0,-2 6 101 0 0,0 6 0 0 0,2 3 0 0 0,0 11 1 0 0,0 1 88 0 0,0 2 0 0 0,2 14 0 0 0,4-2 0 0 0,8 2 21 0 0,7 0 0 0 0,7 0 0 0 0,7 2 0 0 0,1 1-102 0 0,5-1 0 0 0,12-8 0 0 0,13-6 0 0 0,6-3-176 0 0,3-7 1 0 0,9-9-1 0 0,-3 0 1 0 0,3-4 53 0 0,-2-2 0 0 0,-3-8 1 0 0,-5-3-1 0 0,2-5 265 0 0,-2-1 0 0 0,-10-7 1 0 0,-8-1-1 0 0,-5 0 676 0 0,-5 0 1 0 0,-7-6-506 0 0,2 1 0 0 0,-12-6 0 0 0,-6 1 0 0 0,-5 7-184 0 0,-6 7 0 0 0,-4 9 0 0 0,-8 3 1 0 0,0 1-103 0 0,0 4 0 0 0,-6 2 0 0 0,0 2 0 0 0,2 2-202 0 0,3 4 0 0 0,1 4 0 0 0,2 7 0 0 0,4 3 28 0 0,5 3 0 0 0,7-2 0 0 0,5 10 68 0 0,6 6 0 0 0,8 0 0 0 0,8 6 77 0 0,7-7 1 0 0,13-10-1 0 0,-1-17 1 0 0,6-1 103 0 0,5-4 0 0 0,-3-2 0 0 0,4-4 0 0 0,-2-4-19 0 0,1-5 0 0 0,-3-5 0 0 0,2-3 0 0 0,-8-3-3 0 0,-8-1 0 0 0,-3-2 1 0 0,-3 3-75 0 0,1-1 1 0 0,-8-8 0 0 0,-7 4-95 0 0,-6 0 1 0 0,-11 2-1 0 0,-13 9-48 0 0,-8 4 0 0 0,-6 5 1 0 0,2 7-1 0 0,-3 2 139 0 0,-3 3 1 0 0,6 5-1 0 0,0 8 1 0 0,6-1 41 0 0,4 0 1 0 0,2 1 0 0 0,-2 3-105 0 0,6 8 0 0 0,11-3 1 0 0,8 11 36 0 0,8-5 0 0 0,12-2 1 0 0,9-15-1 0 0,2-1 30 0 0,4-3 0 0 0,8-7 1 0 0,2 2-1 0 0,-3-4 50 0 0,-1-2 0 0 0,-2-8 0 0 0,0-3 0 0 0,0-5 122 0 0,0-1 0 0 0,-8-7 0 0 0,-4 1-125 0 0,-3 2 1 0 0,-5-12-122 0 0,-3-2 1 0 0,-14-2 0 0 0,-15 10-74 0 0,-11 9 0 0 0,-5 9 0 0 0,-1 9 1 0 0,-3 0 32 0 0,-4 0 1 0 0,4 2-1 0 0,-4 3 1 0 0,6 7 99 0 0,6 3 1 0 0,-2 3 0 0 0,8-1-157 0 0,2 1 0 0 0,3 7 0 0 0,8 4 93 0 0,10 4 0 0 0,12-6 92 0 0,17-3 1 0 0,6-13 0 0 0,12-5 0 0 0,-5-6 67 0 0,1-6 1 0 0,-8-3 0 0 0,2-9 0 0 0,-8-1-69 0 0,-4-5 1 0 0,4 5 0 0 0,-5-4 0 0 0,-5 1 8 0 0,-5-1 1 0 0,-1 2 0 0 0,-7-8-61 0 0,-2-2 0 0 0,-12 5 0 0 0,-9 3-301 0 0,-11 4 1 0 0,-5 9 0 0 0,-1 4 0 0 0,-3 4 238 0 0,-4 2 1 0 0,4 0 0 0 0,-4 2 0 0 0,2 4 184 0 0,-1 6 0 0 0,11-3 0 0 0,-1 3 0 0 0,9 2-39 0 0,4 1 1 0 0,7 5-1 0 0,4 3-75 0 0,4 6 1 0 0,6-6 0 0 0,6-3 0 0 0,7-7-19 0 0,3 1 0 0 0,7-6 0 0 0,2-3 18 0 0,4-3 0 0 0,8-2 0 0 0,-1-2 0 0 0,-3-3 80 0 0,-6-7 1 0 0,-3-4 0 0 0,-7-1-100 0 0,2-1 1 0 0,0-9-343 0 0,-5-8 1 0 0,-10 0 145 0 0,-8-5 0 0 0,-22 12 1 0 0,-13 11-1 0 0,-1 9 92 0 0,-1 6 1 0 0,2 2-1 0 0,0 0 1 0 0,0 2 211 0 0,0 4 1 0 0,0 4-1 0 0,2 9 1 0 0,4 3 199 0 0,6 1 1 0 0,9 6 0 0 0,4-4-183 0 0,3 2 0 0 0,7 6 0 0 0,13 2-14 0 0,10-8 0 0 0,12-13 0 0 0,-6-8 1 0 0,4-4 100 0 0,2-2 0 0 0,2-8 0 0 0,0-4-88 0 0,-2-3 1 0 0,2-3-1 0 0,-14-3-103 0 0,-1-8 1 0 0,-11 6-96 0 0,-5-12 0 0 0,-6 11 0 0 0,-8 3-227 0 0,-9 7 1 0 0,-14 7 0 0 0,-10 7-1 0 0,2 0 56 0 0,2 0 0 0 0,2 7 1 0 0,2 5-1 0 0,2 4 413 0 0,2 1 0 0 0,14 1 0 0 0,-3-1-44 0 0,3 0 1 0 0,7 9-1 0 0,6 1-21 0 0,12 0 1 0 0,3-2 0 0 0,16-9 0 0 0,2-5-196 0 0,2-5 0 0 0,8-6 1 0 0,0-6-1 0 0,-2-3-305 0 0,-2-1 0 0 0,-4-5 0 0 0,-4 3 1 0 0,-6-4-738 0 0,-4-1 1 0 0,-3 3 105 0 0,-4-3 1 0 0,-9 9 570 0 0,-14-9 1 0 0,-12 13 0 0 0,-14 4-1 0 0,4 9 408 0 0,0 7 1 0 0,6 3-1 0 0,-1 3 1 0 0,3 1 440 0 0,4-2 0 0 0,1 1 0 0 0,3 1 128 0 0,-1 6-1036 0 0,9-4 1 0 0,11 4 0 0 0,13-13-728 0 0,7-12 1251 0 0,9-2 0 0 0,-4-26 0 0 0,8 5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8.9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350 331 12530 236797 42796,'19'0'5331'0'0,"-3"-10"-4309"1912"0,-16-8 0-1912 0,0 5-757 75 0,0-11 1-75 0,-8 1 0 0 0,-4-10-221 0 0,-3 4 0 0 0,-3 4 1 0 0,-1 9-1 0 0,-3 3-6 0 0,-1 1 0 0 0,-8 8 0 0 0,2 0-193 0 0,-4 8 1 0 0,0 6 0 0 0,4 9-1 0 0,6 3 120 0 0,3 1 1 0 0,5 8-1 0 0,3-2 1 0 0,6 6 122 0 0,4 6 0 0 0,6-10 0 0 0,6 4 0 0 0,9-4 34 0 0,7-4 0 0 0,3-2 1 0 0,8-7-1 0 0,1-3 103 0 0,3-3 0 0 0,2-4 1 0 0,-4-8-1 0 0,1-2 25 0 0,-1-4 0 0 0,-4-6 1 0 0,-6-9-1 0 0,-6-4 92 0 0,-3-3 0 0 0,-5 5 0 0 0,-3-8-180 0 0,-6-6 0 0 0,-12 4 1 0 0,-6-2-1 0 0,-5 8-172 0 0,-6 2 0 0 0,-5 8 0 0 0,-8-3 0 0 0,-3 8-90 0 0,-2 5 0 0 0,-7-1 0 0 0,3 4 0 0 0,0-2 29 0 0,5 2 1 0 0,3 10 0 0 0,4 6 0 0 0,4 5-7 0 0,5 7 0 0 0,7-3 1 0 0,5 8-1 0 0,6 2 21 0 0,4 2 1 0 0,10-4 0 0 0,4-2 0 0 0,5 1-17 0 0,7-1 0 0 0,3-12 1 0 0,10 1-1 0 0,1-7 130 0 0,3-5 0 0 0,6-2 1 0 0,-5-2-1 0 0,1-2 96 0 0,0-4 0 0 0,-2-5 0 0 0,-7-11 0 0 0,-1-1 20 0 0,-3 2 0 0 0,-5-4 0 0 0,-10-1 0 0 0,-1-1-190 0 0,-2-4 1 0 0,-10 2 0 0 0,-4-2-124 0 0,-14 0 1 0 0,-3 4 0 0 0,-12 13 0 0 0,-4 5-70 0 0,-4 1 0 0 0,-10 2 0 0 0,3 6 0 0 0,-7 2 143 0 0,-5 4 1 0 0,12 3 0 0 0,-1 9 0 0 0,8 1 191 0 0,4 5 0 0 0,8-3 0 0 0,6 8 0 0 0,7 2-6 0 0,8 2 0 0 0,4-4 1 0 0,4 0-1 0 0,6 0-44 0 0,10-1 0 0 0,9-3 0 0 0,12-10 1 0 0,3-3 96 0 0,3-6 0 0 0,-4-4 1 0 0,5-2-1 0 0,1-2-54 0 0,-3-4 1 0 0,5-4 0 0 0,-8-7-1 0 0,-3-3-72 0 0,-1-3 1 0 0,-9 2 0 0 0,-5-6-1 0 0,-6-1-121 0 0,-5 1 1 0 0,-4 4-1 0 0,-10-6-99 0 0,-4-2 0 0 0,-6 6 0 0 0,-11 1 0 0 0,-6 7-57 0 0,-4 5 0 0 0,-10-1 0 0 0,-3 7 0 0 0,-3 2 133 0 0,3 2 1 0 0,-5 2-1 0 0,6 0 1 0 0,1 2 171 0 0,3 4 1 0 0,12 3 0 0 0,6 9 0 0 0,3-1-62 0 0,3 1 1 0 0,7 9-1 0 0,6 4 14 0 0,8 2 0 0 0,8 0 1 0 0,11-12-1 0 0,6 1 64 0 0,4-7 0 0 0,2 1 1 0 0,0-8-1 0 0,2-1 84 0 0,4 1 1 0 0,-5-2 0 0 0,5-8-1 0 0,-4-2-17 0 0,-2-2 0 0 0,0-9 0 0 0,-2-1 0 0 0,-4-5-124 0 0,-6-1 1 0 0,-5-7-1 0 0,-5-4-139 0 0,-1-5 1 0 0,-8 3 0 0 0,0 7 0 0 0,-10 3-65 0 0,-11 4 1 0 0,-3-4-1 0 0,-9 1 1 0 0,-2 3 54 0 0,-2 2 0 0 0,-8 7 0 0 0,0 2 0 0 0,1 3 116 0 0,-3 3 1 0 0,6 4 0 0 0,-2 5 0 0 0,6 7 24 0 0,4 4 1 0 0,8 9 0 0 0,0 4-1 0 0,7 4-19 0 0,8 2 0 0 0,4 0 0 0 0,2 0 0 0 0,0 0 48 0 0,0 0 1 0 0,14-2 0 0 0,5-4 0 0 0,4-6 23 0 0,3-4 1 0 0,7-3 0 0 0,0-4-1 0 0,5-7 110 0 0,1-3 1 0 0,-2-4-1 0 0,-2-2 1 0 0,0-5-131 0 0,0-7 1 0 0,-6 3 0 0 0,-2-13-1 0 0,-2 1-94 0 0,-3-4 0 0 0,-9 2 0 0 0,-3-4-101 0 0,-2-6 1 0 0,-4 8-1 0 0,-10-4 76 0 0,-6 6 1 0 0,-11 5-1 0 0,-6 11 1 0 0,-4 5 20 0 0,-2 4 0 0 0,-6 2 1 0 0,0 2-1 0 0,3 2 44 0 0,1 2 0 0 0,4 9 0 0 0,4 1 1 0 0,5 5 11 0 0,5 0 0 0 0,3 9 22 0 0,5 4 0 0 0,5 5 0 0 0,14 2 210 0 0,9-12 0 0 0,14-9 1 0 0,10-9-1 0 0,0-5 7 0 0,1-4 0 0 0,-7-4 0 0 0,2-2 0 0 0,-8-4-135 0 0,-3-1 1 0 0,3-3 0 0 0,-8-7 0 0 0,-3-3-413 0 0,-5-1 0 0 0,-9-2-204 0 0,2 1 0 0 0,-6-1 0 0 0,-8-2 74 0 0,-9 10 1 0 0,-16 7-1 0 0,-12 10 1 0 0,0 0 249 0 0,5 0 1 0 0,3 8-1 0 0,4 3 1 0 0,2 5 328 0 0,2 1 0 0 0,7 1 0 0 0,1 1 61 0 0,7 4 1 0 0,8 5-349 0 0,12 7 0 0 0,14-16 0 0 0,13-7-158 0 0,5-9 1 0 0,3-8 0 0 0,-6-3 0 0 0,-2-2-495 0 0,-4-3 0 0 0,-2-1 0 0 0,-5 0-3563 0 0,1 3 3256 0 0,0-1 0 0 0,-17 4 0 0 0,-12 8 479 0 0,-15 10 0 0 0,-2 6 0 0 0,-3 3 0 0 0,3 2 605 0 0,0 3 0 0 0,-8 7 0 0 0,4-4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0.514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420 418 12244 238039 49460,'0'-23'1860'0'0,"0"0"1"0"0,0 5 0 0 0,-2-11-1621 462 0,-4-2 0-462 0,2 6 0 0 0,-7-1 0 0 0,-3 3 104 0 0,-1 0 0 0 0,-13 0 0 0 0,-5 7-131 0 0,-5 4 0 0 0,-3 5 1 0 0,4 9-179 0 0,-4 3 1 0 0,12 5 0 0 0,0 10-1 0 0,8 3-2 0 0,3 6 1 0 0,9 4-1 0 0,3 2 1 0 0,4 0 62 0 0,2 0 0 0 0,8 4 1 0 0,3-3-1 0 0,5-5 45 0 0,1-3 0 0 0,6-5 0 0 0,3-6 0 0 0,1-1 87 0 0,4-4 0 0 0,4-5 0 0 0,4-9-98 0 0,1-3 1 0 0,-5-5 0 0 0,-8-10 0 0 0,-1-3-114 0 0,-5-6 1 0 0,-3-4-1 0 0,-5-2 1 0 0,-3 0-47 0 0,-2 0 0 0 0,-3 0 0 0 0,-7-2 34 0 0,-3-3 1 0 0,-7 5 0 0 0,-9 0 0 0 0,-7 10 80 0 0,-5 5 1 0 0,2 11-1 0 0,-11 1 1 0 0,1 2-19 0 0,0 0 1 0 0,0 2-1 0 0,9 10 1 0 0,0 8-73 0 0,3 7 1 0 0,8 0 0 0 0,0 8 0 0 0,7 4-42 0 0,8 6 0 0 0,4-2 1 0 0,2 4-1 0 0,2-4 139 0 0,4-2 0 0 0,6-2 1 0 0,11-2-1 0 0,6-4 59 0 0,4-2 0 0 0,2-2 0 0 0,0-7 0 0 0,0-4-70 0 0,0-7 1 0 0,-6-3 0 0 0,0-4 0 0 0,2-3-24 0 0,2-7 0 0 0,-6-9 1 0 0,-3-5-1 0 0,-7-1-242 0 0,-5-4 1 0 0,1-2-1 0 0,-7-2 1 0 0,-2 0-5 0 0,-2 0 0 0 0,-4 0 0 0 0,-4 0 1 0 0,-7 1 105 0 0,-9-1 0 0 0,1 7 0 0 0,-10 5 1 0 0,-4 6 99 0 0,-4 5 0 0 0,-8-2 1 0 0,7 9-1 0 0,1 1 92 0 0,2 2 0 0 0,2 10 0 0 0,0 3 1 0 0,2 7-21 0 0,4 5 1 0 0,12 4 0 0 0,11 8 0 0 0,4 0-37 0 0,2 0 0 0 0,2 0 1 0 0,4 0-1 0 0,5-2 47 0 0,5-4 1 0 0,7 2 0 0 0,2-8 0 0 0,2-3 125 0 0,5-7 1 0 0,0 1 0 0 0,3-8-198 0 0,0-3 0 0 0,4-8 0 0 0,-2-7 0 0 0,-6-5-18 0 0,-4-7 0 0 0,-5-3 0 0 0,-9-8 0 0 0,-3 0-395 0 0,-2 0 0 0 0,-3 0 0 0 0,-6-1 61 0 0,-5-5 1 0 0,0 4 0 0 0,-10-2 0 0 0,-5 8 127 0 0,-4 8 0 0 0,-6 3 0 0 0,-8 5 143 0 0,-2 3 0 0 0,-2 4 0 0 0,7 10 7 0 0,1 4 1 0 0,4 4 0 0 0,15 9 0 0 0,3 5 113 0 0,1 5 1 0 0,8 4 0 0 0,-2 2 0 0 0,4 0 152 0 0,2-1 0 0 0,8-4 0 0 0,4-3 0 0 0,5 0 54 0 0,6 0 1 0 0,-1-6 0 0 0,7 1-1 0 0,2-9-103 0 0,2-7 1 0 0,-4-4-1 0 0,0-2 1 0 0,2-2-131 0 0,2-4 1 0 0,-6-3 0 0 0,-1-9 0 0 0,-5-1-173 0 0,-4-5 1 0 0,3-3 0 0 0,-12-6 0 0 0,-1 2-234 0 0,1 2 1 0 0,-2 0 0 0 0,-8-6 0 0 0,-4 2 121 0 0,-6 4 0 0 0,-9 4 1 0 0,-4 7-1 0 0,-2 3 118 0 0,-4 3 1 0 0,-2-1 0 0 0,-2 7 156 0 0,0 2 0 0 0,-4 10 0 0 0,4 5 0 0 0,8 5 167 0 0,6 1 0 0 0,11 9 0 0 0,4 3 1 0 0,4 4 0 0 0,2 2 1 0 0,0 0 0 0 0,2-2 0 0 0,4-4 29 0 0,6-6 1 0 0,5-4-1 0 0,6-3 1 0 0,4-3-19 0 0,1-1 1 0 0,7-10 0 0 0,-4-2-207 0 0,2-10 0 0 0,3-7 0 0 0,-12-5 0 0 0,-3-3-52 0 0,-2-2 0 0 0,-1-4 0 0 0,-3-8-332 0 0,-3-2 0 0 0,-4 7 0 0 0,-10 6 49 0 0,-4 3 0 0 0,2 8 0 0 0,-11 7 241 0 0,-11 2 0 0 0,7 4 1 0 0,-14 10 149 0 0,0 6 0 0 0,18 3 1 0 0,-9 5 80 0 0,7 3 0 0 0,3 4 1 0 0,3 8 181 0 0,5 0 1 0 0,6 0 0 0 0,6-2-223 0 0,5-4 0 0 0,9-6-110 0 0,9-11 1 0 0,2-6-119 0 0,15-12 0 0 0,-15-13-177 0 0,-1-16 0 0 0,-17 0 1 0 0,-9-4-51 0 0,-8 8 0 0 0,-6 0 1 0 0,-9 10 120 0 0,-4 5 0 0 0,-6 6 217 0 0,-12 10 0 0 0,6 8 0 0 0,0 6 0 0 0,10 5 299 0 0,5 4 1 0 0,11 3 0 0 0,3-3-591 0 0,4 6 0 0 0,4-4-539 0 0,4-2 1 0 0,7-11-1 0 0,12-10-579 0 0,5-12 0 0 0,-1 3 1417 0 0,-12-17 0 0 0,8 9 0 0 0,3-10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2.598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330 245 12935 234563 36223,'18'-12'1964'0'368,"-1"0"0"0"-1,-7-1-980 767-367,-4-11 1-767 0,1-3-495 230 0,-1-8 1-230 0,-2 0-221 36 0,-10 0 0-36 0,-19 10-255 0 0,-16 8 0 0 0,-5 9 0 0 0,-1 14 0 0 0,8 5-87 0 0,8 5 0 0 0,4 9 0 0 0,6 4 0 0 0,-1 4 107 0 0,7 2 0 0 0,-1 6 1 0 0,10 2-1 0 0,3-1 127 0 0,1 1 1 0 0,11-2 0 0 0,9-6 0 0 0,9-2-33 0 14,6-4 0 0 0,4-4 0 0-1,2-8 0 0 1,3-1-50 0 102,3-4 0 0 0,-6-7 1 0 0,2-10-1 0 0,-5-7 58 0 11,-1-4 1 0-1,-2-3 0 0 1,-6-4-1 0-1,-7-4 40 0 6,-7-1 1 0 0,-9-5 0 0-1,2 4-125 0-70,-4-4 0 0-1,-4-5 0 0 1,-4 3 1 0-1,-7 6-51 0-39,-9 1 1 0 0,-3 9 0 0 0,-8-2 0 0-1,0 7-71 0-18,-4 8 1 0-1,-1 4 0 0 0,1 2-119 0-1,-4 0 0 0 0,0 8 1 0 0,-2 6 196 0 0,9 7 1 0 0,12 14-1 0 0,5 10 1 0 0,9-1 91 0 0,6-3 0 0 0,2-4 0 0 0,2-2 0 0 0,4-2 15 0 0,5-4 0 0 0,11-4 0 0 0,3-9 1 0 0,2-3 7 0 0,4-1 0 0 0,2-8 0 0 0,2 1 0 0 0,0-5-86 0 0,0-5 1 0 0,0-7 0 0 0,0-9 0 0 0,-2-5-67 0 12,-4-1 1 0 0,-4-2-1 0 0,-7-4 1 0 0,-3 2 14 0 27,-3 2 0 0 0,1 0 1 0 0,-7-8-85 0-23,-2-4 0 0-1,-10 12 0 0 1,-5-2 1 0-1,-5 6 12 0-13,-1 2 1 0 0,-9 5 0 0-1,-3 7 0 0 1,-4-1 44 0-2,-2 2 0 0 0,0 2 0 0 0,1 8 0 0 0,-1 0 44 0 0,0 0 0 0 0,6 0 0 0 0,1 2 0 0 0,3 4 113 0 0,4 6 0 0 0,1 13 114 0 0,3 10 1 0 0,7 6 0 0 0,4 7-100 0 0,4-1 1 0 0,4-16 0 0 0,6-2 0 0 0,8-8-63 0 0,5-3 1 0 0,14-3-1 0 0,2-3-83 0 0,7-6 1 0 0,3-4 0 0 0,-12-4-1 0 0,0-4-64 0 0,0-6 0 0 0,-6-3 1 0 0,-2-5-1 0 0,0-1-17 0 0,0-2 0 0 0,-11-8 0 0 0,1 0 22 0 0,-1-8 0 0 0,-10 2 1 0 0,-6-4 66 0 0,-10 4 1 0 0,-7 16-1 0 0,-7 4 1 0 0,-5 3 12 0 0,-4 4 0 0 0,-2 2 0 0 0,-2 8 1 0 0,-1 0 50 0 0,-3 0 1 0 0,-2 2 0 0 0,6 4 0 0 0,0 6 84 0 0,4 3 1 0 0,10 3 0 0 0,0-1 0 0 0,3 3-53 0 0,3 3 0 0 0,7-2 0 0 0,5 8-82 0 0,3 3 0 0 0,4-1 0 0 0,5-2-113 0 0,11-6 0 0 0,13-6 0 0 0,8-3 1 0 0,-4-4 68 0 0,-4-3 0 0 0,-2-1 0 0 0,6-6 0 0 0,-2-2 61 0 0,-4-3 0 0 0,4-5 0 0 0,-6-8 0 0 0,0 1 70 0 0,-4-1 0 0 0,3-9 0 0 0,-3-4-40 0 0,-2-2 0 0 0,-9 0 0 0 0,-6 10-6 0 0,-4-6 0 0 0,-10 4 0 0 0,-4 1 1 0 0,-5 7-93 0 0,-7 5 1 0 0,-3-1 0 0 0,-8 7 0 0 0,0 2-52 0 0,0 2 0 0 0,-1 2 1 0 0,-3 0-1 0 0,-2 2 88 0 0,2 4 1 0 0,2 3-1 0 0,4 9 1 0 0,4-1-7 0 0,6 1 0 0 0,4-1 1 0 0,3 5-44 0 0,4 7 0 0 0,7-6 66 0 0,10 12 1 0 0,9-12-1 0 0,13-1 28 0 0,8-9 1 0 0,-2-5 0 0 0,-4-8-1 0 0,4 0-22 0 0,6 0 1 0 0,-8 0-1 0 0,4 0-35 0 0,-2 0 0 0 0,6-8 0 0 0,0-3-104 0 0,-6-5 1 0 0,-8-3 0 0 0,-12-3-52 0 0,-1-1 0 0 0,-10-2 1 0 0,-2 3 99 0 0,-10-1 1 0 0,-5 0-1 0 0,-5 5 1 0 0,-3 3 5 0 0,-6 3 1 0 0,-4-1-1 0 0,-2 7 1 0 0,-2 2 61 0 0,-4 2 0 0 0,5 2 0 0 0,-5 0 0 0 0,4 0 171 0 0,2 0 0 0 0,0 2-195 0 0,0 4 1 0 0,8 3 0 0 0,6 11-40 0 0,7 3 0 0 0,8-1 1 0 0,12 5 130 0 0,6-2 1 0 0,3 0 0 0 0,5-4-1 0 0,1 3-13 0 0,2-3 0 0 0,10-1 0 0 0,0-3-77 0 0,6 0 1 0 0,2-7-1 0 0,-4-4-24 0 0,3-4 1 0 0,-9-2 0 0 0,2-2 0 0 0,-5-4-5 0 0,-7-5 1 0 0,-8-5-1 0 0,-1-5-23 0 0,2-8 1 0 0,-7 5 0 0 0,-3-11 88 0 0,-8 2 1 0 0,-5 8 0 0 0,-9 2 0 0 0,-1 3 71 0 0,-4 3 1 0 0,-6 5-1 0 0,-10 3-23 0 0,-2 1-1 0 0,2 4 1 0 0,8 8 0 0 0,4 6 79 0 0,2 5 1 0 0,1 1-1 0 0,7 11 1 0 0,1 0-47 0 0,5 0 1 0 0,3 2-1 0 0,8 6 1 0 0,0 0 45 0 0,0 0 1 0 0,10-6-1 0 0,5-2 1 0 0,9-3-10 0 0,3-9 1 0 0,-4 3-1 0 0,6-9 1 0 0,2 1 87 0 0,2-4 1 0 0,-4-4 0 0 0,-2-4 0 0 0,1-4-44 0 0,-1-6 0 0 0,-6-3 0 0 0,2-5-178 0 0,-3-3 1 0 0,-9-2 0 0 0,-1-8-148 0 0,-2-2 1 0 0,-4 12-1 0 0,-10-6-271 0 0,-6 7 0 0 0,-11 7 0 0 0,-8 3 303 0 0,-8 6 0 0 0,2 4 1 0 0,-2 4-1 0 0,8 4 199 0 0,8 6 1 0 0,4 5-1 0 0,1 4 1 0 0,3 5 63 0 0,3 1 1 0 0,-1-4 0 0 0,9 6 140 0 0,6 2 1 0 0,0-4-1 0 0,13-1 155 0 0,10-7 0 0 0,-3-5 0 0 0,14-14-211 0 0,3 0 1 0 0,-12-8-1 0 0,3-4 1 0 0,-9-3-225 0 0,-4-3 0 0 0,-1-1 0 0 0,-3-4-236 0 0,-1-6 1 0 0,-10 3-388 0 0,-2 3 1 0 0,-10 6-1 0 0,-13 5-344 0 0,-6 6 0 0 0,-2 6 0 0 0,2 6 0 0 0,6 6-201 0 0,3 3 0 0 0,8 8 1 0 0,3 3-162 0 0,1 1 1 0 0,4-6 0 0 0,10 2 1315 0 0,6-3 0 0 0,11-3 0 0 0,4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4.214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245 208 12517 235164 43069,'12'29'675'0'0,"-1"0"1"0"0,-5-8 1634 237 0,6 3-1301 255 0,-8-5 1-492 0,17-11-657 93 0,-4-8 0-93 0,3-16 1 0 0,-7-13-147 26 0,-1-4 0-26 0,-8-7 0 0 0,2-1-282 0 0,-4 2 0 0 0,-10 4 0 0 0,-4 6 0 0 0,-5 6-1 0 0,-7 3 1 0 0,3 11 0 0 0,-8 3 0 0 0,-2 4-6 0 0,-2 2 1 0 0,-2 8-1 0 0,0 5 1 0 0,2 8 138 0 0,4 9 1 0 0,4 3-1 0 0,7 2 1 0 0,3 1 171 0 0,3 5 1 0 0,4-4 0 0 0,8 4 0 0 0,2-4 153 0 0,4-2 1 0 0,10-8 0 0 0,11-4-1 0 0,4-6-142 0 0,6-5 1 0 0,9-4-1 0 0,-1-8 1 0 0,0-2-85 0 0,-5-4 1 0 0,3-4-1 0 0,-2-9 1 0 0,-2-2-65 0 0,-3-3 0 0 0,-8-5 0 0 0,-7 4 0 0 0,-6-2 65 0 0,-3-4 0 0 0,-8 4 1 0 0,2-4-178 0 0,-4-6 0 0 0,-10 8 0 0 0,-6-4 0 0 0,-5 5-120 0 0,-4 7 0 0 0,-8 2 0 0 0,0 3 0 0 0,-6 3 45 0 0,-4 1 0 0 0,-2 8 0 0 0,5-2 0 0 0,-3 6 91 0 0,2 6 0 0 0,8 4 0 0 0,4 9 0 0 0,2 4-12 0 0,3 7 0 0 0,5 3 1 0 0,5 2-1 0 0,6-1 35 0 0,4 1 1 0 0,10 0 0 0 0,4-2 0 0 0,3-4 64 0 0,3-5 0 0 0,7-5 0 0 0,4-3 0 0 0,4-5 137 0 0,2-5 1 0 0,0-4-1 0 0,0-4 1 0 0,0-4-149 0 0,0-5 1 0 0,-6-11 0 0 0,-2-1 0 0 0,-2 0-125 0 0,-3-3 0 0 0,-9 5 0 0 0,-3-10-110 0 0,-2-6 1 0 0,-3 8 0 0 0,-7-4-1 0 0,-3 6-10 0 0,-7 6 1 0 0,-5 3 0 0 0,-7 5-1 0 0,-5 3 66 0 0,-4 2 1 0 0,-2 2-1 0 0,-2 6 1 0 0,-1 2 173 0 0,-3 4 1 0 0,2 4 0 0 0,10 7 0 0 0,6 3 235 0 0,3 3 1 0 0,9 4 0 0 0,1 10 34 0 0,2 4 1 0 0,4-6 0 0 0,12 1 0 0 0,7-6 84 0 0,7-5 1 0 0,9-4-1 0 0,-2-9 1 0 0,4-6-64 0 0,2-4 0 0 0,0-2 1 0 0,0 0-1 0 0,0-2-221 0 0,0-4 1 0 0,-8-10-1 0 0,-4-7 1 0 0,-4 0-309 0 0,-1-3 0 0 0,-3-3-43 0 0,-3-11 0 0 0,-6 3 0 0 0,-12-2 0 0 0,-6 8-348 0 0,-3 8 0 0 0,-10 5 1 0 0,-4 6-1 0 0,-4 7 218 0 0,-2 3 0 0 0,0 2 0 0 0,0 2 0 0 0,2 3 409 0 0,4 7 1 0 0,-2 6 0 0 0,7 3-1 0 0,5 4 194 0 0,5 2 0 0 0,7-3 1 0 0,7 5 147 0 0,0 2 1 0 0,11 6 0 0 0,9-2 329 0 0,7-8 0 0 0,12-14-629 0 0,-4-7 1 0 0,3-6 0 0 0,3-6 0 0 0,-10-5-234 0 0,-4-5 1 0 0,-13-1 0 0 0,1-5-74 0 0,-5-7 1 0 0,-4 6-245 0 0,-6-12 0 0 0,-8 6 1 0 0,-5 2-1 0 0,-7 7-247 0 0,-3 7 0 0 0,-2 9 0 0 0,1-2 432 0 0,-5 4 0 0 0,4 4 0 0 0,2 4-69 0 0,3 6 1 0 0,5 19-46 0 0,3 9 1 0 0,6 7 0 0 0,12-2-1258 0 0,6-11 1 0 0,5-8 1621 0 0,7-15 0 0 0,-5 5 0 0 0,6-6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5.596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158 315 12407 235077 45392,'27'-8'1371'0'0,"-8"4"1"0"0,-7-7 0 0 0,2-3-955 0 0,1-1 0 0 0,-3-3 0 0 0,-1 1 0 0 0,3-1-83 0 0,1 1 1 0 0,-3-6 0 0 0,-2-5 145 0 0,-2-5 1 0 0,-3 8-250 7 0,-5-10 1-7 0,-23 14 0 0 0,-10 3-244 168 0,-8 11 0-168 0,-1 5 0 0 0,9 4 1 0 0,2 3-41 38 0,1 7 0-38 0,9 9 0 0 0,-2 5 0 0 0,3 1-2 0 0,3 4 0 0 0,7-4 1 0 0,4 2-1 0 0,5 2 185 0 0,1 2 1 0 0,7-6-1 0 0,7-1 1 0 0,7-3 28 0 0,8 0 0 0 0,4-1 0 0 0,2-11 0 0 0,0-5 74 0 0,0-4 1 0 0,0-2 0 0 0,0 0-8 0 0,0 0 1 0 0,-2-14 0 0 0,-4-3 0 0 0,-6-3-67 0 0,-3 1 0 0 0,-11 0 0 0 0,-3-5-116 0 0,-4-5 1 0 0,-4-4 0 0 0,-4 0-110 0 0,-5 4 1 0 0,-7 6 0 0 0,-3 9-1 0 0,-4 5-88 0 0,-2 1 0 0 0,-3 2 0 0 0,-6 6 57 0 0,-5 0 1 0 0,6 2 0 0 0,0 4 0 0 0,10 5 55 0 0,5 5 1 0 0,5 3 0 0 0,1 3 0 0 0,5 3 61 0 0,1 2 0 0 0,2-4 0 0 0,8 5 0 0 0,4-1 247 0 0,5 0 0 0 0,5-6 0 0 0,3 3 0 0 0,5-5-72 0 0,5-2 1 0 0,-2-7 0 0 0,2-4 0 0 0,2-4-4 0 0,2-2 1 0 0,-4 0 0 0 0,-2-2-1 0 0,0-6-83 0 0,1-9 1 0 0,-3-3-1 0 0,0-7 1 0 0,-8 0-246 0 0,-1 0 0 0 0,-8 3 1 0 0,-2-5 7 0 0,-4-2 1 0 0,-6-7 0 0 0,-6-1 83 0 0,-8 6 1 0 0,-11 6-1 0 0,0 9 1 0 0,-4 3-50 0 0,-2 3 0 0 0,-2 4 0 0 0,-1 6 0 0 0,-3-2 106 0 0,2-1 0 0 0,4 1 1 0 0,4 9-1 0 0,6 9 70 0 0,6 7 1 0 0,-3 1 0 0 0,12 7-1 0 0,1 2-20 0 0,3 2 0 0 0,4-4 0 0 0,2 0 0 0 0,2 0 45 0 0,4-2 1 0 0,5-1 0 0 0,11-9 0 0 0,3 1 48 0 0,2-1 1 0 0,2-1 0 0 0,6-5 0 0 0,0-5-125 0 0,0-4 1 0 0,-2-4 0 0 0,-2-2 0 0 0,-4-4-18 0 0,-2-1 0 0 0,-1-3 1 0 0,-7-5-1 0 0,1-3-128 0 0,-1-3 0 0 0,-7 0 136 0 0,-4-12 0 0 0,-6 4 1 0 0,-8-6 3 0 0,-10 11 1 0 0,-1 5 0 0 0,-10 13 0 0 0,-2 1-28 0 0,-2-1 0 0 0,4 2 0 0 0,-2 6-5 0 0,-6 0 1 0 0,10 10-1 0 0,-2 5 49 0 0,7 7 0 0 0,13 3 0 0 0,3-2 143 0 0,4 6 0 0 0,10 2 0 0 0,5-2 297 0 0,8-5 0 0 0,3-7-144 0 0,11-5 0 0 0,-4-4 0 0 0,8-10-117 0 0,-8-4 1 0 0,0-6-612 0 0,-8-11 1 0 0,-8-4 0 0 0,-9-8-133 0 0,-4 0 0 0 0,-4 8 0 0 0,-4 3 274 0 0,-5 5 0 0 0,-12 9 1 0 0,-7 4 127 0 0,-3 4 0 0 0,6 4 1 0 0,2 6 250 0 0,0 10 0 0 0,13 1-114 0 0,1 10 0 0 0,7 0-719 0 0,4 6 1 0 0,11-10-422 0 0,13-7 1 0 0,3-10 0 0 0,12-14 0 0 0,-8-6 1116 0 0,-8-3 0 0 0,4-3 0 0 0,0 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7.0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332 315 12329 243124 47232,'0'27'1714'0'0,"0"-9"1"0"0,8-12 0 0 0,4-12-510 0 0,3-6 1 0 0,2-5-177 0 0,1-7 0 0 0,-8 3-828 0 0,-5-8 0 0 0,-5 2 1 0 0,-5-2-1 0 0,-7 5-200 0 0,-4 5 0 0 0,-9 7 1 0 0,-4 3-1 0 0,-4 1 0 0 0,-2 4 1 0 0,-6 4 0 0 0,1 6 0 0 0,1 6-42 0 0,2 3 1 0 0,10 10 0 0 0,4 4-1 0 0,3 4 112 0 0,3 2 1 0 0,7 6 0 0 0,6 0-1 0 0,8-4 250 0 0,8-6 0 0 0,11 0 0 0 0,6-8 0 0 0,4-4 138 0 0,2-5 0 0 0,6-6 0 0 0,1-8-149 0 0,3 0 0 0 0,0-8 0 0 0,1-6 0 0 0,-7-5-108 0 0,-8-4 1 0 0,-6-8-1 0 0,-9 2 1 0 0,-4-4-229 0 0,-7-2 1 0 0,-3 0 0 0 0,-2 0-1 0 0,-2 2-157 0 0,-3 4 0 0 0,-5-2 1 0 0,-10 7-1 0 0,-5 3 4 0 0,-10 2 1 0 0,-2 3-1 0 0,-7 5 1 0 0,-1 5 94 0 0,0 4 0 0 0,7 2 1 0 0,-3 4-1 0 0,6 5 136 0 0,6 9 1 0 0,0 11 0 0 0,9 0-1 0 0,7 4 45 0 0,3 2 1 0 0,4 0 0 0 0,8 0 0 0 0,4 0 49 0 0,6 0 1 0 0,5-8 0 0 0,6-2 0 0 0,7-4-42 0 0,3-3 0 0 0,3-5 0 0 0,3-13 0 0 0,2 0-20 0 0,-2 0 0 0 0,2-2 0 0 0,-5-3 0 0 0,-3-9-42 0 0,0-7 0 0 0,-7-1 0 0 0,-3-7 0 0 0,-4 0-143 0 0,-1 2 0 0 0,-9-8-167 0 0,-3 0 0 0 0,-6-4 1 0 0,-8-1-1 0 0,-7 10 34 0 0,-6 9 0 0 0,-12 4 0 0 0,0-1 0 0 0,-6 3 134 0 0,0 3 0 0 0,-4 4 1 0 0,3 8-1 0 0,1 0 213 0 0,2 0 1 0 0,2 10-55 0 0,0 7 0 0 0,10 14 0 0 0,7 10 0 0 0,11-2 112 0 0,5-2 0 0 0,9-8 0 0 0,7 0 1 0 0,7 0 121 0 0,8-2 1 0 0,4 4-1 0 0,2-7 1 0 0,0-5-86 0 0,0-5 1 0 0,0-7 0 0 0,0-7-56 0 0,0 0 1 0 0,4-7 0 0 0,-4-5-1 0 0,-8-5-139 0 0,-6-7 0 0 0,-5-3 0 0 0,-5-8 0 0 0,-5 0-56 0 0,-4 0 1 0 0,-2 0-1 0 0,0 1 1 0 0,-4 1-371 0 0,-7 3 1 0 0,-3-1-1 0 0,-15 8 1 0 0,-2 2 35 0 0,-2 1 0 0 0,-2 11 0 0 0,0 3 1 0 0,0 4 373 0 0,0 2 1 0 0,2 2 0 0 0,2 4-1 0 0,6 7 240 0 0,6 9 1 0 0,-1 5-1 0 0,14 8 1 0 0,2 0 28 0 0,3 0 0 0 0,2-2 0 0 0,5-2 0 0 0,6-4-43 0 0,3-2 1 0 0,11-2-1 0 0,1-5 1 0 0,2-3 36 0 0,0-3 1 0 0,2-4 0 0 0,8-10-156 0 0,2-4 1 0 0,-6-4 0 0 0,-8-9-1 0 0,-2-3-411 0 0,-4-1 0 0 0,-7-6 0 0 0,-4 4-155 0 0,-3-2 0 0 0,-1-2 0 0 0,-8-4-156 0 0,-4 3 1 0 0,-3 5 0 0 0,-13 10 256 0 0,-7 3 0 0 0,-2 6 1 0 0,-11 12 455 0 0,5 6 0 0 0,0 3 0 0 0,14 3 0 0 0,1 1 92 0 0,3 4 1 0 0,7-3 0 0 0,2 5 244 0 0,3 0 0 0 0,3 2 0 0 0,10 6-32 0 0,5-4 1 0 0,7-11-1 0 0,7-12-263 0 0,10-4 0 0 0,-6-2 0 0 0,4-2 0 0 0,-6-4-315 0 0,-6-6 1 0 0,-1 1 0 0 0,-3-5-1 0 0,1-3-504 0 0,-1-1 0 0 0,-7-1-672 0 0,-4-2 1 0 0,-14 3 226 0 0,-9-3 0 0 0,-14 13 1 0 0,-10 10 519 0 0,2 10 1 0 0,16 0-1 0 0,7 3 1 0 0,5 5-2187 0 0,1 3 2788 0 0,6 2 0 0 0,4 3 0 0 0,10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9.330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400 315 12255 244430 49174,'9'-17'1333'0'0,"-1"7"0"0"0,-10-6-322 0 0,-4 5 1 0 0,3 1-168 0 0,-9-2 0 0 0,6 7-472 0 0,-6-7 0 0 0,-1 0-256 0 0,-10-5 1 0 0,-5 5-221 0 0,-6 1 1 0 0,4 9 0 0 0,3 2-150 0 0,2 9 0 0 0,8 9 1 0 0,7 7 317 0 0,2 10 0 0 0,2 0 0 0 0,8 6 220 0 0,4-5 0 0 0,4-8 0 0 0,9-7 144 0 0,4-7 1 0 0,-1-7 0 0 0,9-9-260 0 0,6-3 1 0 0,-10-7-1 0 0,2-9 1 0 0,-8-5-119 0 0,-3-1 1 0 0,-3-4-1 0 0,-3-8-128 0 0,-6-1 0 0 0,-12 5 0 0 0,-6 7 0 0 0,-5 3-54 0 0,-6 4 1 0 0,-5 7 0 0 0,-7 5 0 0 0,1 1 120 0 0,-1 4 0 0 0,0 4 0 0 0,2 6 1 0 0,4 7 151 0 0,5 9 1 0 0,5-1-1 0 0,1 8 1 0 0,3 2 77 0 0,3 2 1 0 0,4-4 0 0 0,10 0-1 0 0,4 2 153 0 0,6 2 1 0 0,11-5 0 0 0,4-5 0 0 0,2-4-146 0 0,1-1 0 0 0,-1-9 1 0 0,6-3-1 0 0,0-4-114 0 0,-1-2 1 0 0,1-4 0 0 0,0-5 0 0 0,-2-11-81 0 0,-4-5 0 0 0,1 2 1 0 0,-11-6-1 0 0,-4-2-238 0 0,1-2 0 0 0,-8-2 1 0 0,-4-2-74 0 0,-8-4 0 0 0,-8 10 1 0 0,-9-2-1 0 0,-6 4-10 0 0,-6 2 1 0 0,2 7 0 0 0,-10 1 0 0 0,2 7-2 0 0,-2 5 0 0 0,4 1 0 0 0,-3 8 0 0 0,3 3 199 0 0,2 7 0 0 0,2 6 0 0 0,4 5 0 0 0,5 8 326 0 0,5 8 0 0 0,7-2 1 0 0,3 3-1 0 0,1-1 283-82 0,4 2 0 82 0,8-10 0 0 0,6 4 0 0 0,3-4-144-265 0,7-4 0 265 0,9-4 1 0 0,0-9-1 0 0,4-4-166-187 0,2-3 0 187 0,2-1 0 0 0,1-8 1 0 0,3-4-265-106 0,-2-5 1 106 0,-2-11 0 0 0,-4-3 0 0 0,-4-2-155-21 0,-6-4 0 21 0,-3 4 0 0 0,-5-2-65 0 0,-3-2 0 0 0,-4-8 1 0 0,-10 0 35 0 0,-4 6 1 0 0,-6 0 0 0 0,-11 10-1 0 0,-6 3-56 0 0,-4 7 1 0 0,-8 3 0 0 0,0 6 0 0 0,2-2 135 0 0,3 3 0 0 0,1 3 1 0 0,-2 7 228 0 0,-4 11 0 0 0,12 1 0 0 0,2 10 1 0 0,11 2 194 0 0,10 2 0 0 0,4 2 0 0 0,2 0 1 0 0,2 0 258-8 0,4 0 0 8 0,6-8 0 0 0,9-3 0 0 0,4-5 93-112 0,3-2 0 112 0,1 1 0 0 0,6-3-389-92 0,0-3 1 92 0,5-4 0 0 0,-1-10 0 0 0,-4-4-145-54 0,-4-6 0 54 0,-10-3 0 0 0,3-5 1 0 0,-7-3-321-12 0,-5-6 0 12 0,-4 2 1 0 0,-8-2-1 0 0,0-2-110 0 0,0-2 1 0 0,-2 4 0 0 0,-4 1-1 0 0,-8 1-92 0 0,-7 0 0 0 0,-6 6 0 0 0,-8-3 0 0 0,0 5 12 0 0,0 2 0 0 0,0 7 0 0 0,-2 4 408 0 0,-4 4 1 0 0,12 16-1 0 0,0 5 1 0 0,8 8 271 0 0,3 10 1 0 0,9-2 0 0 0,3 6 0 0 0,4-4 233-5 0,2-2 1 5 0,8 0-1 0 0,3-2 1 0 0,7-4-42-76 0,5-6 1 76 0,-2-4 0 0 0,9-3 0 0 0,1-4-218-77 0,2-7 1 77 0,-4-3 0 0 0,-2-6 0 0 0,0-5-306-47 0,0-9 0 47 0,-5-5 0 0 0,1 0 0 0 0,-4-6-362-4 0,-1-4 1 4 0,-9-2-1 0 0,-3-2 151 0 0,-4-4 0 0 0,-4 10 0 0 0,-4-2 0 0 0,-7 8-190 0 0,-9 9 1 0 0,1 1-1 0 0,-8 9 453 0 0,-2 2 1 0 0,-8 6 0 0 0,-2 8 0 0 0,5 9 201 0 0,5 6 1 0 0,5 4 0 0 0,9 6-1 0 0,1 0 4 0 0,5 0 0 0 0,-3-6 0 0 0,10 0-606 0 0,6 2 0 0 0,8-11 0 0 0,13-5 0 0 0,6-5-1283-24 0,4-6 1 24 0,4-10 1702-97 0,4-5 0 97 0,3-13 0 0 0,9-3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11.046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451 241 12428 239333 44921,'0'-23'2283'0'0,"0"0"1"0"0,0 11 0 0 0,-2-9-2222 0 0,-4-1 0 0 0,2 1 1 0 0,-8 4-1 0 0,-1-1-158 0 0,-3 1 1 0 0,-7 5 0 0 0,-2 2 0 0 0,-2 3-77 0 0,-4 3 0 0 0,-2 4 0 0 0,-2 6 0 0 0,0 7 201 0 0,0 8 1 0 0,2 7-1 0 0,4 8 1 0 0,6 3 342 0 0,3 2 0 0 0,10 6 0 0 0,5-7 0 0 0,5-1 114 0 0,5-2 0 0 0,11 2 0 0 0,11-2 1 0 0,4-6-113 0 0,6-4 0 0 0,8-6 0 0 0,-3-9 0 0 0,3-6-195 0 0,3-4 1 0 0,-5-2-1 0 0,0-2 1 0 0,-2-6-115 0 0,-1-9 0 0 0,-1-7 0 0 0,-10-7 0 0 0,-7 2-86 0 0,-9-2 0 0 0,-5-2 0 0 0,-8-2 0 0 0,0 0-56 0 0,0 0 1 0 0,-10 0 0 0 0,-7 0 0 0 0,-12 2 1 0 0,-10 4 0 0 0,-4-2 0 0 0,-5 8 0 0 0,1 4-149 0 0,-1 5 1 0 0,-3 6-1 0 0,-1 8 1 0 0,1 0 128 0 0,5 0 0 0 0,5 14 1 0 0,12 5-1 0 0,8 8 91 0 0,7 10 0 0 0,0-2 1 0 0,9 6-1 0 0,3-4 142 0 0,5-2 1 0 0,7-6 0 0 0,10-2 0 0 0,3-2 127 0 0,6-3 1 0 0,4-9 0 0 0,4-3 0 0 0,2-2 116 0 0,1-5 1 0 0,1-3-1 0 0,-6-5 1 0 0,-2-7 93 0 0,-4-4 1 0 0,2-1 0 0 0,-6-2-346 0 0,3-5 1 0 0,-9-9-1 0 0,0-5 1 0 0,-7 3-277 0 0,-4 4 0 0 0,-4 0 0 0 0,-10-6-201 0 0,-6 2 1 0 0,-9 4 0 0 0,-6 13-1 0 0,-4 3-133 0 0,-6 3 0 0 0,-2-2 0 0 0,2 9 0 0 0,-2 3 154 0 0,-1 6 1 0 0,-1 1 0 0 0,8 11-1 0 0,4 5 209 0 0,5 4 1 0 0,5 5-1 0 0,4 5 1 0 0,3-1 503 0 0,6 1 1 0 0,4-6 0 0 0,4 1 290 0 0,4 1 0 0 0,7 0 1 0 0,15-4-329 0 0,7-10 1 0 0,-2-7 0 0 0,-4-10-1 0 0,0-2-131 0 0,-2-4 0 0 0,4 2 0 0 0,-8-7 0 0 0,1-3-193 0 0,1-1 1 0 0,-6-3-1 0 0,3-1 1 0 0,-7-3-344 0 0,-3-1 0 0 0,-8-2-19 0 0,1 2 0 0 0,-5 3 101 0 0,-5-3 0 0 0,-21 11 0 0 0,-12 6-48 0 0,-5 5 0 0 0,6 8 0 0 0,10 5 1 0 0,2 3 220 0 0,3 3 0 0 0,3 1 0 0 0,3 5 202 0 0,5 5 1 0 0,-3 4 0 0 0,10 2 323 0 0,6 0 0 0 0,8-14 1 0 0,15-4 35 0 0,10-1 1 0 0,0-8 0 0 0,4-4 0 0 0,-6-8-249 0 0,-4-8 0 0 0,-2 0 0 0 0,2-3 0 0 0,-6-5-357 0 0,-3 1 1 0 0,-5-2-1 0 0,-1-1-164 0 0,-2-1 1 0 0,-11-2 0 0 0,-1 3-181 0 0,-9-1 1 0 0,-9 2 0 0 0,-5 9 0 0 0,-4 4-76 0 0,0 1 0 0 0,-6 5 0 0 0,4-4 0 0 0,-2 6 415 0 0,1 6 1 0 0,-1-2-1 0 0,8 7 1 0 0,2 5 295 0 0,1 5 1 0 0,5 0 0 0 0,3 9 376 0 0,6 1 0 0 0,4-4 0 0 0,6 0 122 0 0,8-2 0 0 0,2-2 0 0 0,15-7-142 0 0,2-4 1 0 0,-4-5 0 0 0,2-7-425 0 0,2 0 0 0 0,-4-7 1 0 0,0-5-238 0 0,-1-4 1 0 0,-5-3-1 0 0,-8-2-525 0 0,-1-3 1 0 0,-10-1-84 0 0,-2 2 1 0 0,-8 9 0 0 0,-11-3-154 0 0,-4 1 0 0 0,-5 9 626 0 0,-6 1 0 0 0,1 6 1 0 0,1 6 800 0 0,3 5 0 0 0,16 7 74 0 0,1 5 1 0 0,8 4-1 0 0,6 6 394 0 0,4-4 0 0 0,4-4-421 0 0,7-7 0 0 0,8-3-642 0 0,5-3 1 0 0,1-6-278 0 0,-2-12 1 0 0,-6-6-52 0 0,-11-11 0 0 0,-5-4 0 0 0,-9-6-18 0 0,-3 4 1 0 0,-5 4 0 0 0,-9 9-138 0 0,-5 5 1 0 0,3 3 262 0 0,-8 8 0 0 0,2 9-572 0 0,-2 9 0 0 0,11 7 18 0 0,12 10 1 0 0,22-10 0 0 0,11-7-880 0 0,10-10 1 0 0,5-8 1696 0 0,-1-6 0 0 0,4-4 0 0 0,7-7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15.3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262 270 8168,'10'-7'111,"-1"5"824,-3-4-312,-4 4-146,6 2-261,-8 8 1,0 1-1,0 9 1,0-1-38,0 1 0,0-1 0,0 3 0,0 1-43,0 2 0,0 8 0,0 0 0,0 8-6,0 8 0,0-3 0,0 3 0,0 2 25,0 1 0,0 4 0,0 3 0,0 1 24,0-2 0,0 0 0,0 1 0,0 3 39,0 2 0,2-6 0,2 2 0,2-3-131,-3-3 0,5 6 0,0 0 0,0-1-19,0-3 1,3-3-1,-5-3 1,0-1-12,2 1 1,-6 1 0,3-1 0,-3-3 89,-2-3 1,0 7 0,0-2 0,0 1-4,0-1 1,0 3 0,0-3-1,0 3-46,0 3 0,0-7 0,0 1 0,0 1-22,0 3 1,0 3 0,2 2 0,2 2-41,2-1 0,2-3 0,-4-2 0,3 1-97,3-1 0,-6 1 0,2-3 1,-4-1 103,-2-3 1,0-7 0,0 4 0,0-3 25,0 1 0,0 0 1,0-6-1,0 0 46,0 0 0,0 5 1,0 3-1,0 2 10,0 3 1,0 3 0,0 3-1,2 2-69,3 3 0,-1-1 1,6-4-1,0 2 28,-1 3 0,-3-1 0,4-6 1,-2-1-12,-4-5 0,3-1 1,-1-6-1,-2 1 21,-2-1 0,-2 4 0,0 0 0,0 1-30,0 5 1,0 1-1,0 5 1,0 1-39,0 2 1,-2 8-1,-2-2 1,-2 4-30,2 2 1,-3 2-1,1 1 1,2 3-40,2-2 0,0-4 0,-2-6 0,-2-8 129,3-8 0,1 3 0,2-5 1,0 3-65,0-2 0,0 1 0,0-5 1,0 1-22,0 5 1,0-1 0,0 1 0,0-3-22,0 3 0,-6 1 0,0 5 0,2 3-24,2 6 1,2 4 0,0 4 0,2 1-46,4 3 0,-4 11 0,4-5 0,-4-2 50,-2-1 1,0-5 0,-2 5 0,-2-1 67,-2-4 1,-8-4 0,5-6 0,-3-4 36,0 0 1,7-6-1,-5 5 1,0-5 27,0-2 1,7 1 0,-3 1 0,2 2-95,-2 2 1,4 1 0,-4-7 0,4 2-30,2 5 0,0 1 0,0 4 0,0-6-32,0-4 1,0-1-1,0 1 1,0 0 2,0-1 0,0-5 0,0-15 0,2-4-362,4-5 1,-4-11-700,4-1 1,-4-10-234,-2-2 1,0-8 0,0-9 1350,0-1 0,0-15 0,0-4 0</inkml:trace>
  <inkml:trace contextRef="#ctx0" brushRef="#br0" timeOffset="716">0 515 8411,'0'10'2132,"0"-3"1,2-7-1561,4 0 1,4-2 0,7-3-172,0-7 1,1-9-1,-1-5 1,1-1-191,-1-4 1,1-2-1,1-4 1,1-1-64,-3-3 1,4 0 0,-9 4 0,2 0-100,-3 2 0,3-2 0,-8 14-394,-2 2-208,5 1 0,-7 13 395,4 7 1,-4 7 0,0 11 0,4-1 160,5 1 1,3 5-1,0 2 1,-3 3 143,3 3 0,1 2 1,3 1-1,1 1-192,4 0 1,-3 0 0,3 2 0,-3 2-787,-3 2 1,0-2 0,1-8 0,-1-4 830,1-2 0,7-2 0,2-5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17.8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34 734 7365,'-10'0'2094,"2"0"0,6 0-1397,-4 0-519,4 0 1,-3 0-130,10 0 0,7 0 0,9 0 70,3 0 1,7 0-1,0 0 1,9 0 48,13 0 0,9-2 0,16-4 0,9-4-121,10 1 0,-45 1 0,1 0 1,1 2-1,0 1 0,1-3 1,-1 0-8,-2-1 0,-1 1 0,1 1 1,-1 2-1,44-5 0,0 1-55,0-1 1,-2 6 0,-6-2 0,-1 4-34,-5 2 1,9-6 0,-1-1 0,10-3 24,-49 3 1,1 0-1,0 0 1,1-1-1,2-1 1,2 0-1,2 1 1,1-1-48,1 0 0,0 0 0,1 1 0,0-1 0,1 0 0,0 0 1,1 0-1,0-1 68,1-2 1,1 1 0,2 3 0,1 0 0,-1-1 0,-2-1 0,1 1 0,0 0 29,-1 2 0,-2 1 0,-3 2 1,-1 0-1,-1-1 0,0 0 1,2 0-1,0 1 13,4-2 1,-1 2 0,-4 2-1,0 0 1,2-1 0,0 0 0,-1 1-1,1 0-55,-1-1 0,0 1 1,2 0-1,0 0 1,1-3-1,0 0 1,1 0-1,0 0-10,-1 0 1,0 1 0,2-1 0,0 0 0,-1-2 0,0 0 0,0 1 0,1 1 9,0-2 1,0 0 0,-3 3 0,0 0 0,2 0 0,0 0 0,-2 1 0,0 1 7,-1-1 1,0 0-1,0 0 1,0 0-1,1 2 1,-1 0 0,-1-1-1,0 0 84,-2-1 0,0 0 0,3 0 0,-1 1 1,-2 1-1,0 2 0,3-1 0,0 0-44,4 0 1,-1 0 0,-5-1 0,0 0-1,2-1 1,0 0 0,-1-1 0,0 0-57,1 1 1,-1 0-1,2-2 1,0 0 0,0 0-1,0 1 1,0-1 0,0 0 13,-1 0 1,-1 0 0,-2-2 0,0 0 0,0 2 0,1 1 0,-3-1 0,0 0-29,1 0 0,-1 0 0,43-4 0,0 4 0,-10-1 57,-8 1 0,-3 2 0,-10 2 0,-6 0-2,-10 0 0,-15 2 0,-14 2 0,-5 3-279,-6 3 1,1-4-147,-7 6 0,0-7 1,-8 5-7,-4-2 1,2-2 0,-7-6 0,-1 2-295,2 3 0,-5-3 0,3 4 106,-4-4 1,5-2 599,-1 0 0,8 8 0,-3 2 0</inkml:trace>
  <inkml:trace contextRef="#ctx0" brushRef="#br0" timeOffset="650">9325 18 8271,'-18'0'292,"1"0"0,5 0 842,0 0-671,8 0 1,10 0-1,12 0-135,1 0 1,1 0 0,-3 0-1,0 0-49,1 0 1,5 0-1,2 2 1,3 2-117,3 1 1,-4 7-1,2-4 1,2 2-135,2 3 0,2-3 0,0 2 0,0 1-154,0 3 0,-2 7 0,-2 0 0,-4-1-32,-2-3 0,-7-4 0,-9-1 0,-1-2 112,-4 1 0,-2-3 1,-6 0-1,-6-3 277,-7-3 1,-12-2-1,0 0 1,-4 2-53,-2 2 1,0 0 0,0-6 0,-2 0-46,-4 0 1,10 0-1,-4 0 1,2 0-38,0 0 1,4 0-1,2 0 1,2-2-274,3-4-5,11 4 0,3-8 5,8 5 0,6 1 0,2-8 1,1-2-350,5-1 1,-4-3 0,1 1 0,3-2-211,1-5 1,-3 5-1,-2-6 1,-1-1 733,1-3 0,-6-4 0,4-2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1.3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1520 6958,'0'10'2968,"0"-3"-1435,0-7-1614,8 0 0,1-6 1,7-1-47,-5-3 0,5 4 0,-6-5 0,1-1-83,1 2 1,0-5 0,5 5 0,1-2 303,-1 1 0,1-1 0,-1-5 0,0 1 56,1 4 0,-1-3 1,1 5-1,-1-1-1,1-1 0,-7 2 0,1-3 0,2 3-297,1 2 1,3-5 0,-1 3 0,1-2-130,-1 1 0,0 1 0,1-4 1,-1 3 105,1-3 1,-3 4 0,-1 1 0,-2-1 94,1 0 0,-3 6 1,0-3-1,-1 1 255,1 0 0,-4-2-46,5 2 1,-1 3 0,4-7 0,-3 0-71,3 0 1,0 5 0,-1-5 0,-1 0 19,1 0 0,3 1 0,1-5 0,1 3 37,-1-3 1,-1 4 0,-3-1-1,-1-1-34,2 2 1,1-5 0,3 3 0,-1-3-60,1-3 1,-1 3 0,0 1 0,1 2-24,-1-1 1,1-3-1,-1-1 1,3-1-49,3 1 1,-4-1 0,5 1 0,-5-1-21,-1 1 0,-1 0 1,1-1-1,-1 3 83,0 3 0,1-4 0,-1 5 0,1-3-7,-1 3 1,1-5-1,-3 4 1,-1-1-5,-2 1 1,-1-3 0,7 3 0,-1-4-7,1-1 0,-1 5 1,0 1-1,1-3-8,-1-1 0,1-1 0,-1 2 0,1 3-11,-1-3 0,-5 1 1,0-1-1,-1 2-33,-1-1 1,3 3 0,-5 0 0,0 1-39,0-1 0,0 4 129,-3-5 1,-1 5 131,8-6 0,0 0-210,5-5 0,0 1 1,-1 3-1,-2 3-86,-3 2 0,1-5 0,5 1 0,1-3-152,-1-3 1,1 3 0,-1 1 0,1 2-259,-1-1 0,1-1 533,-1 3 0,-7-5 0,-3 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2.3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1817 8163,'-10'7'267,"1"-5"191,3 4 1,4-2 568,-4 2 236,4-4-514,2 5 1,8-14-1,3-5 1,5-3-786,1-3 0,7 1 0,1-3 0,2-1-130,4-2 1,2-8 0,2 1-1,0-1 162,0 2 1,0-4-1,0 4 1,0-2-12,0 2 1,5-2-1,1 6 1,-2 0-20,-2-1 0,-4-3 1,-2 6-1,-2 2-58,2 1 1,2-3 0,0 0-1,-2 1 34,-2 3 0,-2-1 0,4-1 1,-2-2 27,3 1 0,-5-3 1,2 0-1,2-2-53,2-4 1,2-2 0,0-2 0,2 0-104,3 0 0,-3 0 1,4 0-1,-4 2-99,-2 4 1,0-2 0,-2 8-1,-4 3 13,-6 7 0,0-3 1,-3 7-1,-5-1-200,1 4 1,-7-2 0,3 0-764,2-1 1235,-7 5 0,9-19 0,-6 3 0</inkml:trace>
  <inkml:trace contextRef="#ctx0" brushRef="#br0" timeOffset="634">1886 192 7474,'6'-11'973,"0"-1"1,2 8 22,-3-2-684,-3-3 0,8 7 0,-6-6 56,2 0 1,2 6-312,-3-4 1,3 3 0,6-1 0,-3-2-27,3 2 0,1 0 0,3 0 1,-1-4-15,1-1 0,1-1 0,3-4 1,3 5 30,2 1 0,-6-4 1,3 5-1,-5-1-63,-2 0 0,1 2 390,-1 6 1,-7 2 0,-4 6-187,-4 9 0,-10 3 0,-2 7 0,-1 0-72,-1 0 0,2-3 0,-3 3 0,3 0 41,2 0 1,-3 0 0,3 2 0,0-5-173,0-5 0,-3-1 1,3-3-440,-2-3 1,5 1-198,-7-7 0,6 0 1,-6-8-592,-1-4 0,3-2 1,-2-5-967,-1 1 2207,-3 8 0,-1-3 0,-1 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4.6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365 71 8775,'-11'0'1828,"1"2"-1301,2 3 0,-3 5 0,3 8 0,0 1 86,0 4 0,2 6 1,5 12-1,-3 6-194,-2 3 1,0 10-1,6 4 1,0 4-275,0 2 1,2-2 0,2-4 0,2-8-151,-2-7 0,-1-8 1,1-12-1393,2-6 1,2-6 219,-2-5 0,-4-12 0,3-12 1,-1-5 1176,2-6 0,-4-4 0,6-8 0</inkml:trace>
  <inkml:trace contextRef="#ctx0" brushRef="#br0" timeOffset="235">121 228 8465,'0'-18'0,"-2"3"0,-2 1 1510,-2 3 0,0 5-751,6-6 1,2 2 0,6-3-467,10 1 1,1 8 0,10-1 0,2 1-36,2-2 1,8 4 0,1-6-1,5 2-208,7 0 0,-1-1 1,7 3-1,-2-2-386,0 2 0,1-4 0,-7 1 1,-2-1-364,-3 0 0,-4 2 1,-8 6-1,0 0-1189,-1 0 0,-12 0 1888,-5 0 0,-3-7 0,3-3 0</inkml:trace>
  <inkml:trace contextRef="#ctx0" brushRef="#br0" timeOffset="484">103 455 8459,'-19'6'694,"-4"0"0,3 1 496,-3-1 0,11-2-718,6 8 1,12-7 0,8 5 0,7-2-110,8-4 0,4-2 0,2-4 1,2-2-231,4-2 0,-2-7 1,5 3-1,-1-2-610,-4 1 1,0 1-1,-1-4 1,5 3-2897,2-3 3373,-6 6 0,3-7 0,-7 5 0</inkml:trace>
  <inkml:trace contextRef="#ctx0" brushRef="#br0" timeOffset="868">819 664 8317,'10'0'4685,"-2"0"-4132,-8 0 1,8 0-1,3 0-436,5 0 1,1 0-1,3 0 1,1 0-52,2 0 1,2 0 0,-3-1-1,3-5-267,2-6 0,-5-3 0,1-3 1,-4 1-185,-1-1 1,-3 1-1,-3-1 131,-6 1 0,-6-1 0,-6 3-31,-6 3 0,-11 4 1,-6 10-1,-4 4 222,-2 6 0,-4 3 1,2 3-1,6 1 189,4 4 1,0-1-1,7 5 1,5 0 141,-1 0 0,9-3 0,3 3 0,6-2-14,4-4 1,15 5 0,2-5 0,10-4-316,8-3 1,-4-10-1,5 2 1,-1-4-836,0-2 0,0 0 0,-6-2 896,0-4 0,0-4 0,-1-7 0</inkml:trace>
  <inkml:trace contextRef="#ctx0" brushRef="#br0" timeOffset="1318">1640 664 8211,'10'-17'639,"-4"0"1,-4-1 0,-2 1 3,0-1 1,2 6-1,1 1-230,3-3 0,0 5-233,-6-3 1,-2 2 0,-4-1 0,-5 5-299,-5 4 0,-7 4 0,0 4 0,-1 5-17,-1 5 1,0 1-1,-6 1 1,4 1 30,1 4 0,3-1 1,6 5-1,1-2 196,5-4 0,1 5 0,6-3 0,-2-2 45,2-1 0,4-3 0,6 1 0,6-3-80,3-3 0,3-4 1,1-8-1,2 0-62,3 0 0,5-8 1,-6-4-1,0-3-54,3-3 1,-13 1-1,5-1 1,-3 1-25,1-1 1,-5 7 0,-1-1-194,-2-2 0,-2 5 9,-6-3 1,0 10 0,0 2 0,0 10 269,0 5 0,5 3 1,1-1-1,-2 3-149,-2 3 0,6-4 0,2 5 0,1-5-194,1-1 0,0-7 1,5-1-1,0-2-1785,1-4 2125,-1-3 0,9-1 0,1 0 0</inkml:trace>
  <inkml:trace contextRef="#ctx0" brushRef="#br0" timeOffset="1618">2199 106 8292,'0'-18'1958,"-2"8"-1516,-4 5 1,-1 10-1,-5 7 1,4 6-268,0 5 0,6 4 1,-3 10-1,3 2 21,2 1 1,0 9 0,0-1 0,0 7-13,0 3 0,5 0 0,3-3 1,0 1-176,0 2 0,3-8 0,-3-9 1,0-6-1088,0-6-1024,5 4 1213,-3-21 1,-2-4 0,-6-22 888,-6-7 0,-18 1 0,3-5 0</inkml:trace>
  <inkml:trace contextRef="#ctx0" brushRef="#br0" timeOffset="1800">1902 595 8233,'0'-18'1154,"0"8"1,2-3 0,4 7-780,6 2 1,5 2-1,6 2 1,6 0-450,4 0 0,2-2 1,0-2-1,0-1-535,0 1 0,0 0 0,0 0 0,-2-2 609,-4 2 0,4-5 0,-6-1 0</inkml:trace>
  <inkml:trace contextRef="#ctx0" brushRef="#br0" timeOffset="2168">2531 595 8199,'0'-12'0,"0"0"890,0-1 0,0 3-54,0-2 0,0 10-602,0 2 0,-2 8 0,-2 10 0,-2 1-50,2 4 1,2-3 0,2 5 0,0 0 44,0 4 0,2-2 1,4 1-1,6-1-137,3 0 0,3-6 0,-1 3 0,1-5-72,-1-2 1,6-1 0,3-4 0,1-7-116,4-3 1,-6-4-1,-2-3 1,-3-7-111,-3-4 1,1-9-1,-3-4 1,-1-4-45,-2-2 0,-9 0 0,3 0 0,-4 2 4,-2 4 1,0-2 0,-2 8-1,-2 2-331,-1 1 0,-9 10-3,2 5 1,5 5 0,-1 5 0,2 9-730,0 7 1308,0-1 0,14 13 0,2-6 0</inkml:trace>
  <inkml:trace contextRef="#ctx0" brushRef="#br0" timeOffset="2551">3125 630 8157,'11'0'1329,"1"0"0,-8 1-774,2 5 1,-4 4-1,-2 9-210,0 5 0,0-3 0,2 6 0,1 0-222,3 1 1,0 1 0,-4 4 0,2-2-51,2-2 1,0-8 0,-6 2-1,1-5-67,5-6-11,-4 3 1,6-15-1,-8 0 1,0-12-217,0-9 0,-6 2 0,-2-7 0,1 3-136,-1 0 1,2-6-1,6 5 1,0 1-131,0-2 1,0 6 0,0-5 0,0 3 46,0-2 1,2 3-1,4-1 1,5 5 116,5 5 1,7 1-1,2-2 1,1 7 44,-1 3 1,6 2 0,-2 0 0,2 0 277,-2 0 0,2 0 0,-7 0 0,14 7 0,-1 3 0</inkml:trace>
  <inkml:trace contextRef="#ctx0" brushRef="#br0" timeOffset="2851">3526 839 7840,'0'12'1767,"2"-3"-1406,4-1 1,4 4 0,7-6-1,1-2-228,-1-3 1,1-1 0,-1 0-1,1 0-63,-1 0 1,6-7-1,1-5 1,-3-3 9,-2-3 0,-1 1 1,-3-3-1,-1-1-202,-2-2 0,-9-1 1,3 7-1,-6-1 6,-6 1 1,3 5 0,-11 3 0,-3 3 358,-5 8 0,-7 5 0,6 13 0,1 3-163,3 6-1,4 4 1,3 2 0,6 0-182,4 0 1,2 0 0,2-2 0,4-2-117,6-2 1,5-8-1,8 3 218,10-5 0,8-9 0,9-2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8.8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0 235 9002,'10'8'3729,"-2"-6"-3495,-8 6 1,2-8-1,3 0 1,7 0-57,4 0 0,1 0 1,1-2-1,-1-4 35,1-6 1,1-3 0,2-3 0,3 1-85,-3-1 0,-2-1 0,-1-2 0,-1-3-198,1 3 1,-7 2-1,-1 1-208,-2 1 1,3 5-842,-5 0 1,0 10 985,-6 2 0,0 8 0,0 10 284,0-1 0,0 6 0,0 3 1,0-1 315,0 0 0,0 6 0,2-2 1,2 4 6,2 2 1,1 8-1,-3 3 1,2 5-146,-2 1 0,4-5 0,-2-3 0,-2 1-337,-3 0 1,-1-12 0,0 0 0,0-6-1619,0-6-2221,8-1 2807,-6-11 1,8-1-1,-6-10 1039,2-4 0,-1-3 0,-5-9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41.8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305 105 8457,'0'-10'1527,"-7"3"1,5 9-1,-4 5-1119,4 11 0,2-1 0,0 9 0,0-1-158,0 4 0,0 6 1,0 6-1,0 5-342,0 5 0,0 1 0,0 0 1,0-1-101,0-5 0,0 1 1,2-10-1,2-6-1025,2-4 1,1-4-1,-3-5-2011,2-1 3228,0-7 0,-6-2 0,0-8 0</inkml:trace>
  <inkml:trace contextRef="#ctx0" brushRef="#br0" timeOffset="251">26 88 8370,'-8'-18'1347,"4"3"-485,-7 3 1,9-2-639,2 9 1,10-1 0,13 6-1,4 0-139,0 0 0,8 0 1,-2 0-1,6-2-227,0-4 1,5 4-1,1-4 1,2 4-176,-1 2 0,-5 0 0,3 0 1,-1 0-668,-4 0 1,-4 0 0,-4 0 983,-2 0 0,0 8 0,6 2 0</inkml:trace>
  <inkml:trace contextRef="#ctx0" brushRef="#br0" timeOffset="499">98 402 8277,'-16'12'0,"3"-1"276,1 3 0,6-4 0,-3 1 242,1 3 1,2-4 0,8-1-138,4-1 0,4-2 0,7-6 0,2 0-208,5 0 1,3 0 0,8-2-1,0-2-269,0-2 1,5-5 0,1 3 0,-4-2-529,-6-4 0,2 5 1,-4-1-1,2 2 624,-2 4 0,4-5 0,-5-1 0</inkml:trace>
  <inkml:trace contextRef="#ctx0" brushRef="#br0" timeOffset="883">500 577 8629,'2'9'731,"3"-3"1,-1-4-1,8-2 1,2 0-379,1 0 1,3 0 0,-1-2 0,2-2-233,5-2 0,-3-5 0,6 3 0,-2 0 3,-3 1 1,3-7-1,-4 2 1,-3-1-373,-5 1 0,-1-3 0,4 3 0,-5-4-356,-5-1 0,-4-1 1,-4 3 448,-4 3 0,-4-1 1,-7 7-1,-2 2 126,-5 2 0,-1 4 0,-6 4 0,4 6 98,2 3 0,1 4 0,7 3 0,1 3 249,5 2 0,-3-4 0,8 5 0,2-1 29,3 0 1,2-4-1,5 4 1,8-1-403,7-5 1,1-2 0,7-3 0,2-4-176,2-7 1,0 3 0,-2-2 0,-4-2 229,-2-2 0,6-10 0,-4-2 0</inkml:trace>
  <inkml:trace contextRef="#ctx0" brushRef="#br0" timeOffset="1351">1233 472 8335,'-11'-6'608,"-1"0"0,8-2 1,-4 5-386,0-3 1,5 0 0,-7 4 0,0-2-142,0-2 1,5 0 0,-7 6 0,-2 0 194,-1 0 0,-3 2 0,1 4 0,0 4-158,-1 0 0,1 5 0,-1-3 0,3 3-83,3 3 0,-4 1 1,7 3-1,-1 1-191,4-2 1,4-1 0,2-3-37,0 1 0,2-7 1,4-1-1,6-2-5,3-4 0,5-3 0,1-2 0,2-3 83,-1-2 0,-3-8 0,-2 5 1,1-3 110,-1 0 0,1 3 0,-3-5 0,-1 2 457,-2-1 1,-9 3 41,3-2-403,4 9 0,-8 3 1,4 11-84,-4 5 1,4-5 0,-1 1 0,1 0-118,2-3 0,-4 7 1,7-6-305,3-1 0,2 5 0,1-8 0,0-2-420,1-3 1,-6-1 829,-1 0 0,9-7 0,7-3 0</inkml:trace>
  <inkml:trace contextRef="#ctx0" brushRef="#br0" timeOffset="1650">1425 175 8232,'-9'-17'37,"1"5"1,8 0 0,0-1 580,0-3 1,0 5 113,0-1 1,0 10-545,0 2 0,0 10 1,0 11-1,0 4 141,0 2 1,0 2 0,0 6 0,0 2-40,0 4 0,6-2 0,-1 7 0,-1 1-135,-2-2 0,4 3 0,2-5 0,2-1-379,3 1 0,-3-2 0,0-6 0,-1-2-297,1-4 1,-4-4-499,5-7 1,-7-11 0,2-7 52,-4-9 1,-2-7 0,-2-3 965,-4-5 0,-3-3 0,-9-8 0</inkml:trace>
  <inkml:trace contextRef="#ctx0" brushRef="#br0" timeOffset="1833">1303 437 8232,'-12'-6'1638,"1"0"-337,7 0 0,-4 5-974,8-5 0,8 2 0,4-6 0,5 2-325,6 5 0,-1-5 0,7 0 0,2 0-403,2 0 0,2 1 1,-2 3-1,-2-2-336,-2 2 0,-6 0 737,6-2 0,0 4 0,6-5 0</inkml:trace>
  <inkml:trace contextRef="#ctx0" brushRef="#br0" timeOffset="2201">1687 472 8452,'-2'-10'2877,"-4"4"-2543,5 4 1,-7 4-1,8 4 1,0 6-30,0 3 1,0 3-1,2-1 1,2 3-61,1 3 1,3-2-1,-2 6 1,6-1-103,3-5 1,-1-2 0,1-1 0,5-3-143,-1-3 0,2 2 1,1-9-1,3-1-115,2-2 0,0-9 0,2-5 0,-5-4-143,-5-1 0,-1-8 1,-1-2-1,-1-3-69,-5 1 1,-3 6 0,-8-4-1,0 2 26,0 3 0,-8 3 1,-3 3-1,-3 3-604,2 1 0,-3 8 352,3-2 1,4 12 0,3 6 0,3 3 66,2 3 0,2-1 1,1 1 484,3-1 0,16 1 0,-3-1 0</inkml:trace>
  <inkml:trace contextRef="#ctx0" brushRef="#br0" timeOffset="2583">2211 437 12044,'0'17'546,"0"1"1,0 1-1,2 3-192,4 1 0,-2 8 0,6-4 0,-1 2-150,1 0 1,2-1-1,3 3 1,-1-4 54,-3-2 0,1-2-65,5-5 1,-5-9-343,0-3 0,-8-17 0,1-7 0,-3-1-246,-2-1 0,-5-3 1,-3-2-1,-2-2 46,-4-4 0,5 5 0,-1 1 0,2 2-107,4 0 1,-3-1 0,1 5-69,2-4 0,2 3 0,4-3 1,4 3 38,5 3 0,7 7 1,3 5-1,4 3 161,3 2 0,-5 0 1,6 0-1,0 0 323,-2 0 0,6 15 0,-6 4 0</inkml:trace>
  <inkml:trace contextRef="#ctx0" brushRef="#br0" timeOffset="2933">2526 559 9963,'11'0'591,"1"0"1,-1 0-1,7 0 1,-1 0-438,1 0 1,1 0 0,3-2 0,1-4-51,-2-5 1,4 1 0,-1-2 0,-3-1-198,-2-3 1,-3-1 0,-4-1 104,-7 1 1,-3-1-1,-4 3 10,-3 3 1,-5-1 0,-8 7 0,1 4-25,0 6 1,-1 6 0,3 7 0,1 0 59,2 1 1,7 5 0,-5 2-1,2 1 21,4-1 0,4 4 0,4-6 0,6 1-152,5 1 0,1-6 1,11 5-1,0-5-451,0-2 0,4-5 1,6-2-1,0-3 524,-4-3 0,-2-2 0,4-2 0</inkml:trace>
  <inkml:trace contextRef="#ctx0" brushRef="#br0" timeOffset="3783">884 1223 8230,'12'-6'445,"-1"0"0,-5-7 168,6 1 0,-8 2 1,3 1-6,1 1 1,2-4 0,7 6-239,1 2 1,-7-3 0,1 1 0,3 0-167,7-2 1,-3 6 0,6-3 0,-1 3-140,-1 2 0,6 0 0,-6 2 0,-1 3 10,-3 7 0,-1-2 0,-1 1 0,-1 5 52,-5 5 1,-3 1 0,-10 5 0,-4 0 64,-5 0 1,-5 2-1,-3 6 1,-3-2 5,-1-4 0,-6 2 0,6-6 0,1 1 107,3-1 0,1 4 0,3-6-242,3-1 1,5-3-110,7-1 1,9-9-1,7-3 1,9-4-177,8-2 0,-2 0 0,12-2 0,-3-2-452,1-2 0,8-5 0,-3 3 1,3 0-2433,-3 0 3106,5-5 0,-14 3 0,5-7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46.8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140 115 8597,'0'12'1336,"0"0"1,0-7 0,0 7 0,0 4-920,0 5 0,0 6 0,0 8 0,0 4-211,0 7 0,6 1 0,1 11 1,3-4-362,4-1 0,-1-3 0,1-3 0,-3-6-1511,3-4 1,-4-10 924,1-4 1,-7-13 0,2-10 0,-4-10 740,-2-6 0,0-9 0,0-2 0</inkml:trace>
  <inkml:trace contextRef="#ctx0" brushRef="#br0" timeOffset="201">0 168 8209,'0'-12'814,"0"0"1,8 3 0,5-5-315,9 2 0,1 9 0,10-3 0,6 4-386,3 2 0,5 0 1,5 0-1,1 0-334,-1 0 1,1-6 0,-1-2 0,-2 0-119,-3 1 0,-4-5 338,-8 6 0,0-7 0,0 3 0</inkml:trace>
  <inkml:trace contextRef="#ctx0" brushRef="#br0" timeOffset="467">157 395 8326,'-8'9'933,"5"-1"1859,-9-8-2022,8 0 0,-2 0-570,12 0 1,4 0-1,7 0 1,3 0-303,3 0 1,2-2 0,8-4-1,0-3-805,4-1 0,2-6 1,-4 5-1,0-3 907,0 3 0,7-13 0,3 5 0</inkml:trace>
  <inkml:trace contextRef="#ctx0" brushRef="#br0" timeOffset="967">768 569 8519,'-9'-7'1866,"1"3"-210,8-8-1137,0 8-625,0-4 1,2 6 130,4-3 0,3 3 1,9-4-1,-1 4-28,1 2 0,-1-6 0,1-2 1,-1 1 41,1-1 0,5-4 1,0 4-1,-1 1-19,-3-1 0,-3-6 0,-3 5 192,-1-1 1,-6-4-1,3 7-56,-1-3 1,-4 6-1,-10-2-133,-6 4 0,-3 2 0,-3 0 1,1 0-4,0 0 1,-3 0-1,-1 0 1,-2 2-141,1 4 1,-3-2-1,4 8 1,3 1 77,5 3 1,1 1 0,-4 3-1,3 1 113,1 2 1,8 2-1,0-3 1,8 3 130,8 2 0,5-6 0,7 3 0,5-7-234,4-5 0,8 1 1,1-7-1,1-2-437,0-2 0,3-2 0,-3 0 0,0 0-416,-1 0 0,-7-8 1,-8-1-1,-1-3 885,-5 0 0,6-7 0,0-8 0</inkml:trace>
  <inkml:trace contextRef="#ctx0" brushRef="#br0" timeOffset="1401">1607 552 8008,'0'-18'265,"0"1"0,0-1 0,0 1 574,0 0 0,0 5 0,0 0-403,0-1 0,-2-1 0,-2 1-257,-2 1 1,-7 8 0,1-2-57,-4 4 0,-1 2 1,-1 2-1,1 2-128,-1 2 1,1 7 0,0-1-1,1 4-10,4 1 1,-1 6-1,7 1 1,2-3 59,2-2 0,2-1 0,0-1 0,2 1-117,4-1 1,-2-5-1,9-2 1,5-3-19,3-3 1,2 4 0,-5-2 0,1-2-45,5-2 1,-5-4 0,2-4 0,-5-4 81,-4 1 1,-3-7 0,5 6 0,-4-1 53,-3-1 0,1 2 1,-4-3-848,2 1 808,0 8 0,-1-2 0,3 12-12,2 6 0,-4-2 0,5 1 0,3 3-208,1 1 1,3 3 0,-1-3 0,1-1-367,-1-3 1,7-7-1,-1 2 623,-2-4 0,6 6 0,1 2 0</inkml:trace>
  <inkml:trace contextRef="#ctx0" brushRef="#br0" timeOffset="1717">2096 80 8017,'0'-17'112,"-6"5"0,0 1 269,2-3 0,0 0 16,-1 3 1,3 11 0,-6 11-1,2 7 12,0 5 0,0-1 1,6 9-1,0 4-45,0 3 0,0 11 0,0-5 0,2 3-285,4 0 1,-2-1 0,6 7-1,-1-1-18,1 0 1,-6-7-1,4-6 1,-2-8-904,-1-8 0,3-3-1024,-2-3 1,-2-7 1265,7-4 0,-7-12 1,2-6-1,-6-5 600,-6-7 0,-3 5 0,-9-6 0</inkml:trace>
  <inkml:trace contextRef="#ctx0" brushRef="#br0" timeOffset="1867">1904 395 10879,'17'6'165,"1"-1"1,1 1 0,2-6 0,5 0-678,1 0 0,2 0 1,6-2-1,0-2 512,0-1 0,7-17 0,3 3 0</inkml:trace>
  <inkml:trace contextRef="#ctx0" brushRef="#br0" timeOffset="2265">2462 412 8041,'0'-11'650,"0"-1"0,0 6 0,-1-4 62,-5 3 0,4 3-392,-4 10 1,4-3 0,0 11 0,-2 3-30,-2 5 0,1 7 1,5-4-1,1 2-83,5 4 0,-2-3 0,8-1 0,1 0-88,3 0 0,1-6 1,1 1-1,1-9-192,5-7 0,-3-4 0,8-2 0,2 0-6,2 0 0,-6-14 0,-2-5 1,-1-4-46,-1-2 0,-7-6 0,-9 1 0,-1-3 2,0-2 0,0 1 1,-8 1-1,-2 3-129,-2 7 0,-7 10 0,1 3 1,-4 2-241,-1 4 0,5 2 0,3 4-221,1 4 1,2 10 0,6 7 0,2-2 255,4-1 0,3 3 1,9 0-1,-1-1 455,1-3 0,7-7 0,2-3 0,2-1 0,0-4 0,-5-2 0,5-2 0,0-8 0,6-2 0</inkml:trace>
  <inkml:trace contextRef="#ctx0" brushRef="#br0" timeOffset="2600">3056 412 9976,'0'12'2332,"0"1"-1878,0 7 0,0-3 0,0 8 1,0-1-281,0-1 0,0 6 1,0-4-1,2 1-7,4-1 1,-4-2 0,6-5-8,-1-1 1,-5-5 0,6-3-213,0-1 0,-6-10 0,4-9 1,-4-7-304,-2-5 0,0 1 0,0-5 0,0 0 50,0 0 0,0 6 0,0-5 1,0 3-172,0 0 1,0 0 0,2 5 131,3 1 1,-1 1 0,8 3 0,2 3 15,1 2 0,8 2 0,3 6 0,1 0-15,4 0 1,2 0 0,2 0 0,0 0 342,0 0 0,-1 8 0,1 2 0</inkml:trace>
  <inkml:trace contextRef="#ctx0" brushRef="#br0" timeOffset="2918">3528 587 8107,'9'0'1615,"1"2"-543,-4 4 1,4-4-861,7 3 0,-5-3 1,-2-4-1,-1-2-112,1-1 0,-4-3 1,3 2-1,1-4-168,0 1 0,-6-7 1,2 4-206,-4-3 0,-2-3 1,-2 3 293,-4 3 0,-4 5 1,-7 9-1,-1 3 238,1 7 0,-1 3 0,3 3 0,3-1-57,6 1 1,-2 5-1,3 0 1,3 1-260,6 1 0,5-6 0,11 3 0,5-7-625,10-3 0,9-8 0,15 2 682,5-4 0,4-10 0,1-2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51.5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95 7449,'-9'0'2738,"-7"0"-1567,14 0-196,-6 0 0,22-6-895,3 1 1,5-7 0,-5 4-1,1 0-234,-1 1 0,1-7 1,-1 4-1,1 1-43,-1 3 1,1 4-1,-1 0 31,0-4 0,1 6 156,-1 0 0,-7 8 0,-4 9 0,-4 1 147,-2-1 0,-8 1 1,-2-1-1,-1 1-52,-1-1 0,0 1 0,-5-1 0,0 1 10,-1-1 0,1-1 0,1-3-212,4-1 0,-1-6-17,7 5 1,0-5 244,6 6 1,6-6 0,2 3-1,1-1 1,5-4 1,7 4 0,3-3 0,-3 1 10,-2 2 0,-1-4 1,-1 8 35,1 1 1,-1 3 0,-1 1 29,-5 1 0,-3 5 1,-8 0-1,0-1-57,0-3 0,-8 4 0,-3 1 1,-5-3-30,-1-2 1,-6-1-1,-3-3 1,1-1-59,0-3 1,-6-7-1,2 2 1,-2-4-347,2-2 1,-2-8 0,5-3 0,1-3-809,0 3 0,3-5-2546,11 4 3655,3 5 0,8-9 0,0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8:05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18 664 8290,'0'-18'210,"0"1"0,0-1 0,0 1 839,0 0 0,-6 5 1113,0 0-1498,0 8 0,6 4 1,2 12-90,4 4 0,-4 1 0,6 2 0,0 5 2,3 5 0,-1 10 1,0 3-1,-1 3-84,1 3 1,0 3-1,3 1 1,-1 1-376,1-1 0,-3-7 1,0-5-1,0-3-4,-1-2 0,-3-8-78,6-3 1,-8-15 0,3-9-1,-1-11-183,0-11 0,0-7 0,-6-10 0,2-3-365,4-3 0,-4 4 0,5-3 0,-1 1-44,0 4 0,6 0 1,-5 1-1,3-3 127,4 2 0,-5 8 0,3 4 0,2 4 157,1 7 0,3 1 0,-1 9 137,0 2 1,-1 12-1,-2 7 1,-5 8 241,-1 5 1,4 1 0,-6 6 0,-3 1 43,-1 5 0,4-4 0,0 4 0,0-4-41,2-2 1,-5-6-1,7-2 1,-2-2-679,-4-4 1,6-7-41,1-2 0,5-10 0,-1-2 1,-1-10-763,-3-6 0,-7-7 1370,2 0 0,4-8 0,0 4 0</inkml:trace>
  <inkml:trace contextRef="#ctx0" brushRef="#br0" timeOffset="1017">1659 1153 8122,'-9'0'2069,"-1"0"695,4 0-1730,4 0 0,-6-2-550,8-4 1,0-4 0,0-9 0,2-4-42,4-6 0,-4-1 0,4-4 0,-4-9 90,-2-6 1,-8-5-1,-2-4 1,-1-6-375,-1-4 1,2-2-1,-3 0 1,3 2-389,2 4 0,3 4 1,5 6-1,2-1-72,3 3 1,7 5 0,9 16 0,5 4-619,1 2 1,2 4-1,6 9 1,0 6-75,0 4 1,0 10 0,-1 4 0,1 3-551,0 3 0,-7 7 1543,-5 4 0,4 4 0,0 2 0</inkml:trace>
  <inkml:trace contextRef="#ctx0" brushRef="#br0" timeOffset="1250">1450 699 11665,'4'9'1094,"5"-3"1,11-4-913,5-2 0,4 0 1,6 0-1,0-2-279,0-4 1,6-1 0,-1-7 0,-1 2-1625,-2-1 1,-8 3 1720,0-1 0,0-1 0,6-6 0</inkml:trace>
  <inkml:trace contextRef="#ctx0" brushRef="#br0" timeOffset="1617">1991 943 8081,'0'-11'1978,"0"-1"0,2 8-1257,4-2 0,4 4 0,7 2 0,1-2-526,-1-3 0,2 3 1,3-4-1,3 2-118,2-2 1,-5 2 0,3-5 0,-2-1-444,0 0 1,-1-2-1,-9-5-7,-1 0 1,-8-1 0,2 1 0,-6 1 230,-6 4 1,-6-1-1,-9 7 1,-4 2 182,-3 2 0,5 10 0,-4 4 0,0 3 94,0 3 1,5 7-1,-1 2 1,6 2 43,5 0 1,4-2 0,8 4-1,0-3-32,0-3 0,4 4 0,6-6 0,9-3-160,6-7 0,4 1 0,6-8 0,2-3-453,4-1 1,-6-4 0,2-3 0,-6-7-934,0-4 1,-6-1 1398,-2 0 0,-3-9 0,-3-1 0</inkml:trace>
  <inkml:trace contextRef="#ctx0" brushRef="#br0" timeOffset="2083">2707 943 8151,'0'-17'357,"6"-1"1,0 1 1246,-2-1 0,0 1-341,1-1 1,-3 7-982,4-1 1,-6 2 0,-6-1-271,-5 5 1,-5 4 0,-1 2 0,-1 2-73,1 4 1,-1 4 0,1 5-1,1-1-175,5-3 0,-5 3 1,7 7-1,-3 2 209,0-1 0,6-3 0,-3 1 0,1 1 157,4 2 0,2 1 0,4-7-26,4 0 1,-2-1 0,7-4 0,5-7-132,5-3 1,-1-2-1,3 0 1,-2-2-63,3-3 1,-5 1 0,4-8 0,-3-1-134,-3-3 0,-1-1 1,-3-1-1,-3 1 46,-2-1 1,3 1-692,-5-1 833,0 9 0,-6 9 0,0 11 0,0 5 155,0 1 1,6 1 0,2-1-1,1 1-22,5-1 1,1-5-1,3-3 1,1-1-583,5-4 0,3-2 1,8-2-1,0 0-270,0 0 0,-1-8 1,-1-3-1,-2-5 752,-1-1 0,-1-9 0,6-1 0</inkml:trace>
  <inkml:trace contextRef="#ctx0" brushRef="#br0" timeOffset="2367">3371 262 8081,'0'-17'485,"0"-1"1,-2 3 937,-4 3 0,2 4-954,-7 8 1,7 14 0,-4 5 0,2 8-139,0 10 0,0 6 0,6 11 0,0 5-16,0 5 0,0 5 0,2 5 1,4 2-169,6-2 0,-2-5 1,1-5-1,3-5-94,1-5 1,1-11-1,-3-8-1901,-1-10 1264,0-13 1,-3-12-1,-3-14 1,-4-5-1013,-2-5 1,-6-1 1595,1 2 0,-17-4 0,3-8 0</inkml:trace>
  <inkml:trace contextRef="#ctx0" brushRef="#br0" timeOffset="2533">3161 734 10143,'8'-10'781,"-4"2"1,8 8 0,1 0-489,3 0 1,3 0 0,4 0 0,7 0-194,2 0 1,5-6 0,2 1 0,2-1-691,-2-2 1,3 4 0,-1-6 589,-2 3 0,-2 1 0,-2 6 0</inkml:trace>
  <inkml:trace contextRef="#ctx0" brushRef="#br0" timeOffset="2917">3668 873 7690,'9'-7'-560,"5"3"0,-6-6 1752,2 2 0,-7 1 1,5 3-71,0-2 1,-4 0-698,7 6 0,-7 2-200,2 4 1,-4 5 0,-2 11 0,0 3-108,0 2 1,0-6-1,2 5 1,2-3-107,2 0 0,7 1 0,-1-7 0,5 0-94,7 1 1,3-8 0,8-5 0,0-3-29,0-2 0,0-7 0,0-5 1,-1-5 85,1-7 0,-7 3 0,-5-6 0,-4 0-162,-1-1 1,-9-1 0,-3-4 0,-6 4-39,-6 6 1,-3-2 0,-9 1-224,1 3 0,-1 4-105,1 5 1,1 6 0,7 12-75,9 6 0,2 1 0,9 1 0,3-3 339,1 3 1,9 0-1,1-3 1,0-3 286,0 0 0,6-6 0,-4 5 0,8-7 0</inkml:trace>
  <inkml:trace contextRef="#ctx0" brushRef="#br0" timeOffset="3267">4454 751 8081,'11'0'1451,"1"0"0,-8 8 1,2 4-1055,-4 3 0,-2 8 1,0 3-1,2-1-246,3 0 0,-3 6 0,4-4 1,-4 2 13,-2 0 1,6-7 0,0 1-50,-2-4 0,-1-9-146,3-4 1,-4-6 0,4-8 0,-4-7-165,-2-7 0,0-7 1,0 4-1,0-2-148,0-4 1,0 4-1,0-2 1,0-1-23,0 3 0,0-4 0,0 8 0,0 0-80,0-3 0,8 7 1,3-4-1,7 5 65,5 7 0,-2-3 0,9 6 0,3 1 96,5-1 1,-1 2 0,4 8-1,-2 2-100,2 2 1,-10 1 0,2-3 382,-6 2 0,4 8 0,-4-5 0</inkml:trace>
  <inkml:trace contextRef="#ctx0" brushRef="#br0" timeOffset="3633">4943 804 8411,'0'11'2520,"0"1"1,2-6-2406,3 5 0,7-7 0,9 2 1,5-4 8,1-2 1,2-2 0,6-4 0,2-5-54,3-5 1,-3-1-1,2-1 1,-8 1-342,-8-1 0,-3 1 1,-5-1-1,-3 1 26,-6-1 1,-4 7-1,-6 1 1,-8 2 123,-11 4 1,-8 2 0,-4 4-1,0 4 96,0 6 0,6 9 0,2 2 1,2-1 167,3-3 1,5 1 0,5 1-1,6 2 36,4-1 1,4-1-1,4 0 1,8 2-136,7-1 1,8-9 0,10-1 0,2 0-388,-2-3 0,-1-1 1,1-8-1,2 0-441,-2 0 1,-2 0 0,-2-2 0,0-4 782,-1-5 0,1-13 0,0-3 0</inkml:trace>
  <inkml:trace contextRef="#ctx0" brushRef="#br0" timeOffset="4000">6060 716 8042,'6'-17'331,"0"-1"25,-2 1 0,-2-1 1,-2 1 461,0-1 1,0 1-1,-2 1-582,-4 5 1,-4-5-1,-7 7-179,-1-1 0,-1 2 0,-2 8 0,-3 0 65,3 0 0,2 2 0,1 4 0,1 6-98,-1 3 0,3 3 1,3-1-1,4 0 131,1 1 0,5-1 0,-4 3 1,4 1 106,2 2 1,6 1 0,1-7 0,3 1-220,4-1 1,3-1 0,5-3 0,3-1-103,2 1 1,-6 3 0,5 1 0,-3 1-97,0-1 0,0 1 0,-7-1 85,-4 1 0,-5-1 0,-9 1 1,-3-1-65,-7 1 0,-11-3 0,-6-3 0,-4-5-90,-2 1 1,0-6 0,2 4 0,2-4-958,2-2 1181,7-8 0,-3-2 0,7-7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8:22.1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32 7995,'0'-10'1882,"0"-6"0,-1 14 0,-3-1-1663,-2 6 1,-2 7 0,4 8 0,-4-1-329,-1 1 0,-3-1 1,-3 2-1,1 3-510,2 1 0,3 6 0,-3-6 0,6-1-664,4-3 0,2-1 650,0-1 0,2-7 1,4-4-1,6-6 633,3-6 0,3-4 0,-1-7 0</inkml:trace>
  <inkml:trace contextRef="#ctx0" brushRef="#br0" timeOffset="167">262 67 10664,'-11'0'931,"-1"0"1,0 1-1,-3 5 1,1 6-1248,3 3 1,1 3-1,-4-1 1,5 1-906,1-1 0,2 3 1221,6 3 0,0 4 0,0 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8:21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80 8295,'-6'-12'1258,"0"1"0,1 5-97,5-6 0,1 8-633,5-1 1,-2 5 0,8 5-226,1 7 0,1 4 1,0 1-1,-3 0-261,3 1 1,-1 5-1,1 1 1,-2-1-792,1 2 0,1-6 0,-1 5 0,-1-5-576,2-1 0,1-1 1,1 1 1324,-5-1 0,5-7 0,-7-3 0</inkml:trace>
  <inkml:trace contextRef="#ctx0" brushRef="#br0" timeOffset="266">158 45 8810,'0'-17'1211,"-8"-1"1,6 10-1,-2 6 1,6 8-992,4 4 1,7 2 0,-1 7 0,4 2-387,1 3 0,1-1 0,-3-6 0,-1-1-719,-3-4 0,1 3 0,5-3 1,-1 3 884,-4 3 0,3-1 0,-5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8:44.7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1345 455 7782,'-9'0'3211,"1"-2"-2564,8-4 0,0-4-305,0-7 0,0 5 1,0 0-111,0-1 0,0 3 1,0-2-1,0-1-31,0-3 1,0 5 0,-2-1 0,-2-2-15,-2-1 1,-7-3-1,1 1 1,-3 0-47,-3-1 0,1 1 0,-3-1 1,-1 1-105,-2-1 1,-3 7-1,5-1 1,-2-2 38,1-1 0,-3 3 1,2 1-1,0-1-16,-3 2 1,7 0 0,-4 7 0,1-3-6,-1 2 0,4 0 1,-7 0-1,3-2-46,0 2 0,0 2 0,3 2 0,-1 0 25,-2 0 1,-1 2-1,7 2 1,-1 2-67,1-2 1,-1 4-1,1-2 1,-1-1 42,1 3 1,0-4 0,-1 6 0,1-1 32,-1 1 1,1-4-1,-1 4 1,1-1 46,-1 1 0,1 0 0,-1 3 0,1-1 57,-1 2 0,1 1 0,-1 1 0,1-3-66,0-1 1,-1 0 0,1 5 0,-1 0-72,1 1 0,1-1 1,3 1-1,1-1 4,-2 1 0,5-1 0,-1 1 0,0-1 4,1 1 1,-1 1-1,-4 4 1,5 6 165,1 4 1,-4-3-1,4-1 1,1 2-34,-1 2 0,-4 2 0,4-2 0,1-2-29,-1-2 0,-4-6 0,6 4 0,3-2-72,1-3 1,2-3 0,0-1-1,0-1-46,0 1 0,0-1 1,0 0-1,0 3 58,0 3 0,2-3 1,1 5-1,5-2-27,2 0 1,-6 1-1,4-5 1,-1 2 20,5 3 1,-2-1 0,1-6 0,3 3-8,1 3 0,3-3 0,-1 1 0,1-4-48,-1 1 0,7-10 0,-1 9 0,0-1 50,2-1 0,-3 3 1,7-3-1,0-1 51,-2-3 1,4-1 0,-6 4-1,1-5-79,-1-1 0,4 4 0,-4-5 0,2 1-30,4 0 0,-3-2 0,1-4 0,2 2-18,2 1 1,-4 1-1,0-6 1,2 0-112,2 0 0,2 0 1,0 0-1,-2-2-41,-4-3 1,4 1-1,-4-8 1,4-2 20,2-1 1,-6-3 0,-2 1 0,0-1-49,1 1 1,-5 0 0,4-1 0,-2 1 61,-3-1 1,-3 1-1,-2-3 1,-1-1 51,-4-2 0,1-3 1,-7 3-1,0-6-64,2-4 1,-6-4 0,3-2 0,-3-3-109,-2-3 1,-2-2 0,-3-5 0,-5 0-409,0-1 0,-5 1 0,1 0 0,-5-1-510,-5 1 1,1 7 0,7 4 1178,5 4 0,-5 10 0,7 2 0</inkml:trace>
  <inkml:trace contextRef="#ctx0" brushRef="#br0" timeOffset="1264">1485 1013 12656,'18'-7'249,"5"3"1,2-6 0,2 2-93,4 4 1,8-5 0,4-1-1,1 0-56,5 5 0,3-3 1,5 2-1,1 2-138,-2 2 1,-3 2-1,-5 0 1,-3 0-34,-3 0 0,5 0 0,-6 0 0,-3 0 116,-1 0 1,-2 6 0,0 2-1,0-1 90,0 1 1,-4 6 0,2-3 0,4 3-46,0-2 1,0 3 0,-2-3 0,0 3-16,-1 3 0,3-1 0,2 1 0,4-1-28,1 1 0,-5-1 0,2 1 0,-2-1-60,2 1 0,-3-1 0,7-1 0,0-3-7,-1-1 0,-3-1 0,6 7 1,-1-1 49,-1 1 0,3-1 0,-5 1 1,2-1 44,3 1 1,1-1 0,-1 1-1,-1-1 20,1 0 0,3 1 0,1-1 0,1 1-30,-1-1 0,0 1 0,1-1 0,-1-1-66,0-5 1,7 5-1,-1-6 1,0 1-87,2 1 0,2-6 0,6 5 0,-2 1 39,-2-2 1,0 3-1,6-5 1,2 2 66,4 3 0,-5-3 1,3 2-1,-6 1 60,-4 3 1,2-5 0,8 1 0,2 2 14,-3 1 1,1-3 0,0 0 0,5 1-111,7 3 0,-9-5 1,9-1-1,-5-2-125,-1-4 0,1-2 0,10-2 0,5 0-143,3 0 1,-1-6 0,-8-2-1,1-4 203,2-7 1,-43 10-1,-1 0 1,44-14 0,-2 2-49,-1-2 0,-11 3 0,-3-5 1,-6 2-66,-6-1 0,-6 3 0,-11 7 0,-9 5-1481,-7 1 1,-7 4 137,-13 10 1,-11-2 1535,-11 7 0,-5 1 0,-1 6 0</inkml:trace>
  <inkml:trace contextRef="#ctx0" brushRef="#br0" timeOffset="1998">7702 1502 8157,'-2'10'1008,"-3"-4"1,1-4-247,-8-2 1,8 2-316,-2 4-267,4-4 0,10 5 1,4-7-1,3 0-104,3 0 0,7 0 1,4 2-1,4 2-91,2 2 1,0 2-1,0-4 1,0 3 101,0 3 1,-2-4-1,-2 4 1,-4-1-166,-2 1 1,-1-6 0,-9 4 0,-1-3 115,-3 1 1,-7 2 0,0-4 247,-8 2 1,-6 0 0,-9-4 0,-2 1-53,-3 3 0,-7 6 0,2-4 0,-4 1-163,-2 5 0,6-4 1,0 1-1,-2 3-54,-2 1 1,0 3-1,4-1 1,6 1-75,3-1 0,3-5 0,-1 0 108,1 1 127,7-5 0,2-2 1,8-12-151,0-6 0,6-3 0,0-5 0,-2-1-51,-2-2 1,-2-3 0,0 5 0,0-4 3,0-2 1,-6 3 0,0-3 0,0 2-39,-1 4 0,-1 1 1,-6 1-271,3-4 0,5 3-468,-6-3 0,8 9-149,-1 3 0,5 15 0,5 1 1,7 9 324,4 3 0,1 1 0,0-1 0,1 1 619,-1-1 0,1 1 0,-1-1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05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36 280 8509,'0'-18'210,"0"1"1,0 5 1248,0 0 35,0 1-1229,0 1 0,0 4 0,0 12 0,0 6 259,0 3 0,0 10 0,0 5 0,0 3 34,0 1 0,0 9 0,0 4 0,0 5-215,0 6 0,0-1 0,0 7 0,0 0-154,0-2 1,0 0-1,0-8 1,0-1-746,0-9 1,0-11 0,0-6-681,0-1 1,2-11-285,3-9 1,-3-12-1,4-7-1481,-4-9 3001,-2 3 0,-8-14 0,-1 6 0</inkml:trace>
  <inkml:trace contextRef="#ctx0" brushRef="#br0" timeOffset="1149">36 175 8501,'-18'0'-507,"8"-2"-47,5-4 762,3 4 0,2-8 930,0 5-97,7 3-721,3-6 1,2 8-107,-1 0 0,1 0 0,5 0 1,1 0-40,-1 0 0,3 2 0,3 2 0,6 2-53,4-3 1,10 1 0,5 0-1,11 2-27,10-2 0,3-2 0,10-2 0,3 0-78,6 0 0,4 0 1,4 0-1,-5 0-34,-5 0 1,0-6 0,4 0 0,4 2 164,0 2 0,-2-3 1,-5-1-1,3 2-118,6 2 0,-48 2 0,1 0 1,-1 0-1,0 0 0,1 1 1,-1 0-38,2 2 1,-1 0 0,-2-2 0,1 0 0,6 2 0,0-1 0,1 0 0,-1-2 0,1 1 0,0-2 0,4 1 0,-1 0 0,-5 0 0,0 0 0,1 0 0,1 0-101,0 1 0,2-2 0,3-1 0,0-1 1,1-1-1,0 0 0,-1 0 0,0 0 123,0 0 1,-1 0 0,-1-2-1,2 1 1,1 1 0,0 0-1,1-1 1,0 0 32,-2-2 1,0 1 0,4 0 0,0 2 0,-5-1-1,0 0 1,3 0 0,0 0-17,3 0 0,0 1 1,2 1-1,2 0 1,-2-2-1,1 0 0,-2 1 1,0 0-18,0 3 0,0-1 0,0-2 0,-1 0 0,2 1 0,0 0 0,-1 1 0,0 0-45,-2 1 0,0 0 0,-4 1 0,-2 0 0,-3 0 1,-1 0-1,-1 0 0,0 0-110,-1 0 1,-1 0 0,-2 0-1,-1 0 1,44 0 0,-10 0-51,-5 0 1,-11 0-1,-6 0 1,-3 0-4,-4 0 0,-2 0 0,-1 0 0,-1 0-7,1 0 0,-1 0 1,-2 0-1,-1 0-146,-3 0 0,-7 0 0,2 0 0,-6 0-995,-6 0 1340,-4 8 0,-9-6 0,-5 4 0,-3-4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08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1607 8447,'-17'-9'491,"7"-1"-403,5 4 0,-3 2 447,2-7-393,0 7 328,6-4 78,0 8 0,2 0-244,4 0 0,4 6 0,7 0-140,0-2 1,3-2 0,1-1 0,3 3-76,-3 2 0,6 2 1,2-4-1,4 2-56,2-2 0,2-1 0,4 1 1,5 2 35,5-2 1,7-2-1,2-2 1,2 0-84,4 0 1,8 0-1,2 0 1,-3 0-62,-1 0 0,4 0 0,3 0 0,5-2 110,5-4 1,2 4 0,-3-4 0,-1 3-44,0-3 0,6 4 0,2-6 1,1 2 24,-1 0 1,4-1-1,-2 3 1,2-4 60,-49 3 0,0 0 1,3 2-1,-1 0 1,43-6-1,2 1-46,-46 6 0,-1 0 1,2-2-1,-1 0 0,1 1 1,-1 0-1,48 0-114,-6 1 1,2 2 0,0 0 0,-2 0-68,-3 0 0,1 0 1,-10 0-1,5 0 87,1 0 1,4 0 0,-2 0 0,-3 0 149,-1 0 0,6 0 0,5 0 0,-1 0 3,0 0 0,0 0 0,-4 0 0,4 0-66,2 0 0,-46 0 0,1 0 0,1 0 0,1 0 0,-3 0 0,1 0-96,-1 0 0,0 0 0,2 0 1,-1 0-1,3 0 0,1 0 1,1 0-1,0 0 31,1 0 0,-1 0 0,-1-3 0,0 0 0,-3 0 0,-1 0 0,1 0 0,1 0 11,1-1 0,0 0 0,1 3 1,-1 1-1,1-3 0,1 0 0,-5 1 1,0 2 18,0 0 0,-1 0 0,0 0 0,1 0 0,1 0 0,1 0 0,-1 0 0,0 0-11,0 0 1,-1 0 0,-1 0 0,-1 0 0,37 0 0,1 0-265,-1 0 1,-3 2-1,-9 2 1,-11 3-71,-7 3 0,-13-6 0,-5 2 0,-8-2-1344,-8 1 1699,-11-3 0,-4 14 0,-8-6 0</inkml:trace>
  <inkml:trace contextRef="#ctx0" brushRef="#br0" timeOffset="1017">7457 88 7003,'8'-10'-270,"-6"-5"944,4 3 0,-4 2-285,-2-1 1,2 7 112,4-2-349,-4 4 0,5 0 476,-7-4 91,0 5-465,0-7 0,2 8 0,2 2 53,2 4 1,2-5 0,-3 5-114,7-4 0,4-2 1,3 2-1,2 2-81,3 2 1,7 0 0,-2-6 0,6 0-137,6 0 1,-5 0 0,7 0-1,-2 0-85,0 0 1,1-6-1,-3 0 1,2 2-89,-2 2 1,3 2-1,-1 0 1,0 2-7,2 4 1,-7-2 0,5 6 0,-4-3 82,-2-3 0,0 4 0,0-2 0,-2-2-129,-4-2 1,-4-2 0,-7 0-1854,-1 0 119,1 0 1981,-9 0 0,-1 0 0,-8 0 0</inkml:trace>
  <inkml:trace contextRef="#ctx0" brushRef="#br0" timeOffset="1483">8558 158 8336,'-12'0'-471,"0"0"0,6 0 2660,-5 0-1793,7 0 0,-4 8 1,8 3-1,0 7-16,0 5 0,0 6 0,0 12 0,0 9 98,0 12 1,0 6 0,0 20-1,0 7-267,0-45 0,0 1 0,0 46 0,0-6 1,0-10-197,0-11 0,0-10 0,0-13 0,2-10-210,4-12 0,-2-4-833,7-15 1,-5 0-208,6-6 1,-6 0 0,3-2-1907,-1-4 3141,6 4 0,-12-13 0,6 5 0</inkml:trace>
  <inkml:trace contextRef="#ctx0" brushRef="#br0" timeOffset="1866">7981 1503 8336,'-9'0'1155,"3"0"1,12 0-901,5 0 0,11 5 0,5 1 1,6-2-203,9-2 0,7-2 1,5 0-1,4 0-519,6 0 1,4 0 0,2 0 0,0 0 465,0 0 0,-8-15 0,-2-5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11.6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1 189 8263,'0'-12'816,"0"1"0,0 5 466,0-6-765,0 8 1,0-1-1,0 10 1,0 7-16,0 4 1,2 3 0,2 4 0,1 6-109,-1 4 1,0 10 0,0 6-1,4 9-91,1 12 0,-3 9 1,4 16-1,-5-44 1,0 1-301,0 2 1,-1 1-1,-1 4 1,0 0 0,2-2-1,0-1 1,-1-3-1,0-1-345,0 35 1,3-17 0,-1-26 0,0-11-390,2-13 0,-4-11-633,7-9 0,-7-7 0,2-5 1364,-4-3 0,-2-3 0,0 1 0</inkml:trace>
  <inkml:trace contextRef="#ctx0" brushRef="#br0" timeOffset="784">1345 294 8225,'-9'-8'0,"1"-2"-309,0 1 0,6-7 1,-3 5 397,3-5 0,2 4 0,0 1-102,0-3 0,0-1-66,0-3 1,0 7 1259,0-1 15,0 8 0,0-2-185,0 12 1,0 4 0,0 7-349,0 1 1,0 7 0,0 4-1,0 6-91,0 6 1,0 5 0,0 14 0,2 10-267,3 10 1,-1 15-1,1-43 1,2 1-1,-1 4 1,1 2-323,1 4 0,0 0 0,0 0 0,-1 0 0,0-2 0,0-1 0,5 37-139,1-22 1,-3-22-1,2-20-422,1-14 1,-5-11-1,-2-14 1,-2-7-901,2-9 1,-5 1 0,5-8 0,-4 0 1476,-2 1 0,-8-12 0,-1 3 0</inkml:trace>
  <inkml:trace contextRef="#ctx0" brushRef="#br0" timeOffset="1434">2778 154 11271,'-8'-10'4044,"6"3"-3157,-6 7-299,8 0 1,0 9 0,0 9-1,0 9 92,0 6 1,6 19-1,0 14 1,-2 20-500,-3-36 1,0 3-1,-1 9 1,2 4 0,-1 7-1,1 1 1,1 3 0,0 1-273,-1 1 1,0 0-1,0-4 1,0-3 0,0-10-1,2-4 1,7 39-609,5-21 0,1-27 0,1-16-1299,-1-6 1,-1-14 931,-4-13 0,1-7 0,-7-13 0,-2-1-356,-2-2 1422,-2-9 0,-8 5 0,-2-8 0</inkml:trace>
  <inkml:trace contextRef="#ctx0" brushRef="#br0" timeOffset="1983">3860 119 8339,'0'-17'456,"0"-1"1,0 1 571,0-1 1,0 7-1,0-1 1024,0-1-1527,0 5 1,0 4-1,0 16-35,0 11 0,0 10 0,0 9 1,0 13 177,0 13 0,0 9 0,0 15 0,0 7-432,0-45 0,0 2 1,0 4-1,0 0 1,0 2-1,0 1 1,0-1-1,0 0-231,0-1 1,0-2 0,1-5 0,0-1 0,5 44 0,6-20-588,3-14 1,5-17-1,1-7-1774,2-8 1,1-14 1174,-7-11 0,-7-17 0,-4-9 1,-4-5-1711,-2-6 2891,-16-2 0,4-10 0,-13-1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28.3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210 115 8373,'0'-12'244,"0"0"0,0 7 373,0-7 1,0 6 262,0-5 528,0 7-895,0-4 1,0 16-1,0 3 1,0 7-47,0 5 0,0 0 0,0 10 1,0 6-117,0 4 1,0 3 0,0 9-1,0 1-157,0 2 1,2 6-1,2-7 1,3-5-383,3-4 1,-4-11 0,4 0 0,-3-8-1135,-3-3 1,4-9-829,-2-5 0,0-10 836,-6-2 1,0-14 1313,0-9 0,-8-8 0,-2 3 0</inkml:trace>
  <inkml:trace contextRef="#ctx0" brushRef="#br0" timeOffset="283">0 150 8352,'0'-18'334,"0"7"1,0-1 78,0-2 0,2 1 0,2-1 0,4 5 25,2 1 0,7 2 1,8 6-1,2 0-111,5 0 1,2 0 0,5 0 0,6 0-171,5 0 1,-1 0-1,9 0 1,-2 0-463,3 0 1,-7 0-1,2 0 1,-5 0-349,-1 0 1,-5 0-1,-2 0 1,-6 0 652,-6 0 0,4 0 0,-6 0 0</inkml:trace>
  <inkml:trace contextRef="#ctx0" brushRef="#br0" timeOffset="550">105 499 9296,'-10'0'2235,"18"0"0,14 0-1914,3 0 0,14-2 0,-3-4 0,5-3-428,2-1 0,5-4 1,-3 6-1,2 1-318,-1-1 0,-7-4 0,2 6 0,-4 3-3369,-3 1 3794,-6 2 0,5-8 0,-6-2 0</inkml:trace>
  <inkml:trace contextRef="#ctx0" brushRef="#br0" timeOffset="966">786 621 12446,'18'0'687,"-1"0"0,3 0 1,1 0-454,2 0 1,6-2-1,-3-2 1,1-3-87,4-3 0,-4 0 0,0-3 0,0 1-260,0-2 1,-5-1 0,1-1-1,-6 3-203,-5 1 0,2 1 0,-8-7 0,-3 1 73,-1-1 1,-4 6-1,-3 1 1,-9-1 56,-7 3 0,-5 1 0,-5 8 0,4 0 265,2 0 1,-4 2 0,4 4 0,-1 5 54,1 5 0,2 7 0,5 2 0,1 2 117,0 4 0,5 0 0,2 0 1,2-1 105,5 1 0,8-6 1,7-2-1,5-3-371,7-3 0,-3-1 0,8-5 0,2-5-796,2-4 0,8-2 0,-2 0 0,-4 0 91,-4 0 1,-2-8 0,4-3-1,-2-5 718,-2-1 0,-8-9 0,5-1 0</inkml:trace>
  <inkml:trace contextRef="#ctx0" brushRef="#br0" timeOffset="1464">1694 551 8200,'0'-17'250,"0"5"1047,0 1 0,0-1-318,0-5 1,-2 5-786,-3 0 0,-3 6 1,-6-3-1,3 1-60,-3 4 1,-2 2 0,-1 2-1,-2 0-146,-5 0 1,5 2 0,-6 4-1,1 4-50,1-1 1,-2 13 0,4-5 0,-1 3 104,7-1 0,-7 4 0,9 0 0,1 1-32,2 1 1,5-6 0,5 5 0,0-5-29,0-1 1,7-1 0,5-1 0,5-5-10,7-5 0,-3-4 0,8-2 0,2 0-74,2 0 0,-4-8 0,-1-3 0,-3-5 61,-4-1 1,-2 1-1,-1 2 1,-3 3 136,-3-3 0,2-1 391,-8-3-560,7 1-138,-11-1 0,6 16 0,-8 8 186,0 8 1,0-3 0,2 1 0,4 2-40,5 1 1,5-3 0,1-1 0,1 3-265,-1 2 1,1-1 0,1-1-1,2-5-666,3-1 1,-1 0 0,-4-4 0,3 2 991,1-3 0,0-8 0,-5-5 0</inkml:trace>
  <inkml:trace contextRef="#ctx0" brushRef="#br0" timeOffset="1766">2166 150 8233,'0'-18'48,"6"-5"1,0 0-1,-3 1 766,-1 3 0,-2 1 621,0 1-1209,0 7 1,0 10 0,-2 14-1,-1 5 172,-3 5 1,-2 7-1,4 0 1,-2 6 43,2 3 0,0 9 0,1-3 0,-3 5-119,2 1 1,2 1-1,2-1 1,0-2-111,0-3 1,2-4 0,2-8 0,2 0-315,-3-1 1,5-1 0,0-5-1,0-9-1513,0-5 1,-1-10 486,-1 1 1,-4-10-1,4-7 1,-4-4-1385,-2-1 2511,0-8 0,0-3 0,0-6 0</inkml:trace>
  <inkml:trace contextRef="#ctx0" brushRef="#br0" timeOffset="1949">1991 464 9732,'6'-12'794,"0"1"1,7 7 0,-1-2-1,4 4-753,1 2 0,1 0 1,1 0-1,2 0-472,3 0 0,7 0 0,-4 0 0,0 0-819,-4 0 0,2 0 0,-1 0 1250,-3 0 0,6 0 0,0 0 0</inkml:trace>
  <inkml:trace contextRef="#ctx0" brushRef="#br0" timeOffset="2350">2498 499 9712,'0'-10'3197,"0"4"-2829,0 12 1,0 4 0,0 9-44,0 5 0,0-5 0,0 4 0,0-1-79,0 1 1,2-4 0,3 5 0,7-5-128,4-1 1,1 5-1,1-2 1,1-3-149,4-5 0,-1-9 0,5 2 0,0-4-164,0-2 0,-4-2 1,5-4-1,-3-6-136,-4-3 0,-3-8 1,-5-3-1,-3-1 155,-2-4 1,-3 4 0,-5-2 0,0 0 143,0 2 0,-5 0 0,-3 7 0,0 1-368,0 3 0,-3 8 0,3-1-438,-2 1 1,6 4 0,-1 10 0,3 6 153,2 3 0,2 3 0,3-1 1,7 0 681,4 1 0,3-1 0,2 1 0,5-3 0,1-3 0,-6 4 0,12-15 0,-6 7 0</inkml:trace>
  <inkml:trace contextRef="#ctx0" brushRef="#br0" timeOffset="2718">3144 499 8233,'-2'-10'2407,"-4"4"-1718,4-3 0,-6 9 1,8 0-235,0 9 0,0 7 0,0 1 0,0 1-50,0-1 0,0 7 0,2 1 1,2 0-144,2 0 0,2-1 0,-4-7 0,2 1-145,-3-1 0,-1 0 0,0-1 0,2-2 217,2-3-630,0-7 1,0-4-1,-1-12 1,-1-3 21,-2-3 0,-2 1 1,0-2-1,-2-3-57,-3-1 1,3 0 0,-6 3 64,0-3 0,6-2 1,-4-4 41,4 5 1,2 5-1,2 3 1,4 3 59,6 1 0,5 6 0,5-3 0,3 1-36,2 4 1,2 2 0,6 2-1,2 0-373,4 0 0,-5 0 0,5 0 1,-4 0-304,-2 0 1,-8 2 0,-4 2 875,-3 2 0,-10 0 0,-3-6 0</inkml:trace>
  <inkml:trace contextRef="#ctx0" brushRef="#br0" timeOffset="3066">3528 604 8088,'0'11'787,"0"1"1,2-8-1,4 4 54,6-1 0,-1-5 1,5 4-1,3-4-487,0-2 0,1-2 0,-1-2 0,3-3-202,1-3 0,0 4-1,-5-6 1,-1-1-170,1-3 0,-1 5 1,-1-1-1,-5-2-135,-5-1 0,-4-3 1,-2 1 14,0 0 0,-8 7 1,-5 2-1,-7 2 231,-3 0 0,-6 3 0,6 8 1,-1 7 261,-1 4 1,6 1-1,-3 0 1,7 3-85,3 3 0,8-3 1,-2 5-1,4-2-150,2 0 1,10 3 0,8-7 0,11 0-588,10-3 1,5-4-1,11-1 1,3-5-1814,6-4 0,-2-4 2279,2-4 0,-8-4 0,4-7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32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0 417 8537,'8'-9'317,"-6"-1"556,4 4 0,-4 2 250,-2-8 1,2 9-517,4-3 1,-4 12 0,5 5-1,-1 5-123,0 1 0,6 6 0,-5 3 1,1-1-264,0 0 1,5 6 0,-3-4-1,2 2-62,-1 1 1,1-7-1,6 4 1,-3-2-69,-3-3 1,3-9 0,-3-1-60,3 1 0,3-5 25,-1-2 1,-7-12-1,-2-4 1,-2-1-82,-1-1 0,1 1 0,-6-7 0,0 1-173,0-1 0,2 1 0,2-1 0,4-1-65,2-4 1,-7 3 0,5-5 0,0 2-203,4-1 1,-3-5 0,1 4 0,0 0-543,-1 0 0,1 1 0,4 7-979,-3-1 0,-5 3-491,6 3 2476,-1 4 0,7 16 0,-1 2 0</inkml:trace>
  <inkml:trace contextRef="#ctx0" brushRef="#br0" timeOffset="399">542 627 8117,'8'9'-618,"-7"1"1924,5-4 0,4-4-826,2 4 0,3-4 0,3-2-118,-1 0 0,1 0 0,-1-2 0,0-2-23,1-2 0,-1-6 1,1 5-1,-3-3-43,-3-4 1,4-1 0,-5-3 0,3 1-102,-3-1 1,-1 1-1,-6 0-174,2-1 1,0 1 0,-8-1-339,-4 1 1,2 7 0,-10 4 0,-3 4-70,-4 2 0,-3 0 0,5 0 0,-2 2 208,-3 4 1,1 4 0,6 9 0,-1 2 301,1 3 0,-1 1 0,3-2 0,3 4 273,6 1 0,4 3 0,4-6 0,4 0 77,6 0 0,11-1 1,6-7-1,6-1-208,6-5 1,-2 3-1,7-8 1,1-3-511,-3-1 1,5-4-1,-10-1 1,-4-5-939,-4-2 1,-4-2 0,2-5 0,-8 0 1181,-7-1 0,9-7 0,-4-2 0</inkml:trace>
  <inkml:trace contextRef="#ctx0" brushRef="#br0" timeOffset="750">1502 592 8401,'0'-18'1491,"0"1"1,0-1-324,0 1 1,0 0-828,0-1 0,0 6 1,-2 3-279,-3 1 0,-5-4 0,-8 6 1,1 3 27,-1 1 1,1 4-1,0 1 1,-1 5-206,1 2 0,-1 4 1,1 7-1,-1 4 132,1 2 0,7-3 0,4 5 0,4 0-11,2-2 0,2 4 0,4-8 0,6-1-32,3-3 1,10-7 0,5-3 0,3-1-557,1-4 0,1-2 0,-2-2 0,-2 0-395,-1 0 1,-3-8 0,4-3 0,-4-5-1655,-2-1 2630,-2-9 0,-5-9 0,-1-9 0</inkml:trace>
  <inkml:trace contextRef="#ctx0" brushRef="#br0" timeOffset="1017">1869 50 8776,'0'-17'2599,"-6"5"-1582,0 1 1,-1 7-875,1-2 1,4 6 0,-4 6 0,4 7 79,2 9 0,0 5 0,0 10 0,0 4 92,0 5 0,0 5 1,0 1-1,0 0-92,0 1 0,0-7 0,0 1 0,0-1-79,0-1 1,2-2 0,2-8 0,2-2-1043,-2-4 0,3-4 0,1-9-802,2-5 1,-4-3 0,3-10 570,-1-4 0,-2-4 0,-8-7 1129,-4 0 0,-3-9 0,-9-1 0</inkml:trace>
  <inkml:trace contextRef="#ctx0" brushRef="#br0" timeOffset="1198">1677 452 8496,'15'-2'463,"-1"-2"699,-2-2 0,-1 1 1,7 3-619,-1-4 1,7 4-1,1-4 1,0 2-633,0-2 1,4 5 0,-3-5-1,1 4-289,4 2 0,2-2 0,2-2 0,0-2-3702,0 2 4079,-1 2 0,9 2 0,2 0 0</inkml:trace>
  <inkml:trace contextRef="#ctx0" brushRef="#br0" timeOffset="1616">2463 487 8496,'0'-12'838,"0"1"464,0-3 0,0 4-680,0-1 0,0 5-449,0-6 1,-2 9 0,-2-5-1,-4 2-94,-1 0 1,3 0-1,-6 8 1,-1 2-61,-3 2 1,-1 8 0,-1-1 0,1 6 114,-1 5 0,6 5 0,3-4 0,1 0-22,4 1 0,2 3 0,2-4 0,2 0-42,4 0 0,6-1 1,11-9-1,4-1-131,0-3 0,6-7 1,-4 2-1,4-4-117,2-2 1,-8-10 0,-1-5 0,-3-8-93,0-5 0,-7 5 1,-10-6-1,-5-2 107,-1-2 0,-1 0 1,-5 4-1,-8 6 99,-7 3 1,-6 3 0,-8 1 0,0 5-247,0 5 0,2 6 0,2 6 0,4 5-188,1 5 1,5 3 0,7 4 0,5 6-210,1 4 0,2-3 0,8-3 0,4-2 707,6-4 0,3-1 0,3-3 0</inkml:trace>
  <inkml:trace contextRef="#ctx0" brushRef="#br0" timeOffset="2034">2952 452 8407,'-2'-15'654,"-2"1"1367,-2 2-1340,0 9 0,4-5-230,-3 8 1,3 8-1,-4 3 1,4 7-49,2 5 1,0-2-1,0 6 1,0 1 9,0-1 1,0 0-1,0 4 1,2-4-39,4-2 0,-4-1 1,3-7-164,-3 1 1,4-1 147,0 0 0,0-9-687,-6-8 1,0-8 0,0-9 114,0 0 1,0-1-1,0 1 108,0-1 0,-6 1 1,0-1-1,2 1-28,2-1 0,-3 1 0,-1-1 0,2 1-171,2-1 0,4-1 0,2-2 0,3-3-112,3 3 0,4 2 0,7 1 0,4 1-129,3-1 0,-5 1 0,6 1 0,2 5-410,2 5 0,2-2 0,0 2 954,0 2 0,0 2 0,0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38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2507 8438,'-10'0'1653,"0"0"-618,4 0-5,4 0 422,-5 0-448,7 0-427,0 0 1,0-7-142,0-5 0,0-4-341,0-1 1,5 0 0,1-1 0,0 1-249,2-1 0,-4 1 1,5-1-1,1 1 107,0-1 1,0-5-1,3-2 1,-1-2 157,1-4 1,3 3 0,-1-1 0,-1-4 41,-2-6 0,1 1 0,9-7 0,1 0-141,-2 1 0,6-3 1,1-7-1,3-2-104,3-3 0,-2 1 0,10 6 0,1-3-26,3-3 0,5 6 0,-1-2 0,-1 5 35,-3 0 0,1 5 1,5-1-1,-1 3 10,-5 3 1,-3 8-1,-8 4 1,-2 1-181,-4 5 0,2 9 45,-7 6 1,-7 5 11,-5 1 212,-8 0 0,3 1 259,-7 5 20,0-4-1788,0 6-336,0-8 0,0 2-834,0 4 2662,0-4 0,0 13 0,0-5 0</inkml:trace>
  <inkml:trace contextRef="#ctx0" brushRef="#br0" timeOffset="581">1241 761 8396,'-12'0'529,"0"0"259,8 0 0,-3 2-671,7 4 1,7-4 0,5 3 0,6-3-42,5-2 1,-2 0 0,8 0 0,0 0-21,-1 0 1,5 0 0,-6 0 0,2 0-20,0 0 0,-8 0 0,3 0 1,-5 0 37,-2 0-163,1 0 1,-5 2 70,-7 4 0,-10 2 1,-17 7-1,-4 1-1,-2 3 1,-1 3 0,-3-3 0,2 2 105,-2 3 0,-6 7 0,1-4 0,3 2 74,0 0 0,2-6 1,1 5-1,7-3 258,4-4-109,1-9 1,9-6-357,3-12 0,6-10 0,4-7 0,1 2-76,-1 1 0,0 3 0,0-1 0,2 1 95,-2-1 1,-2 1 0,-2 0 0,0-1 64,0 1 1,0-1 0,-2 1-350,-4-1 1,4 1-1639,-4-1-1631,4 1 3579,2 7 0,0 2 0,0 8 0</inkml:trace>
  <inkml:trace contextRef="#ctx0" brushRef="#br0" timeOffset="1516">1939 551 8396,'0'-11'1071,"0"-1"0,0 6 637,0-5-1385,0 7 0,2-2 1,2 12-1,2 5 49,-2 5 0,0 3 0,-1 3 0,5 3 130,2 2 0,-4-4 0,3 6 0,1 3-79,0 0 1,-4 1-1,3-1 1,1-5-310,0-2 0,-4 4 1,5-6-1,1-1-317,-2-3 1,-1-7-1,-5-1-727,2 3 444,8-6 1,-13-2 409,5-12 0,-4-4 0,-2-7-32,0-1 0,2 6 1,2 1-1,2-3 57,-2-1 0,4-3 0,-1 1 1,1-1 30,0 1 0,5-3 0,-3-3 1,2-4-62,-1 0 1,1-6-1,6 2 1,-1-6-117,0-4 0,1 0 0,-3 6 0,-1 1-18,-2-1 0,-8 6 0,3 1-3740,1 3 2431,-6 2 1,6 27 1523,-8 7 0,-8 17 0,-2-1 0</inkml:trace>
  <inkml:trace contextRef="#ctx0" brushRef="#br0" timeOffset="2097">2743 604 8396,'9'-2'-1407,"-1"-2"2889,0-2 0,-6-7-201,3 1 1,-3-4-870,-2-1 0,0-1 0,0 1-42,0 0 1,0 5 0,0 0-133,0-1 1,-7 3 0,-5-2-239,-3-1 1,-3 5 0,1 2 0,-1 4-201,1 2 1,-7 2 0,1 4 0,2 6-12,1 3 0,3 8 1,-3 3-1,-1 1 85,-2 4 0,5 2 1,7 2-1,-1 0 205,2 0 1,-3 0 0,7-2 0,2-4 77,2-6 1,10-4-1,4-3 1,3-4 62,3-7 0,1-3 0,2-2 0,3-2-15,-3-3 0,4-5 0,-2-8 0,-1-1-177,-3-4 0,-1 3 0,-3-5 0,-1 2-64,-3-1 0,-5-1 0,4 4 0,-2-2-48,-4 1 0,-2 3-755,-2 1 598,0 9 1,-2 3-1,-2 12 1,-2 7 258,2 9 1,2-3-1,2 4 1,0-1 38,0 1 0,0-4 0,0 5 0,2-5-145,4-2 1,4 1 0,7-3-1,0-1-416,1-2 0,-1-8 1,1 1-1,-1-3-493,1-2 0,-1 0 0,1-2 0,-1-3 997,1-7 0,-1-11 0,1-5 0</inkml:trace>
  <inkml:trace contextRef="#ctx0" brushRef="#br0" timeOffset="2447">3127 45 8396,'0'-12'2434,"0"1"-918,0-1-1205,0 2 0,-2 10 1,-2 12-1,-2 3 110,2 3 1,-4 7 0,3 4 0,-1 4 22,-2 2 0,6 0 0,-6 0 0,3 2-84,-1 4 0,0-4 0,6 3 0,0-1-259,0 2 1,0-4 0,0 2 0,0-8-338,0-8 0,2 2 1,4-2-719,5-1 0,-3-9 1,0-3-3114,0-2 835,-7-2 1706,7-14 1526,-8-2 0,-8-7 0,-1-1 0</inkml:trace>
  <inkml:trace contextRef="#ctx0" brushRef="#br0" timeOffset="2850">3319 412 8396,'10'-18'755,"-1"7"246,-3-1 0,-4 6 249,4-6-702,-4 9 1,-2-3 0,0 12-116,0 5 1,0 5-1,-2 1 1,-2 1-26,-2-1 0,-2 3 0,4 1 0,-1 2-256,1-1 0,2-1 0,2 0 0,0 2-26,0-1 0,6-3 0,1-1 0,5-1-118,7 1 0,1-7 0,7-1 1,0-2-115,0-4 1,-3-2 0,3-2 0,-2 0-44,-4 0 1,-1-10 0,-3-6 0,1-7-26,-1-4 1,-5-2 0,-2-6-1,-3 2 84,-3 4 0,-2-4 1,-2 4-1,0-2 108,0 2 0,-6 3 0,0 9 0,1 1-523,-3 5 1,4-3-720,-8 8 1,3 8-1,-3 12 1,6 5 66,4 4 1,2 7 0,0-5 1156,0 2 0,8 2 0,2 6 0</inkml:trace>
  <inkml:trace contextRef="#ctx0" brushRef="#br0" timeOffset="3266">3982 499 8596,'-9'-17'1951,"1"7"1,8 0-1157,0 4 0,0 2-175,0-7 1,8 5-262,3-6 0,3 7 0,0-7-291,-3-2 0,-5 5 1,4-3-199,-2-2 0,3 5 0,-5-3-156,-2-2 0,-2 5 16,-2-3 1,-8 8 0,-4-2 0,-3 4 102,-3 2 0,1 6 0,-2 2 0,-3 2 314,-1 3 0,0 9 1,5 3-1,1 0 137,-1 0 0,9 4 0,3-5 0,4-1 163,2 2 1,0-5 0,4 5 0,5-4-255,9-3 0,11 1 1,2-13-1,6-2-1167,4-2 0,7-2 1,-1 0-1,3-2-4631,3-4 5605,7-12 0,10-9 0,9-8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54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6067,'9'0'0,"1"0"0,-4 0 0,-4 0 0,6 0 0,-8 0 0,0 0 0,0-8 0,0-2 0</inkml:trace>
  <inkml:trace contextRef="#ctx0" brushRef="#br0" timeOffset="1084">53 53 7989,'0'-9'186,"0"-1"852,0 4-806,0 4 0,0-8-158,0 5 858,0 3-376,0-6 1,0 16 0,0 3-188,0 5 1,0 1-1,0 1 1,-2 1-57,-4 4 0,4-3 1,-3 3-1,3-4-341,2-1 1,0 5 0,0 0-1,0-1-334,0-3 0,0-7 1,0 0-804,0 1 0,2 3-1554,3 1 2719,-3-7 0,14-2 0,-6-8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14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6129 716 8225,'0'-11'2582,"0"-1"-253,0 0-597,0-5-1159,0 7 1,1 2 0,3 10 47,2 4 1,0 6 0,-6 11 0,0 8 20,0 8 0,0 9 0,0 16 1,0 14-374,0 11 1,0-37 0,0 1 0,-1 6 0,0 1 0,-1 1-1,0 2-243,-1 1 1,0 0-1,0 1 1,1 0-1,1-7 1,2-2-1,0 39-408,5-19 0,2-16 0,6-15 0,-3-10-1571,3-10 0,1-13 739,3-7 1,-8-10 0,-5-9-737,-3-7 0,-4 1 1950,-3-3 0,-5-4 0,-8 0 0</inkml:trace>
  <inkml:trace contextRef="#ctx0" brushRef="#br0" timeOffset="834">7089 664 8009,'0'-18'-90,"0"7"1299,0-1 0,0 6 2,0-5 0,2 7-270,4-2 0,-4 6 0,4 8-137,-4 9 1,-2 16-1,0 16 1,0 9-269,0 12 0,0 11 0,0 18 0,0-44 0,0 1-316,0 3 0,0 0 0,0 1 0,0 0 0,-1-2 0,2-1 0,-1-5 0,1-1-322,5 38 0,-2-17 1,8-16-1,1-9-488,3-12 0,1-16 0,1-13-1573,-1-4 0,-7-4-2145,-4-4 4308,-12 4 0,-11-21 0,-11 3 0</inkml:trace>
  <inkml:trace contextRef="#ctx0" brushRef="#br0" timeOffset="43215">34 157 8486,'-2'10'-1634,"-2"-2"2020,-2 0 1,-2-6 248,2 3-358,4-3 0,-3-2 110,10 0 1,-1 0-145,8 0 1,-8-2-1,4-2 94,-1-1 1,-3-1-152,8 6 0,-1 0 0,7 0-63,-1 0 1,-5 0 0,2 0-1,3 0 46,4 0 0,10 6 0,-1-1 0,3-1-87,1-2 1,7-2 0,2 0 0,0 0-14,-1 0 1,5 0-1,-4 0 1,-1 0-116,1 0 1,0 0 0,-5 0 0,3 0-114,-2 0 0,-2 0 0,-2 0 0,0 0 35,0 0 0,0 0 0,0 2 1,-1 2 70,1 2 0,0 0 0,-2-6 0,-2 0 103,-2 0 0,-1 0 0,3 0 0,-2 0 25,2 0 0,2 0 1,2 0-1,0 0-177,0 0 1,0-6 0,1 0 0,3 2-44,2 2 0,2-4 0,-5 1 0,5 1-49,2 2 1,-6 2-1,1 0 1,-3 0 179,-2 0 0,0 2 1,0 2-1,0 1 224,0-1 1,-2-2 0,-2-2 0,0 0-130,6 0 0,-2 0 0,7 0 0,-1-2-119,0-3 1,7-3 0,-3-6 0,2 5-1,-1 1 1,-7-4 0,2 6-1,-4 2 175,-2 2 0,-2 2 0,-4 0 0,-6 0 31,-4 0 0,-1 0 1,-1 0-1,1 0-85,-1 0 1,3 0-1,1 0 1,4 0-85,2 0 0,-5 0 1,3 0-1,-2 0-74,0 0 1,3 0 0,-5 0 0,2 0 12,-1 0 0,-9 0 0,-1 0 69,2 0 0,-5 0-762,3 0 1,-6 0-885,5 0 1,1 0 1638,5 0 0,1-7 0,-1-3 0</inkml:trace>
  <inkml:trace contextRef="#ctx0" brushRef="#br0" timeOffset="43779">3509 0 8758,'0'12'2526,"0"-1"-1909,0-7 0,0 12-177,0-4 0,0 3 0,0 3-69,0-1 1,0 0 0,0 1-1,2-1-80,4 1 0,-4-1 0,3 1 1,-3-1-217,-2 1 0,2-3 1,2-1-1,2-3-46,-2 3 1,-2-4-1,0-1-276,4-1 1,-3-2 0,7-8-52,-2-4 0,-2 2 0,-4-5 0,2-1 98,1 0 0,3-1 0,-4-7 0,2 1 70,-2-1 1,0 3 0,0 1 0,3 2-142,3-1 1,-4-1 0,4 1 0,-1 1-7,1-1 0,-4 3 1,5-2 114,3-1 1,-4 5 368,1 2 0,1 4 4,5 2 0,-7 2 1,-4 4-1,-4 5 84,-2 5 1,2 1-1,2 1 1,2-1-491,-3 1 1,5-1 0,-2 1 0,0-1-604,2 1 0,-5-3 798,9-3 0,0 3 0,5-5 0</inkml:trace>
  <inkml:trace contextRef="#ctx0" brushRef="#br0" timeOffset="45164">4173 157 8162,'7'10'450,"-5"-2"1,6-6 302,-8 4 0,2-4-305,4 3 1,3-3 0,9-2-201,-1 0 1,-5 0 0,0-2 0,1-2-130,3-1 0,3-1 1,3 6-1,3 0-59,2 0 0,-4-6 0,8 0 1,4 2 58,4 2 0,2-3 0,-4-1 0,1 2-39,3 2 1,0 2-1,-4 0 1,2-2 14,1-4 0,3 4 1,-4-4-1,2 4-109,-3 2 1,1 0 0,0 0 0,4-1-114,1-5 1,-5 4 0,2-4 0,-4 2-24,-2-2 0,-2 4 0,-2-4 0,-4 5 106,-2 1 1,-2 0 0,-5 0 0,-1 0 184,1 0 0,-1 0 0,1 1 0,-1 3-46,1 2 0,1 0 1,2-6-1,5 0-116,1 0 0,-4 0 0,6 0 0,4 0-43,6 0 0,-2 0 0,4 0 0,-4 0-11,-3 0 0,7-2 1,0-2-1,-4-2 120,-6 2 1,2 3 0,-4 1 0,2-2 32,-2-4 0,2 4 0,-6-4 0,1 4-79,-1 2 1,6 0 0,-2 0-1,4 2-49,2 4 0,2-4 1,2 4-1,3-4 6,3-2 1,-6 0-1,1 0 1,-1 0 72,2 0 0,-4 0 0,4 0 0,-4 0 139,-3 0 1,1 0 0,0 0 0,0 0-71,0 0 1,-6-2 0,0-2 0,2-2-112,2 2 1,4 2-1,2 2 1,2 0-198,-2 0 0,-2 0 0,-1 0 0,1 0 127,-2 0 0,4 2 1,-12 2-1,0 2 174,-3-2 1,1-2-1,-2-2 253,-2 0 0,-7 0 0,-2-2-299,1-4 0,-3 4-527,2-4 1,-7 2-734,7-2-754,-8 4 1339,11-5 0,-5 12-181,8 1 1,-7 0-1,1-6 811,2 0 0,1 0 0,3 0 0</inkml:trace>
  <inkml:trace contextRef="#ctx0" brushRef="#br0" timeOffset="45831">8207 88 6378,'-10'-8'1412,"2"4"-730,8-8 0,-2 8 993,-3-1-1376,3 3 874,-6 2-747,8 0 1,0 2 0,0 3 103,0 7 1,0 4-1,0 1 1,0 0-213,0 1 1,0-1-1,0 1 1,0-1-184,0 1 0,0-1 0,2 1-201,4-1 0,-4 1 180,3-1 1,-1-7-242,2-4 1,-2-4 0,6-4-131,-3-4 0,-1-4 1,-6-7-1,0-1 87,0 1 0,0-7 0,0 1 0,0 2-66,0 1 1,0 9 0,0-1 0,0-1-779,0-3 1,0 4-2292,0 1 3305,-7 7 0,-3-4 0,-8 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15.7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18 750 11594,'-7'-10'1140,"5"2"1,-6 7 0,10-3-834,4-2 0,1-8 0,7 5 0,-2-3-33,1 0 1,9-5-1,3-8 1,2-3-72,4-3 1,2-2-1,2-4 1,0-1-91,0-3 0,0-6 0,0 5 0,0-1-254,0 0 0,-1-3 1,-1 5-1,-3 4-79,-7 6 0,-10 6 1,-3 7-1,-2 1-331,-4-1 406,-2 9 0,-2 3 27,0 12 1,0 3-1,0 9 1,-2 1 172,-4 5 1,4-1 0,-4 10 0,4 6 284,2 3 1,0 13 0,0 9 0,0 4 78,0 2 1,0 7-1,0 3 1,0 1-83,0 1 1,0-9 0,0 1 0,0-10-258,0-11 1,0-11-1,0-13-489,0-5 0,0-15-1399,0-9 852,0-7 0,0-5-527,0 0 1,0 7-1538,0-7 3020,8 8 0,2-4 0,7 8 0</inkml:trace>
  <inkml:trace contextRef="#ctx0" brushRef="#br0" timeOffset="333">1049 1134 9897,'-10'-8'4915,"-5"6"0,13-7-4235,-4 3-1059,4 4 379,2-6 0,0 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14.7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34 629 8435,'-10'0'2850,"-6"0"0,15-2-2612,-5-4 1,12 2-1,3-7 1,3-3 24,0-1 1,1-3 0,8 1 0,3-1-134,-3 1 1,4-9 0,1-3 0,1-4-116,4-2 1,2 1 0,2-1-1,0 0 22,0 0 1,-3-6 0,0 2 0,-5 4-220,-2 4 0,-4 10 0,-7-2-303,-2 3 532,-9 3-97,5 7 0,-10 2 0,-2 10-486,-1 4 159,-1-4 1,6 8 448,0-5 84,0-3 0,0 14 0,0-4 116,0 3 1,0 3 0,0-1 0,-2 2 35,-4 5 0,4 3 0,-4 10 0,2 3-30,-2 7 1,5 13 0,-7 8 0,2 8-147,0 3 0,0 3 0,6 3 1,0-5-37,0-10 1,0-10 0,0-14 0,0-7-479,0-8-451,0-6 0,2-15-862,4-4 1,-4-6-134,4-6 1828,-4-4 0,-2-7 0,0 0 0</inkml:trace>
  <inkml:trace contextRef="#ctx0" brushRef="#br0" timeOffset="298">802 1048 8320,'10'2'5104,"-4"4"-2027,-4-4-4182,-2 6 1,0-8-1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5:20.9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413 262 8358,'0'-11'-930,"0"-1"1,0 0 1093,0-5 1,0 5-1,0 1 595,0-3 1,0 4-118,0-1 0,0 5 68,0-6 0,0 6-74,0-5 0,0 9-224,0 2 0,0 10 0,0 13 0,0 8-48,0 8 1,2 7 0,2 12-1,2 7-272,-2 2 0,-2 3 0,-2 0 0,2 0 47,4 0 0,-4-14 0,3-7 1,-3-11-638,-2-10 1,6-7-666,0-4 1,0-9-1,-6-8-75,0-10 0,-2-5 1238,-4-2 0,-4-9 0,-7-1 0</inkml:trace>
  <inkml:trace contextRef="#ctx0" brushRef="#br0" timeOffset="400">152 210 8440,'-2'-18'558,"-4"1"0,4 0 687,-4-1 0,6 1-1079,6-1 1,4 3-1,9 1 1,4 4-19,6 3 1,6-7 0,8 4 0,9 1-83,10 3 1,10-2-1,10 2 1,13 2 107,-42 2 1,1 2 0,-1 4 0,0 2 0,4 2 0,-1 3 0,-1 4 0,0 3-28,1 3 1,-1 3-1,1 5 1,-1 2 0,-5 3-1,-1 2 1,-4 3 0,-3 2-110,-4 0 0,-6 3 0,3 43 1,-20 1-1,-17-1-30,-15 0 0,-18-13 0,-18-6 1,-9-8-236,-6-9 1,-5 1 0,-7-7 0,-7-1 21,-2-3 0,-3-6 0,45-19 0,-1-1 0,-3 0 0,-2-1 3,-4 2 1,-1-1 0,2-3 0,-1-1 0,2 0 0,0-2 0,2-3 0,1-1-476,-47 3 0,20-2 1,16-6 110,13 0 1,23-2-1,17-4 1,14-5-1089,13-5 1654,16-1 0,10 3 0,4-3 0,-5-5 0</inkml:trace>
  <inkml:trace contextRef="#ctx0" brushRef="#br0" timeOffset="934">2247 891 8087,'10'-8'-6,"-4"-3"285,-4-5 1,-2 4-1,0 1 302,0-3 0,0 5 0,-2-1 0,-2 0 3,-2 0 1,-6 5 0,5-5-1,-3 0-203,-4 1 0,-1-1 1,-3-4-1,-1 5-44,-4 1 0,1 0 0,-5 4 1,0-2-349,0 2 1,0-3 0,-4 1-1,1 4-75,-1 6 1,-2 5 0,0 11 0,2 3-232,2 6 0,8 4 1,-2 2-1,5 0 139,7 0 1,3-2 0,8-2-1,2-2 126,4 2 1,5-6 0,13-3 0,5-9 67,4-7 1,7-4 0,1-2-1,0 0-10,2 0 1,-7-13-1,3-5 1,-6-3 83,-4-4 0,-7 3 1,1-5-1,-6 0 262,-5 0 1,2 5 0,-9-1 0,-1 4-130,-2 1 0,-2 7 0,-2 1-256,-3 2 1,3 4 0,-6 10 0,2 8-176,0 7 1,0 0 0,8 8 0,4 1 154,6-3 1,11 4 0,6-6 0,6 0 164,6 0 1,3-1 0,11-9 0,1-3-251,2-6 0,2-4 0,-5-4 1,-3-4-579,-7-6 1,-8-3-1,-8-3 716,-6 1 0,-4-8 0,-1-3 0</inkml:trace>
  <inkml:trace contextRef="#ctx0" brushRef="#br0" timeOffset="1268">2998 70 8062,'-17'-6'806,"-1"1"0,9 1 0,1 11-311,0 11 1,6 1 0,-4 10 0,4 4 0,2 6 0,6 14 0,0 13 0,0 7-141,2 9 1,-1 1 0,7-1 0,-4-7-181,-3-3 0,7-10 0,-4-5 0,1-9-448,1-7 1,-2-12 0,3-6-1119,-1-3 1,-6-11 346,5-3 0,-7-6 1,2-6 1043,-4-5 0,-18-5 0,-3-1 0</inkml:trace>
  <inkml:trace contextRef="#ctx0" brushRef="#br0" timeOffset="1450">2701 681 8815,'0'-11'1457,"0"-1"1,2 8 0,4-2-1446,6 5 0,11-5 0,6 0 0,4 0-388,2-2 1,8 6 0,3-5 0,7 1-514,5 0 1,-2-6-1,6 7 889,-2 1 0,-1-6 0,-7 0 0</inkml:trace>
  <inkml:trace contextRef="#ctx0" brushRef="#br0" timeOffset="1900">3854 629 8062,'0'12'822,"0"-1"0,2-7 702,4 2 1,-2-6-897,7-6 1,-7-3-520,2-9 1,-4 1 0,-4 1-111,-4 4 0,-4 3 1,-7 5-1,-2-2 16,-5 2 0,-1 2 0,-6 2 1,2 2-5,-2 4 1,0 4 0,0 7 0,4 3 133,1 3 1,-1-2 0,8 8 0,5 0-63,4-1 1,5 5 0,7-6 0,3 0-144,7-4 0,6-5 0,5-7 0,6-3-81,4 0 1,2-6 0,0 2 0,-2-6-107,-4-4 1,2-8 0,-6 3-1,0-5 51,1-1 1,-5-7 0,-9 1 0,-5 2 381,1 1 1,-6 3 213,4-1-447,-4 1 1,-8 9-1,0 10-46,2 14 1,2 1-1,2 6 1,2-3-62,4-3 1,6 1 0,11 1 0,6 1-141,4-3 0,2 4 0,2-11 0,4 0-791,5-4 0,3-4 1085,-3-2 0,5-8 0,-7-2 0</inkml:trace>
  <inkml:trace contextRef="#ctx0" brushRef="#br0" timeOffset="2300">4814 612 8001,'0'-18'411,"0"1"0,0 5 1,0 0-1,-1 1 153,-5 1 0,2-5 1,-6 3-491,2-4 1,-5 5 0,1 1 0,-3 2 118,-3 4 0,1-3 0,-1 1 0,1 2-20,-1 2 0,1 4 1,-1 2-1,1 4-55,-1 1 0,1 1 0,1 4 0,3-3-53,1 3 1,8 1 0,-1 3 0,3-1-28,2 1 1,2-1 0,3 1-1,7-1-145,3 1 1,9-1 0,-1 0 0,0 1-9,3-1 0,-7 1 1,4-1-1,-3 1 25,-3-1 0,1 1 0,-1-1 0,-1 1 14,-5-1 0,3 1 0,-8-1 8,-2 1 0,-4-3 0,-6-3 1,-8-7-136,-7-3 1,-1-2 0,-5 0 0,2 0-335,4 0 0,-5-5 0,3-3 0,4-2 537,5-3 0,-1-3 0,5-1 0</inkml:trace>
  <inkml:trace contextRef="#ctx0" brushRef="#br0" timeOffset="2667">4919 699 8001,'18'10'296,"-1"-5"42,1-3 1,-7-2 0,1 0 85,2 0 0,1 0 1,2 0-1,3 0-23,3 0 0,-1 0 0,7 0 0,0 0-331,-2 0 1,6-5 0,-4-3 0,2-2-86,-2-3 1,2 3 0,-6-2-67,3-1 0,-7-3 0,0-1 27,-7-1 1,-8 7-1,-12 1 1,-6 2 71,-3 4 0,-9 2 1,-1 2-1,0 0 10,0 0 0,-4 0 0,3 2 0,1 4-9,0 6 1,7 3 0,7 3-1,-1-1 43,3 1 1,1-1-1,8 2 1,0 3 40,0 1 1,4 0 0,7-3 0,13 1-250,7 2 1,4 1-1,1-9 1,5-3-169,6-6 1,3 1 0,1-1 0,-3-4-502,-1-6 1,-7-5 0,5-11 814,-2-3 0,-2-4 0,-7-8 0</inkml:trace>
  <inkml:trace contextRef="#ctx0" brushRef="#br0" timeOffset="2984">6142 70 8072,'0'-17'320,"0"-1"0,0 7 1528,0-1-1546,0 8 1,0-2-1,0 14 1,0 8 81,0 5 1,-6 10-1,0 0 1,2 8 17,2 7 0,-4 11 0,1 3 1,1 0-92,2 0 0,2-2 0,2-3 0,4-1-159,5-2 0,-1-3 1,2-14-1,-1-2-661,-1-4 0,5 2 0,-3-8-1859,4-1 1,-5-11 490,1-5 0,-8-14 1877,2-9 0,-4-8 0,-2-10 0</inkml:trace>
  <inkml:trace contextRef="#ctx0" brushRef="#br0" timeOffset="3133">5967 489 8001,'-12'0'2570,"1"0"1,9 0-2400,2 0 0,8 0 0,11 0 0,4-2-270,6-3 0,12 3 0,6-6 99,3 0 0,10-2 0,2-7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5.281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315 122 12543 235333 42553,'10'-9'3740'0'0,"-2"-7"-3071"410"0,-8-1-551-239 0,0-3 1-171 0,-10-9-302 130 0,-8 12 1-130 0,-1 3 184 76 0,-10 14 0-76 0,-6 10 1 0 0,-4 5 26 12 0,6 7 1-12 0,0 3 0 0 0,10-2 46 0 0,2 6 0 0 0,3 10 1 0 0,6 2-1 0 0,7-2 37 0 0,3-2 1 0 0,4-2-1 0 0,3-1 1 0 0,9 1-33 0 0,7 0 0 0 0,1-2 0 0 0,7-4 1 0 0,2-5-10 0 0,2-5 0 0 0,8-9 1 0 0,-1-4-1 0 0,-1-4 117 0 0,-2-2 1 0 0,-2-8-1 0 0,-2-6 1 0 0,-2-5 15 0 0,-2-4 1 0 0,-13-7 0 0 0,-1 5-1 0 0,-3 0-55 0 0,-2 0 1 0 0,-7-6 0 0 0,1 4 0 0 0,-8-1-1 0 0,-7 5 0 0 0,-13-2 1 0 0,-3 2-1 0 0,-4 1-172 0 0,-4 3 0 0 0,2 7 0 0 0,-11 3 0 0 0,-1 1-40 0 0,0 4 0 0 0,7 2 1 0 0,-3 2-57 0 0,4 0 1 0 0,-2 8 0 0 0,4 5-171 0 0,8 9 0 0 0,14 5 1 0 0,7 10 217 0 0,4 3 0 0 0,4-9 1 0 0,4 2-1 0 0,5-5 122 0 0,5-7 0 0 0,7 4 1 0 0,2-3-1 0 0,2-5-41 0 0,4-3 1 0 0,2-11-1 0 0,4 3 1 0 0,2-4-2 0 0,2-2 1 0 0,0-2-1 0 0,-6-4 1 0 0,-1-5-14 0 0,1-5 1 0 0,-2-7 0 0 0,-4 0 0 0 0,-7-1 95 0 0,-9-1 0 0 0,1 2 38 0 0,-8-12 1 0 0,-10 6 0 0 0,-14-4 0 0 0,-9 12 23 0 0,-6 7 0 0 0,-4 4 0 0 0,-1-1 0 0 0,-5 5-2 0 0,-2 4 0 0 0,6 2 0 0 0,-3 0 1 0 0,3 2-100 0 0,4 4 1 0 0,-2-3 0 0 0,14 9-1 0 0,3 4-107 0 0,7 5 1 0 0,-1 2 0 0 0,10 8 3 0 0,6 0 0 0 0,6-2 1 0 0,12-11-1 0 0,1-1 77 0 0,2 1 0 0 0,8-8 0 0 0,-2-5 0 0 0,6-3 4 0 0,6-2 0 0 0,-4 0 1 0 0,4 0-1 0 0,-4-2 30 0 0,-3-3 1 0 0,-1-5 0 0 0,-2-10-1 0 0,-3-1-58 0 0,-3-2 0 0 0,-4-4-32 0 0,-9-2 0 0 0,-4-1 0 0 0,-10-8 1 0 0,-6 7-67 0 0,-10 7 1 0 0,-7 11-1 0 0,-12 1 1 0 0,-1 0 28 0 0,-3 3 1 0 0,-2-1-1 0 0,4 6 1 0 0,-1-2 118 0 0,1 2 1 0 0,2 4 0 0 0,4 6-1 0 0,4 6 20 0 0,5 3 0 0 0,5 9 1 0 0,4 1-1 0 0,3 2 62 0 0,6 4 0 0 0,4-4 1 0 0,2 2-1 0 0,2 1 69 0 0,4-3 1 0 0,9 4 0 0 0,11-8-1 0 0,1-4-54 0 0,4-5 0 0 0,4-6 0 0 0,4-8 0 0 0,3 0-63 0 0,3 0 0 0 0,-6-2 0 0 0,3-4 0 0 0,-1-8-32 0 0,0-7 0 0 0,0 0 0 0 0,-8-6 0 0 0,-6-1-172 0 0,-10 1 1 0 0,-1-4 56 0 0,-10-10 1 0 0,-8 1 0 0 0,-12-1 0 0 0,-7 12 36 0 0,-8 8 0 0 0,-10 5 1 0 0,-4 4-1 0 0,-1 7 91 0 0,-5 3 0 0 0,4 2 0 0 0,1 2 0 0 0,1 3 59 0 0,4 7 0 0 0,4 9 1 0 0,6 5-1 0 0,6-1-84 0 0,4 0 1 0 0,9 6-1 0 0,4 0-113 0 0,4 8 0 0 0,10-10 0 0 0,5-2 1 0 0,9-9 72 0 0,7-7 0 0 0,4-7 1 0 0,2 2-1 0 0,0-6 41 0 0,0-6 0 0 0,0 2 0 0 0,-2-7 0 0 0,-2-3 6 0 0,-2-1 0 0 0,-8-9 0 0 0,2 1 0 0 0,-3 2-66 0 0,-3 1 1 0 0,-7 1-176 0 0,-4-4 0 0 0,-14-3 0 0 0,-11-1-36 0 0,-14 10 1 0 0,-8 7 0 0 0,-8 12 0 0 0,3 4 291 0 0,-3 5 0 0 0,7 5 0 0 0,3 3 1 0 0,6 5 144 0 0,4 5 0 0 0,7-2 0 0 0,1 2 38 0 0,7 2 1 0 0,9 0-1 0 0,10 0 1 0 0,9-6-5 0 0,7-5 1 0 0,6-7-1 0 0,8-13 1 0 0,0 0-69 0 0,0 0 0 0 0,6-7 1 0 0,0-7-1 0 0,-4-5-180 0 0,-6-5 1 0 0,0-1-1 0 0,-8 4 1 0 0,-2-3-102 0 0,-1 3 1 0 0,-11 0-206 0 0,-3-3 1 0 0,-13 5 0 0 0,-11-2 0 0 0,-9 7-51 0 0,-6 8 0 0 0,-2 6 1 0 0,-2 6-1 0 0,-2 6 300 0 0,-1 3 0 0 0,5 3 1 0 0,7-1-1 0 0,3 3 82 0 0,4 3 1 0 0,1-4-1 0 0,5 7 225 0 0,3-1 0 0 0,8-6-143 0 0,16 4 0 0 0,13-11 0 0 0,16-8 0 0 0,-2-6-62 0 0,-2-4 0 0 0,2-13 1 0 0,-3 1-1 0 0,-5-1-32 0 0,-3 0 1 0 0,1 1 0 0 0,-6 1 388 0 0,-2-1-508 0 0,-9 1 1 0 0,-22 1 0 0 0,-17 6-39 0 0,-10 10 1 0 0,-3 8-1 0 0,5 10 1 0 0,2-1 106 0 0,3 1 0 0 0,-1-1 1 0 0,8 1-1 0 0,2-1 93 0 0,1 0 1 0 0,11 3-154 0 0,3 3 0 0 0,10-11 1 0 0,11-2 50 0 0,14-12 0 0 0,6-8 1 0 0,-4-8-1 0 0,-2 1-258 0 0,3-1 1 0 0,-1-5-1 0 0,-2 0-797 0 0,-6 2 0 0 0,2 1 449 0 0,-2 3 0 0 0,-11 7 1 0 0,-18 6 506 0 0,-15 8 0 0 0,-4 12 0 0 0,-4 7 0 0 0,0 0-25 0 0,1 2 0 0 0,3-5 1 0 0,8 3-1 0 0,-1-4-2009 0 0,1-1-213 0 0,7-1 2394 0 0,10-7 0 0 0,17-10 0 0 0,11-10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7.2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402 139 12470 236233 44032,'0'-29'2616'0'0,"0"-1"0"0"0,-2 9 0 0 0,-4-2-2697 0 0,-5 3 0 0 0,-18 11 0 0 0,-6 3 0 0 0,-2 6 101 0 0,0 6 0 0 0,2 3 0 0 0,0 11 1 0 0,0 1 88 0 0,0 2 0 0 0,2 14 0 0 0,4-2 0 0 0,8 2 21 0 0,7 0 0 0 0,7 0 0 0 0,7 2 0 0 0,1 1-102 0 0,5-1 0 0 0,12-8 0 0 0,13-6 0 0 0,6-3-176 0 0,3-7 1 0 0,9-9-1 0 0,-3 0 1 0 0,3-4 53 0 0,-2-2 0 0 0,-3-8 1 0 0,-5-3-1 0 0,2-5 265 0 0,-2-1 0 0 0,-10-7 1 0 0,-8-1-1 0 0,-5 0 676 0 0,-5 0 1 0 0,-7-6-506 0 0,2 1 0 0 0,-12-6 0 0 0,-6 1 0 0 0,-5 7-184 0 0,-6 7 0 0 0,-4 9 0 0 0,-8 3 1 0 0,0 1-103 0 0,0 4 0 0 0,-6 2 0 0 0,0 2 0 0 0,2 2-202 0 0,3 4 0 0 0,1 4 0 0 0,2 7 0 0 0,4 3 28 0 0,5 3 0 0 0,7-2 0 0 0,5 10 68 0 0,6 6 0 0 0,8 0 0 0 0,8 6 77 0 0,7-7 1 0 0,13-10-1 0 0,-1-17 1 0 0,6-1 103 0 0,5-4 0 0 0,-3-2 0 0 0,4-4 0 0 0,-2-4-19 0 0,1-5 0 0 0,-3-5 0 0 0,2-3 0 0 0,-8-3-3 0 0,-8-1 0 0 0,-3-2 1 0 0,-3 3-75 0 0,1-1 1 0 0,-8-8 0 0 0,-7 4-95 0 0,-6 0 1 0 0,-11 2-1 0 0,-13 9-48 0 0,-8 4 0 0 0,-6 5 1 0 0,2 7-1 0 0,-3 2 139 0 0,-3 3 1 0 0,6 5-1 0 0,0 8 1 0 0,6-1 41 0 0,4 0 1 0 0,2 1 0 0 0,-2 3-105 0 0,6 8 0 0 0,11-3 1 0 0,8 11 36 0 0,8-5 0 0 0,12-2 1 0 0,9-15-1 0 0,2-1 30 0 0,4-3 0 0 0,8-7 1 0 0,2 2-1 0 0,-3-4 50 0 0,-1-2 0 0 0,-2-8 0 0 0,0-3 0 0 0,0-5 122 0 0,0-1 0 0 0,-8-7 0 0 0,-4 1-125 0 0,-3 2 1 0 0,-5-12-122 0 0,-3-2 1 0 0,-14-2 0 0 0,-15 10-74 0 0,-11 9 0 0 0,-5 9 0 0 0,-1 9 1 0 0,-3 0 32 0 0,-4 0 1 0 0,4 2-1 0 0,-4 3 1 0 0,6 7 99 0 0,6 3 1 0 0,-2 3 0 0 0,8-1-157 0 0,2 1 0 0 0,3 7 0 0 0,8 4 93 0 0,10 4 0 0 0,12-6 92 0 0,17-3 1 0 0,6-13 0 0 0,12-5 0 0 0,-5-6 67 0 0,1-6 1 0 0,-8-3 0 0 0,2-9 0 0 0,-8-1-69 0 0,-4-5 1 0 0,4 5 0 0 0,-5-4 0 0 0,-5 1 8 0 0,-5-1 1 0 0,-1 2 0 0 0,-7-8-61 0 0,-2-2 0 0 0,-12 5 0 0 0,-9 3-301 0 0,-11 4 1 0 0,-5 9 0 0 0,-1 4 0 0 0,-3 4 238 0 0,-4 2 1 0 0,4 0 0 0 0,-4 2 0 0 0,2 4 184 0 0,-1 6 0 0 0,11-3 0 0 0,-1 3 0 0 0,9 2-39 0 0,4 1 1 0 0,7 5-1 0 0,4 3-75 0 0,4 6 1 0 0,6-6 0 0 0,6-3 0 0 0,7-7-19 0 0,3 1 0 0 0,7-6 0 0 0,2-3 18 0 0,4-3 0 0 0,8-2 0 0 0,-1-2 0 0 0,-3-3 80 0 0,-6-7 1 0 0,-3-4 0 0 0,-7-1-100 0 0,2-1 1 0 0,0-9-343 0 0,-5-8 1 0 0,-10 0 145 0 0,-8-5 0 0 0,-22 12 1 0 0,-13 11-1 0 0,-1 9 92 0 0,-1 6 1 0 0,2 2-1 0 0,0 0 1 0 0,0 2 211 0 0,0 4 1 0 0,0 4-1 0 0,2 9 1 0 0,4 3 199 0 0,6 1 1 0 0,9 6 0 0 0,4-4-183 0 0,3 2 0 0 0,7 6 0 0 0,13 2-14 0 0,10-8 0 0 0,12-13 0 0 0,-6-8 1 0 0,4-4 100 0 0,2-2 0 0 0,2-8 0 0 0,0-4-88 0 0,-2-3 1 0 0,2-3-1 0 0,-14-3-103 0 0,-1-8 1 0 0,-11 6-96 0 0,-5-12 0 0 0,-6 11 0 0 0,-8 3-227 0 0,-9 7 1 0 0,-14 7 0 0 0,-10 7-1 0 0,2 0 56 0 0,2 0 0 0 0,2 7 1 0 0,2 5-1 0 0,2 4 413 0 0,2 1 0 0 0,14 1 0 0 0,-3-1-44 0 0,3 0 1 0 0,7 9-1 0 0,6 1-21 0 0,12 0 1 0 0,3-2 0 0 0,16-9 0 0 0,2-5-196 0 0,2-5 0 0 0,8-6 1 0 0,0-6-1 0 0,-2-3-305 0 0,-2-1 0 0 0,-4-5 0 0 0,-4 3 1 0 0,-6-4-738 0 0,-4-1 1 0 0,-3 3 105 0 0,-4-3 1 0 0,-9 9 570 0 0,-14-9 1 0 0,-12 13 0 0 0,-14 4-1 0 0,4 9 408 0 0,0 7 1 0 0,6 3-1 0 0,-1 3 1 0 0,3 1 440 0 0,4-2 0 0 0,1 1 0 0 0,3 1 128 0 0,-1 6-1036 0 0,9-4 1 0 0,11 4 0 0 0,13-13-728 0 0,7-12 1251 0 0,9-2 0 0 0,-4-26 0 0 0,8 5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5:58.9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350 331 12530 236797 42796,'19'0'5331'0'0,"-3"-10"-4309"1912"0,-16-8 0-1912 0,0 5-757 75 0,0-11 1-75 0,-8 1 0 0 0,-4-10-221 0 0,-3 4 0 0 0,-3 4 1 0 0,-1 9-1 0 0,-3 3-6 0 0,-1 1 0 0 0,-8 8 0 0 0,2 0-193 0 0,-4 8 1 0 0,0 6 0 0 0,4 9-1 0 0,6 3 120 0 0,3 1 1 0 0,5 8-1 0 0,3-2 1 0 0,6 6 122 0 0,4 6 0 0 0,6-10 0 0 0,6 4 0 0 0,9-4 34 0 0,7-4 0 0 0,3-2 1 0 0,8-7-1 0 0,1-3 103 0 0,3-3 0 0 0,2-4 1 0 0,-4-8-1 0 0,1-2 25 0 0,-1-4 0 0 0,-4-6 1 0 0,-6-9-1 0 0,-6-4 92 0 0,-3-3 0 0 0,-5 5 0 0 0,-3-8-180 0 0,-6-6 0 0 0,-12 4 1 0 0,-6-2-1 0 0,-5 8-172 0 0,-6 2 0 0 0,-5 8 0 0 0,-8-3 0 0 0,-3 8-90 0 0,-2 5 0 0 0,-7-1 0 0 0,3 4 0 0 0,0-2 29 0 0,5 2 1 0 0,3 10 0 0 0,4 6 0 0 0,4 5-7 0 0,5 7 0 0 0,7-3 1 0 0,5 8-1 0 0,6 2 21 0 0,4 2 1 0 0,10-4 0 0 0,4-2 0 0 0,5 1-17 0 0,7-1 0 0 0,3-12 1 0 0,10 1-1 0 0,1-7 130 0 0,3-5 0 0 0,6-2 1 0 0,-5-2-1 0 0,1-2 96 0 0,0-4 0 0 0,-2-5 0 0 0,-7-11 0 0 0,-1-1 20 0 0,-3 2 0 0 0,-5-4 0 0 0,-10-1 0 0 0,-1-1-190 0 0,-2-4 1 0 0,-10 2 0 0 0,-4-2-124 0 0,-14 0 1 0 0,-3 4 0 0 0,-12 13 0 0 0,-4 5-70 0 0,-4 1 0 0 0,-10 2 0 0 0,3 6 0 0 0,-7 2 143 0 0,-5 4 1 0 0,12 3 0 0 0,-1 9 0 0 0,8 1 191 0 0,4 5 0 0 0,8-3 0 0 0,6 8 0 0 0,7 2-6 0 0,8 2 0 0 0,4-4 1 0 0,4 0-1 0 0,6 0-44 0 0,10-1 0 0 0,9-3 0 0 0,12-10 1 0 0,3-3 96 0 0,3-6 0 0 0,-4-4 1 0 0,5-2-1 0 0,1-2-54 0 0,-3-4 1 0 0,5-4 0 0 0,-8-7-1 0 0,-3-3-72 0 0,-1-3 1 0 0,-9 2 0 0 0,-5-6-1 0 0,-6-1-121 0 0,-5 1 1 0 0,-4 4-1 0 0,-10-6-99 0 0,-4-2 0 0 0,-6 6 0 0 0,-11 1 0 0 0,-6 7-57 0 0,-4 5 0 0 0,-10-1 0 0 0,-3 7 0 0 0,-3 2 133 0 0,3 2 1 0 0,-5 2-1 0 0,6 0 1 0 0,1 2 171 0 0,3 4 1 0 0,12 3 0 0 0,6 9 0 0 0,3-1-62 0 0,3 1 1 0 0,7 9-1 0 0,6 4 14 0 0,8 2 0 0 0,8 0 1 0 0,11-12-1 0 0,6 1 64 0 0,4-7 0 0 0,2 1 1 0 0,0-8-1 0 0,2-1 84 0 0,4 1 1 0 0,-5-2 0 0 0,5-8-1 0 0,-4-2-17 0 0,-2-2 0 0 0,0-9 0 0 0,-2-1 0 0 0,-4-5-124 0 0,-6-1 1 0 0,-5-7-1 0 0,-5-4-139 0 0,-1-5 1 0 0,-8 3 0 0 0,0 7 0 0 0,-10 3-65 0 0,-11 4 1 0 0,-3-4-1 0 0,-9 1 1 0 0,-2 3 54 0 0,-2 2 0 0 0,-8 7 0 0 0,0 2 0 0 0,1 3 116 0 0,-3 3 1 0 0,6 4 0 0 0,-2 5 0 0 0,6 7 24 0 0,4 4 1 0 0,8 9 0 0 0,0 4-1 0 0,7 4-19 0 0,8 2 0 0 0,4 0 0 0 0,2 0 0 0 0,0 0 48 0 0,0 0 1 0 0,14-2 0 0 0,5-4 0 0 0,4-6 23 0 0,3-4 1 0 0,7-3 0 0 0,0-4-1 0 0,5-7 110 0 0,1-3 1 0 0,-2-4-1 0 0,-2-2 1 0 0,0-5-131 0 0,0-7 1 0 0,-6 3 0 0 0,-2-13-1 0 0,-2 1-94 0 0,-3-4 0 0 0,-9 2 0 0 0,-3-4-101 0 0,-2-6 1 0 0,-4 8-1 0 0,-10-4 76 0 0,-6 6 1 0 0,-11 5-1 0 0,-6 11 1 0 0,-4 5 20 0 0,-2 4 0 0 0,-6 2 1 0 0,0 2-1 0 0,3 2 44 0 0,1 2 0 0 0,4 9 0 0 0,4 1 1 0 0,5 5 11 0 0,5 0 0 0 0,3 9 22 0 0,5 4 0 0 0,5 5 0 0 0,14 2 210 0 0,9-12 0 0 0,14-9 1 0 0,10-9-1 0 0,0-5 7 0 0,1-4 0 0 0,-7-4 0 0 0,2-2 0 0 0,-8-4-135 0 0,-3-1 1 0 0,3-3 0 0 0,-8-7 0 0 0,-3-3-413 0 0,-5-1 0 0 0,-9-2-204 0 0,2 1 0 0 0,-6-1 0 0 0,-8-2 74 0 0,-9 10 1 0 0,-16 7-1 0 0,-12 10 1 0 0,0 0 249 0 0,5 0 1 0 0,3 8-1 0 0,4 3 1 0 0,2 5 328 0 0,2 1 0 0 0,7 1 0 0 0,1 1 61 0 0,7 4 1 0 0,8 5-349 0 0,12 7 0 0 0,14-16 0 0 0,13-7-158 0 0,5-9 1 0 0,3-8 0 0 0,-6-3 0 0 0,-2-2-495 0 0,-4-3 0 0 0,-2-1 0 0 0,-5 0-3563 0 0,1 3 3256 0 0,0-1 0 0 0,-17 4 0 0 0,-12 8 479 0 0,-15 10 0 0 0,-2 6 0 0 0,-3 3 0 0 0,3 2 605 0 0,0 3 0 0 0,-8 7 0 0 0,4-4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0.514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420 418 12244 238039 49460,'0'-23'1860'0'0,"0"0"1"0"0,0 5 0 0 0,-2-11-1621 462 0,-4-2 0-462 0,2 6 0 0 0,-7-1 0 0 0,-3 3 104 0 0,-1 0 0 0 0,-13 0 0 0 0,-5 7-131 0 0,-5 4 0 0 0,-3 5 1 0 0,4 9-179 0 0,-4 3 1 0 0,12 5 0 0 0,0 10-1 0 0,8 3-2 0 0,3 6 1 0 0,9 4-1 0 0,3 2 1 0 0,4 0 62 0 0,2 0 0 0 0,8 4 1 0 0,3-3-1 0 0,5-5 45 0 0,1-3 0 0 0,6-5 0 0 0,3-6 0 0 0,1-1 87 0 0,4-4 0 0 0,4-5 0 0 0,4-9-98 0 0,1-3 1 0 0,-5-5 0 0 0,-8-10 0 0 0,-1-3-114 0 0,-5-6 1 0 0,-3-4-1 0 0,-5-2 1 0 0,-3 0-47 0 0,-2 0 0 0 0,-3 0 0 0 0,-7-2 34 0 0,-3-3 1 0 0,-7 5 0 0 0,-9 0 0 0 0,-7 10 80 0 0,-5 5 1 0 0,2 11-1 0 0,-11 1 1 0 0,1 2-19 0 0,0 0 1 0 0,0 2-1 0 0,9 10 1 0 0,0 8-73 0 0,3 7 1 0 0,8 0 0 0 0,0 8 0 0 0,7 4-42 0 0,8 6 0 0 0,4-2 1 0 0,2 4-1 0 0,2-4 139 0 0,4-2 0 0 0,6-2 1 0 0,11-2-1 0 0,6-4 59 0 0,4-2 0 0 0,2-2 0 0 0,0-7 0 0 0,0-4-70 0 0,0-7 1 0 0,-6-3 0 0 0,0-4 0 0 0,2-3-24 0 0,2-7 0 0 0,-6-9 1 0 0,-3-5-1 0 0,-7-1-242 0 0,-5-4 1 0 0,1-2-1 0 0,-7-2 1 0 0,-2 0-5 0 0,-2 0 0 0 0,-4 0 0 0 0,-4 0 1 0 0,-7 1 105 0 0,-9-1 0 0 0,1 7 0 0 0,-10 5 1 0 0,-4 6 99 0 0,-4 5 0 0 0,-8-2 1 0 0,7 9-1 0 0,1 1 92 0 0,2 2 0 0 0,2 10 0 0 0,0 3 1 0 0,2 7-21 0 0,4 5 1 0 0,12 4 0 0 0,11 8 0 0 0,4 0-37 0 0,2 0 0 0 0,2 0 1 0 0,4 0-1 0 0,5-2 47 0 0,5-4 1 0 0,7 2 0 0 0,2-8 0 0 0,2-3 125 0 0,5-7 1 0 0,0 1 0 0 0,3-8-198 0 0,0-3 0 0 0,4-8 0 0 0,-2-7 0 0 0,-6-5-18 0 0,-4-7 0 0 0,-5-3 0 0 0,-9-8 0 0 0,-3 0-395 0 0,-2 0 0 0 0,-3 0 0 0 0,-6-1 61 0 0,-5-5 1 0 0,0 4 0 0 0,-10-2 0 0 0,-5 8 127 0 0,-4 8 0 0 0,-6 3 0 0 0,-8 5 143 0 0,-2 3 0 0 0,-2 4 0 0 0,7 10 7 0 0,1 4 1 0 0,4 4 0 0 0,15 9 0 0 0,3 5 113 0 0,1 5 1 0 0,8 4 0 0 0,-2 2 0 0 0,4 0 152 0 0,2-1 0 0 0,8-4 0 0 0,4-3 0 0 0,5 0 54 0 0,6 0 1 0 0,-1-6 0 0 0,7 1-1 0 0,2-9-103 0 0,2-7 1 0 0,-4-4-1 0 0,0-2 1 0 0,2-2-131 0 0,2-4 1 0 0,-6-3 0 0 0,-1-9 0 0 0,-5-1-173 0 0,-4-5 1 0 0,3-3 0 0 0,-12-6 0 0 0,-1 2-234 0 0,1 2 1 0 0,-2 0 0 0 0,-8-6 0 0 0,-4 2 121 0 0,-6 4 0 0 0,-9 4 1 0 0,-4 7-1 0 0,-2 3 118 0 0,-4 3 1 0 0,-2-1 0 0 0,-2 7 156 0 0,0 2 0 0 0,-4 10 0 0 0,4 5 0 0 0,8 5 167 0 0,6 1 0 0 0,11 9 0 0 0,4 3 1 0 0,4 4 0 0 0,2 2 1 0 0,0 0 0 0 0,2-2 0 0 0,4-4 29 0 0,6-6 1 0 0,5-4-1 0 0,6-3 1 0 0,4-3-19 0 0,1-1 1 0 0,7-10 0 0 0,-4-2-207 0 0,2-10 0 0 0,3-7 0 0 0,-12-5 0 0 0,-3-3-52 0 0,-2-2 0 0 0,-1-4 0 0 0,-3-8-332 0 0,-3-2 0 0 0,-4 7 0 0 0,-10 6 49 0 0,-4 3 0 0 0,2 8 0 0 0,-11 7 241 0 0,-11 2 0 0 0,7 4 1 0 0,-14 10 149 0 0,0 6 0 0 0,18 3 1 0 0,-9 5 80 0 0,7 3 0 0 0,3 4 1 0 0,3 8 181 0 0,5 0 1 0 0,6 0 0 0 0,6-2-223 0 0,5-4 0 0 0,9-6-110 0 0,9-11 1 0 0,2-6-119 0 0,15-12 0 0 0,-15-13-177 0 0,-1-16 0 0 0,-17 0 1 0 0,-9-4-51 0 0,-8 8 0 0 0,-6 0 1 0 0,-9 10 120 0 0,-4 5 0 0 0,-6 6 217 0 0,-12 10 0 0 0,6 8 0 0 0,0 6 0 0 0,10 5 299 0 0,5 4 1 0 0,11 3 0 0 0,3-3-591 0 0,4 6 0 0 0,4-4-539 0 0,4-2 1 0 0,7-11-1 0 0,12-10-579 0 0,5-12 0 0 0,-1 3 1417 0 0,-12-17 0 0 0,8 9 0 0 0,3-10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2.598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330 245 12935 234563 36223,'18'-12'1964'0'368,"-1"0"0"0"-1,-7-1-980 767-367,-4-11 1-767 0,1-3-495 230 0,-1-8 1-230 0,-2 0-221 36 0,-10 0 0-36 0,-19 10-255 0 0,-16 8 0 0 0,-5 9 0 0 0,-1 14 0 0 0,8 5-87 0 0,8 5 0 0 0,4 9 0 0 0,6 4 0 0 0,-1 4 107 0 0,7 2 0 0 0,-1 6 1 0 0,10 2-1 0 0,3-1 127 0 0,1 1 1 0 0,11-2 0 0 0,9-6 0 0 0,9-2-33 0 14,6-4 0 0 0,4-4 0 0-1,2-8 0 0 1,3-1-50 0 102,3-4 0 0 0,-6-7 1 0 0,2-10-1 0 0,-5-7 58 0 11,-1-4 1 0-1,-2-3 0 0 1,-6-4-1 0-1,-7-4 40 0 6,-7-1 1 0 0,-9-5 0 0-1,2 4-125 0-70,-4-4 0 0-1,-4-5 0 0 1,-4 3 1 0-1,-7 6-51 0-39,-9 1 1 0 0,-3 9 0 0 0,-8-2 0 0-1,0 7-71 0-18,-4 8 1 0-1,-1 4 0 0 0,1 2-119 0-1,-4 0 0 0 0,0 8 1 0 0,-2 6 196 0 0,9 7 1 0 0,12 14-1 0 0,5 10 1 0 0,9-1 91 0 0,6-3 0 0 0,2-4 0 0 0,2-2 0 0 0,4-2 15 0 0,5-4 0 0 0,11-4 0 0 0,3-9 1 0 0,2-3 7 0 0,4-1 0 0 0,2-8 0 0 0,2 1 0 0 0,0-5-86 0 0,0-5 1 0 0,0-7 0 0 0,0-9 0 0 0,-2-5-67 0 12,-4-1 1 0 0,-4-2-1 0 0,-7-4 1 0 0,-3 2 14 0 27,-3 2 0 0 0,1 0 1 0 0,-7-8-85 0-23,-2-4 0 0-1,-10 12 0 0 1,-5-2 1 0-1,-5 6 12 0-13,-1 2 1 0 0,-9 5 0 0-1,-3 7 0 0 1,-4-1 44 0-2,-2 2 0 0 0,0 2 0 0 0,1 8 0 0 0,-1 0 44 0 0,0 0 0 0 0,6 0 0 0 0,1 2 0 0 0,3 4 113 0 0,4 6 0 0 0,1 13 114 0 0,3 10 1 0 0,7 6 0 0 0,4 7-100 0 0,4-1 1 0 0,4-16 0 0 0,6-2 0 0 0,8-8-63 0 0,5-3 1 0 0,14-3-1 0 0,2-3-83 0 0,7-6 1 0 0,3-4 0 0 0,-12-4-1 0 0,0-4-64 0 0,0-6 0 0 0,-6-3 1 0 0,-2-5-1 0 0,0-1-17 0 0,0-2 0 0 0,-11-8 0 0 0,1 0 22 0 0,-1-8 0 0 0,-10 2 1 0 0,-6-4 66 0 0,-10 4 1 0 0,-7 16-1 0 0,-7 4 1 0 0,-5 3 12 0 0,-4 4 0 0 0,-2 2 0 0 0,-2 8 1 0 0,-1 0 50 0 0,-3 0 1 0 0,-2 2 0 0 0,6 4 0 0 0,0 6 84 0 0,4 3 1 0 0,10 3 0 0 0,0-1 0 0 0,3 3-53 0 0,3 3 0 0 0,7-2 0 0 0,5 8-82 0 0,3 3 0 0 0,4-1 0 0 0,5-2-113 0 0,11-6 0 0 0,13-6 0 0 0,8-3 1 0 0,-4-4 68 0 0,-4-3 0 0 0,-2-1 0 0 0,6-6 0 0 0,-2-2 61 0 0,-4-3 0 0 0,4-5 0 0 0,-6-8 0 0 0,0 1 70 0 0,-4-1 0 0 0,3-9 0 0 0,-3-4-40 0 0,-2-2 0 0 0,-9 0 0 0 0,-6 10-6 0 0,-4-6 0 0 0,-10 4 0 0 0,-4 1 1 0 0,-5 7-93 0 0,-7 5 1 0 0,-3-1 0 0 0,-8 7 0 0 0,0 2-52 0 0,0 2 0 0 0,-1 2 1 0 0,-3 0-1 0 0,-2 2 88 0 0,2 4 1 0 0,2 3-1 0 0,4 9 1 0 0,4-1-7 0 0,6 1 0 0 0,4-1 1 0 0,3 5-44 0 0,4 7 0 0 0,7-6 66 0 0,10 12 1 0 0,9-12-1 0 0,13-1 28 0 0,8-9 1 0 0,-2-5 0 0 0,-4-8-1 0 0,4 0-22 0 0,6 0 1 0 0,-8 0-1 0 0,4 0-35 0 0,-2 0 0 0 0,6-8 0 0 0,0-3-104 0 0,-6-5 1 0 0,-8-3 0 0 0,-12-3-52 0 0,-1-1 0 0 0,-10-2 1 0 0,-2 3 99 0 0,-10-1 1 0 0,-5 0-1 0 0,-5 5 1 0 0,-3 3 5 0 0,-6 3 1 0 0,-4-1-1 0 0,-2 7 1 0 0,-2 2 61 0 0,-4 2 0 0 0,5 2 0 0 0,-5 0 0 0 0,4 0 171 0 0,2 0 0 0 0,0 2-195 0 0,0 4 1 0 0,8 3 0 0 0,6 11-40 0 0,7 3 0 0 0,8-1 1 0 0,12 5 130 0 0,6-2 1 0 0,3 0 0 0 0,5-4-1 0 0,1 3-13 0 0,2-3 0 0 0,10-1 0 0 0,0-3-77 0 0,6 0 1 0 0,2-7-1 0 0,-4-4-24 0 0,3-4 1 0 0,-9-2 0 0 0,2-2 0 0 0,-5-4-5 0 0,-7-5 1 0 0,-8-5-1 0 0,-1-5-23 0 0,2-8 1 0 0,-7 5 0 0 0,-3-11 88 0 0,-8 2 1 0 0,-5 8 0 0 0,-9 2 0 0 0,-1 3 71 0 0,-4 3 1 0 0,-6 5-1 0 0,-10 3-23 0 0,-2 1-1 0 0,2 4 1 0 0,8 8 0 0 0,4 6 79 0 0,2 5 1 0 0,1 1-1 0 0,7 11 1 0 0,1 0-47 0 0,5 0 1 0 0,3 2-1 0 0,8 6 1 0 0,0 0 45 0 0,0 0 1 0 0,10-6-1 0 0,5-2 1 0 0,9-3-10 0 0,3-9 1 0 0,-4 3-1 0 0,6-9 1 0 0,2 1 87 0 0,2-4 1 0 0,-4-4 0 0 0,-2-4 0 0 0,1-4-44 0 0,-1-6 0 0 0,-6-3 0 0 0,2-5-178 0 0,-3-3 1 0 0,-9-2 0 0 0,-1-8-148 0 0,-2-2 1 0 0,-4 12-1 0 0,-10-6-271 0 0,-6 7 0 0 0,-11 7 0 0 0,-8 3 303 0 0,-8 6 0 0 0,2 4 1 0 0,-2 4-1 0 0,8 4 199 0 0,8 6 1 0 0,4 5-1 0 0,1 4 1 0 0,3 5 63 0 0,3 1 1 0 0,-1-4 0 0 0,9 6 140 0 0,6 2 1 0 0,0-4-1 0 0,13-1 155 0 0,10-7 0 0 0,-3-5 0 0 0,14-14-211 0 0,3 0 1 0 0,-12-8-1 0 0,3-4 1 0 0,-9-3-225 0 0,-4-3 0 0 0,-1-1 0 0 0,-3-4-236 0 0,-1-6 1 0 0,-10 3-388 0 0,-2 3 1 0 0,-10 6-1 0 0,-13 5-344 0 0,-6 6 0 0 0,-2 6 0 0 0,2 6 0 0 0,6 6-201 0 0,3 3 0 0 0,8 8 1 0 0,3 3-162 0 0,1 1 1 0 0,4-6 0 0 0,10 2 1315 0 0,6-3 0 0 0,11-3 0 0 0,4 1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4.214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245 208 12517 235164 43069,'12'29'675'0'0,"-1"0"1"0"0,-5-8 1634 237 0,6 3-1301 255 0,-8-5 1-492 0,17-11-657 93 0,-4-8 0-93 0,3-16 1 0 0,-7-13-147 26 0,-1-4 0-26 0,-8-7 0 0 0,2-1-282 0 0,-4 2 0 0 0,-10 4 0 0 0,-4 6 0 0 0,-5 6-1 0 0,-7 3 1 0 0,3 11 0 0 0,-8 3 0 0 0,-2 4-6 0 0,-2 2 1 0 0,-2 8-1 0 0,0 5 1 0 0,2 8 138 0 0,4 9 1 0 0,4 3-1 0 0,7 2 1 0 0,3 1 171 0 0,3 5 1 0 0,4-4 0 0 0,8 4 0 0 0,2-4 153 0 0,4-2 1 0 0,10-8 0 0 0,11-4-1 0 0,4-6-142 0 0,6-5 1 0 0,9-4-1 0 0,-1-8 1 0 0,0-2-85 0 0,-5-4 1 0 0,3-4-1 0 0,-2-9 1 0 0,-2-2-65 0 0,-3-3 0 0 0,-8-5 0 0 0,-7 4 0 0 0,-6-2 65 0 0,-3-4 0 0 0,-8 4 1 0 0,2-4-178 0 0,-4-6 0 0 0,-10 8 0 0 0,-6-4 0 0 0,-5 5-120 0 0,-4 7 0 0 0,-8 2 0 0 0,0 3 0 0 0,-6 3 45 0 0,-4 1 0 0 0,-2 8 0 0 0,5-2 0 0 0,-3 6 91 0 0,2 6 0 0 0,8 4 0 0 0,4 9 0 0 0,2 4-12 0 0,3 7 0 0 0,5 3 1 0 0,5 2-1 0 0,6-1 35 0 0,4 1 1 0 0,10 0 0 0 0,4-2 0 0 0,3-4 64 0 0,3-5 0 0 0,7-5 0 0 0,4-3 0 0 0,4-5 137 0 0,2-5 1 0 0,0-4-1 0 0,0-4 1 0 0,0-4-149 0 0,0-5 1 0 0,-6-11 0 0 0,-2-1 0 0 0,-2 0-125 0 0,-3-3 0 0 0,-9 5 0 0 0,-3-10-110 0 0,-2-6 1 0 0,-3 8 0 0 0,-7-4-1 0 0,-3 6-10 0 0,-7 6 1 0 0,-5 3 0 0 0,-7 5-1 0 0,-5 3 66 0 0,-4 2 1 0 0,-2 2-1 0 0,-2 6 1 0 0,-1 2 173 0 0,-3 4 1 0 0,2 4 0 0 0,10 7 0 0 0,6 3 235 0 0,3 3 1 0 0,9 4 0 0 0,1 10 34 0 0,2 4 1 0 0,4-6 0 0 0,12 1 0 0 0,7-6 84 0 0,7-5 1 0 0,9-4-1 0 0,-2-9 1 0 0,4-6-64 0 0,2-4 0 0 0,0-2 1 0 0,0 0-1 0 0,0-2-221 0 0,0-4 1 0 0,-8-10-1 0 0,-4-7 1 0 0,-4 0-309 0 0,-1-3 0 0 0,-3-3-43 0 0,-3-11 0 0 0,-6 3 0 0 0,-12-2 0 0 0,-6 8-348 0 0,-3 8 0 0 0,-10 5 1 0 0,-4 6-1 0 0,-4 7 218 0 0,-2 3 0 0 0,0 2 0 0 0,0 2 0 0 0,2 3 409 0 0,4 7 1 0 0,-2 6 0 0 0,7 3-1 0 0,5 4 194 0 0,5 2 0 0 0,7-3 1 0 0,7 5 147 0 0,0 2 1 0 0,11 6 0 0 0,9-2 329 0 0,7-8 0 0 0,12-14-629 0 0,-4-7 1 0 0,3-6 0 0 0,3-6 0 0 0,-10-5-234 0 0,-4-5 1 0 0,-13-1 0 0 0,1-5-74 0 0,-5-7 1 0 0,-4 6-245 0 0,-6-12 0 0 0,-8 6 1 0 0,-5 2-1 0 0,-7 7-247 0 0,-3 7 0 0 0,-2 9 0 0 0,1-2 432 0 0,-5 4 0 0 0,4 4 0 0 0,2 4-69 0 0,3 6 1 0 0,5 19-46 0 0,3 9 1 0 0,6 7 0 0 0,12-2-1258 0 0,6-11 1 0 0,5-8 1621 0 0,7-15 0 0 0,-5 5 0 0 0,6-6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5.596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158 315 12407 235077 45392,'27'-8'1371'0'0,"-8"4"1"0"0,-7-7 0 0 0,2-3-955 0 0,1-1 0 0 0,-3-3 0 0 0,-1 1 0 0 0,3-1-83 0 0,1 1 1 0 0,-3-6 0 0 0,-2-5 145 0 0,-2-5 1 0 0,-3 8-250 7 0,-5-10 1-7 0,-23 14 0 0 0,-10 3-244 168 0,-8 11 0-168 0,-1 5 0 0 0,9 4 1 0 0,2 3-41 38 0,1 7 0-38 0,9 9 0 0 0,-2 5 0 0 0,3 1-2 0 0,3 4 0 0 0,7-4 1 0 0,4 2-1 0 0,5 2 185 0 0,1 2 1 0 0,7-6-1 0 0,7-1 1 0 0,7-3 28 0 0,8 0 0 0 0,4-1 0 0 0,2-11 0 0 0,0-5 74 0 0,0-4 1 0 0,0-2 0 0 0,0 0-8 0 0,0 0 1 0 0,-2-14 0 0 0,-4-3 0 0 0,-6-3-67 0 0,-3 1 0 0 0,-11 0 0 0 0,-3-5-116 0 0,-4-5 1 0 0,-4-4 0 0 0,-4 0-110 0 0,-5 4 1 0 0,-7 6 0 0 0,-3 9-1 0 0,-4 5-88 0 0,-2 1 0 0 0,-3 2 0 0 0,-6 6 57 0 0,-5 0 1 0 0,6 2 0 0 0,0 4 0 0 0,10 5 55 0 0,5 5 1 0 0,5 3 0 0 0,1 3 0 0 0,5 3 61 0 0,1 2 0 0 0,2-4 0 0 0,8 5 0 0 0,4-1 247 0 0,5 0 0 0 0,5-6 0 0 0,3 3 0 0 0,5-5-72 0 0,5-2 1 0 0,-2-7 0 0 0,2-4 0 0 0,2-4-4 0 0,2-2 1 0 0,-4 0 0 0 0,-2-2-1 0 0,0-6-83 0 0,1-9 1 0 0,-3-3-1 0 0,0-7 1 0 0,-8 0-246 0 0,-1 0 0 0 0,-8 3 1 0 0,-2-5 7 0 0,-4-2 1 0 0,-6-7 0 0 0,-6-1 83 0 0,-8 6 1 0 0,-11 6-1 0 0,0 9 1 0 0,-4 3-50 0 0,-2 3 0 0 0,-2 4 0 0 0,-1 6 0 0 0,-3-2 106 0 0,2-1 0 0 0,4 1 1 0 0,4 9-1 0 0,6 9 70 0 0,6 7 1 0 0,-3 1 0 0 0,12 7-1 0 0,1 2-20 0 0,3 2 0 0 0,4-4 0 0 0,2 0 0 0 0,2 0 45 0 0,4-2 1 0 0,5-1 0 0 0,11-9 0 0 0,3 1 48 0 0,2-1 1 0 0,2-1 0 0 0,6-5 0 0 0,0-5-125 0 0,0-4 1 0 0,-2-4 0 0 0,-2-2 0 0 0,-4-4-18 0 0,-2-1 0 0 0,-1-3 1 0 0,-7-5-1 0 0,1-3-128 0 0,-1-3 0 0 0,-7 0 136 0 0,-4-12 0 0 0,-6 4 1 0 0,-8-6 3 0 0,-10 11 1 0 0,-1 5 0 0 0,-10 13 0 0 0,-2 1-28 0 0,-2-1 0 0 0,4 2 0 0 0,-2 6-5 0 0,-6 0 1 0 0,10 10-1 0 0,-2 5 49 0 0,7 7 0 0 0,13 3 0 0 0,3-2 143 0 0,4 6 0 0 0,10 2 0 0 0,5-2 297 0 0,8-5 0 0 0,3-7-144 0 0,11-5 0 0 0,-4-4 0 0 0,8-10-117 0 0,-8-4 1 0 0,0-6-612 0 0,-8-11 1 0 0,-8-4 0 0 0,-9-8-133 0 0,-4 0 0 0 0,-4 8 0 0 0,-4 3 274 0 0,-5 5 0 0 0,-12 9 1 0 0,-7 4 127 0 0,-3 4 0 0 0,6 4 1 0 0,2 6 250 0 0,0 10 0 0 0,13 1-114 0 0,1 10 0 0 0,7 0-719 0 0,4 6 1 0 0,11-10-422 0 0,13-7 1 0 0,3-10 0 0 0,12-14 0 0 0,-8-6 1116 0 0,-8-3 0 0 0,4-3 0 0 0,0 1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7.097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332 315 12329 243124 47232,'0'27'1714'0'0,"0"-9"1"0"0,8-12 0 0 0,4-12-510 0 0,3-6 1 0 0,2-5-177 0 0,1-7 0 0 0,-8 3-828 0 0,-5-8 0 0 0,-5 2 1 0 0,-5-2-1 0 0,-7 5-200 0 0,-4 5 0 0 0,-9 7 1 0 0,-4 3-1 0 0,-4 1 0 0 0,-2 4 1 0 0,-6 4 0 0 0,1 6 0 0 0,1 6-42 0 0,2 3 1 0 0,10 10 0 0 0,4 4-1 0 0,3 4 112 0 0,3 2 1 0 0,7 6 0 0 0,6 0-1 0 0,8-4 250 0 0,8-6 0 0 0,11 0 0 0 0,6-8 0 0 0,4-4 138 0 0,2-5 0 0 0,6-6 0 0 0,1-8-149 0 0,3 0 0 0 0,0-8 0 0 0,1-6 0 0 0,-7-5-108 0 0,-8-4 1 0 0,-6-8-1 0 0,-9 2 1 0 0,-4-4-229 0 0,-7-2 1 0 0,-3 0 0 0 0,-2 0-1 0 0,-2 2-157 0 0,-3 4 0 0 0,-5-2 1 0 0,-10 7-1 0 0,-5 3 4 0 0,-10 2 1 0 0,-2 3-1 0 0,-7 5 1 0 0,-1 5 94 0 0,0 4 0 0 0,7 2 1 0 0,-3 4-1 0 0,6 5 136 0 0,6 9 1 0 0,0 11 0 0 0,9 0-1 0 0,7 4 45 0 0,3 2 1 0 0,4 0 0 0 0,8 0 0 0 0,4 0 49 0 0,6 0 1 0 0,5-8 0 0 0,6-2 0 0 0,7-4-42 0 0,3-3 0 0 0,3-5 0 0 0,3-13 0 0 0,2 0-20 0 0,-2 0 0 0 0,2-2 0 0 0,-5-3 0 0 0,-3-9-42 0 0,0-7 0 0 0,-7-1 0 0 0,-3-7 0 0 0,-4 0-143 0 0,-1 2 0 0 0,-9-8-167 0 0,-3 0 0 0 0,-6-4 1 0 0,-8-1-1 0 0,-7 10 34 0 0,-6 9 0 0 0,-12 4 0 0 0,0-1 0 0 0,-6 3 134 0 0,0 3 0 0 0,-4 4 1 0 0,3 8-1 0 0,1 0 213 0 0,2 0 1 0 0,2 10-55 0 0,0 7 0 0 0,10 14 0 0 0,7 10 0 0 0,11-2 112 0 0,5-2 0 0 0,9-8 0 0 0,7 0 1 0 0,7 0 121 0 0,8-2 1 0 0,4 4-1 0 0,2-7 1 0 0,0-5-86 0 0,0-5 1 0 0,0-7 0 0 0,0-7-56 0 0,0 0 1 0 0,4-7 0 0 0,-4-5-1 0 0,-8-5-139 0 0,-6-7 0 0 0,-5-3 0 0 0,-5-8 0 0 0,-5 0-56 0 0,-4 0 1 0 0,-2 0-1 0 0,0 1 1 0 0,-4 1-371 0 0,-7 3 1 0 0,-3-1-1 0 0,-15 8 1 0 0,-2 2 35 0 0,-2 1 0 0 0,-2 11 0 0 0,0 3 1 0 0,0 4 373 0 0,0 2 1 0 0,2 2 0 0 0,2 4-1 0 0,6 7 240 0 0,6 9 1 0 0,-1 5-1 0 0,14 8 1 0 0,2 0 28 0 0,3 0 0 0 0,2-2 0 0 0,5-2 0 0 0,6-4-43 0 0,3-2 1 0 0,11-2-1 0 0,1-5 1 0 0,2-3 36 0 0,0-3 1 0 0,2-4 0 0 0,8-10-156 0 0,2-4 1 0 0,-6-4 0 0 0,-8-9-1 0 0,-2-3-411 0 0,-4-1 0 0 0,-7-6 0 0 0,-4 4-155 0 0,-3-2 0 0 0,-1-2 0 0 0,-8-4-156 0 0,-4 3 1 0 0,-3 5 0 0 0,-13 10 256 0 0,-7 3 0 0 0,-2 6 1 0 0,-11 12 455 0 0,5 6 0 0 0,0 3 0 0 0,14 3 0 0 0,1 1 92 0 0,3 4 1 0 0,7-3 0 0 0,2 5 244 0 0,3 0 0 0 0,3 2 0 0 0,10 6-32 0 0,5-4 1 0 0,7-11-1 0 0,7-12-263 0 0,10-4 0 0 0,-6-2 0 0 0,4-2 0 0 0,-6-4-315 0 0,-6-6 1 0 0,-1 1 0 0 0,-3-5-1 0 0,1-3-504 0 0,-1-1 0 0 0,-7-1-672 0 0,-4-2 1 0 0,-14 3 226 0 0,-9-3 0 0 0,-14 13 1 0 0,-10 10 519 0 0,2 10 1 0 0,16 0-1 0 0,7 3 1 0 0,5 5-2187 0 0,1 3 2788 0 0,6 2 0 0 0,4 3 0 0 0,10 1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09.330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400 315 12255 244430 49174,'9'-17'1333'0'0,"-1"7"0"0"0,-10-6-322 0 0,-4 5 1 0 0,3 1-168 0 0,-9-2 0 0 0,6 7-472 0 0,-6-7 0 0 0,-1 0-256 0 0,-10-5 1 0 0,-5 5-221 0 0,-6 1 1 0 0,4 9 0 0 0,3 2-150 0 0,2 9 0 0 0,8 9 1 0 0,7 7 317 0 0,2 10 0 0 0,2 0 0 0 0,8 6 220 0 0,4-5 0 0 0,4-8 0 0 0,9-7 144 0 0,4-7 1 0 0,-1-7 0 0 0,9-9-260 0 0,6-3 1 0 0,-10-7-1 0 0,2-9 1 0 0,-8-5-119 0 0,-3-1 1 0 0,-3-4-1 0 0,-3-8-128 0 0,-6-1 0 0 0,-12 5 0 0 0,-6 7 0 0 0,-5 3-54 0 0,-6 4 1 0 0,-5 7 0 0 0,-7 5 0 0 0,1 1 120 0 0,-1 4 0 0 0,0 4 0 0 0,2 6 1 0 0,4 7 151 0 0,5 9 1 0 0,5-1-1 0 0,1 8 1 0 0,3 2 77 0 0,3 2 1 0 0,4-4 0 0 0,10 0-1 0 0,4 2 153 0 0,6 2 1 0 0,11-5 0 0 0,4-5 0 0 0,2-4-146 0 0,1-1 0 0 0,-1-9 1 0 0,6-3-1 0 0,0-4-114 0 0,-1-2 1 0 0,1-4 0 0 0,0-5 0 0 0,-2-11-81 0 0,-4-5 0 0 0,1 2 1 0 0,-11-6-1 0 0,-4-2-238 0 0,1-2 0 0 0,-8-2 1 0 0,-4-2-74 0 0,-8-4 0 0 0,-8 10 1 0 0,-9-2-1 0 0,-6 4-10 0 0,-6 2 1 0 0,2 7 0 0 0,-10 1 0 0 0,2 7-2 0 0,-2 5 0 0 0,4 1 0 0 0,-3 8 0 0 0,3 3 199 0 0,2 7 0 0 0,2 6 0 0 0,4 5 0 0 0,5 8 326 0 0,5 8 0 0 0,7-2 1 0 0,3 3-1 0 0,1-1 283-82 0,4 2 0 82 0,8-10 0 0 0,6 4 0 0 0,3-4-144-265 0,7-4 0 265 0,9-4 1 0 0,0-9-1 0 0,4-4-166-187 0,2-3 0 187 0,2-1 0 0 0,1-8 1 0 0,3-4-265-106 0,-2-5 1 106 0,-2-11 0 0 0,-4-3 0 0 0,-4-2-155-21 0,-6-4 0 21 0,-3 4 0 0 0,-5-2-65 0 0,-3-2 0 0 0,-4-8 1 0 0,-10 0 35 0 0,-4 6 1 0 0,-6 0 0 0 0,-11 10-1 0 0,-6 3-56 0 0,-4 7 1 0 0,-8 3 0 0 0,0 6 0 0 0,2-2 135 0 0,3 3 0 0 0,1 3 1 0 0,-2 7 228 0 0,-4 11 0 0 0,12 1 0 0 0,2 10 1 0 0,11 2 194 0 0,10 2 0 0 0,4 2 0 0 0,2 0 1 0 0,2 0 258-8 0,4 0 0 8 0,6-8 0 0 0,9-3 0 0 0,4-5 93-112 0,3-2 0 112 0,1 1 0 0 0,6-3-389-92 0,0-3 1 92 0,5-4 0 0 0,-1-10 0 0 0,-4-4-145-54 0,-4-6 0 54 0,-10-3 0 0 0,3-5 1 0 0,-7-3-321-12 0,-5-6 0 12 0,-4 2 1 0 0,-8-2-1 0 0,0-2-110 0 0,0-2 1 0 0,-2 4 0 0 0,-4 1-1 0 0,-8 1-92 0 0,-7 0 0 0 0,-6 6 0 0 0,-8-3 0 0 0,0 5 12 0 0,0 2 0 0 0,0 7 0 0 0,-2 4 408 0 0,-4 4 1 0 0,12 16-1 0 0,0 5 1 0 0,8 8 271 0 0,3 10 1 0 0,9-2 0 0 0,3 6 0 0 0,4-4 233-5 0,2-2 1 5 0,8 0-1 0 0,3-2 1 0 0,7-4-42-76 0,5-6 1 76 0,-2-4 0 0 0,9-3 0 0 0,1-4-218-77 0,2-7 1 77 0,-4-3 0 0 0,-2-6 0 0 0,0-5-306-47 0,0-9 0 47 0,-5-5 0 0 0,1 0 0 0 0,-4-6-362-4 0,-1-4 1 4 0,-9-2-1 0 0,-3-2 151 0 0,-4-4 0 0 0,-4 10 0 0 0,-4-2 0 0 0,-7 8-190 0 0,-9 9 1 0 0,1 1-1 0 0,-8 9 453 0 0,-2 2 1 0 0,-8 6 0 0 0,-2 8 0 0 0,5 9 201 0 0,5 6 1 0 0,5 4 0 0 0,9 6-1 0 0,1 0 4 0 0,5 0 0 0 0,-3-6 0 0 0,10 0-606 0 0,6 2 0 0 0,8-11 0 0 0,13-5 0 0 0,6-5-1283-24 0,4-6 1 24 0,4-10 1702-97 0,4-5 0 97 0,3-13 0 0 0,9-3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2:56:11.046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451 241 12428 239333 44921,'0'-23'2283'0'0,"0"0"1"0"0,0 11 0 0 0,-2-9-2222 0 0,-4-1 0 0 0,2 1 1 0 0,-8 4-1 0 0,-1-1-158 0 0,-3 1 1 0 0,-7 5 0 0 0,-2 2 0 0 0,-2 3-77 0 0,-4 3 0 0 0,-2 4 0 0 0,-2 6 0 0 0,0 7 201 0 0,0 8 1 0 0,2 7-1 0 0,4 8 1 0 0,6 3 342 0 0,3 2 0 0 0,10 6 0 0 0,5-7 0 0 0,5-1 114 0 0,5-2 0 0 0,11 2 0 0 0,11-2 1 0 0,4-6-113 0 0,6-4 0 0 0,8-6 0 0 0,-3-9 0 0 0,3-6-195 0 0,3-4 1 0 0,-5-2-1 0 0,0-2 1 0 0,-2-6-115 0 0,-1-9 0 0 0,-1-7 0 0 0,-10-7 0 0 0,-7 2-86 0 0,-9-2 0 0 0,-5-2 0 0 0,-8-2 0 0 0,0 0-56 0 0,0 0 1 0 0,-10 0 0 0 0,-7 0 0 0 0,-12 2 1 0 0,-10 4 0 0 0,-4-2 0 0 0,-5 8 0 0 0,1 4-149 0 0,-1 5 1 0 0,-3 6-1 0 0,-1 8 1 0 0,1 0 128 0 0,5 0 0 0 0,5 14 1 0 0,12 5-1 0 0,8 8 91 0 0,7 10 0 0 0,0-2 1 0 0,9 6-1 0 0,3-4 142 0 0,5-2 1 0 0,7-6 0 0 0,10-2 0 0 0,3-2 127 0 0,6-3 1 0 0,4-9 0 0 0,4-3 0 0 0,2-2 116 0 0,1-5 1 0 0,1-3-1 0 0,-6-5 1 0 0,-2-7 93 0 0,-4-4 1 0 0,2-1 0 0 0,-6-2-346 0 0,3-5 1 0 0,-9-9-1 0 0,0-5 1 0 0,-7 3-277 0 0,-4 4 0 0 0,-4 0 0 0 0,-10-6-201 0 0,-6 2 1 0 0,-9 4 0 0 0,-6 13-1 0 0,-4 3-133 0 0,-6 3 0 0 0,-2-2 0 0 0,2 9 0 0 0,-2 3 154 0 0,-1 6 1 0 0,-1 1 0 0 0,8 11-1 0 0,4 5 209 0 0,5 4 1 0 0,5 5-1 0 0,4 5 1 0 0,3-1 503 0 0,6 1 1 0 0,4-6 0 0 0,4 1 290 0 0,4 1 0 0 0,7 0 1 0 0,15-4-329 0 0,7-10 1 0 0,-2-7 0 0 0,-4-10-1 0 0,0-2-131 0 0,-2-4 0 0 0,4 2 0 0 0,-8-7 0 0 0,1-3-193 0 0,1-1 1 0 0,-6-3-1 0 0,3-1 1 0 0,-7-3-344 0 0,-3-1 0 0 0,-8-2-19 0 0,1 2 0 0 0,-5 3 101 0 0,-5-3 0 0 0,-21 11 0 0 0,-12 6-48 0 0,-5 5 0 0 0,6 8 0 0 0,10 5 1 0 0,2 3 220 0 0,3 3 0 0 0,3 1 0 0 0,3 5 202 0 0,5 5 1 0 0,-3 4 0 0 0,10 2 323 0 0,6 0 0 0 0,8-14 1 0 0,15-4 35 0 0,10-1 1 0 0,0-8 0 0 0,4-4 0 0 0,-6-8-249 0 0,-4-8 0 0 0,-2 0 0 0 0,2-3 0 0 0,-6-5-357 0 0,-3 1 1 0 0,-5-2-1 0 0,-1-1-164 0 0,-2-1 1 0 0,-11-2 0 0 0,-1 3-181 0 0,-9-1 1 0 0,-9 2 0 0 0,-5 9 0 0 0,-4 4-76 0 0,0 1 0 0 0,-6 5 0 0 0,4-4 0 0 0,-2 6 415 0 0,1 6 1 0 0,-1-2-1 0 0,8 7 1 0 0,2 5 295 0 0,1 5 1 0 0,5 0 0 0 0,3 9 376 0 0,6 1 0 0 0,4-4 0 0 0,6 0 122 0 0,8-2 0 0 0,2-2 0 0 0,15-7-142 0 0,2-4 1 0 0,-4-5 0 0 0,2-7-425 0 0,2 0 0 0 0,-4-7 1 0 0,0-5-238 0 0,-1-4 1 0 0,-5-3-1 0 0,-8-2-525 0 0,-1-3 1 0 0,-10-1-84 0 0,-2 2 1 0 0,-8 9 0 0 0,-11-3-154 0 0,-4 1 0 0 0,-5 9 626 0 0,-6 1 0 0 0,1 6 1 0 0,1 6 800 0 0,3 5 0 0 0,16 7 74 0 0,1 5 1 0 0,8 4-1 0 0,6 6 394 0 0,4-4 0 0 0,4-4-421 0 0,7-7 0 0 0,8-3-642 0 0,5-3 1 0 0,1-6-278 0 0,-2-12 1 0 0,-6-6-52 0 0,-11-11 0 0 0,-5-4 0 0 0,-9-6-18 0 0,-3 4 1 0 0,-5 4 0 0 0,-9 9-138 0 0,-5 5 1 0 0,3 3 262 0 0,-8 8 0 0 0,2 9-572 0 0,-2 9 0 0 0,11 7 18 0 0,12 10 1 0 0,22-10 0 0 0,11-7-880 0 0,10-10 1 0 0,5-8 1696 0 0,-1-6 0 0 0,4-4 0 0 0,7-7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15.3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262 270 8168,'10'-7'111,"-1"5"824,-3-4-312,-4 4-146,6 2-261,-8 8 1,0 1-1,0 9 1,0-1-38,0 1 0,0-1 0,0 3 0,0 1-43,0 2 0,0 8 0,0 0 0,0 8-6,0 8 0,0-3 0,0 3 0,0 2 25,0 1 0,0 4 0,0 3 0,0 1 24,0-2 0,0 0 0,0 1 0,0 3 39,0 2 0,2-6 0,2 2 0,2-3-131,-3-3 0,5 6 0,0 0 0,0-1-19,0-3 1,3-3-1,-5-3 1,0-1-12,2 1 1,-6 1 0,3-1 0,-3-3 89,-2-3 1,0 7 0,0-2 0,0 1-4,0-1 1,0 3 0,0-3-1,0 3-46,0 3 0,0-7 0,0 1 0,0 1-22,0 3 1,0 3 0,2 2 0,2 2-41,2-1 0,2-3 0,-4-2 0,3 1-97,3-1 0,-6 1 0,2-3 1,-4-1 103,-2-3 1,0-7 0,0 4 0,0-3 25,0 1 0,0 0 1,0-6-1,0 0 46,0 0 0,0 5 1,0 3-1,0 2 10,0 3 1,0 3 0,0 3-1,2 2-69,3 3 0,-1-1 1,6-4-1,0 2 28,-1 3 0,-3-1 0,4-6 1,-2-1-12,-4-5 0,3-1 1,-1-6-1,-2 1 21,-2-1 0,-2 4 0,0 0 0,0 1-30,0 5 1,0 1-1,0 5 1,0 1-39,0 2 1,-2 8-1,-2-2 1,-2 4-30,2 2 1,-3 2-1,1 1 1,2 3-40,2-2 0,0-4 0,-2-6 0,-2-8 129,3-8 0,1 3 0,2-5 1,0 3-65,0-2 0,0 1 0,0-5 1,0 1-22,0 5 1,0-1 0,0 1 0,0-3-22,0 3 0,-6 1 0,0 5 0,2 3-24,2 6 1,2 4 0,0 4 0,2 1-46,4 3 0,-4 11 0,4-5 0,-4-2 50,-2-1 1,0-5 0,-2 5 0,-2-1 67,-2-4 1,-8-4 0,5-6 0,-3-4 36,0 0 1,7-6-1,-5 5 1,0-5 27,0-2 1,7 1 0,-3 1 0,2 2-95,-2 2 1,4 1 0,-4-7 0,4 2-30,2 5 0,0 1 0,0 4 0,0-6-32,0-4 1,0-1-1,0 1 1,0 0 2,0-1 0,0-5 0,0-15 0,2-4-362,4-5 1,-4-11-700,4-1 1,-4-10-234,-2-2 1,0-8 0,0-9 1350,0-1 0,0-15 0,0-4 0</inkml:trace>
  <inkml:trace contextRef="#ctx0" brushRef="#br0" timeOffset="716">0 515 8411,'0'10'2132,"0"-3"1,2-7-1561,4 0 1,4-2 0,7-3-172,0-7 1,1-9-1,-1-5 1,1-1-191,-1-4 1,1-2-1,1-4 1,1-1-64,-3-3 1,4 0 0,-9 4 0,2 0-100,-3 2 0,3-2 0,-8 14-394,-2 2-208,5 1 0,-7 13 395,4 7 1,-4 7 0,0 11 0,4-1 160,5 1 1,3 5-1,0 2 1,-3 3 143,3 3 0,1 2 1,3 1-1,1 1-192,4 0 1,-3 0 0,3 2 0,-3 2-787,-3 2 1,0-2 0,1-8 0,-1-4 830,1-2 0,7-2 0,2-5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17.8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34 734 7365,'-10'0'2094,"2"0"0,6 0-1397,-4 0-519,4 0 1,-3 0-130,10 0 0,7 0 0,9 0 70,3 0 1,7 0-1,0 0 1,9 0 48,13 0 0,9-2 0,16-4 0,9-4-121,10 1 0,-45 1 0,1 0 1,1 2-1,0 1 0,1-3 1,-1 0-8,-2-1 0,-1 1 0,1 1 1,-1 2-1,44-5 0,0 1-55,0-1 1,-2 6 0,-6-2 0,-1 4-34,-5 2 1,9-6 0,-1-1 0,10-3 24,-49 3 1,1 0-1,0 0 1,1-1-1,2-1 1,2 0-1,2 1 1,1-1-48,1 0 0,0 0 0,1 1 0,0-1 0,1 0 0,0 0 1,1 0-1,0-1 68,1-2 1,1 1 0,2 3 0,1 0 0,-1-1 0,-2-1 0,1 1 0,0 0 29,-1 2 0,-2 1 0,-3 2 1,-1 0-1,-1-1 0,0 0 1,2 0-1,0 1 13,4-2 1,-1 2 0,-4 2-1,0 0 1,2-1 0,0 0 0,-1 1-1,1 0-55,-1-1 0,0 1 1,2 0-1,0 0 1,1-3-1,0 0 1,1 0-1,0 0-10,-1 0 1,0 1 0,2-1 0,0 0 0,-1-2 0,0 0 0,0 1 0,1 1 9,0-2 1,0 0 0,-3 3 0,0 0 0,2 0 0,0 0 0,-2 1 0,0 1 7,-1-1 1,0 0-1,0 0 1,0 0-1,1 2 1,-1 0 0,-1-1-1,0 0 84,-2-1 0,0 0 0,3 0 0,-1 1 1,-2 1-1,0 2 0,3-1 0,0 0-44,4 0 1,-1 0 0,-5-1 0,0 0-1,2-1 1,0 0 0,-1-1 0,0 0-57,1 1 1,-1 0-1,2-2 1,0 0 0,0 0-1,0 1 1,0-1 0,0 0 13,-1 0 1,-1 0 0,-2-2 0,0 0 0,0 2 0,1 1 0,-3-1 0,0 0-29,1 0 0,-1 0 0,43-4 0,0 4 0,-10-1 57,-8 1 0,-3 2 0,-10 2 0,-6 0-2,-10 0 0,-15 2 0,-14 2 0,-5 3-279,-6 3 1,1-4-147,-7 6 0,0-7 1,-8 5-7,-4-2 1,2-2 0,-7-6 0,-1 2-295,2 3 0,-5-3 0,3 4 106,-4-4 1,5-2 599,-1 0 0,8 8 0,-3 2 0</inkml:trace>
  <inkml:trace contextRef="#ctx0" brushRef="#br0" timeOffset="650">9325 18 8271,'-18'0'292,"1"0"0,5 0 842,0 0-671,8 0 1,10 0-1,12 0-135,1 0 1,1 0 0,-3 0-1,0 0-49,1 0 1,5 0-1,2 2 1,3 2-117,3 1 1,-4 7-1,2-4 1,2 2-135,2 3 0,2-3 0,0 2 0,0 1-154,0 3 0,-2 7 0,-2 0 0,-4-1-32,-2-3 0,-7-4 0,-9-1 0,-1-2 112,-4 1 0,-2-3 1,-6 0-1,-6-3 277,-7-3 1,-12-2-1,0 0 1,-4 2-53,-2 2 1,0 0 0,0-6 0,-2 0-46,-4 0 1,10 0-1,-4 0 1,2 0-38,0 0 1,4 0-1,2 0 1,2-2-274,3-4-5,11 4 0,3-8 5,8 5 0,6 1 0,2-8 1,1-2-350,5-1 1,-4-3 0,1 1 0,3-2-211,1-5 1,-3 5-1,-2-6 1,-1-1 733,1-3 0,-6-4 0,4-2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1.3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1520 6958,'0'10'2968,"0"-3"-1435,0-7-1614,8 0 0,1-6 1,7-1-47,-5-3 0,5 4 0,-6-5 0,1-1-83,1 2 1,0-5 0,5 5 0,1-2 303,-1 1 0,1-1 0,-1-5 0,0 1 56,1 4 0,-1-3 1,1 5-1,-1-1-1,1-1 0,-7 2 0,1-3 0,2 3-297,1 2 1,3-5 0,-1 3 0,1-2-130,-1 1 0,0 1 0,1-4 1,-1 3 105,1-3 1,-3 4 0,-1 1 0,-2-1 94,1 0 0,-3 6 1,0-3-1,-1 1 255,1 0 0,-4-2-46,5 2 1,-1 3 0,4-7 0,-3 0-71,3 0 1,0 5 0,-1-5 0,-1 0 19,1 0 0,3 1 0,1-5 0,1 3 37,-1-3 1,-1 4 0,-3-1-1,-1-1-34,2 2 1,1-5 0,3 3 0,-1-3-60,1-3 1,-1 3 0,0 1 0,1 2-24,-1-1 1,1-3-1,-1-1 1,3-1-49,3 1 1,-4-1 0,5 1 0,-5-1-21,-1 1 0,-1 0 1,1-1-1,-1 3 83,0 3 0,1-4 0,-1 5 0,1-3-7,-1 3 1,1-5-1,-3 4 1,-1-1-5,-2 1 1,-1-3 0,7 3 0,-1-4-7,1-1 0,-1 5 1,0 1-1,1-3-8,-1-1 0,1-1 0,-1 2 0,1 3-11,-1-3 0,-5 1 1,0-1-1,-1 2-33,-1-1 1,3 3 0,-5 0 0,0 1-39,0-1 0,0 4 129,-3-5 1,-1 5 131,8-6 0,0 0-210,5-5 0,0 1 1,-1 3-1,-2 3-86,-3 2 0,1-5 0,5 1 0,1-3-152,-1-3 1,1 3 0,-1 1 0,1 2-259,-1-1 0,1-1 533,-1 3 0,-7-5 0,-3 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2.3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1817 8163,'-10'7'267,"1"-5"191,3 4 1,4-2 568,-4 2 236,4-4-514,2 5 1,8-14-1,3-5 1,5-3-786,1-3 0,7 1 0,1-3 0,2-1-130,4-2 1,2-8 0,2 1-1,0-1 162,0 2 1,0-4-1,0 4 1,0-2-12,0 2 1,5-2-1,1 6 1,-2 0-20,-2-1 0,-4-3 1,-2 6-1,-2 2-58,2 1 1,2-3 0,0 0-1,-2 1 34,-2 3 0,-2-1 0,4-1 1,-2-2 27,3 1 0,-5-3 1,2 0-1,2-2-53,2-4 1,2-2 0,0-2 0,2 0-104,3 0 0,-3 0 1,4 0-1,-4 2-99,-2 4 1,0-2 0,-2 8-1,-4 3 13,-6 7 0,0-3 1,-3 7-1,-5-1-200,1 4 1,-7-2 0,3 0-764,2-1 1235,-7 5 0,9-19 0,-6 3 0</inkml:trace>
  <inkml:trace contextRef="#ctx0" brushRef="#br0" timeOffset="634">1886 192 7474,'6'-11'973,"0"-1"1,2 8 22,-3-2-684,-3-3 0,8 7 0,-6-6 56,2 0 1,2 6-312,-3-4 1,3 3 0,6-1 0,-3-2-27,3 2 0,1 0 0,3 0 1,-1-4-15,1-1 0,1-1 0,3-4 1,3 5 30,2 1 0,-6-4 1,3 5-1,-5-1-63,-2 0 0,1 2 390,-1 6 1,-7 2 0,-4 6-187,-4 9 0,-10 3 0,-2 7 0,-1 0-72,-1 0 0,2-3 0,-3 3 0,3 0 41,2 0 1,-3 0 0,3 2 0,0-5-173,0-5 0,-3-1 1,3-3-440,-2-3 1,5 1-198,-7-7 0,6 0 1,-6-8-592,-1-4 0,3-2 1,-2-5-967,-1 1 2207,-3 8 0,-1-3 0,-1 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4.6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365 71 8775,'-11'0'1828,"1"2"-1301,2 3 0,-3 5 0,3 8 0,0 1 86,0 4 0,2 6 1,5 12-1,-3 6-194,-2 3 1,0 10-1,6 4 1,0 4-275,0 2 1,2-2 0,2-4 0,2-8-151,-2-7 0,-1-8 1,1-12-1393,2-6 1,2-6 219,-2-5 0,-4-12 0,3-12 1,-1-5 1176,2-6 0,-4-4 0,6-8 0</inkml:trace>
  <inkml:trace contextRef="#ctx0" brushRef="#br0" timeOffset="235">121 228 8465,'0'-18'0,"-2"3"0,-2 1 1510,-2 3 0,0 5-751,6-6 1,2 2 0,6-3-467,10 1 1,1 8 0,10-1 0,2 1-36,2-2 1,8 4 0,1-6-1,5 2-208,7 0 0,-1-1 1,7 3-1,-2-2-386,0 2 0,1-4 0,-7 1 1,-2-1-364,-3 0 0,-4 2 1,-8 6-1,0 0-1189,-1 0 0,-12 0 1888,-5 0 0,-3-7 0,3-3 0</inkml:trace>
  <inkml:trace contextRef="#ctx0" brushRef="#br0" timeOffset="484">103 455 8459,'-19'6'694,"-4"0"0,3 1 496,-3-1 0,11-2-718,6 8 1,12-7 0,8 5 0,7-2-110,8-4 0,4-2 0,2-4 1,2-2-231,4-2 0,-2-7 1,5 3-1,-1-2-610,-4 1 1,0 1-1,-1-4 1,5 3-2897,2-3 3373,-6 6 0,3-7 0,-7 5 0</inkml:trace>
  <inkml:trace contextRef="#ctx0" brushRef="#br0" timeOffset="868">819 664 8317,'10'0'4685,"-2"0"-4132,-8 0 1,8 0-1,3 0-436,5 0 1,1 0-1,3 0 1,1 0-52,2 0 1,2 0 0,-3-1-1,3-5-267,2-6 0,-5-3 0,1-3 1,-4 1-185,-1-1 1,-3 1-1,-3-1 131,-6 1 0,-6-1 0,-6 3-31,-6 3 0,-11 4 1,-6 10-1,-4 4 222,-2 6 0,-4 3 1,2 3-1,6 1 189,4 4 1,0-1-1,7 5 1,5 0 141,-1 0 0,9-3 0,3 3 0,6-2-14,4-4 1,15 5 0,2-5 0,10-4-316,8-3 1,-4-10-1,5 2 1,-1-4-836,0-2 0,0 0 0,-6-2 896,0-4 0,0-4 0,-1-7 0</inkml:trace>
  <inkml:trace contextRef="#ctx0" brushRef="#br0" timeOffset="1318">1640 664 8211,'10'-17'639,"-4"0"1,-4-1 0,-2 1 3,0-1 1,2 6-1,1 1-230,3-3 0,0 5-233,-6-3 1,-2 2 0,-4-1 0,-5 5-299,-5 4 0,-7 4 0,0 4 0,-1 5-17,-1 5 1,0 1-1,-6 1 1,4 1 30,1 4 0,3-1 1,6 5-1,1-2 196,5-4 0,1 5 0,6-3 0,-2-2 45,2-1 0,4-3 0,6 1 0,6-3-80,3-3 0,3-4 1,1-8-1,2 0-62,3 0 0,5-8 1,-6-4-1,0-3-54,3-3 1,-13 1-1,5-1 1,-3 1-25,1-1 1,-5 7 0,-1-1-194,-2-2 0,-2 5 9,-6-3 1,0 10 0,0 2 0,0 10 269,0 5 0,5 3 1,1-1-1,-2 3-149,-2 3 0,6-4 0,2 5 0,1-5-194,1-1 0,0-7 1,5-1-1,0-2-1785,1-4 2125,-1-3 0,9-1 0,1 0 0</inkml:trace>
  <inkml:trace contextRef="#ctx0" brushRef="#br0" timeOffset="1618">2199 106 8292,'0'-18'1958,"-2"8"-1516,-4 5 1,-1 10-1,-5 7 1,4 6-268,0 5 0,6 4 1,-3 10-1,3 2 21,2 1 1,0 9 0,0-1 0,0 7-13,0 3 0,5 0 0,3-3 1,0 1-176,0 2 0,3-8 0,-3-9 1,0-6-1088,0-6-1024,5 4 1213,-3-21 1,-2-4 0,-6-22 888,-6-7 0,-18 1 0,3-5 0</inkml:trace>
  <inkml:trace contextRef="#ctx0" brushRef="#br0" timeOffset="1800">1902 595 8233,'0'-18'1154,"0"8"1,2-3 0,4 7-780,6 2 1,5 2-1,6 2 1,6 0-450,4 0 0,2-2 1,0-2-1,0-1-535,0 1 0,0 0 0,0 0 0,-2-2 609,-4 2 0,4-5 0,-6-1 0</inkml:trace>
  <inkml:trace contextRef="#ctx0" brushRef="#br0" timeOffset="2168">2531 595 8199,'0'-12'0,"0"0"890,0-1 0,0 3-54,0-2 0,0 10-602,0 2 0,-2 8 0,-2 10 0,-2 1-50,2 4 1,2-3 0,2 5 0,0 0 44,0 4 0,2-2 1,4 1-1,6-1-137,3 0 0,3-6 0,-1 3 0,1-5-72,-1-2 1,6-1 0,3-4 0,1-7-116,4-3 1,-6-4-1,-2-3 1,-3-7-111,-3-4 1,1-9-1,-3-4 1,-1-4-45,-2-2 0,-9 0 0,3 0 0,-4 2 4,-2 4 1,0-2 0,-2 8-1,-2 2-331,-1 1 0,-9 10-3,2 5 1,5 5 0,-1 5 0,2 9-730,0 7 1308,0-1 0,14 13 0,2-6 0</inkml:trace>
  <inkml:trace contextRef="#ctx0" brushRef="#br0" timeOffset="2551">3125 630 8157,'11'0'1329,"1"0"0,-8 1-774,2 5 1,-4 4-1,-2 9-210,0 5 0,0-3 0,2 6 0,1 0-222,3 1 1,0 1 0,-4 4 0,2-2-51,2-2 1,0-8 0,-6 2-1,1-5-67,5-6-11,-4 3 1,6-15-1,-8 0 1,0-12-217,0-9 0,-6 2 0,-2-7 0,1 3-136,-1 0 1,2-6-1,6 5 1,0 1-131,0-2 1,0 6 0,0-5 0,0 3 46,0-2 1,2 3-1,4-1 1,5 5 116,5 5 1,7 1-1,2-2 1,1 7 44,-1 3 1,6 2 0,-2 0 0,2 0 277,-2 0 0,2 0 0,-7 0 0,14 7 0,-1 3 0</inkml:trace>
  <inkml:trace contextRef="#ctx0" brushRef="#br0" timeOffset="2851">3526 839 7840,'0'12'1767,"2"-3"-1406,4-1 1,4 4 0,7-6-1,1-2-228,-1-3 1,1-1 0,-1 0-1,1 0-63,-1 0 1,6-7-1,1-5 1,-3-3 9,-2-3 0,-1 1 1,-3-3-1,-1-1-202,-2-2 0,-9-1 1,3 7-1,-6-1 6,-6 1 1,3 5 0,-11 3 0,-3 3 358,-5 8 0,-7 5 0,6 13 0,1 3-163,3 6-1,4 4 1,3 2 0,6 0-182,4 0 1,2 0 0,2-2 0,4-2-117,6-2 1,5-8-1,8 3 218,10-5 0,8-9 0,9-2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28.8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0 235 9002,'10'8'3729,"-2"-6"-3495,-8 6 1,2-8-1,3 0 1,7 0-57,4 0 0,1 0 1,1-2-1,-1-4 35,1-6 1,1-3 0,2-3 0,3 1-85,-3-1 0,-2-1 0,-1-2 0,-1-3-198,1 3 1,-7 2-1,-1 1-208,-2 1 1,3 5-842,-5 0 1,0 10 985,-6 2 0,0 8 0,0 10 284,0-1 0,0 6 0,0 3 1,0-1 315,0 0 0,0 6 0,2-2 1,2 4 6,2 2 1,1 8-1,-3 3 1,2 5-146,-2 1 0,4-5 0,-2-3 0,-2 1-337,-3 0 1,-1-12 0,0 0 0,0-6-1619,0-6-2221,8-1 2807,-6-11 1,8-1-1,-6-10 1039,2-4 0,-1-3 0,-5-9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41.8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305 105 8457,'0'-10'1527,"-7"3"1,5 9-1,-4 5-1119,4 11 0,2-1 0,0 9 0,0-1-158,0 4 0,0 6 1,0 6-1,0 5-342,0 5 0,0 1 0,0 0 1,0-1-101,0-5 0,0 1 1,2-10-1,2-6-1025,2-4 1,1-4-1,-3-5-2011,2-1 3228,0-7 0,-6-2 0,0-8 0</inkml:trace>
  <inkml:trace contextRef="#ctx0" brushRef="#br0" timeOffset="251">26 88 8370,'-8'-18'1347,"4"3"-485,-7 3 1,9-2-639,2 9 1,10-1 0,13 6-1,4 0-139,0 0 0,8 0 1,-2 0-1,6-2-227,0-4 1,5 4-1,1-4 1,2 4-176,-1 2 0,-5 0 0,3 0 1,-1 0-668,-4 0 1,-4 0 0,-4 0 983,-2 0 0,0 8 0,6 2 0</inkml:trace>
  <inkml:trace contextRef="#ctx0" brushRef="#br0" timeOffset="499">98 402 8277,'-16'12'0,"3"-1"276,1 3 0,6-4 0,-3 1 242,1 3 1,2-4 0,8-1-138,4-1 0,4-2 0,7-6 0,2 0-208,5 0 1,3 0 0,8-2-1,0-2-269,0-2 1,5-5 0,1 3 0,-4-2-529,-6-4 0,2 5 1,-4-1-1,2 2 624,-2 4 0,4-5 0,-5-1 0</inkml:trace>
  <inkml:trace contextRef="#ctx0" brushRef="#br0" timeOffset="883">500 577 8629,'2'9'731,"3"-3"1,-1-4-1,8-2 1,2 0-379,1 0 1,3 0 0,-1-2 0,2-2-233,5-2 0,-3-5 0,6 3 0,-2 0 3,-3 1 1,3-7-1,-4 2 1,-3-1-373,-5 1 0,-1-3 0,4 3 0,-5-4-356,-5-1 0,-4-1 1,-4 3 448,-4 3 0,-4-1 1,-7 7-1,-2 2 126,-5 2 0,-1 4 0,-6 4 0,4 6 98,2 3 0,1 4 0,7 3 0,1 3 249,5 2 0,-3-4 0,8 5 0,2-1 29,3 0 1,2-4-1,5 4 1,8-1-403,7-5 1,1-2 0,7-3 0,2-4-176,2-7 1,0 3 0,-2-2 0,-4-2 229,-2-2 0,6-10 0,-4-2 0</inkml:trace>
  <inkml:trace contextRef="#ctx0" brushRef="#br0" timeOffset="1351">1233 472 8335,'-11'-6'608,"-1"0"0,8-2 1,-4 5-386,0-3 1,5 0 0,-7 4 0,0-2-142,0-2 1,5 0 0,-7 6 0,-2 0 194,-1 0 0,-3 2 0,1 4 0,0 4-158,-1 0 0,1 5 0,-1-3 0,3 3-83,3 3 0,-4 1 1,7 3-1,-1 1-191,4-2 1,4-1 0,2-3-37,0 1 0,2-7 1,4-1-1,6-2-5,3-4 0,5-3 0,1-2 0,2-3 83,-1-2 0,-3-8 0,-2 5 1,1-3 110,-1 0 0,1 3 0,-3-5 0,-1 2 457,-2-1 1,-9 3 41,3-2-403,4 9 0,-8 3 1,4 11-84,-4 5 1,4-5 0,-1 1 0,1 0-118,2-3 0,-4 7 1,7-6-305,3-1 0,2 5 0,1-8 0,0-2-420,1-3 1,-6-1 829,-1 0 0,9-7 0,7-3 0</inkml:trace>
  <inkml:trace contextRef="#ctx0" brushRef="#br0" timeOffset="1650">1425 175 8232,'-9'-17'37,"1"5"1,8 0 0,0-1 580,0-3 1,0 5 113,0-1 1,0 10-545,0 2 0,0 10 1,0 11-1,0 4 141,0 2 1,0 2 0,0 6 0,0 2-40,0 4 0,6-2 0,-1 7 0,-1 1-135,-2-2 0,4 3 0,2-5 0,2-1-379,3 1 0,-3-2 0,0-6 0,-1-2-297,1-4 1,-4-4-499,5-7 1,-7-11 0,2-7 52,-4-9 1,-2-7 0,-2-3 965,-4-5 0,-3-3 0,-9-8 0</inkml:trace>
  <inkml:trace contextRef="#ctx0" brushRef="#br0" timeOffset="1833">1303 437 8232,'-12'-6'1638,"1"0"-337,7 0 0,-4 5-974,8-5 0,8 2 0,4-6 0,5 2-325,6 5 0,-1-5 0,7 0 0,2 0-403,2 0 0,2 1 1,-2 3-1,-2-2-336,-2 2 0,-6 0 737,6-2 0,0 4 0,6-5 0</inkml:trace>
  <inkml:trace contextRef="#ctx0" brushRef="#br0" timeOffset="2201">1687 472 8452,'-2'-10'2877,"-4"4"-2543,5 4 1,-7 4-1,8 4 1,0 6-30,0 3 1,0 3-1,2-1 1,2 3-61,1 3 1,3-2-1,-2 6 1,6-1-103,3-5 1,-1-2 0,1-1 0,5-3-143,-1-3 0,2 2 1,1-9-1,3-1-115,2-2 0,0-9 0,2-5 0,-5-4-143,-5-1 0,-1-8 1,-1-2-1,-1-3-69,-5 1 1,-3 6 0,-8-4-1,0 2 26,0 3 0,-8 3 1,-3 3-1,-3 3-604,2 1 0,-3 8 352,3-2 1,4 12 0,3 6 0,3 3 66,2 3 0,2-1 1,1 1 484,3-1 0,16 1 0,-3-1 0</inkml:trace>
  <inkml:trace contextRef="#ctx0" brushRef="#br0" timeOffset="2583">2211 437 12044,'0'17'546,"0"1"1,0 1-1,2 3-192,4 1 0,-2 8 0,6-4 0,-1 2-150,1 0 1,2-1-1,3 3 1,-1-4 54,-3-2 0,1-2-65,5-5 1,-5-9-343,0-3 0,-8-17 0,1-7 0,-3-1-246,-2-1 0,-5-3 1,-3-2-1,-2-2 46,-4-4 0,5 5 0,-1 1 0,2 2-107,4 0 1,-3-1 0,1 5-69,2-4 0,2 3 0,4-3 1,4 3 38,5 3 0,7 7 1,3 5-1,4 3 161,3 2 0,-5 0 1,6 0-1,0 0 323,-2 0 0,6 15 0,-6 4 0</inkml:trace>
  <inkml:trace contextRef="#ctx0" brushRef="#br0" timeOffset="2933">2526 559 9963,'11'0'591,"1"0"1,-1 0-1,7 0 1,-1 0-438,1 0 1,1 0 0,3-2 0,1-4-51,-2-5 1,4 1 0,-1-2 0,-3-1-198,-2-3 1,-3-1 0,-4-1 104,-7 1 1,-3-1-1,-4 3 10,-3 3 1,-5-1 0,-8 7 0,1 4-25,0 6 1,-1 6 0,3 7 0,1 0 59,2 1 1,7 5 0,-5 2-1,2 1 21,4-1 0,4 4 0,4-6 0,6 1-152,5 1 0,1-6 1,11 5-1,0-5-451,0-2 0,4-5 1,6-2-1,0-3 524,-4-3 0,-2-2 0,4-2 0</inkml:trace>
  <inkml:trace contextRef="#ctx0" brushRef="#br0" timeOffset="3783">884 1223 8230,'12'-6'445,"-1"0"0,-5-7 168,6 1 0,-8 2 1,3 1-6,1 1 1,2-4 0,7 6-239,1 2 1,-7-3 0,1 1 0,3 0-167,7-2 1,-3 6 0,6-3 0,-1 3-140,-1 2 0,6 0 0,-6 2 0,-1 3 10,-3 7 0,-1-2 0,-1 1 0,-1 5 52,-5 5 1,-3 1 0,-10 5 0,-4 0 64,-5 0 1,-5 2-1,-3 6 1,-3-2 5,-1-4 0,-6 2 0,6-6 0,1 1 107,3-1 0,1 4 0,3-6-242,3-1 1,5-3-110,7-1 1,9-9-1,7-3 1,9-4-177,8-2 0,-2 0 0,12-2 0,-3-2-452,1-2 0,8-5 0,-3 3 1,3 0-2433,-3 0 3106,5-5 0,-14 3 0,5-7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46.8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140 115 8597,'0'12'1336,"0"0"1,0-7 0,0 7 0,0 4-920,0 5 0,0 6 0,0 8 0,0 4-211,0 7 0,6 1 0,1 11 1,3-4-362,4-1 0,-1-3 0,1-3 0,-3-6-1511,3-4 1,-4-10 924,1-4 1,-7-13 0,2-10 0,-4-10 740,-2-6 0,0-9 0,0-2 0</inkml:trace>
  <inkml:trace contextRef="#ctx0" brushRef="#br0" timeOffset="201">0 168 8209,'0'-12'814,"0"0"1,8 3 0,5-5-315,9 2 0,1 9 0,10-3 0,6 4-386,3 2 0,5 0 1,5 0-1,1 0-334,-1 0 1,1-6 0,-1-2 0,-2 0-119,-3 1 0,-4-5 338,-8 6 0,0-7 0,0 3 0</inkml:trace>
  <inkml:trace contextRef="#ctx0" brushRef="#br0" timeOffset="467">157 395 8326,'-8'9'933,"5"-1"1859,-9-8-2022,8 0 0,-2 0-570,12 0 1,4 0-1,7 0 1,3 0-303,3 0 1,2-2 0,8-4-1,0-3-805,4-1 0,2-6 1,-4 5-1,0-3 907,0 3 0,7-13 0,3 5 0</inkml:trace>
  <inkml:trace contextRef="#ctx0" brushRef="#br0" timeOffset="967">768 569 8519,'-9'-7'1866,"1"3"-210,8-8-1137,0 8-625,0-4 1,2 6 130,4-3 0,3 3 1,9-4-1,-1 4-28,1 2 0,-1-6 0,1-2 1,-1 1 41,1-1 0,5-4 1,0 4-1,-1 1-19,-3-1 0,-3-6 0,-3 5 192,-1-1 1,-6-4-1,3 7-56,-1-3 1,-4 6-1,-10-2-133,-6 4 0,-3 2 0,-3 0 1,1 0-4,0 0 1,-3 0-1,-1 0 1,-2 2-141,1 4 1,-3-2-1,4 8 1,3 1 77,5 3 1,1 1 0,-4 3-1,3 1 113,1 2 1,8 2-1,0-3 1,8 3 130,8 2 0,5-6 0,7 3 0,5-7-234,4-5 0,8 1 1,1-7-1,1-2-437,0-2 0,3-2 0,-3 0 0,0 0-416,-1 0 0,-7-8 1,-8-1-1,-1-3 885,-5 0 0,6-7 0,0-8 0</inkml:trace>
  <inkml:trace contextRef="#ctx0" brushRef="#br0" timeOffset="1401">1607 552 8008,'0'-18'265,"0"1"0,0-1 0,0 1 574,0 0 0,0 5 0,0 0-403,0-1 0,-2-1 0,-2 1-257,-2 1 1,-7 8 0,1-2-57,-4 4 0,-1 2 1,-1 2-1,1 2-128,-1 2 1,1 7 0,0-1-1,1 4-10,4 1 1,-1 6-1,7 1 1,2-3 59,2-2 0,2-1 0,0-1 0,2 1-117,4-1 1,-2-5-1,9-2 1,5-3-19,3-3 1,2 4 0,-5-2 0,1-2-45,5-2 1,-5-4 0,2-4 0,-5-4 81,-4 1 1,-3-7 0,5 6 0,-4-1 53,-3-1 0,1 2 1,-4-3-848,2 1 808,0 8 0,-1-2 0,3 12-12,2 6 0,-4-2 0,5 1 0,3 3-208,1 1 1,3 3 0,-1-3 0,1-1-367,-1-3 1,7-7-1,-1 2 623,-2-4 0,6 6 0,1 2 0</inkml:trace>
  <inkml:trace contextRef="#ctx0" brushRef="#br0" timeOffset="1717">2096 80 8017,'0'-17'112,"-6"5"0,0 1 269,2-3 0,0 0 16,-1 3 1,3 11 0,-6 11-1,2 7 12,0 5 0,0-1 1,6 9-1,0 4-45,0 3 0,0 11 0,0-5 0,2 3-285,4 0 1,-2-1 0,6 7-1,-1-1-18,1 0 1,-6-7-1,4-6 1,-2-8-904,-1-8 0,3-3-1024,-2-3 1,-2-7 1265,7-4 0,-7-12 1,2-6-1,-6-5 600,-6-7 0,-3 5 0,-9-6 0</inkml:trace>
  <inkml:trace contextRef="#ctx0" brushRef="#br0" timeOffset="1867">1904 395 10879,'17'6'165,"1"-1"1,1 1 0,2-6 0,5 0-678,1 0 0,2 0 1,6-2-1,0-2 512,0-1 0,7-17 0,3 3 0</inkml:trace>
  <inkml:trace contextRef="#ctx0" brushRef="#br0" timeOffset="2265">2462 412 8041,'0'-11'650,"0"-1"0,0 6 0,-1-4 62,-5 3 0,4 3-392,-4 10 1,4-3 0,0 11 0,-2 3-30,-2 5 0,1 7 1,5-4-1,1 2-83,5 4 0,-2-3 0,8-1 0,1 0-88,3 0 0,1-6 1,1 1-1,1-9-192,5-7 0,-3-4 0,8-2 0,2 0-6,2 0 0,-6-14 0,-2-5 1,-1-4-46,-1-2 0,-7-6 0,-9 1 0,-1-3 2,0-2 0,0 1 1,-8 1-1,-2 3-129,-2 7 0,-7 10 0,1 3 1,-4 2-241,-1 4 0,5 2 0,3 4-221,1 4 1,2 10 0,6 7 0,2-2 255,4-1 0,3 3 1,9 0-1,-1-1 455,1-3 0,7-7 0,2-3 0,2-1 0,0-4 0,-5-2 0,5-2 0,0-8 0,6-2 0</inkml:trace>
  <inkml:trace contextRef="#ctx0" brushRef="#br0" timeOffset="2600">3056 412 9976,'0'12'2332,"0"1"-1878,0 7 0,0-3 0,0 8 1,0-1-281,0-1 0,0 6 1,0-4-1,2 1-7,4-1 1,-4-2 0,6-5-8,-1-1 1,-5-5 0,6-3-213,0-1 0,-6-10 0,4-9 1,-4-7-304,-2-5 0,0 1 0,0-5 0,0 0 50,0 0 0,0 6 0,0-5 1,0 3-172,0 0 1,0 0 0,2 5 131,3 1 1,-1 1 0,8 3 0,2 3 15,1 2 0,8 2 0,3 6 0,1 0-15,4 0 1,2 0 0,2 0 0,0 0 342,0 0 0,-1 8 0,1 2 0</inkml:trace>
  <inkml:trace contextRef="#ctx0" brushRef="#br0" timeOffset="2918">3528 587 8107,'9'0'1615,"1"2"-543,-4 4 1,4-4-861,7 3 0,-5-3 1,-2-4-1,-1-2-112,1-1 0,-4-3 1,3 2-1,1-4-168,0 1 0,-6-7 1,2 4-206,-4-3 0,-2-3 1,-2 3 293,-4 3 0,-4 5 1,-7 9-1,-1 3 238,1 7 0,-1 3 0,3 3 0,3-1-57,6 1 1,-2 5-1,3 0 1,3 1-260,6 1 0,5-6 0,11 3 0,5-7-625,10-3 0,9-8 0,15 2 682,5-4 0,4-10 0,1-2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6:51.5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95 7449,'-9'0'2738,"-7"0"-1567,14 0-196,-6 0 0,22-6-895,3 1 1,5-7 0,-5 4-1,1 0-234,-1 1 0,1-7 1,-1 4-1,1 1-43,-1 3 1,1 4-1,-1 0 31,0-4 0,1 6 156,-1 0 0,-7 8 0,-4 9 0,-4 1 147,-2-1 0,-8 1 1,-2-1-1,-1 1-52,-1-1 0,0 1 0,-5-1 0,0 1 10,-1-1 0,1-1 0,1-3-212,4-1 0,-1-6-17,7 5 1,0-5 244,6 6 1,6-6 0,2 3-1,1-1 1,5-4 1,7 4 0,3-3 0,-3 1 10,-2 2 0,-1-4 1,-1 8 35,1 1 1,-1 3 0,-1 1 29,-5 1 0,-3 5 1,-8 0-1,0-1-57,0-3 0,-8 4 0,-3 1 1,-5-3-30,-1-2 1,-6-1-1,-3-3 1,1-1-59,0-3 1,-6-7-1,2 2 1,-2-4-347,2-2 1,-2-8 0,5-3 0,1-3-809,0 3 0,3-5-2546,11 4 3655,3 5 0,8-9 0,0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2:59:54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6067,'9'0'0,"1"0"0,-4 0 0,-4 0 0,6 0 0,-8 0 0,0 0 0,0-8 0,0-2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0:45.991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347 96 12496 244299 43485,'10'-10'3237'0'0,"-4"-11"0"0"0,-12 3-3011 0 0,-6-1 1 0 0,-7 5-89 0 0,-10 3 0 0 0,-6 9 0 0 0,-14 2 1 0 0,5 9 170 0 0,1 7 1 0 0,8 9 0 0 0,8 6-1 0 0,2 6-90 0 0,3 4 0 0 0,11-1 1 0 0,5-5-1 0 0,6 0-53 0 0,6 0 1 0 0,11-2 0 0 0,14-6 0 0 0,6-9-156 0 0,4-10 0 0 0,7-6 0 0 0,-3-2 0 0 0,0 0-15 0 0,-4 0 0 0 0,-5-14 1 0 0,-3-3-1 0 0,-4-5-43 0 0,-5-3 0 0 0,-7 4 1 0 0,-5-8 125 0 0,-6-3 1 0 0,-6 5-1 0 0,-8 0 1 0 0,-8 2 4 0 0,-5 4 0 0 0,-10 7 1 0 0,0 4-1 0 0,-6 3 77 0 0,-4 3 0 0 0,1 2 1 0 0,5 2-1 0 0,0 2 10 0 0,0 3 0 0 0,2 7 0 0 0,4 9 0 0 0,5 5-15 0 0,5 1 1 0 0,9 4 0 0 0,4 8-159 0 0,5 1 0 0 0,10-7 0 0 0,7-9 0 0 0,7-5 50 0 0,4-1 0 0 0,2-7 1 0 0,6-1-1 0 0,0-2 106 0 0,0-4 0 0 0,2-4 0 0 0,0-6-58 0 0,-2-6 1 0 0,0-5-1 0 0,-16-5 1 0 0,-3-1-261 0 0,-1 2 0 0 0,-7-8-146 0 0,-2-6 1 0 0,-6 2 0 0 0,-6-4 70 0 0,-6 6 0 0 0,-17 9 1 0 0,-8 1-1 0 0,-3 7 186 0 0,-3 9 1 0 0,2 3-1 0 0,4 4 1 0 0,0 3 201 0 0,2 7 0 0 0,-1 4 1 0 0,12 3 66 0 0,3 4 0 0 0,9 4-89 0 0,6 8 1 0 0,14-2-1 0 0,10-3 1 0 0,9-9 71 0 0,6-8 1 0 0,2-5 0 0 0,0-8 0 0 0,0 0-53 0 0,0 0 0 0 0,0-8 1 0 0,-2-3-1 0 0,-2-7-136 0 0,-2-5 1 0 0,-8 4-1 0 0,0-7 1 0 0,-5 3-196 0 0,-4 0 1 0 0,-9-2 0 0 0,1 3-1 0 0,-8-1-127 0 0,-7 2 0 0 0,-7-5 0 0 0,-3 3 0 0 0,-4 4-102 0 0,-2 5 1 0 0,-8 6 0 0 0,-6 8 325 0 0,2 0 0 0 0,-4 2 0 0 0,5 6 0 0 0,5 8 192 0 0,7 5 0 0 0,9 10 0 0 0,5-2 0 0 0,6 4-179 0 0,4 2 1 0 0,4-6 0 0 0,4-2-1 0 0,8-3-19 0 0,7-9 1 0 0,1 1-1 0 0,7-11 1 0 0,2-1-386 0 0,2-2 1 0 0,0-4-1 0 0,-2-3 1 0 0,-4-7-1646 0 0,-2-4 1 0 0,-2-3 2122 0 0,-5-4 0 0 0,-1-5 0 0 0,1-6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0:47.125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187 156 12389 232586 45802,'27'-18'2230'0'0,"-2"9"-656"1325"0,-15 1 122-1119 0,-3 8-1270-124 0,-7-8 0-82 0,-7-2-288 3 0,-5-7 1-3 0,-11-1-170 0 0,-6 1 1 0 0,1 7-229 0 0,-1 4 0 0 0,8 6 244 0 0,-2 6 0 0 0,11 8 207 0 0,6 15 1 0 0,8-2 0 0 0,8 8 298 0 0,7-10 1 0 0,5-11 0 0 0,-3-5 144 0 0,4-1 1 0 0,-1-4-402 0 0,7-10 1 0 0,-8 0-126 0 0,3-11 1 0 0,-13-4-334 0 0,-5-14 0 0 0,-12 8 1 0 0,-7 5-97 0 0,-9 9 0 0 0,-5 5 301 0 0,-8 8 0 0 0,2 8 0 0 0,4 3 172 0 0,6 5 0 0 0,11 9 185 0 0,6 4 0 0 0,8 2 35 0 0,10-2 0 0 0,15-11 1 0 0,16-14-302 0 0,-4-8 0 0 0,-1-6 0 0 0,-14-7 0 0 0,-3-1-11 0 0,-2 1 0 0 0,-1-3-362 0 0,-1-3 1 0 0,-7-4 36 0 0,-4-8 0 0 0,-24 14 0 0 0,-7 5 0 0 0,-4 6 108 0 0,-4 6 1 0 0,0 4 0 0 0,-2 6-1 0 0,2 6 202 0 0,4 3 0 0 0,-2 9 0 0 0,8-1 1 0 0,3 0 294 0 0,7 3 1 0 0,-1 3-40 0 0,8 11 0 0 0,10-5 0 0 0,16-2 29 0 0,13-13 1 0 0,2-11 0 0 0,5-9 0 0 0,-3-2-135 0 0,-2-3 1 0 0,-2-5 0 0 0,-4-8-1 0 0,-6 1-69 0 0,-3 0 0 0 0,-5-3 0 0 0,-3-3-409 0 0,-6-6 1 0 0,-6 4-1 0 0,-8 1-406 0 0,-9 5 0 0 0,-3 9 1 0 0,-9 4-1 0 0,-2 4-710 0 0,-2 2 1 0 0,-2 2-237 0 0,0 4 1 0 0,4 6 1631 0 0,8 11 0 0 0,7-4 0 0 0,16 7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1:24.93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647 226 8466,'15'-2'600,"-3"-4"149,4 4 0,-13-6 0,7 6 233,-2-4 1,-2 3-533,-6-9 0,0 6 0,0-6 0,-2 1-205,-4 1 0,2-5 1,-6 3-1,1-4-100,-1-1 1,-2 5 0,-7 1 0,-2-3 46,-3-1 0,-7 3 1,2 2-1,-4 2-137,-2 5 0,-2 3 0,-1 5 0,-5 9 39,-2 7 0,4 8 0,-3 12 0,1 6 10,4 3 0,2 8 0,5 5 0,2 3 38,7 5 1,11 5-1,7-4 1,3-2-240,2-8 1,15-8-1,10-7 1,12-5-115,10 1 1,5-14 0,5 0 0,3-9-433,2-9 1,4-3 0,8-10-1,-1-4-329,-5-5 0,-6-7 1,-11-5-1,-5-6-236,-5-4 1,-6-2 1207,-6 0 0,-4-8 0,-7-1 0</inkml:trace>
  <inkml:trace contextRef="#ctx0" brushRef="#br0" timeOffset="466">1206 121 8466,'8'-10'103,"-7"1"0,5 3 1356,-4-6-896,-2 4 1,0 2 0,0 12 0,-2 8 99,-4 7 1,5 1 0,-7 9-1,2 4-94,0 3 1,0 11-1,6-1 1,0 9-174,0 7 1,0 4-1,0 0 1,0-3-145,0 0 0,0-3 0,0 2 1,2-8-658,4-8 0,-2-7 0,6-12-1587,-3-5 1,5-15 445,-6-9 1,0-7 0,-6-13 1545,0-3 0,0-12 0,0-10 0</inkml:trace>
  <inkml:trace contextRef="#ctx0" brushRef="#br0" timeOffset="1032">1957 627 8466,'-10'-7'3057,"0"3"-2165,4-8 0,3 2 0,-7-3-787,2 1 0,0 6 0,4-5 0,-3-1 9,-3 2 0,4 1 0,-5 5 0,-3-2-3,-2 2 1,-3 2-1,-2 2 1,-5 2 10,-1 4 1,4 4-1,-4 9 1,0 4 92,0 6 1,3 4 0,-1 2 0,4 0 19,5 0 0,5 6 0,-1 0 0,6-3-129,4-1 0,4-8 0,4-1 0,7-3-124,9-4 1,-1-9 0,8-6 0,0-4-150,-1-2 1,5-8 0,-4-6 0,2-5-27,-2-4 1,2-7 0,-10 7 0,-3 0 111,-5-2 1,-3-1-1,2-3 1,-7 6 451,-3 4 1,-2 1-339,0 1 1,-2 1-160,-3 5 1,3 11 0,-6 11 0,2 5 126,0 1 1,0 1 0,6-1 0,2 1 69,4-1 1,4 0 0,7 1 0,1-1-147,-1 1 1,1-3 0,-1-1 0,1-4-385,-1-3 1,3 1-1,1-4-1334,2 2 0,-2-2 1793,-9-10 0,4-4 0,-7-7 0</inkml:trace>
  <inkml:trace contextRef="#ctx0" brushRef="#br0" timeOffset="1533">2743 540 8466,'0'-12'1777,"0"1"-450,0-3 0,0 4-811,0-1 0,-2 5 1,-4-4-263,-6 3 1,2 1-1,-1 6 1,-3 0-123,-1 0 1,-3 0 0,-1 0-1,-2 2-98,-3 4 0,-1 3 0,4 7 0,-3-1-153,3 3 0,2-3 127,1 14 1,8-7 0,5 1 0,3-4 17,2-1 0,7-1 0,7-1 0,5-3-20,5-1 0,7-2 0,-4 3 0,2-1 37,0 2 0,-2 1 0,4 1 0,-3-3 85,-3-1 0,-4-1 0,-7 7 0,-5-1 106,-1 1 0,-2-1 1,-8 1-1,-6-1-89,-9 1 1,-3-7 0,-9-1 0,-2-2-485,-2-4 1,-2 3 0,0-1 0,0-2-366,1-2 0,6-8 1,5-1-1,4-1-766,1 0 0,7-4 0,1 5 58,2-3 0,4 0 1412,10-1 0,12-5 0,9 6 0</inkml:trace>
  <inkml:trace contextRef="#ctx0" brushRef="#br0" timeOffset="1933">3476 575 8166,'0'-17'539,"0"-1"0,-6 6 0,-1 3 146,-3 1 1,4-4 0,-6 6-306,-1 3 1,-3-1 0,-1 0 0,-3-2-28,-3 2 0,4 2 0,-7 2 1,3 0-225,0 0 1,0 6 0,5 0-1,1 0-60,-1 1 1,3-3-1,3 8-147,6 2 1,4 1 0,4 3 126,4-1 1,4 0 0,7-1 0,3-2 25,3-3 0,-2 1 0,6 5 0,-1 1 26,-5-1 1,-2 1 0,-1-1 0,-1 1 31,1-1 1,-1 6 0,-1 1-1,-5-3-102,-5-2 1,-4-1 0,-2-1 0,-2 1-99,-4-1 1,-9-7 0,-10-2-1,-3-2-509,-3-1 1,-2-1 0,0-8-1,2-3-1085,2-3 0,8-2 1661,-2-5 0,-4-8 0,-1-3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1:27.88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1 282 13041,'11'0'783,"1"0"1,2-2-544,1-4 0,4-4 0,3-7 0,3-1-68,2 1 1,-4-1-1,5-1 1,-1-3-128,0-1 0,-6 0 0,5 5 0,-5 1-192,-4 0 1,5-1-959,-11 1 974,-3-1 1,0 16-1,-8 10 1,0 9 338,0 7 1,0 7 0,0-2-1,0 6 71,0 6 0,0-3 0,0 11 0,0 3 322,0 5 1,0 1 0,0-6 0,2 1-179,4-1 0,-4-2 1,3-3-1,-3-6-213,-2-4 1,2-10-1,2-4-362,2-4-870,0-9 0,-6-4-7272,0-12 5725,-8 4 2569,6 2 0,-13 10 0,5 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1:36.53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87 8750,'0'-11'2874,"0"-1"-2399,7 8 0,-3-9 1,8 7-56,2 2 1,1-4 0,2 2-1,1 2 12,-1 2 0,9-3 0,3-1 0,4 2-101,2 2 1,5 4 0,1 2-1,0 4 24,2 1 1,-8 5 0,1 7 0,-6 4-140,-5 3 0,-10 1 0,-9 4 0,-6 0-52,-6 2 0,-11-4 0,-14 9 0,-6-3-45,-4-2 0,-5 4 0,3-2 0,0-4-96,0 0 0,9 0 0,6 0 0,5-4 7,8-6 0,5-3 1,12-3-52,4 1 0,5-9 0,15-3 1,6-4-138,7-2 0,10 0 0,-3-2 0,5-2-38,1-2 1,-1-5 0,-3 5 0,1 0-2,5-2 0,-7 6 0,3-3 1,-5 3-718,-6 2 0,-5 0 1,-4 0-1421,-7 0 1,-10 5 2333,-1 1 0,-8 8 0,4-4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1:33.93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559 368 14437,'0'-18'233,"0"6"0,-2 1 0,-2-3-180,-1-1 1,-9-3-1,0 1 1,-5-1-121,-4 1 0,-8 7 1,2 2-1,-6 3-23,-6-1 0,4 2 0,-4 12 1,4 7 62,2 7 1,-3 14-1,1-1 1,6 4 24,4 4 1,3 1 0,9 11-1,3 3 44,6 6 1,4-4 0,4-2 0,6-3-96,10-3 1,7-3 0,10-9-1,0-10-6,0-9 0,7-6 1,5-3-1,3-6-188,3-4 1,-3-4 0,-3-4-1,-7-6-371,-3-3 1,-4-3 0,-6 1 0,-7-1-317,-7 1 1,-3 0 0,4-1 933,-3 1 0,-7-9 0,4-1 0</inkml:trace>
  <inkml:trace contextRef="#ctx0" brushRef="#br0" timeOffset="649">1031 1 13270,'9'17'406,"-3"1"0,-4 7 0,-2 6 0,2 8-85,4 7 1,-2 13 0,6 7 0,-3 7-173,-3 9 0,0-5 0,0-3 0,2-8-233,-2-8 0,-2-5 0,-2-7 0,0-7-358,0-8 1,0-6 0,0-7 0,2-1-1331,3 1 0,-3-1-228,4 1 0,-2-3 2000,2-3 0,-4 3 0,6-5 0</inkml:trace>
  <inkml:trace contextRef="#ctx0" brushRef="#br0" timeOffset="1181">1869 769 8180,'6'-17'272,"0"-1"456,-2 1 1,-3-1 0,-1 1-322,0-1 0,-7 1 1,-3 0-1,-2-1-197,1 1 0,-1 5 0,-5 0 1,-1 1-59,1 1 1,-1-4-1,-1 9 1,-3 1-97,-1 2 1,-6 2-1,4 2 1,0 4-243,-1 5 0,-3 7 0,4 5 0,0 6 67,0 4 0,3 2 0,9 2 1,3 2 236,2 1 0,-3 1 1,5-6-1,4 0-58,6 0 0,7-8 0,13-4 0,5-5-23,4-7 0,2-3 0,2-12 0,1-5-121,3-9 1,0-9-1,-6 2 1,-2-2 70,-4-4 1,-4-2 0,-7-2 0,-1 0 110,0 0 0,-7 8 1,-4 3-1,-4 5 181,-2 1 0,-8 9 0,-3 3 0,-5 4-303,-1 2 1,-1 10 0,1 5 0,1 9-153,4 3 1,-1 2-1,7 6 1,4-2-109,6-4 0,2 4 0,9-6 1,7 0-48,3-4 1,4-3 0,8-3 0,2-1-216,1-5 0,7-3 0,-6-8 0,-2-2-118,-3-4 0,-1-3 1,-2-9 663,-4 1 0,-3-8 0,-9-3 0</inkml:trace>
  <inkml:trace contextRef="#ctx0" brushRef="#br0" timeOffset="1615">2603 630 8180,'0'-18'938,"0"1"39,0-1 1,0 7-1,0-1-365,0-2 0,-2 5 0,-4-1-421,-6 2 1,-3-4 0,-3 7 0,1 1-45,-1 2 0,-1 2 1,-3 0-1,-1 2-157,2 4 1,-4-3 0,1 9 0,5 2-124,5 1 0,1 3 1,5-3-1,0-1 92,0-3 0,3 1 1,7 6-1,3-1 164,7 0 1,6 1-1,3-3 1,4-1-93,2-2 1,2-1-1,4 7 1,-2-1-30,-2 1 1,1-1-1,3 1 1,-2-1 68,-2 1 1,-8-1 0,0 1 104,-7-1 1,0-5-1,-11-3 1,-4-1 9,-9-4 1,-13 4 0,-7-2-1,-4-1-332,-7 3 1,2-6-1,-6 4 1,5-4-950,7-2 1,-2 0 0,7 0-1667,1 0 1678,2 0 0,25 0 0,10 0 1083,9 0 0,12-8 0,-4-2 0</inkml:trace>
  <inkml:trace contextRef="#ctx0" brushRef="#br0" timeOffset="2032">3388 612 8180,'0'-17'855,"0"-1"79,0 1 0,0 5 0,-2 0-301,-3-1 0,1-1 1,-8 1-457,-1 1 1,-3 8-1,-3-2 1,-3 4-161,-1 2 1,-8 0 0,4 2 0,-2 2 20,0 2 1,7 8 0,-1-3 0,4 3-144,1-3 0,3 5 1,1-4-1,4 3 184,2 3 0,5-1 0,8 1 0,9-1 123,7 0 0,1-5 1,7 0-1,2 3-153,2 7 1,2-9-1,0 5 1,0-3-12,0 1 1,-1 1 0,-1 1 0,-3-1 54,-7 1 0,-10-7 1,-3 1-16,-2 1 1,-10-3 0,-12 0 0,-7-2-213,-8-4 0,-6-3 0,-4-1 0,-2 0-226,3 0 1,1 0-1,4 0 1,2-1-1235,2-5 0,7 4-2587,-1-4 4181,11 4 0,12 2 0,10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1:59.06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181 62 12215 245456 50281,'10'-17'1271'0'0,"-3"-1"-565"0"0,-7 9 77 0 0,0-7-721 0 0,-7 14 1 0 0,-9 2 0 0 0,-7 12 33 0 0,1 3 1 0 0,11 5-1 0 0,3 1 88 0 0,0 3 1 0 0,8 1-8 0 0,0-2 1 0 0,8-9 0 0 0,13 1-118 0 0,8-5 1 0 0,-5-4 0 0 0,9-8-94 0 0,-6-4 1 0 0,8-4-9 0 0,-6-7 0 0 0,-2-8 0 0 0,-19-1 11 0 0,-14 5 0 0 0,-6 0 1 0 0,-19 15-1 0 0,-4 2 86 0 0,-3 2 1 0 0,-3 4-1 0 0,6 4 1 0 0,2 5 382 0 0,4 5 1 0 0,0 3 0 0 0,9 3 5 0 0,5 1 0 0 0,11 8 1 0 0,6-4-147 0 0,13 0 0 0 0,18-9 0 0 0,14-12 0 0 0,3-4-306 0 0,3-2 0 0 0,-7-8 0 0 0,1-4 0 0 0,0-3-512 0 0,-3-3 1 0 0,-3-5 0 0 0,-12 0 268 0 0,-6 1 1 0 0,-15 3 0 0 0,-14 3-13 0 0,-15 5 0 0 0,-18 3 0 0 0,-9 8 0 0 0,-7 2 252 0 0,-3 4 1 0 0,0 3-1 0 0,7 9 1 0 0,5-1 580 0 0,5 1 0 0 0,6-1-396 0 0,6 1 0 0 0,15 3 1 0 0,20-4-1 0 0,18-7-144 0 0,12-6 0 0 0,9-12 0 0 0,9-5 0 0 0,3-7-614 0 0,1-3 0 0 0,-2-6 1 0 0,-9 6-1 0 0,-8 1-1167 0 0,-8 3 0 0 0,-8-1 1750 0 0,-12-3 0 0 0,-18 12 0 0 0,-13-5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1.318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306 88 12471 243025 44001,'-10'-10'2931'0'0,"-6"-5"-2522"0"0,7 13 1 0 0,-3-14 35 0 0,0 5 1 0 0,7 1-295 0 0,-7-2 1 0 0,-2 8-305 0 0,-9-1 0 0 0,2 3 0 0 0,-7 4 34 0 0,3 3 1 0 0,2 7-1 0 0,6 9 1 0 0,1 5 40 0 0,4 1 1 0 0,5 2-1 0 0,7 6 1 0 0,0 0 73 0 0,0 0 0 0 0,9-2 1 0 0,7-2-1 0 0,9-4 80 0 0,8-2 1 0 0,-2-2-1 0 0,10-7 1 0 0,-4-4 72 0 0,-2-7 0 0 0,0-3 0 0 0,-1-2 0 0 0,1-4 6 0 0,0-7 1 0 0,-8-1 0 0 0,-3-15 70 0 0,-5-4 1 0 0,-9 8 0 0 0,-6-12-174 0 0,-8 2 1 0 0,-8 6 0 0 0,-9-1 0 0 0,-4 5 16 0 0,-2 8 1 0 0,-8-1-1 0 0,-6 10 1 0 0,0 0 62 0 0,-2-1 1 0 0,5 5 0 0 0,-5-2 0 0 0,4 6-99 0 0,6 4 0 0 0,10 13 0 0 0,0-2 0 0 0,3 5-263 0 0,3 3 1 0 0,9-2 0 0 0,10 8-25 0 0,13 0 0 0 0,5-2 0 0 0,11-13 0 0 0,4-2 159 0 0,4-3 0 0 0,7-7 1 0 0,-3 2-1 0 0,-1-4 91 0 0,1-2 1 0 0,-2 0-1 0 0,-6-2 1 0 0,-2-4 242 0 0,-4-6 0 0 0,2-3 1 0 0,-8-3 188 0 0,-1 1 1 0 0,-11-10-353 0 0,-5-8 1 0 0,-8 4 0 0 0,-8 0 0 0 0,-9 11-28 0 0,-6 5 0 0 0,-10 7 0 0 0,-8 0 0 0 0,1 3-39 0 0,-1-1 0 0 0,-4 0 1 0 0,5 6-1 0 0,-1 0 32 0 0,0 0 0 0 0,4 2 0 0 0,8 4-294 0 0,2 5 1 0 0,10 7-97 0 0,1 5 0 0 0,22-4 0 0 0,16 5 274 0 0,5-5 0 0 0,10-3 1 0 0,6-5-1 0 0,-3-5 263 0 0,-1-4 1 0 0,-2-2 0 0 0,2-2 30 0 0,4-4 0 0 0,-10 2 1 0 0,2-7-1 0 0,-6-3 64 0 0,-6-1 0 0 0,-7-3 0 0 0,-4-1-138 0 0,-3-4 0 0 0,-3 3 0 0 0,-13-3-191 0 0,-15 3 0 0 0,1 5 0 0 0,-16 3 0 0 0,0 6-39 0 0,2 5 1 0 0,1-5-1 0 0,1 0 1 0 0,0 2 78 0 0,0 2 0 0 0,6 4 0 0 0,2 4-212 0 0,1 5 0 0 0,11 7 64 0 0,9 5 0 0 0,12 2 0 0 0,7 3 0 0 0,9-9 203 0 0,7-5 1 0 0,-2-9-1 0 0,2 5 1 0 0,2-2 138 0 0,2-4 0 0 0,-4-2 0 0 0,-2-4-41 0 0,-1-4 1 0 0,3-4 0 0 0,-6-7 155 0 0,-2-1 1 0 0,-9-1-319 0 0,-6-4 1 0 0,-20 5-1 0 0,-9 1 1 0 0,-8 9-145 0 0,-4 6 0 0 0,0 2 0 0 0,0 0 0 0 0,0 2-322 0 0,0 4 0 0 0,8 3 0 0 0,4 9-1896 0 0,3-1 1 0 0,7 11 2373 0 0,7 6 0 0 0,23-6 0 0 0,20 5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2.469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218 155 12726 238887 39312,'7'-27'4549'0'0,"3"2"-4024"0"0,0 0 0 0 0,-4 0-172 0 0,-12-4 1 0 0,-12 11-437 0 0,-11 12 0 0 0,-2 6 1 0 0,2 8-101 0 0,6 9 0 0 0,5 3 111 0 0,7 9 1 0 0,5 6 0 0 0,14 4 205 0 0,9-6 1 0 0,1-12-1 0 0,7-9 175 0 0,0 1 0 0 0,8-3 0 0 0,8 0 51 0 0,-2-3 0 0 0,-4-3 1 0 0,-6-10 17 0 0,-6-5 1 0 0,-6-12-224 0 0,-5-7 0 0 0,-12-6 1 0 0,-14 1 8 0 0,-7 7 0 0 0,-12 9 0 0 0,-8 7 1 0 0,1 7 20 0 0,-3 3 0 0 0,6 4 0 0 0,-2 3 0 0 0,6 7-103 0 0,4 4 0 0 0,8 1 0 0 0,-1 2-153 0 0,9 5 0 0 0,9 3-200 0 0,16 8 0 0 0,15-10 0 0 0,17-7 0 0 0,1-11 149 0 0,-4-5 0 0 0,-2-8 0 0 0,-3-1 0 0 0,1-3 204 0 0,-4-4 1 0 0,-9-1-1 0 0,-1-3 1 0 0,-4 1-31 0 0,-1-1 1 0 0,-7 1 56 0 0,1 0 1 0 0,-16-7 0 0 0,-6 1-144 0 0,-15 2 1 0 0,-4 9 0 0 0,-12 6-1 0 0,5 4-108 0 0,1 2 0 0 0,0 0 0 0 0,0 2 163 0 0,0 4 1 0 0,0 4 0 0 0,2 7-218 0 0,4 1 0 0 0,11 1 74 0 0,12 4 1 0 0,14-5 0 0 0,8 1 0 0 0,7-7 194 0 0,4-4 0 0 0,-3-3 0 0 0,5-5 0 0 0,2 0 294 0 0,2 0 1 0 0,-4-2-181 0 0,0-3 0 0 0,-2-5 0 0 0,2-8 248 0 0,-6 1 0 0 0,-11-2-340 0 0,-6-5 0 0 0,-14 5 1 0 0,-11-2-122 0 0,-14 7 1 0 0,-2 0 0 0 0,-6 9 0 0 0,4 3-21 0 0,2 6 0 0 0,2-1 0 0 0,2 9 1 0 0,4 2 108 0 0,2 1 0 0 0,2 6-325 0 0,5 9 1 0 0,10-3 0 0 0,10 8-22 0 0,14-10 1 0 0,9-13-1 0 0,10-7 1 0 0,0-3-228 0 0,0-2 0 0 0,-2-2 1 0 0,-2-3-1129 0 0,-2-7 1 0 0,-2-4 1637 0 0,2-1 0 0 0,-4 7 0 0 0,-7 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3.518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296 244 12966 235594 35810,'17'-10'6875'0'0,"1"-13"-6907"0"0,-9 3 1 0 0,-9-7 0 0 0,-13 6-153 237 0,-9 7 0-237 0,-3 14 0 0 0,-4 12 1 0 0,4 3 330 711 0,0 3 0-711 0,5 9 87 0 0,-3 8 0 0 0,11 7 58 0 0,6 11 1 0 0,14-12-1 0 0,10-10 1 0 0,9-14-28 0 0,6-7 1 0 0,2-4 0 0 0,0-6 0 0 0,-2-2-28 0 0,-4-4 1 0 0,2-4-1 0 0,-6-9-197 0 0,2-5 0 0 0,-7-3 0 0 0,-3-8 19 0 0,-9 0 0 0 0,-8 14 0 0 0,-8 4-128 0 0,-9 1 0 0 0,-16 8 1 0 0,-12 3-1 0 0,0 3 99 0 0,5 2 0 0 0,3 2 1 0 0,4 3-1 0 0,2 7 94 0 0,2 4 0 0 0,7 3-132 0 0,-1 4 1 0 0,11 4-1 0 0,10 6-9 0 0,12-4 0 0 0,9-9 1 0 0,16-10-1 0 0,0-3 246 0 0,0-3 0 0 0,0-2 0 0 0,-2-4 0 0 0,-2-4-25 0 0,-2-5 0 0 0,-5 1 1 0 0,3-2-107 0 0,-2-1 0 0 0,-4-10-151 0 0,-9-7 1 0 0,-8 5-148 0 0,-16 2 0 0 0,-13 11 0 0 0,-16 6 0 0 0,2 5-36 0 0,3 1 1 0 0,6 5 0 0 0,3 3 0 0 0,2 2 255 0 0,4 3 1 0 0,1 3-140 0 0,3 1 1 0 0,9 9 205 0 0,8 3 1 0 0,18-12 0 0 0,15-5 46 0 0,5-8 0 0 0,-3-4 1 0 0,-8-2-541 0 0,-1-4 0 0 0,3-4-2658 0 0,-6-7-276 0 0,-7-1 3339 0 0,-24 9 0 0 0,-19-7 0 0 0,-18 6 0 0 0</inkml:trace>
  <inkml:trace contextRef="#ctx0" brushRef="#br0" timeOffset="1418">208 244 12454 235134 44355,'-9'-26'4928'0'0,"-7"5"-4801"0"0,4-8 1 0 0,-3 8-35 0 0,-3-3 1 0 0,-1 15-5 0 0,-4 9 0 0 0,11 9 0 0 0,1 16 34 0 0,7 10 1 0 0,6 2-1 0 0,3 6 51 0 0,7-6 1 0 0,11 0 0 0 0,8-14-24 0 0,8-2 0 0 0,-2-7 0 0 0,4-4 0 0 0,-4-3 14 0 0,-2-3 1 0 0,-6-10 0 0 0,-2-5-18 0 0,-2-5 1 0 0,-9-11-1 0 0,-13-4-199 0 0,-6-2 0 0 0,-9-4 1 0 0,-11 14-1 0 0,-6 2-19 0 0,-4 1 1 0 0,-2 3 0 0 0,0-1 0 0 0,0 3 230 0 0,0 3 1 0 0,0 4 0 0 0,-2 8-100 0 0,-4 0 1 0 0,14 10-1 0 0,2 6 1 0 0,11 7-28 0 0,7 4 0 0 0,3 2 1 0 0,8 6-1 0 0,5-2-15 0 0,7-4 1 0 0,-1 2 0 0 0,16-8-140 0 0,6-1 0 0 0,-2-5 0 0 0,6-5 0 0 0,-4-6 62 0 0,-2-4 1 0 0,0-10 0 0 0,0-6 0 0 0,0-7-81 0 0,-1-8 0 0 0,-6-4 0 0 0,-5-2 0 0 0,-4 0 53 0 0,-1 0 0 0 0,-9 0 1 0 0,-3 0-1 0 0,-6 0 96 0 0,-6 0 0 0 0,-5 8 0 0 0,-12 4 0 0 0,-9 5 2 0 0,-6 7 1 0 0,-1 5 0 0 0,-8 14 0 0 0,1 7 118 0 0,1 7 0 0 0,-3 14 0 0 0,7 1 0 0 0,2 6 119 0 0,2 6 1 0 0,16-5 0 0 0,5 3 0 0 0,7-1-472 0 0,5-1 1 0 0,6-4-1 0 0,9-12 1 0 0,13-8-68 0 0,7-7 1 0 0,11-7-1 0 0,5-7 1 0 0,3-1-1143 0 0,3-5 1 0 0,-1-10 1427 0 0,1-7 0 0 0,7-8 0 0 0,2 4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6.401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210 245 12324 237469 47357,'9'-10'1940'0'0,"7"2"-1231"0"0,-14-7 1 0 0,4-3-84 0 0,-12-11 1 0 0,2 4-1 0 0,-10 7 80 0 0,-5 1 1 0 0,0 3-479 0 0,-11-3 0 0 0,1 11-152 0 0,-6-6 1 0 0,2 12-114 0 0,4 12 0 0 0,12 7 0 0 0,11 18-54 0 0,4 4 1 0 0,4-10 0 0 0,4 2 218 0 0,5-6 0 0 0,7-3 29 0 0,5-7 1 0 0,4-7-1 0 0,6-6 150 0 0,-4-8 1 0 0,-3-8-210 0 0,-9-11 1 0 0,-7-4 0 0 0,-4-8-18 0 0,-4 0 1 0 0,-4 8 0 0 0,-4 3 0 0 0,-6 5-17 0 0,-3 1 1 0 0,-5 3 0 0 0,-1 1-63 0 0,-2 3 0 0 0,-8 7-211 0 0,1-2 1 0 0,7 14 274 0 0,6 9 1 0 0,7 8-1 0 0,12 8 214 0 0,4-3 0 0 0,5-5 103 0 0,13-8 1 0 0,5-7-89 0 0,12-4 1 0 0,-5-6-254 0 0,5-6 0 0 0,-12-6-226 0 0,-5-11 0 0 0,-13-6 112 0 0,-5-12 1 0 0,-18 12 0 0 0,-9 0-63 0 0,-10 8 1 0 0,4 11 129 0 0,-14 4 1 0 0,10 12 0 0 0,-4 7 124 0 0,10 9 0 0 0,13 1-61 0 0,6 12 0 0 0,6-6 0 0 0,8 6 291 0 0,10-10 1 0 0,3-13-167 0 0,14-6 1 0 0,-4-6 0 0 0,10-6-98 0 0,-4-6 0 0 0,-10-9 0 0 0,-6-4-97 0 0,-7-2 0 0 0,-7 3-73 0 0,-7-5 1 0 0,-9 4 0 0 0,-9 2 18 0 0,-9 11 0 0 0,-6 8 1 0 0,0 6-1 0 0,2 4 241 0 0,2 6 0 0 0,6 5 0 0 0,-4 8-56 0 0,1 10 1 0 0,11 0-188 0 0,9 6 1 0 0,10-8-36 0 0,13-10 0 0 0,12-9 1 0 0,22-20-440 0 0,-5-6 1 0 0,-11-3 0 0 0,-11-3-653 0 0,-5 1 1 0 0,-7-12 430 0 0,-1 0 0 0 0,-15-1 1 0 0,-3 15-1 0 0,-13 3 759 0 0,-9 6 0 0 0,-4 12 0 0 0,-2 4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8.051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297 123 12234 240116 49732,'22'-2'2287'0'0,"-5"-4"0"0"0,-9 2-1599 0 0,4-7 0 0 0,-11-3-332 0 0,-1-9 0 0 0,-7 9 0 0 0,-13-1 0 0 0,-1 3-134 0 0,-2 2 1 0 0,-8 7 0 0 0,2-3 0 0 0,-4 4 37 0 0,-2 2 1 0 0,0 8 0 0 0,2 3 0 0 0,4 5-234 0 0,5 1 1 0 0,7 3 0 0 0,5 3 61 0 0,6 6 0 0 0,6 4 1 0 0,8 0-1 0 0,10-4 89 0 0,9-6 1 0 0,2-3 0 0 0,6-5 83 0 0,7-3 1 0 0,-1-4-1 0 0,2-8 187 0 0,0 0 1 0 0,-14-4-290 0 0,0-8 1 0 0,-16-15 0 0 0,-9-16-285 0 0,-8 5 0 0 0,-5 3 0 0 0,-11 13 0 0 0,-1-1-19 0 0,-2 2 0 0 0,-8 3 1 0 0,2 6 265 0 0,-4 7 1 0 0,3 3 0 0 0,1 4-57 0 0,-2 3 0 0 0,12 7 0 0 0,3 13-121 0 0,7 10 1 0 0,5 0 0 0 0,12 6-12 0 0,9-4 0 0 0,2-10 0 0 0,11-6 0 0 0,1-5 92 0 0,2-4 0 0 0,1-9 1 0 0,3 3 61 0 0,4-4 1 0 0,-6-10 0 0 0,0-3-1 0 0,-10-5 47 0 0,-5-1 1 0 0,-9-7 0 0 0,-1-1-131 0 0,-2-2 1 0 0,-4-2 0 0 0,-12-4 0 0 0,-8 4-194 0 0,-5 6 0 0 0,-10 5 0 0 0,2 5 0 0 0,-6 3 23 0 0,-6 2 0 0 0,4 0 1 0 0,-4 4-1 0 0,5-1 127 0 0,1 1 0 0 0,2 10 0 0 0,4 7 0 0 0,5 7 228 0 0,5 3 1 0 0,9 2 0 0 0,4-2 22 0 0,4 6 1 0 0,4 3 0 0 0,4-3 0 0 0,8-6 51 0 0,7-4 1 0 0,0-9 0 0 0,9-2 0 0 0,1-2 134 0 0,2-1 0 0 0,3-1-365 0 0,5-10 1 0 0,-6-3 0 0 0,0-9 0 0 0,-12-1-97 0 0,-9-4 1 0 0,-6 1-43 0 0,-8-7 0 0 0,-8 2 0 0 0,-6-2 0 0 0,-7 8-9 0 0,-8 7 0 0 0,-4 6 1 0 0,-2 8-1 0 0,0 0 95 0 0,0 0 1 0 0,6 2 0 0 0,2 4 0 0 0,2 6 344 0 0,3 3 1 0 0,5 5 0 0 0,5 3 2 0 0,6 6 1 0 0,6-2-158 0 0,6 2 1 0 0,19-9-1 0 0,14-3 24 0 0,4-9 1 0 0,-6-8-1 0 0,-8-6-168 0 0,2-6 1 0 0,-12-3 0 0 0,-1-3-356 0 0,-3 1 1 0 0,-7-8 0 0 0,-4-2-5 0 0,-8-1 1 0 0,-8 3 0 0 0,-11 10-598 0 0,-6 3 0 0 0,0 4 563 0 0,-6 8 0 0 0,6 8 1 0 0,-6 6-14 0 0,10 7 0 0 0,13 0-224 0 0,6 8 0 0 0,14-3 1 0 0,10-3-417 0 0,9-12 0 0 0,0-7 1 0 0,2-6 1014 0 0,2-3 0 0 0,-6-13 0 0 0,0-9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09.383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262 138 12494 231968 43523,'-7'-27'3327'0'296,"-3"6"-2893"0"-251,-8 3 0 0 1,-5 4 0 0-1,-2-9 143 0-42,-2 4 0 0-1,3 9-294 0-2,-5 4 1 0 0,2 6-1 0 0,-2 6-146 0 0,6 6 0 0 0,11 5 0 0 0,6 8-192 0 0,4 10 0 0 0,10 0 1 0 0,4 6-1 0 0,3-6 47 0 0,3-6 1 0 0,1-2 0 0 0,4-5 76 0 0,7 1 1 0 0,8-8 0 0 0,5-9 195 0 0,2-4 1 0 0,-12-6 0 0 0,0-5-83 0 0,-6-9 0 0 0,-6-5 1 0 0,-9 0-120 0 0,-6-7 1 0 0,-6-1 0 0 0,-6 2 0 0 0,-6 6-8 0 0,-3 4 0 0 0,-5 1 1 0 0,-5 3-8 0 0,-10 3 0 0 0,-2 4 0 0 0,-5 10 65 0 0,5 4 1 0 0,6 4-1 0 0,13 9-6 0 0,1 4 1 0 0,1 12-60 0 0,5 12 1 0 0,11-6-1 0 0,13-8 1 0 0,7-12 67 0 0,3-7 0 0 0,10-11 0 0 0,0 1-79 0 0,6-8 1 0 0,1-5 0 0 0,-5-9-61 0 0,0 1 0 0 0,-8-8 7 0 0,-3-5 1 0 0,-7-3-93 0 0,-5-1 1 0 0,-16 6 7 0 0,-19 5 1 0 0,-10 11 0 0 0,-14 7 0 0 0,8 5 121 0 0,8 5 1 0 0,0-1-1 0 0,6 8 1 0 0,0 2 234 0 0,-1 1 1 0 0,5 4 0 0 0,9 5-57 0 0,7 5 1 0 0,3-2 0 0 0,4 0 72 0 0,3-2 0 0 0,7-9 0 0 0,11-10-149 0 0,7-4 1 0 0,8-4 0 0 0,1-4 0 0 0,-4-6-114 0 0,-4-3 0 0 0,-8-5-84 0 0,7-3 0 0 0,-17 2-694 0 0,-1-8 0 0 0,-10 13 0 0 0,-10 1-752 0 0,-10 5 0 0 0,-1 4 1 0 0,-8 8-1660 0 0,2 4 3175 0 0,1 4 0 0 0,7 7 0 0 0,-1 0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2:10.468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226 103 12580 236420 41848,'-6'-23'3981'0'0,"0"0"1"0"0,-7 7-3866 365 0,1-7 1-365 0,-5 11-136 46 0,-7 7 1-46 0,5 10 0 0 0,-4 9-27 40 0,3 7 1-40 0,5 1 157 19 0,3 7 0-19 0,6 6 1 0 0,12 3 64 1 0,6-5 0-1 0,3-11 0 0 0,5-11 497 0 0,3 3 0 0 0,-2-6-320 0 0,8-2 0 0 0,-7-6 0 0 0,1-6-105 25 0,-4-6 1-25 0,-9-11-46 76 0,-4-6 0-76 0,-12-2 0 0 0,-6 2-90 100 0,-3 5 0-100 0,-10 11 0 0 0,-4 3-78 72 0,-4 2 1-72 0,0 4 0 0 0,4 10-69 38 0,5 6 1-38 0,5 11 0 0 0,3 6-72 3 0,5 4 1-3 0,5-2 40 0 0,12 4 1 0 0,9-12-1 0 0,10 5 422 0 0,3-13 1 0 0,8-7-141 0 0,11-8 0 0 0,-6-2 0 0 0,-4-4-56 0 0,-6-5 1 0 0,-12-13 0 0 0,1-3 105 0 0,-7 0 1 0 0,-11 0-241 0 0,-2 3 0 0 0,-14 5 0 0 0,-11-2 1 0 0,-2 7-49 7 0,-4 8 1-7 0,4-1 0 0 0,-4 1-70 33 0,-6 2 1-33 0,10 4 0 0 0,-4 6-204 4 0,4 5 0-4 0,13 7 173 0 0,-3 5 0 0 0,13 2 0 0 0,4 6 269 0 0,9-2 1 0 0,7-13-1 0 0,3-1 166 0 0,5-5 1 0 0,3-4-631 0 0,8-6 0 0 0,-2-2 0 0 0,-4-4-1462 0 0,-6-5 1 0 0,-11-7-163 0 0,-7-5 1 0 0,-5 3 1934 0 0,-5-3 0 0 0,-13 4 0 0 0,-9 1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2:26.75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61 8174,'0'-12'1567,"0"0"33,0 9-1162,0-13 1,0 12 7,0-7 0,0 9 113,0 2 1,0 9 0,0 15-194,0 5 1,0 6 0,0 7 0,0 11-155,0 9 1,0 0 0,0 2 0,0 2-288,0 2 0,0 0 0,2-4 0,2-8-627,1-7 0,3-9 0,-4-11-2313,2-5-174,8-13 3189,-13-3 0,7-23 0,-8-5 0</inkml:trace>
  <inkml:trace contextRef="#ctx0" brushRef="#br0" timeOffset="416">36 882 9129,'0'-12'1619,"0"0"0,2 8-1247,4-1 1,3 3-1,9 2 0,1 0-220,4 0 1,5 0 0,8 0-1,5 0-157,6 0 1,11-2 0,6-4 0,6-6-684,6-3 0,-3-3 1,7 3-1,-3 1 688,-3 2 0,-10 1 0,-4-7 0</inkml:trace>
  <inkml:trace contextRef="#ctx0" brushRef="#br0" timeOffset="998">1014 689 8056,'9'0'1853,"-1"-7"0,-6 5-1580,4-4 0,-2 4 1,7 2-1,3 0-101,2 0 0,1 0 1,2 2-1,5 2-63,5 2 0,4 5 1,2-3-1,0 0-159,0 0 0,-2 3 1,-2-3-1,-4 0-105,-2-1 0,0 5 0,-5-4-177,-3 2 1,3 1 271,-15 7 1,-1-9 0,-10-1 0,-5-2 116,-5 0 0,-1 5 0,-1-5 1,-1 0 4,-4 2 1,1 0-1,-7 5 1,0-3 96,2-2 1,-6 3 0,6-3 0,0 0 112,3 0 0,3 3 0,0-5-119,-3-2 1,1-2 0,8-4-138,3-4 1,4-4 0,8-7 0,-2-1-35,-4 1 0,4 0 1,-3-1-1,3 1-151,2-1 0,0-1 0,0-3 0,0-1-809,0 2 1,0 1-1,-2 3 978,-4-1 0,-4 1 0,-7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08.01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18 1 8677,'-10'0'1162,"2"2"0,8 3-933,0 7 1,0 9-1,0 5 1,2 1-26,4 4 0,-2 4 1,6 5-1,-1 5-86,1 0 0,-4 5 0,4-5 0,-1-1-170,1-3 1,-4-6 0,4-6-1,-1-7-106,1-9 1,2-7 0,3-12-8,-3-5 0,1-13 1,-7-5-1,-2-4-36,-2-2 0,4-6 1,0 1-1,-2 1 65,-3 2 0,5 4 0,2 2 0,0 2-114,0-2 1,5 6-1,-3 1 1,2 5 85,-1 1 0,7 3 0,5 3 0,-2 6 245,-1 5 0,-3 14 0,1 7 0,-1 3 137,1 2 0,-7 6 1,-1-2-1,-2 4 85,-4 2 0,3 0 0,-1-2 0,-2-2-35,-2-2 1,-2-7 0,0 1 0,2-4-203,4-1 1,-2-9-132,7-3 0,-5-6 0,6-8 1,1-7-249,3-6 0,-1-10 0,-1 3 1,-2-1 140,1 0 0,3 2 0,1-2 1,-1 4 210,-5-1 1,5 7 0,-5-4 0,5 3 116,1 3 1,3-1-102,3 1 1,-3 7 0,3 6 0,-6 8 63,-5 8 1,3 3 0,-5 5 0,0 3 104,-4 6 1,-4-2-1,0 4 1,1 4-70,3 4 0,0-4 0,-4-6 1,2 0-92,2-2 0,1 4 0,-3-7 0,4-5-430,2-5 0,-4-1 0,5-7-559,3-2 1,1-10-1,1-5 925,-4-5 0,-5-1 0,-7-1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09.11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105 784 8093,'10'8'0,"3"-4"0,-5 5-323,2-1 0,-7 0 0,5-4 160,0 2 0,-4 5 0,6-3 132,-3 2 0,7-4 189,-2 5 0,-3-7 203,3 2 1,0-4 47,5-2 0,-5 0 1,-3-2 112,-1-4 0,0 4 1,-4-6-189,2 1 1,-1 3-1,-5-8 1,0-1-144,0-3 0,0-1 0,-2-3 1,-1-1 27,-3-2 0,-8-3 0,3 7 0,-7-1-110,-5 5 0,3 1 1,-5-1-1,2 3-103,0 6 1,-1 6 0,5 6-1,-2 8-10,-3 7 0,3 6 1,7 8-1,5 2-73,1 4 0,2 2 1,6 5-1,2-1-22,4 1 1,5-5 0,11-2 0,3-6-86,2-6 0,-4-6 0,7-11 1,-1-7 62,-2-3 0,6-6 0,-6-7 0,2-14-33,0-12 0,-9-2 0,-1-10 1,-5-5 88,-1-8 0,1 2 1,-3 0-1,-3 1 22,0 1 1,-6-8-1,4 4 1,-4 2 20,-2 8 0,0 1 0,0 10 0,0 5 197,0 4 0,0 7-167,0 8 0,0 9-67,0 8 1,0 8 0,-2 11 0,-2 4 94,-2 7 1,0 8 0,6 5 0,-2 2 50,-4 3 1,4 10 0,-3 6 0,3 4 132,2 2 1,2 0 0,3-2-1,7-2-98,4-2 0,3-15 0,2-3 0,5-11 18,1-12 0,4-7 0,6-16 0,0-2-234,-4-4 0,-4-11 0,0-12 0,-4-4-439,0-2 1,-11 0-1,1 2 1,-3 2-535,-2 2 0,-6 5 1067,1-5 0,-3 0 0,-2-6 0</inkml:trace>
  <inkml:trace contextRef="#ctx0" brushRef="#br0" timeOffset="783">1257 784 8660,'-7'-17'450,"5"-1"0,-4 1 0,4-1 98,2 1 0,-6 5 0,0 0 1,1-1-299,-3-3 1,4 1 0,-8 1-1,-1 5-342,-3 1 0,-7-4 1,-2 6-1,-3 2 86,-3 3 1,4 2 0,-2 5-1,-2 6 2,-2 3 1,0 11 0,2 3 0,4 6 23,2 5 1,3-3 0,11 6 0,5-2 245,4 0 1,2-7 0,2-6 0,6-1-109,9 0 1,3-8 0,9-1 0,4-10-75,5-6 1,-1-2 0,4-2 0,-4-4-198,-2-6 0,-6-5 0,-2-5 1,-2-3-55,-3-2 1,-3-2-1,-3-6 1,-3 0 26,-1 0 0,-8 6 1,2 2-1,-6 2 252,-6 3 1,2 3 0,-8 3 0,-1 5-72,-3 5 0,4 4 0,1 4 1,-1 6-122,2 9 0,-3 8 0,7 10 0,2 0 49,2 0 1,2 0 0,2 0-1,4-2 47,6-4 0,3 2 0,5-8 0,1-1 149,2-3 1,8-3 0,-4-5 0,3-5-65,-1-4 1,-2-4 0,4-4-1,-4-7-484,-2-9 0,-1 1 0,-7-8 0,0 0-23,1 2 0,-6-6 1,-3 3-1,1-3 14,0-1 1,-6-1-1,3 2 1,-1 0 373,0-2 0,2 6 1,-4-8-1,1 6 299,-1 0 1,4-4 0,-2-4 0,0-2-29,1 2 0,-5-3 0,6 1 0,-2 0-174,0-2 0,0 7 1,-6-5-1,0 4-342,0 2 1,0 8 129,0 4 1,-2 11 0,-4 6 0,-4 6 83,0 6 0,-5 6 0,3 9 0,-1 4 205,1 2 0,-3 4 0,5 8 1,0 4 426,4 2 0,-1 1 0,1 6 0,2 3-95,2 3 0,2 4 0,2 8 0,4-2-243,5-4 1,5 4 0,3-8 0,3-2-196,1-5 0,6-15 0,-6-3 0,1-9-726,1-7 0,-12-9 0,5-6-235,-3-8 1,-7-6 0,-2-9 0,-4-3 22,-2-1 0,-2-8 0,-4 2 1,-6-4 887,-3-2 0,-10 0 0,-2 0 0</inkml:trace>
  <inkml:trace contextRef="#ctx0" brushRef="#br0" timeOffset="948">1467 540 11570,'18'0'946,"1"0"1,4 0-1070,6 0 1,4 0 0,4 0 0,4-2-462,5-4 0,5 2 1,1-6-1,-1 1-793,-5-1 1377,5 6 0,-7-12 0,9 7 0</inkml:trace>
  <inkml:trace contextRef="#ctx0" brushRef="#br0" timeOffset="1416">2393 714 8104,'9'-2'1352,"-3"-4"1,-2 3-856,2-9 1,-4 6 0,4-6-323,-4-1 0,-2 3 0,-2-1 0,-4-1-118,-6 2 1,-5-3 0,-5 5 0,-1-2 0,-2 6 0,4-2 1,-5 6 44,-1 6 1,6 4-1,-4 9 1,1 5-4,1 5 0,0-2 1,5 2-1,3 2 31,3 2 0,-2 2 0,9 0 1,1-2-122,2-4 0,10-4 0,3-9 0,5-3-122,1-1 0,3-8 0,1 2 0,4-6-141,2-6 1,-5-4 0,1-7 0,-2-1-97,3 1 1,-7-6-1,3-1 1,-7 1 195,1-2 0,-5 5 1,1-3-1,-2 4 342,-4 1 1,-2 7-44,-2-1 1,0 10 0,-2 2-76,-4 10 0,4 7 1,-4 6-1,4 5 39,2-1 0,0 6 1,0-4-1,0 2-1,0-2 1,8-4 0,6-7 0,7-1-152,8 1 1,-2-9 0,4-3 0,4-4-293,4-2 0,4-2 0,-5-4 1,3-5-3206,-2-5 3539,-2-1 0,6-1 0,1 1 0</inkml:trace>
  <inkml:trace contextRef="#ctx0" brushRef="#br0" timeOffset="2083">3702 767 8104,'0'-12'1165,"0"0"1,-5 10-484,-1 2 1,0 8 0,8 12 0,2 3-130,2 6 0,5 12 1,-3 5-1,0 5-32,0 1 0,3 10 0,-3 6 0,0 8-195,0 3 0,-1-5 1,-3 2-1,2-6-207,-2-6 1,0-12-1,0-13-350,1-8-173,9-14 1,-6-17 0,3-13 0,-5-7-254,-4-3 0,4-8 1,0 2-1,-2-4 10,-2-2 1,-2-2 0,-2-4-1,-2-5 273,-2-5 0,-2-1 0,4 0 1,-1-1 294,1 1 0,2-1 0,2 1 0,0 0 70,0-1 0,13 7 1,7 3-1,3 6 189,2 10 1,6 6 0,0 5 0,6 4 63,4 7 0,2 5 1,-3 5-1,5 7-92,0 4 1,-3 1 0,-7 2 0,-2 3 85,-4 1 1,-11 0 0,-12-5 0,-6-1-4,-6 1 0,-6-1 1,-11 1-1,-6-1-90,-4 1 1,-10-7 0,-5 1 0,-7 0-338,-3-3 1,0 5 0,5-8 0,-1-2-387,-4-2 0,11-2 1,3 0-1,13-2-463,13-4 0,8 2 0,12-8 429,4-1 1,12 5 0,11 2 0,6 4 611,5 2 0,-3 0 0,6 0 0</inkml:trace>
  <inkml:trace contextRef="#ctx0" brushRef="#br0" timeOffset="2783">4890 959 8104,'8'-10'2,"-6"-5"1,6 3-1,-3-4 41,1-1 0,0 5 0,-6 1 220,0-3 0,-2-2 0,-2-1 0,-4 1 62,-1 5 1,-3-5 0,-7 7 0,-3-3-159,-1 0 1,-2 8-1,3-1 1,-1 3 18,2 2 1,-4 7 0,-1 5 0,1 4 17,0 1 0,2 6 1,5 3-1,3 1 21,3 4 1,-2 0 0,9 0 0,3-4-79,6-2 0,5 1 0,9-7 0,1 0-150,4-3 1,5-10 0,6 0 0,1-5-236,0-1 1,0-5-1,-2-5 1,-2-4-16,-2-5 0,-7-4 0,1 1 0,-4-3 75,-1-2 0,-8 0 0,-5-4 1,-5 4 169,-5 1 0,-5-3 0,-10 6 0,-3 2 311,-6 1 0,-4 5 0,-2 3 0,0 6-1,0 4 1,6 4 0,2 6 0,2 7-137,3 7 0,11 7 0,5-4 0,4 0-14,2 1 0,2 3 1,6-6-1,7-2-140,7-1 0,9-11 0,-2-3 0,4-4-327,2-2 0,2-2 0,1-2 1,3-5-15,-2-7 1,-2 3-1,-2-13 1,0 3 151,0 0 0,-6-6 0,-2 3 0,-4 1 2,-7 0 0,-1 2 0,-7 5 44,2 1 0,-4 1 165,5 5 1,-5 5 0,4 12 36,-3 5 0,7 5 1,-4 1-1,1 1 343,1-1 1,0 1 0,5-1-1,1 1 116,-1-1 0,-5 0 0,-3 1 0,1-1-210,0 1 1,-6-1-1,1 1 1,-3-1-165,-2 1 1,0 1-1,0 2 1,0 3-235,0-3 1,0 0 0,0 1-1,0 1-852,0-2 0,0-1-105,0-3 1,0-9 38,0-8 1,0-10-1,0-11 1,0-4-1329,0-2 2324,-7-2 0,-3-14 0,-7-2 0</inkml:trace>
  <inkml:trace contextRef="#ctx0" brushRef="#br0" timeOffset="2965">5292 295 8104,'0'-12'0,"0"1"0,0-3 1303,0-1 0,0 3 708,0 0-2430,0 9 1,0-3 0,0 12-705,0 5 0,0 5 1,0 3 1122,0 4 0,0 5 0,0 6 0</inkml:trace>
  <inkml:trace contextRef="#ctx0" brushRef="#br0" timeOffset="3449">5763 819 8104,'2'-17'164,"4"-1"0,-4-5 1,4 0 1754,-4 1-1340,-2 11 1,0 5 0,0 12-200,0 5 1,0 12-1,0 5 1,0 1 54,0 0 0,-6 6 0,0 6 0,2-3-185,2-1 0,2-4 0,2-2 0,2-4-127,2-1 0,6-3 0,-5-6 1,3-1-103,4-4 0,3-5 0,4-7 0,5-2-527,1-3 1,-4-13 0,4-9 0,0-2-8,1 0 1,-5 0 0,4-6 0,-2 0 111,-3 0 1,-9 2 0,-3 2 0,0 4-378,-1 1 738,-5 3 0,2 13 1,-12 7 311,-5 6 0,3 13 1,0 9-1,2 2 296,0 4 1,1-3 0,5 1 0,1 0-260,5-2 1,4 4 0,7-8 0,3-1-489,3-3 1,-1-2-1,7-1 1,2-4-545,2-7 0,2-3 0,-2-4 0,-2-1-118,-2-3 1,-2-14-1,2 3 1,-6-3 244,-3 1 0,-5-6 596,-3-4 0,11-4 0,-3-2 0</inkml:trace>
  <inkml:trace contextRef="#ctx0" brushRef="#br0" timeOffset="3716">6584 260 8029,'0'-11'0,"0"-1"0,0-2 640,0-1 0,0 3 1375,0 0-1535,0 9 1,0 10-1,0 17-208,0 7 0,-6 6 1,0 5-1,1 9 102,-3 5 1,6 10 0,-6-2-1,2 4-118,1 2 0,-1 4 0,6-5 0,0-7-135,0-5 0,7-13 0,3-3 0,2-8-727,-1-10 1,1-1-131,6-16 0,-7-8 0,-1-12 1,-2-5-252,-4-5 0,-4-5 0,-4 4 1,-4-2-1367,-2-4 2353,-1-2 0,-15-2 0,-1 0 0</inkml:trace>
  <inkml:trace contextRef="#ctx0" brushRef="#br0" timeOffset="3847">6392 679 7288,'-6'-17'184,"0"-1"0,-5 7 977,5-1 0,2 8 0,10-2 0,5 4-703,5 2 1,3 0-1,5 0 1,5 0-473,4 0 0,2 0 0,0 0 0,1 0-408,5 0 0,-4 0 1,4 0-1,-6 0 422,-6 0 0,12-7 0,-4-3 0</inkml:trace>
  <inkml:trace contextRef="#ctx0" brushRef="#br0" timeOffset="4200">7178 644 7929,'0'-17'1290,"0"5"-869,0 1 1,0 5 20,0-6 1,-2 8-1,-4-2 1,-6 5-323,-3 1 0,-3 0 1,1 0 21,0 0 0,-1 1 1,3 5-104,3 6 1,-2 3 0,9 3-1,1-1-98,2 1 0,4-1 0,3 1 0,7 1 81,4 4 1,1-3-1,1 5 1,-1-2 112,0 1 1,1 5 0,-1-4 0,1 0 10,-1 0 1,-1-1-1,-5-5 1,-5 2 28,-4 3 0,-4-1 0,-4-7 0,-7-3-329,-8-1 0,-7-8 1,-7 2-1,1-5-394,-1-1 1,-4-1 0,2-3 547,4-2 0,2-16 0,-4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18.51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51 7710,'0'-12'2016,"0"1"-1651,0 7 120,8-12 83,-6 14 1,6-3 0,-8 10-100,0 7 0,0 4 0,0 3 0,0 4-186,0 6 0,0 12 0,0 6 0,0 3-261,0 2 1,5 1 0,1-1-1,-2-1-203,-2-5 1,-2-5-1,2-12 1,2-6-419,2-3 0,0-3 1,-5-1-1285,5-5 1,-2-3 1882,8-8 0,-1-8 0,7-1 0</inkml:trace>
  <inkml:trace contextRef="#ctx0" brushRef="#br0" timeOffset="434">140 610 11648,'17'10'246,"1"-5"1,3-3 0,6-2 0,12 0-20,10 0 1,3 0 0,16 0 0,6 0-488,3 0 0,5 0 0,3 0 0,-5 0-842,-10 0 0,-8 0 1,-10 0 1101,0 0 0,-7-7 0,-2-3 0</inkml:trace>
  <inkml:trace contextRef="#ctx0" brushRef="#br0" timeOffset="1167">1188 523 8819,'7'-10'812,"-5"2"1,8 8-644,-4 0 0,4 0 0,7 0 1,1 0-88,-1 0 0,2 0 0,5 0 0,5 0-18,4 0 1,2 0-1,2 0 1,1 2-64,3 4 0,-6-4 1,-8 4-1,-2-4-172,-3-2 0,-5 7 86,-5 5 1,-6 3 0,-12 3 0,-8-1 51,-7 1 1,-4-1-1,-6 1 1,2-1 103,-2 1 0,0-1 1,1-1-1,5-3 59,0-1 1,6-6 0,-5 3 5,5-1 0,7-2-167,1-6 1,7-2-1,-2-4-145,4-5 0,2-5 1,0-1-18,0-1 1,-2 1 0,-2-1-247,-2 1 1,-5-1-1,3 3 1,0 1-735,0 3 0,3-1 1173,5-6 0,-8 1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26.9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1 734 8120,'11'0'753,"1"0"1,0-6-1,5-2 1,1 1-473,-1-1 0,2-6 1,3 1-1,3-7-400,2-3 1,-4-10-1,5 0 1,-1-8 98,0-3 1,-6-1-1,1-4 1,-7 5-2,-3 1 1,-8-5-1,2 3 1,-6 0-23,-6 5 1,2 9 0,-8 3 0,-1 3 8,-3 4 0,-1 9 1,-1 6-1,1 4-45,-1 2 0,1 10 0,-1 6 0,1 7-117,-1 4 1,3 8 0,1 6 0,5 2 164,1 5 1,-4-7 0,6 11 0,2-1 120,3-1 0,2 4 0,5 1 0,6-1 4,3-3 0,11-13 0,3-3 0,4-10 33,2-5 1,0-5 0,0-3-1,-1-6-427,1-4 1,0-10 0,-2-4 0,-4-5-340,-5-6 1,-7 3 0,-3-3-1,-5 2 639,-1-3 0,6 5 0,-4-6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30.47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86 604 7859,'-8'-10'1787,"6"0"-1276,-4 4 0,4 6 1,2 0-89,0 10 1,0 13-1,0 6 1,0 6-51,0 6 0,0 11 0,0 14 1,0 8-126,0 8 1,0 3 0,0 2 0,0-1-143,0-5 1,0-5 0,0-14 0,0-12-418,0-13-137,0-9 1,2-21 0,2-7 0,2-11 129,-2-11 1,-2-5 0,-2-10 0,0-2-167,0-1 1,-2-9-1,-2 3 1,-4-7 158,-2-5 0,1 4 1,-5-5-1,4 5 319,3 2 0,-1-3 1,4-1-1,-2-2-58,2 2 0,4 1 0,6 5 0,8 1 97,7 3 0,0 9 0,7 0 0,-1 8 195,0 4 1,2 7 0,6 9 0,0 3-46,0 8 0,-2 7 0,-2 15 1,-4 5-11,-2 4 0,-3 9 0,-11 5 0,-5 3-8,-4 3 0,-10-7 0,-3 1 0,-7 0-146,-5-3 0,2-3 0,-7-12 0,1-4-166,0 1 0,-2-15 0,-6 1 0,0-8-230,0-4 1,6-2-1,2-4 1,4-6-211,7-3 0,6-5 1,10-1-1,2-2-944,4 1 1531,4-5 0,7 0 0,1-8 0</inkml:trace>
  <inkml:trace contextRef="#ctx0" brushRef="#br0" timeOffset="665">959 673 8072,'2'-15'-616,"2"1"1375,2 3 0,-1-1 0,-5-5-166,0-1 1,0 6 0,0 1-238,0-3 0,-7 4 1,-5 1-1,-4 1-304,-1 4 0,-8 2 0,-2 2 0,-2 2-74,-1 4 0,3 6 0,-4 9 0,2 4-63,-2 2 1,6 2-1,2 8 1,5 2 10,6 2 1,-1-4 0,7-6 0,4 0 339,6-6 1,13-4 0,13-5 0,3-4-70,1-7 0,7-3 0,0-4 0,-2-3-194,-2-7 0,3-4 1,-1-3-1,-4-4-195,-4-6 1,-11-4 0,-3-2 0,-7 0-155,-3 0 0,-7 6 0,0 0 0,-9 0 157,-7 1 1,-11 3 0,-6 8 0,-6 1 193,0 5 1,3 3 0,1 12-1,0 5 124,0 9 1,2 11-1,4 2 1,5 6-48,5 4 1,9 1-1,5-5 1,3 0-126,2-4 0,13-10 0,7-1 0,5-7 41,6-3 0,2-10 0,2-2 0,2-10-61,3-6 1,-3-3 0,2-2 0,-6-4-115,-4-3 0,-2-1 1,2-6-1,-3 2-63,-1 4 1,-6-2 0,5 6 0,-5 0-22,-2-1 1,3 3 0,1 8 199,2 3 0,1 4 1,-7 10 267,1 4 0,-1 4 0,-1 7 1,-3 3 128,-1 3 1,-6-2-1,3 6 1,-1 1 90,-4-1 1,-2-6-1,-2 4 1,0-1-77,0-1 1,-2 0 0,-2-5 0,-2-1-464,2 1 1,1-1-1977,-3 0 1014,4-7 1,-4-4-1,10-12-27,2-5 0,0-1 1101,-6-6 0,0 5 0,0-12 0</inkml:trace>
  <inkml:trace contextRef="#ctx0" brushRef="#br0" timeOffset="864">1308 149 8072,'0'-17'120,"0"0"1,0 5 0,0 0 2477,0-1-2405,0 5 0,0 2 0,2 12-552,4 6 1,-4-3-1,4 5 1,-4 3-705,-2 5 0,0 3 1063,0-2 0,-8-3 0,-2 5 0</inkml:trace>
  <inkml:trace contextRef="#ctx0" brushRef="#br0" timeOffset="1315">1623 586 8072,'7'-17'54,"1"-1"1,6 3-1,-3 1 410,3 2 0,-6 7 0,-1-5 1552,1 2-1632,-6 2 1,6 8 0,-8 4-1,0 8 21,0 7 1,0 0 0,0 8 0,0 2-197,0 2 1,0-3 0,0-3 0,0 0-191,0 0 1,0-6 0,2 3-1,2-5-220,2-1 0,7-9 0,-1-3-95,3-4 1,3-4 0,1-6-1,3-9-221,1-10 1,2 0 0,-4-3 0,3-1 232,-3-2 1,0 4 0,-1 2 0,-1 2 116,-3 4 1,-5 1 0,3 5 81,-2 3 1,-9 6 241,3 12 0,-4 9 0,-2 11 1,-2 1 119,-4 4 0,4 2 1,-3 0-1,3-2-175,2-2 1,0-6 0,0 5 0,0-3-333,0-4 1,7-3 0,5-5-277,4-1 1,3-8-1,2 0 1,5-8-245,1-8 1,2-4-1,4-1 750,-4 0 0,4-9 0,-6-1 0</inkml:trace>
  <inkml:trace contextRef="#ctx0" brushRef="#br0" timeOffset="1599">2478 62 8072,'0'-12'351,"0"1"880,0-3-18,0-1-759,0 5 1,-5 26-1,-3 17-189,-2 7 1,-2 17 0,-5-3 0,1 8-40,5 10 1,-3-2 0,6 5-1,1-5-41,-1-6 1,2-6-1,6-11 1,2-6-73,4-4 0,4-12 0,7-8-462,0-9 0,-5-6 0,-2-4 1,0-4-653,-1-5 0,-5-5 0,2-3 0,-4-3-558,-2-1 1,0-6 1558,0 6 0,-8-16 0,-2 2 0</inkml:trace>
  <inkml:trace contextRef="#ctx0" brushRef="#br0" timeOffset="1763">2286 394 8072,'-9'-18'1420,"1"1"1,10 2-1,4 3-1005,5 6 1,11 4 0,1 2 0,0 0-758,2 0 0,1 0 0,5 0 0,-2 0-322,2 0 0,2 0 0,0 0 0,-2 0-1458,-2 0 2122,-8 0 0,20 8 0,-4 2 0</inkml:trace>
  <inkml:trace contextRef="#ctx0" brushRef="#br0" timeOffset="2132">2897 359 8358,'10'-8'4480,"-2"4"-3744,-8-7 1,0-1-669,0-5 0,-8 7 0,-3 4 0,-5 4 20,-1 2 1,-1 0 0,1 2 0,-1 2-284,1 2 0,-1 7 0,1-1 1,1 4 46,5 1 0,3 6 0,8 1 0,0-3 326,0-2 0,4 5 0,5-1 1,9-2-7,1-1 1,8-3 0,3 3 0,1 1-94,-2 2 0,2-5 0,-8-7 1,-2 3-105,-1 1 0,-9 3 0,-1-1 0,-4 1 70,-8-1 0,-6 1 1,-11-1-1,-4 1-33,-7-1 0,-3-7 1,-1-2-1,-1-3-117,0 1 1,0 0-1,2-8 1,4-2-747,5-2 1,7-7 0,5 1-1,6-3 851,5-3 0,1-7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27.99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333 850 7919,'-10'-2'1088,"4"-3"1,4 1-708,2-8 0,0 6 0,0-5-32,0-3 1,0-2 0,0-1-11,0 0 0,-2-1 0,-4 1-140,-5-1 0,-5 6 1,-3 3-1,-3 1-219,-1 4 0,-6 10 0,4 6 0,-2 5-15,-4 6 0,5 5 1,3 6-1,4 1-96,1 0 1,8 6-1,5 0 1,3-4 32,2-6 1,2 0-1,5-10 1,9-5 86,5-9 1,10-5 0,-2-4-1,3-3-40,-3-7 0,2-11 0,-6-6 1,0-4-60,0-2 0,-1-2 1,-7-2-1,1-2-2,-1 2 0,-5-5 0,-3-1 0,-1-1-95,-4-1 0,-2 8 0,-2-2 0,0 5-33,0 1 1,0 0 0,0 2 139,0 4 0,0 3 119,0 9 0,-6 9 0,-2 10 0,1 12-12,-1 7 0,-4 10 0,4-2 0,-1 6 186,-5 6 0,6-2 0,1 7 0,1 1 8,0-3 1,0 5 0,6-8-1,0-2-117,0-3 0,8 3 0,6-2 0,5-6-220,4-4 1,2-3 0,-1-9 0,3-3-264,0-6 0,4-5 0,-8-1 0,-1-1-2291,-3-5 2690,-1-4 0,-1-15 0,1-2 0</inkml:trace>
  <inkml:trace contextRef="#ctx0" brushRef="#br0" timeOffset="499">1153 833 8349,'0'-18'0,"0"1"249,0-1 1,0 1-1,0 0 1,0-1 163,0 1 0,-2-1 1,-1 1-111,-3-1 1,0 7 0,4 1-197,-4 2 0,-4-4 0,-9 7 0,-2 1 51,-3 2 0,-1 4 1,2 4-1,-4 7-43,0 9 1,-6-1 0,5 8 0,-1 2-59,0 2 1,8 2 0,-2 0 0,5 0 49,6 0 1,5-2 0,7-4-1,0-6-166,0-4 0,7-3 1,7-4-1,7-8-56,8-8 1,4 0-1,2-10 1,-2-3-14,-3-5 1,2-3 0,-4 4 0,1-4-61,0-3 0,-8 7 0,3-4 0,-5 2 135,-2-1 1,-7 1 0,-2 6 47,0-1 0,-8 8 0,0 5 16,-10 3 1,0 11 0,-1 9 0,-1 9 109,2 6 0,-3 2 1,7 2-1,2 2-20,2 1 0,4 1 0,4-6 0,5-2-86,5-4 0,7-4 0,2-9 0,3-5-122,3-5 1,7-12-1,3-5 1,-2-5-449,-2-1 0,-4-8 0,-2-3 0,-4-1-1658,-2 0 2213,-1 0 0,-7-6 0,1 0 0</inkml:trace>
  <inkml:trace contextRef="#ctx0" brushRef="#br0" timeOffset="764">1782 64 8469,'0'-17'383,"0"-1"1,-6 7-1,-1 1 125,-3 2 1,0 10 0,-2 12 0,5 7-307,-1 8 1,6 12 0,-4 8 0,4 7-185,2 8 1,-6 6 0,1 5-1,1 7-70,2 3 0,2 8 0,0-1 1,0-7 221,0-7 0,0-20 1,0-8-153,0-5 0,2-16-328,4-17 0,-5-12 1,5-20-1,-4-1-674,-2-2 0,0-8 1,0 2 983,0-4 0,-15-2 0,-5 0 0</inkml:trace>
  <inkml:trace contextRef="#ctx0" brushRef="#br0" timeOffset="931">1485 606 8194,'-10'0'1439,"5"0"1,10 0-1,7 0-1233,4 0 0,9 0 0,4 0 0,4 0-698,2 0 1,0-6 0,2-2 0,2-1-366,1-5 1,7 6 0,-4 0 856,1 1 0,3-3 0,5-8 0</inkml:trace>
  <inkml:trace contextRef="#ctx0" brushRef="#br0" timeOffset="1347">2376 763 8901,'0'-17'2216,"0"-1"0,0 6-1531,0 1 0,0 5-860,0-6 1,-2 8 0,-4-3-1,-6 1 105,-3 0 0,-3 0 0,-1 6 1,-2 2-130,-3 4 1,-5 4-1,4 7 1,0 3 216,0 3 1,-4 2 0,5 8 0,3 0 75,2 4 0,9 2 1,4-4-1,4 0 256,2-1 1,0-4-1,4-5 1,6-4-350,7-5 1,6-10 0,1-1-1,3-5-281,0-5 1,4-11 0,-6-9 0,1-2 15,-1-4 1,-2-2 0,-7 0-1,-3 2 337,-1 1 1,-8 9-1,3-2 508,1 3 0,-8 5-317,0 3 1,0 12-1,-8 14 1,3 5-210,-1 4 1,0 7-1,6-5 1,2 0-315,4 0 0,3-1 0,9-7 0,1 0-429,5 1 0,3-8 0,10-5 688,3-3 0,-3-2 0,6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47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71 8407,'0'11'1220,"0"1"-715,0 2 0,0-5 0,0 3 0,0 3-28,0 7 0,0 5 0,0 8 1,2 2-223,4 3 0,-2 13 0,7 11 0,1 4-313,-2 2 0,3-2 0,-5-2 0,0-4-148,0-2 1,3-4 0,-5-9-1,-2-9-660,-2-6 1,-2-7 0,0-8-790,0 1 0,-2-9 1655,-4-3 0,-4-12 0,-7-3 0</inkml:trace>
  <inkml:trace contextRef="#ctx0" brushRef="#br0" timeOffset="366">18 228 8407,'0'-18'-228,"-2"1"1,-2-1 806,-2 1 1,1 0-1,5-1-129,0 1 0,7 5 1,5 2-1,5 1-210,7-1 0,-1 0 0,10-3 1,6 3-11,3 2 0,13 2 0,9 6 0,6 2-58,5 4 1,-5 6 0,2 13 0,-8 10-304,-4 9 0,-11 15 1,-14 5-1,-12 4 107,-9 2 0,-7 1 0,-9 3 0,-5 0-28,-11-6 1,-9 0 0,-14-10 0,-5-2-103,-5-2 0,-3-5 1,-2-6-1,-3-10-81,3-6 0,0-10 0,0-7 1,-1-2-154,7-4 0,5-10 0,12-8 0,4-5-829,6-4 0,5-9 1217,7 3 0,3-4 0,8-2 0</inkml:trace>
  <inkml:trace contextRef="#ctx0" brushRef="#br0" timeOffset="883">1398 699 8407,'-10'-7'1944,"-6"3"-1312,5-8 1,-5 2 0,-1-3-388,-1 1 0,1 6 0,-3-3 0,-1 1-47,-2 4 0,-2 2 0,3 2 0,-3 0-44,-2 0 0,4 8 0,-5 5 0,3 7-259,4 3 1,1 8 0,3-2 0,1 4-4,5 2 1,3-6 0,8 0 0,0 1 68,0-3 1,8-2-1,5-8 1,9-1-61,7-4 0,4-5 0,2-7 0,0-2-38,0-3 0,-6-5 0,0-8 0,0 1 163,-2-1 1,4 1 0,-8 0 0,-1 1 268,-3 4 0,-7-1 0,-2 5-164,-3-2 0,-1 8 0,-6 2 0,0 10-78,0 6 1,0 3 0,0 2 0,0 5-381,0 1 1,8 0-1,4 2 1,3-6-204,3-3 0,7-5 1,4-3-1,2-6-255,-2-4 0,8-4 1,-6-4-1,-2-8 785,-2-7 0,-4-6 0,-5-8 0</inkml:trace>
  <inkml:trace contextRef="#ctx0" brushRef="#br0" timeOffset="1168">1939 1 8986,'-10'8'811,"3"3"1,7 13-1,0 7-240,0 7 1,0 17 0,0 17 0,2 11-333,3 8 1,-1-4 0,8-5 0,1-1-120,3-1 1,1-4 0,1-12 0,-1-8-230,1-7 0,-3-13 0,-1-8 0,-2-5-974,1-8 1,-5-7-418,-2-14 1,-4-9 0,-4-10 1499,-4-3 0,-12-1 0,-9-6 0</inkml:trace>
  <inkml:trace contextRef="#ctx0" brushRef="#br0" timeOffset="1331">1660 560 8816,'11'0'2155,"1"0"-1366,2 0 1,9 0 0,6 0 0,6 0-855,6 0 1,9-2 0,8-4 0,-1-4-862,-3 1 1,-2-5-1,1 6 926,-1-2 0,0-1 0,1-7 0</inkml:trace>
  <inkml:trace contextRef="#ctx0" brushRef="#br0" timeOffset="1783">2847 612 9745,'0'-17'2403,"0"-1"-578,0 1 0,-2-1-1299,-4 1 1,3 7-1,-9 4 1,-4 4-308,-5 2 1,0 0 0,-6 0 0,-1 2-123,1 4 0,0 6 0,-2 9 1,4 4-343,-1 2 0,7 3 1,-4 4-1,5 1-41,7 0 0,3-2 0,8-2 0,0-3 174,0-3 1,8-4 0,3-7 0,7-5 1,5-1 1,4-2 0,8-8 0,0-4-145,0-5 0,-6-7 0,0-3 0,0-4-105,-1-3 1,-3 5 0,-8-4 0,1 2 553,-1 3 1,-5 3-1,-3 1 622,-1 1-642,-2 7 0,-12 10 0,0 14 1,3 5-196,1 5 0,2 7 0,0-4 0,2 0-376,3-4 0,5-3 0,8-3 0,1-1-205,4-5 1,4 3-1,8-8 1,0-4-372,0-6 1,-2-6 0,-4-7 0,-4-3 971,1-3 0,-7 3 0,6-5 0</inkml:trace>
  <inkml:trace contextRef="#ctx0" brushRef="#br0" timeOffset="2166">3651 577 8407,'0'-17'0,"0"-1"935,0 1 0,-2-1 0,-4 1 124,-6-1 1,-3 7 0,-3 1 0,1 0-654,-1 1 1,-5 5 0,-2-2-1,0 4-257,-1 2 1,-3 0-1,6 0 1,3 2-376,7 4 1,-1 3 0,7 9 0,-1-1-87,0 1 0,2-1 0,6 1 1,2-1 264,4 1 1,4-1 0,9 1 0,2-1 112,3 1 1,5-1 0,-4 0 0,2 1 36,4-1 0,-4 1 0,1 1 1,-3 3 64,-4 1 0,-1 2 0,-3-4 0,-1 3 58,-5-3 0,-3 4 0,-8 1 0,-2-3-134,-4-4 1,-5 3 0,-11-13 0,-3 1-467,-2-4 0,-2-4 0,-4-4 0,2-2-667,2-2 1,7-9 0,-1-1 0,4-5-96,1-1 1,8 3 0,5 0-1,3-3 1136,2-1 0,-8-8 0,-2 4 0</inkml:trace>
  <inkml:trace contextRef="#ctx0" brushRef="#br0" timeOffset="2516">4000 699 8407,'17'0'1679,"1"0"-840,-1 0 0,1 0 0,-1 0 0,1 0-313,-1 0 1,1 0 0,-1 0 0,0 0-379,1 0 1,5 0 0,1-2 0,-3-1-127,-2-3 1,-1-8 0,-1 3-80,1-5 1,-9-1 0,-3-1 201,-4 1 1,-4-1 0,-6 3 147,-9 3 1,-2 4-1,-11 8 1,-1 0-144,-2 0 0,0 8 0,2 4 1,4 3-533,2 3 1,-4 1-1,8 2 1,3 5 99,4 1 0,11 0 0,-3 4 0,6-4 145,6-2 0,5 4 1,13-5-1,5-3 46,4-1 1,2-11 0,1-3-1,3-4-377,2-2 1,0 0 0,-6-2-1,0-4-504,0-5 1,-2-5 0,-4-3 971,-6-5 0,-4-3 0,-1-8 0</inkml:trace>
  <inkml:trace contextRef="#ctx0" brushRef="#br0" timeOffset="2833">4803 71 11642,'0'17'1151,"0"3"1,0 5-662,0 10 1,0 7 0,0 13 0,2 3-26,4 6 0,-2 4 1,6 2-1,-1 0-261,1-1 0,2-6 0,3-7 0,-1-10-681,-3-11 1,-5-7-484,6-11 0,-8-9 0,0-8-574,-8-10 1,-6-5 0,-7-3 132,-1 1 0,1-1 1401,-1 1 0,-7-9 0,-2-1 0</inkml:trace>
  <inkml:trace contextRef="#ctx0" brushRef="#br0" timeOffset="2997">4663 455 8407,'0'-12'2372,"-1"3"3000,-5 1-5236,4 2 0,-4 6 0,14 0 0,9 0-580,10 0 1,8 0-1,6 0 1,8 0 443,7 0 0,14 0 0,9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51.6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315 385 8449,'17'0'0,"-5"-6"0,-1 1 332,3 1 0,0 0 0,-1 0 1673,-1-2-1042,-8 0 1,3 4-654,-7-4 1,-1 5 0,-5-7-1,-6 2-101,-3 0 0,-5-6 0,-3 7 0,-6 1-106,-4 2 0,4 2 1,0 0-1,-2 0-2,-2 0 1,3 0-1,3 2 1,2 2-244,4 1 1,1 9 0,5-2 0,3 3-127,6 3 1,4-1 0,4 1-1,4-1 13,6 1 0,11-1 0,6 0 0,4 1 49,2-1 1,-2-5 0,-2 0 0,-2 1 64,2 3 0,0 3 1,-2 3-1,-7 1 96,-9-2 1,1 1-1,-8 1 1,-2 4 143,-2 0 0,-10-2 0,-6-7 0,-7-1 9,-8 1 0,-10-9 0,-2-3 0,2-4-248,3-2 1,1-8-1,2-3 1,3-5-331,7-1 1,6-6 0,5-1 0,6 3-2389,4 2 2858,2 1 0,8 1 0,2-1 0</inkml:trace>
  <inkml:trace contextRef="#ctx0" brushRef="#br0" timeOffset="283">751 455 8449,'0'-17'1254,"0"7"0,0 4 1,0 12-872,0 5 0,0 13 1,0 5-1,0 4-238,0 2 0,0 0 0,0-2 0,0-2-276,0-2 0,2-2 1,2 2-1,2-6-1263,-2-3 1,0-3-23,2 1 0,-5-10 1416,5-8 0,4-16 0,0-11 0</inkml:trace>
  <inkml:trace contextRef="#ctx0" brushRef="#br0" timeOffset="447">664 71 8449,'-2'-18'778,"-4"1"1,4 5 1197,-4 1 0,6 7-1810,6-2 1,-2 4 0,8 4 0,1 2-3506,3 2 3339,-6-1 0,13 3 0,-4 2 0</inkml:trace>
  <inkml:trace contextRef="#ctx0" brushRef="#br0" timeOffset="849">1136 315 8471,'-2'-9'1363,"-4"3"0,4 2 0,-2 0-926,8-2 1,6-5-1,7 5 1,0 0-127,1-2 0,7 4 1,2-5-1,2 1-119,1 4 1,-3 2 0,4 2-1,-4 0-138,-2 0 1,-2 4-1,-5 6 1,-3 7 8,-3 2 0,-4 9 0,-8 1 0,-2 6-116,-4 5 1,-6-1-1,-9 8 1,-4 1-30,-2 3 0,3-5 0,-3-1 0,2-4 21,4-8 1,3 0 0,7-10-70,5-2 0,8-9 0,7-6 1,11-4-70,5-2 1,10-8 0,8-4-1,-1-3-445,1-3 0,-2 7 1,-8 1-1,-2 0-1218,-2 1 0,-8 3 1862,3-6 0,-13 8 0,-3-4 0</inkml:trace>
  <inkml:trace contextRef="#ctx0" brushRef="#br0" timeOffset="1098">1101 647 8471,'2'-10'1122,"1"3"-269,3-1 1,8 6-1,-1-6-149,9 0 0,-1 6 1,8-3-1,2 1-449,2-2 1,4 4 0,2-4 0,2 2-870,-3-2 1,-1 5-1,-4-5 1,-2 4-3438,-2 2 4051,-7-8 0,11-2 0,-6-7 0</inkml:trace>
  <inkml:trace contextRef="#ctx0" brushRef="#br0" timeOffset="1499">1974 490 8471,'0'10'306,"2"-3"1338,4-7 1,-3 0-766,9 0 1,0 0 0,5 0-452,1 0 0,-7-2 0,1-1 0,2-3-191,1 2 1,-3-4-1,-1 0 1,3 1-188,1-1 1,-5-6 0,-2 5 0,-2-3-451,0 0 1,-1 1-1,-5-7 0,-2 1 65,-3-1 0,-5 3 0,-9 3 0,-3 6 421,-1 4 1,-8 4 0,2 4 0,-2 6 129,2 3 1,3 10 0,9 6-1,1 6 184,5 4 0,3 0 0,8-6 0,4 0-121,7 0 1,9-2 0,17-4 0,3-6-638,7-4 1,-2-9 0,1-4 0,3-4-737,1-2 0,-5-4 0,-6-6 0,-8-9 1094,-8-6 0,-4-4 0,-1-6 0</inkml:trace>
  <inkml:trace contextRef="#ctx0" brushRef="#br0" timeOffset="1765">2847 350 10474,'0'-9'4693,"2"1"-5160,4 8 0,-4 2-1414,4 4 0,-5-3 1881,-1 9 0,8 0 0,2 5 0</inkml:trace>
  <inkml:trace contextRef="#ctx0" brushRef="#br0" timeOffset="1914">2934 752 15442,'0'-10'435,"0"2"1,0 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59.2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210 891 13645,'-18'-10'490,"1"4"0,-1 4-333,1 2 0,-1 0 0,-1 0 0,-2 2-178,-3 4 0,3 10 0,7 9 1,5 0 10,1 0 1,2 6 0,6-3 0,2 1-186,4 0 1,6-8-1,11 2 1,4-5-35,0-6 1,6-5 0,-4-7 0,2-2 176,-2-3 0,-3-7 0,-9-9 0,1-5 65,-1-1 0,-1-2 1,-5-6-1,-5 2-75,-4 4 0,-4-2 0,-4 6 0,-5 0-170,-5-1 0,-9 9 0,-4 7 0,-4 2-152,-2 5 1,0 1 0,2 4 0,2 5-245,2 11 1,9 7 0,3 10 0,9 0-1508,6 0 2135,10 7 0,9-5 0,11 6 0</inkml:trace>
  <inkml:trace contextRef="#ctx0" brushRef="#br0" timeOffset="383">786 1066 8316,'-6'11'2466,"0"1"274,-7-8-2151,11 4 0,-6-10 0,8-4-195,0-6 1,0-9 0,0-4-1,0-1 62,0 1 1,0-12 0,0 0-1,0-5-369,0-7 0,0-3 0,0-6 0,2-7-121,4-2 0,4-1 0,9 4 0,2 5-602,3 5 1,7 9-1,0 5 1,6 5-355,3 6 1,1 9 0,-6 11 0,0 1-10,0 4 1,-2 10 0,-6 7 0,-8 7-944,-5 3 1942,-10 0 0,4 3 0,-8 1 0</inkml:trace>
  <inkml:trace contextRef="#ctx0" brushRef="#br0" timeOffset="581">489 821 8316,'12'0'221,"-1"0"0,3 0 683,2 0 0,9-6 1,4-2-1,4-1-567,2-5 0,7-1 0,5-3 1,3 3-1650,3 3 1312,-1-3 0,1-3 0,-1-9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3:55.9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1 532 8992,'10'0'1506,"-3"0"0,-7 2 0,2 4-1180,4 5 0,-4 5 0,4 1 0,-2 3-95,2 3 0,-2-1 0,5 5 0,-1 0-149,-4 0 1,4-6 0,-1 5-1,1-3-204,0 0 1,-2-5-1,-4-9-610,4-1 1,-3-2 371,9-6 1,-6-10 0,4-5 0,-1-9 85,1-3 0,-4 4 0,3-6 0,1 0 195,0 2 1,2-1 0,5 7 0,0-2 96,1 1 1,1 9-1,3 3 1,3 2 150,2 4 1,-6 6 0,5 8 0,-3 10 64,0 5 0,1 4 1,-7 6-1,-2 2-193,-3 3 1,2-3 0,-8 2-1,-1-6-766,3-4 0,-6-7-317,4 1 0,-4-13-619,-2-10 1661,0-8 0,-8-17 0,-2-3 0</inkml:trace>
  <inkml:trace contextRef="#ctx0" brushRef="#br0" timeOffset="598">909 550 8673,'-10'-2'3826,"5"-4"-3439,3 4 823,2-6 4,0 24 279,0-13-575,0 21-984,0-22-319,0 5 0,0 1 405,0 4 0,2 1 0,1 1 0,3-2 44,-2 1 0,6 9 1,3 1-1,7 0-18,3 2 0,8-5 0,-2 3 0,6-5-65,6-7 0,-4 3 0,4-8 1,-5-3 16,-1-1 0,-2-9 0,-4-7 0,-5-5-127,-5-5 1,-9-7 0,-4 2 0,-4-4-189,-2-2 1,-2 6 0,-4 0 0,-6 0 244,-3 2 1,-3 2-1,1 9 1,-1 4-637,1 7 1,5 3 0,3 4 0,1 3-312,4 7 0,2 11 0,2 5 0,2 1-1345,4 0 2364,3 0 0,17 6 0,1 0 0</inkml:trace>
  <inkml:trace contextRef="#ctx0" brushRef="#br0" timeOffset="1198">1695 515 8892,'-8'-10'2014,"6"0"-1235,-4 4 0,5 6-350,1 0 0,0 14 0,0 9 1,1 1-195,5 1 0,-2 2 1,6 8-1,0 0-134,-1 0 0,1-6 0,2-2 0,-5-2 6,1-3 1,-4-5-1,8-5 1,1-7-134,3-3 0,-5-5 1,1-7-1,2-10-201,1-5 0,3-4 0,-1-6 0,1 0-22,-1 0 1,-5 6-1,-1 2 1,1 2 145,-2 3 0,3 3 0,-5 4 28,2 3 0,1 6 0,7 12 272,-1 6 0,-5 11 0,0 6 1,-1 4 164,-1 2 1,4 8 0,-7 1-1,1 1-70,0-4 1,3 1 0,-5-3-1,0-6-163,2-8 1,-6-5 0,6-5-284,-1-3 0,-3-12 0,8-14 0,1-7-245,3-8 0,1-6 0,1-4 0,-1-2 273,1 3 1,-3-5 0,-1 4 0,-2 4-33,1 4 0,3 4 0,-1-2 0,-1 7-190,-3 9 0,-5 5 386,6 8 1,-2 8-1,1 3 1,-3 7 98,0 5 0,-4-1 0,5 7 0,-1 2 267,-4 2 1,4 2-1,-2 0 1,-1-2-128,3-4 1,-6 2 0,4-8-1,-2 0-1123,2 3 0,-3-13 0,9 3-306,2-7 1,-5-9-1,3-9 1,2-5 88,1-5 1,3-9 1062,-1 5 0,1-16 0,-1 3 0</inkml:trace>
  <inkml:trace contextRef="#ctx0" brushRef="#br0" timeOffset="1664">2673 78 8326,'-2'-17'0,"-2"-1"849,-2 1 0,1 5-128,5 0 0,0 10 1,0 2-1,0 12-227,0 9 0,1 7 1,3 6-1,4 3-157,2 4 1,0 4-1,3 7 1,-1 2 0,1 5 1,1-3 0,0 6 0,-5-2-48,-1-4 1,6-1 0,-5-5 0,1-3-206,-4-6 1,2-12-1,-3-6-324,-1-4 1,0-9-1,0-6 1,4-8-526,1-8 0,-3-11 1,6-6-1,0-2-21,-3 2 0,7-4 1,-6 6-1,1-2 511,1 0 0,-3 7 0,5-1 0,-2 3 319,1 3 0,5 5 1,3 3-1,2 1 146,-1 4 1,5 2 0,0 2 0,2 4 220,0 8 1,-5 1 0,3 14 0,-4 1-21,-7-1 1,-1 8-1,-9 5 1,-2-1-308,-2-2 0,-4-2 1,-6-2-1,-8-4-278,-5-6 0,-12-5 0,0-5 0,-6-3-233,1-2 1,3-2-1,6-8 1,5-2-499,5-2 0,1-8 0,3 3 0,3-5 9,6-1 0,4 5 0,4 1 914,4-3 0,4-2 0,7-1 0</inkml:trace>
  <inkml:trace contextRef="#ctx0" brushRef="#br0" timeOffset="2031">3494 689 9029,'2'-9'1549,"4"3"0,-3 2 1,9 0-1168,2-2 0,7-2 1,4 3-1,0-5-318,1 0 1,5-5-1,-4 5 1,0-2-77,-4 1 1,-3-1-1,-3-4 1,-1 3-401,-5 1 1,3 1-1,-8-7 198,-2 1 1,-4 1 0,-6 5-1,-6 5 187,-3 4 0,-9 2 1,-1 0-1,0 4 185,0 7 1,-4 3-1,3 13 1,1 0-30,0 0 1,4 1 0,9 3-1,4-2 67,0 2 1,7 2 0,-3 0 0,8-2 41,7-2 1,12-8 0,7 2-1,3-5-385,1-6 0,7-5 1,0-7-1,0 0-408,1 0 1,-5-2 0,4-1-1,-6-5-759,-6-2 1,-4-4 0,-7-7 1313,-1-2 0,-7-8 0,-2 4 0</inkml:trace>
  <inkml:trace contextRef="#ctx0" brushRef="#br0" timeOffset="2348">4175 515 9964,'-10'0'1719,"2"2"1,8 3-1453,0 7 1,0 4 0,0 1 0,0 2 52,0 5 1,2 1 0,2 6 0,2-4-131,-2-2 0,-2 4 0,-2-5 0,0-3-153,0-1 1,6-9-157,0 1 1,5-10-1,-5-2 1,0-12-181,2-9 1,-4 1 0,5-5 0,1 2 57,0 0 0,-7-7 0,5 7 0,-2 0 44,0-2 0,7 5 0,-1-3 1,4 5-233,1 7 1,3-5 0,5 5 0,8-3-998,6 2 0,15-3 1426,-2 3 0,12-3 0,-2-3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4:21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295 1029 8296,'8'-17'13,"-6"-1"0,12 1 218,-9-1 0,9 1 0,-4-1 86,-1 1 0,-1 5 0,-6 2 198,4 3 1,-4-7-137,4 2 0,-4 3 1,-2-3-168,0-1 1,-2-3 0,-4 0 0,-6 3-65,-3 1 1,-3 3 0,-1-5-1,-3 4-83,-1 3 1,-6 1 0,4 6 0,-2 0-107,-4 0 0,3 7 1,1 5-1,2 6-162,4 5 0,3 4 0,5 8 0,3 0 43,2 0 0,4-6 1,8 0-1,4 2-29,2 2 0,3-6 1,9-4-1,3-5 22,2-6 1,-4-5 0,4-7 0,-1 0 168,-5 0 1,4-7 0,-2-7 0,-1-7 17,-3-8 1,-1-4-1,-1-2 1,1-2 96,-1-4 0,1 2 1,-1-5-1,-1 1-84,-5 4 1,5-4 0,-5 1 0,5-1-104,1 0 0,-5 3 1,-2 5-1,-3 2-48,-3 4 0,-2-2 0,-2 7 0,0 3-15,0 1 0,0 3 0,-2 0 0,-3 1 109,-7 4 0,2 3 0,-1 5 38,-3-2 0,0 2 1,1 8-1,3 6-21,2 5 1,-3 1 0,3 13 0,0 2 136,0 2 0,3 8 0,5 3 1,0 5 239,0 5 0,0 8 1,0-2-1,2 2-260,3 4 1,7-3 0,11-1 0,6-2-253,4-4 0,2-11 0,2-12 0,4-14-9,5-11 0,3-8 0,-2-6 0,-7-8-385,-3-7 0,-4 0 1,-2-8-1,-6-2-49,-5-2 0,-1 0 0,-11 2 0,0 3 585,0 3 0,5-14 0,-3 2 0</inkml:trace>
  <inkml:trace contextRef="#ctx0" brushRef="#br0" timeOffset="801">1256 924 8396,'11'-6'0,"-1"-1"193,-2-3 1,4 4 0,-7-5 752,-1-3 0,-2-2-288,-2-1 0,0-1 1,0 1-462,0 0 1,-2-1-1,-4 3 1,-5 1-120,-5 2 0,-1 7 1,-3-5-1,-1 2 11,-2 4 0,-2 2 0,3 2 0,-3 0-151,-2 0 0,5 8 0,-1 4 1,4 5-68,1 6 1,3 5 0,1 6 0,4 1 62,3 0 0,1-6 1,8 1-1,4-1 34,5-2 1,5-2 0,3-7-1,5-3-2,5-3 1,2-5 0,0-7 0,-2 0 14,2 0 0,-4-5 0,0-3 0,-2-4 40,-3-7 0,-3 1 0,-1-7 0,-3 2 74,-3 0 0,1-3 0,-7 5 0,-2-2 296,-2 1 1,-2 9 0,0 1-47,0-1-537,-8 5 1,1 8-1,-5 13 1,6 9 153,4 7 0,2 2 1,0 0-1,2-2-11,4 2 1,6 0 0,9-2 0,4-6-2,2-3 1,0-3 0,4-1 0,-1-4-132,1-7 1,2-5 0,2-5 0,-1-9-55,1-7 0,-2-1 0,-4-7 1,-5 0-449,-5 2 1,3-6-1,-3 6 1,-4-2 21,1 0 1,-8 7-1,-1-1 1,-1 2 660,0-3 0,0 5 0,-6-4 0,0 3 0,0 3 0,0-3 0,0-3 0,0-6 0,0-4 0,0-2 0,2-2 0,2-4-78,2-5 1,-1-5 0,-5 1 0,0 1 120,0 3 1,6 1 0,0-1-1,-2 7 438,-2 8 1,-2 0-1,0 7 1552,0 3-786,0 9 1,-2 7-971,-4 10 1,4 11 0,-4 9-1,2 4 138,-1 8 1,3 0-1,-4 12 1,4 5-53,2 8 1,0 8 0,0 4-1,0 1-206,0-1 0,0 4 1,2-3-1,4-1-273,5-2 1,5-12 0,1-8 0,1-11-974,-1-10 1,7-8 234,-1-11 0,-6-6 1,-7-14-1,-2-7-42,-4-7 0,-10-7 0,-6 4 0,-5-2-597,-7-4 1493,5-2 0,-22-10 0,4-2 0</inkml:trace>
  <inkml:trace contextRef="#ctx0" brushRef="#br0" timeOffset="965">1710 558 8487,'0'-18'1435,"0"6"-430,0 1 0,0 5 0,2-4-580,4 2 0,5 3 0,11 5 0,3 0-352,2 0 1,4 0 0,8 0-1,4 0-754,1 0 0,-3 0 1,5 0-1,3 0-577,1 0 0,-1 5 1258,3 1 0,-3 8 0,11-4 0</inkml:trace>
  <inkml:trace contextRef="#ctx0" brushRef="#br0" timeOffset="1486">2688 907 6446,'11'0'1967,"1"0"-406,-8 0 0,10-2-10,-9-4 0,1-4-1019,-6-7 1,0-1 0,0 1-408,0-1 1,-8 1 0,-3 0 0,-7-1-106,-5 1 1,2 5-1,-8 2 1,0 3-117,1 3 0,-5 4 0,6 5 0,-2 9-19,0 7 0,8 7 1,-1 6-1,9 1 192,7 0 0,4 0 1,2 0-1,2 0 50,4 0 1,5-8-1,13-5 1,3-9-65,0-7 0,6-4 0,-6-4 1,2-6-196,0-9 0,-1-3 0,3-9 0,-4 0 75,-2 2 0,-2-4 0,-5 6 1,-3-1-17,-3 1 0,-2 4 0,-7 7 28,3 3 0,-2 7 0,-8 0 0,-3 8-153,-3 7 1,6 13 0,-2 5 0,4 4-166,2 2 1,0 2-1,4 1 1,6 1-667,7-6 1,14 0 0,4-11 0,10-5 1028,5-3 0,10-11 0,3 5 0</inkml:trace>
  <inkml:trace contextRef="#ctx0" brushRef="#br0" timeOffset="2400">3910 645 7601,'-2'-16'1702,"-3"5"0,3 5-1317,-4 12 1,4 5 0,2 13 0,0 5-118,0 4 0,0 9 1,0 7-1,0 7-48,0 8 1,6 12-1,0 7 1,-3 7-277,-1 3 0,4-2 1,0-10-1,0-7-236,2-8 0,-6-21 18,3-16 1,-3-17-1,0-12 1,2-10 49,2-6 0,0-11 1,-6-6-1,0-6-121,0 1 0,-2-5 0,-2 0 0,-4-1 108,-2-5 1,1-1-1,-5-3 1,4 1 112,3-1 1,1 1 0,6 0 0,0-3 148,0-3 0,2 4 1,4-5-1,7 7 157,9 6 0,1 3 0,10 10 1,6 4-119,3 5 1,5 13 0,3 7 0,1 8-155,1 7 1,-11 13 0,6 5 0,-11 4-1,-6 2 1,-5 2 0,-10 1 0,-3 1 251,-6-6 1,-12 2 0,-6-6 0,-5 2 56,-6-2 1,-1 2-1,-9-9 1,-6-5-86,-3-3 1,1-10 0,-6 2-1,1-4-223,1-2 1,3 0 0,9-2 0,1-4-518,3-6 1,16 2-1,1-1-323,8-3 0,12 1 929,4 1 0,11-4 0,4 7 0</inkml:trace>
  <inkml:trace contextRef="#ctx0" brushRef="#br0" timeOffset="3100">4941 924 8255,'11'-6'-109,"-1"-1"1,-2-3 555,-4-4 0,0 5 1,-1-3 57,3-2 0,0-1 0,-6-3 0,0 1-327,0 0 1,-6 5 0,-1 0 0,-3-1-68,-4-3 0,-7 5 0,-4 1 0,-1 2-35,1 4 1,-6 2 0,2 4 0,-2 4-151,2 6 0,-2 9 0,8 4 0,1 4 35,3 8 1,9-2 0,4 6-1,4-4 30,2-2 0,8-6 0,6-2 0,7-2-71,8-4 1,4-3 0,2-6 0,2-7-40,4-3 0,-4-9 0,3-5 0,-5-6 95,-6-5 1,2-2 0,-7-6 0,-3 2 14,-2-2 0,-9 4 0,-4-1 0,-4 3 200,-2 4 1,-2-4 0,-6 3-1,-7 5 98,-7 3 0,-9 5 0,2-3 0,-4 6-166,-2 4 0,0 2 0,2 0 1,2 0-58,2 0 1,10 8 0,-1 4 0,9 5-138,3 6 0,2-1 0,6 5 0,0-2 19,0-4 0,8-3 0,6-5 1,5-3 51,4-2 1,8-2 0,-4-6 0,3-2-57,-1-4 0,-2-4 1,4-7-1,-4-3-106,-2-3 0,6 2 0,-2-6 0,4-1-122,2 1 0,0 6 1,0-2-1,0 5 119,0 7 0,0 3 0,-2 8 0,-2 0 162,-2 0 0,-8 8 1,3 3-1,-5 7 245,-1 5 0,-3 2 0,-3 6 0,-6-2 177,-4 2 0,-2-3 0,0 1 0,0 0-141,0-2 0,0 0 0,-2-6 0,-2 3-154,-2-3 1,-2-2-1,4-1-807,-2-1-288,1-7 0,5-4-1,0-12 0,2-4 0,1-7 0,3-1 972,-2 1 0,6 0 0,0-1 0</inkml:trace>
  <inkml:trace contextRef="#ctx0" brushRef="#br0" timeOffset="3282">5377 383 8255,'0'-18'0,"0"1"1011,0-1 0,-5 7 77,-1-1-1609,0 8 0,8-2 1,2 12-1650,2 6 2170,7 3 0,-3 3 0,7-1 0</inkml:trace>
  <inkml:trace contextRef="#ctx0" brushRef="#br0" timeOffset="3767">5796 715 8255,'0'-18'451,"0"7"1,-1 1 1973,-5 2-2069,4 2 1,-6 16-1,8 6 1,0 7-136,0 4 1,6-4-1,0 6 1,-1 2-77,3 2 0,-4 2 0,6 0 0,0-2-152,-1-4 0,1-3 0,4-9 1,-3-1-102,3-5 1,1-3-1,5-8 1,1 0-97,2 0 0,1-8 0,-7-3 1,1-5-13,-1-1 1,0-3-1,1-1 1,-3-2-181,-3 1 1,4 3 0,-7-1 330,1-3 0,4 4 0,-9-5 237,-1 5 1,0 9-134,2 4 1,-4 8 0,4 8-1,-4 8 130,-2 1 1,0 6 0,2 0 0,2 1-114,1-1 0,9 4 0,0-6 0,5-3-133,4-7 0,8 1 0,-2-8 1,4-2-132,2-2 0,0-4 1,0-4-1,0-6-300,0-3 0,-8-9 0,-4-1 1,-3 0-89,-3 0 0,-5-1 1,-2 3-1,-3-6 596,-3-4 0,-2-2 0,-2-2 0,0-4 0,8-3 0,2-9 0</inkml:trace>
  <inkml:trace contextRef="#ctx0" brushRef="#br0" timeOffset="4015">6774 191 8255,'0'-18'-494,"0"-5"0,0 0 0,0 1 1423,0 3 0,-1 2 1,-3-1-276,-2 1 0,0 5 0,4 2-346,-4 2 1,4 7 0,-5 10 0,1 11-14,0 5 0,0 12 0,4 9 0,-2 7 135,-2 5 0,-1 12 0,3 11 0,-2 5-143,2 1 1,2-2-1,2-3 1,2-8-277,4-8 0,2-14 1,5-11-1,-1-8-540,1-10 0,3-2 1,1-15-1,-1-4-471,-4-6 1,1-5-1,-7-9 1,-2-1 153,-2-5 0,-4 3 0,-4-6 1,-6 0 845,-3 0 0,-10-3 0,-2-5 0</inkml:trace>
  <inkml:trace contextRef="#ctx0" brushRef="#br0" timeOffset="4165">6495 558 8255,'10'-18'1612,"5"8"1,-3 5-1121,3 3 0,5 2 0,1 0 0,4 0-468,3 0 1,1-6-1,6 0 1,0 2-871,-1 2 0,1-4 0,2 0 0,2 1-2478,2-3 3324,7-2 0,-3-7 0,7-1 0</inkml:trace>
  <inkml:trace contextRef="#ctx0" brushRef="#br0" timeOffset="4500">7351 488 8255,'2'-18'0,"2"1"817,1-1 0,1 7 1,-6-1 0,0-2 0,-7-1 0,-5-1-552,-4 5 0,5 3 0,-1 8 0,-2 0-193,-1 0 1,-8 8-1,-1 3 1,3 5 47,2 1 1,7 9 0,0 3 0,1 2-70,1-2 1,2 4-1,8-6 1,0 2 183,0 0 0,8-6 1,4 5-1,3-3 44,3-4 1,1-1 0,4-1 0,4 0-201,1-1 1,-1 3 0,-6-9 0,1 5-29,-7 7 0,1-5 0,-11 6 0,-1-1-31,-2-1 0,-4 2 0,-4-4 0,-7 3-194,-8-3 0,-7-2 0,-7-3 0,0-4-173,1-7 1,-1-3 0,0-2 0,2-2-723,4-3 1,5-5 0,11-10 1067,1-3 0,8-4 0,-4-8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04:30.623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97 246 12351 244927 46710,'-29'0'2193'0'0,"0"0"-1752"0"0,15 0-720 0 0,-9 0 883 0 0,21 0 0 0 0,21 0-411 0 0,16 0 0 0 0,12 2 1 0 0,-8 2-1 0 0,-2 1-73 0 0,1-1 0 0 0,3 0 1 0 0,2 0-1 0 0,9 2-23 0 0,10-2 1 0 0,8-2-1 0 0,6 0 1 0 0,7 1-9 0 0,9 3 1 0 0,5 0 0 0 0,-45-6 0 0 0,0 0 0 0 0,1 0-1 0 0,-1 0-45 0 0,0 0 1 0 0,1 0-1 0 0,2-1 1 0 0,1 0-1 0 0,0 0 1 0 0,0-2-1 0 0,0 0 1 0 0,1-2-13 0 0,-1 1 0 0 0,0-1 1 0 0,0 2-1 0 0,-1 0 0 0 0,-2-2 1 0 0,1 0-1 0 0,1 0 0 0 0,0 1-36 0 0,3-2 0 0 0,1 2 0 0 0,3 1 0 0 0,2 0 1 0 0,0-2-1 0 0,0 0 0 0 0,-1 0 0 0 0,0 1-2 0 0,-1-1 0 0 0,0 0 1 0 0,5 2-1 0 0,2 0 1 0 0,1-2-1 0 0,2 0 0 0 0,0 1 1 0 0,1 1 11 0 0,1 1 0 0 0,0 0 0 0 0,-1-2 0 0 0,1 0 0 0 0,-2 0 0 0 0,0 0 0 0 0,1 0 0 0 0,1 0-32 0 0,1 1 0 0 0,0-1 0 0 0,-2-2 0 0 0,1 0 1 0 0,0 2-1 0 0,-1 0 0 0 0,-2 0 0 0 0,-2 1 0 0 0,0-1 1 0 0,0 0 0 0 0,0-3-1 0 0,0 0 1 0 0,1 2 0 0 0,1 1-1 0 0,0-2 1 0 0,0 0 119 0 0,-1 0 0 0 0,0 0 0 0 0,3 3 0 0 0,-1 0 0 0 0,-3-1 0 0 0,0-1 0 0 0,3 0 0 0 0,2 2 15 0 0,0 1 0 0 0,1 0 1 0 0,2-2-1 0 0,1 0 1 0 0,2 1-1 0 0,-1 0 1 0 0,-1 1-1 0 0,0 1-60 0 0,-1-1 0 0 0,1 2 0 0 0,-1 0 1 0 0,1 0-1 0 0,1 0 0 0 0,1 0 0 0 0,1 0 1 0 0,-1 0-47 0 0,2 0 0 0 0,-1 0 0 0 0,-2 0 0 0 0,-1 0 0 0 0,-3 0 0 0 0,0 0 1 0 0,-1 0-1 0 0,-1 0-141 0 0,-1-1 1 0 0,0 2-1 0 0,0 1 1 0 0,0 1 0 0 0,-4 0-1 0 0,-1 0 1 0 0,-5-1-1 0 0,-1 0 218 0 0,-6-1 0 0 0,0 0 0 0 0,-1 2 0 0 0,-1 0 0 0 0,42 3 0 0 0,-2-2 275 0 0,-4-2 1 0 0,-5 0 0 0 0,-16 1 0 0 0,-4 3 454 0 0,-6-2 0 0 0,-4-2-1047 0 0,-1-2 0 0 0,-3 2-1979 0 0,-3 4 409 0 0,-20-4 1002 0 0,-12 6 1 0 0,-16-10-1613 0 0,-5-4 2417 0 0,4 4 0 0 0,-6-14 0 0 0,8 7 0 0 0</inkml:trace>
  <inkml:trace contextRef="#ctx0" brushRef="#br0" timeOffset="1064">342 455 12210 268965 50417,'0'-27'456'0'0,"0"10"-227"0"0,0 1 1 0 0,-2 22-48 0 0,-4 0 1 0 0,6 7 209 0 0,0 5 0 0 0,4-7 0 0 0,15-1-68 0 0,12-2 1 0 0,12 4-1 0 0,15-7 1 0 0,10-1-161 0 0,12-2 0 0 0,17-2 1 0 0,-39-1-1 0 0,4 0 0 0 0,5 0 1 0 0,2-2-79 0 0,8 1 1 0 0,3-1-1 0 0,5-4 1 0 0,3 0 0 0 0,9 1-1 0 0,3 0 1 0 0,-31 1 0 0 0,-1 0-1 0 0,1 0-73 0 0,2-1 0 0 0,1 0 0 0 0,1 0 1 0 0,1 2-1 0 0,0 0 0 0 0,1 1 0 0 0,-2-2 1 0 0,0 1-1 0 0,0-1 0 0 0,3 0 0 0 0,1-1 1 0 0,1 0-79 875 0,2-1 0-875 0,0 0 0 0 0,1-1 1 0 0,0-1-1 0 0,1-1 0 0 0,1 0 1 0 0,2 2-1 0 0,1-1 0 0 0,-1 1 0 0 0,-1-1 1 0 0,0 0-1 0 0,0 0 24 2274 0,0-1 1-2274 0,0-1 0 0 0,1 1 0 0 0,0 0 0 0 0,0 1 0 0 0,1 1 0 0 0,3-2 0 0 0,1 1 0 0 0,1 0 0 0 0,0 1 0 0 0,1-1 0 0 0,0 1 143 2696 0,0 1 0-2696 0,1 0 0 0 0,0 0 0 0 0,-1 0 0 0 0,1 1 0 0 0,-1-1 0 0 0,-2 1 0 0 0,-1 1 1 0 0,0-1-1 0 0,2 0 0 0 0,0 1 0 0 0,0 0 94 2909 0,2 1 1-2909 0,-1 0 0 0 0,1 1 0 0 0,2 0 0 0 0,1 0-1 0 0,0 1 1 0 0,-2 1 0 0 0,0 2 0 0 0,-1-1 0 0 0,-3 0 0 0 0,0 0-1 0 0,-2 0-141 2621 0,-1 0 1-2621 0,-1 0 0 0 0,-1 0 0 0 0,-1 0 0 0 0,-2 0 0 0 0,1 0 0 0 0,-3 0-1 0 0,1 0 1 0 0,-2 0 0 0 0,-1 0 0 0 0,-1 1 0 0 0,-1 0-128 1709 0,-2 1 0-1709 0,-2 0 1 0 0,0 0-1 0 0,29-1 0 0 0,-3 2 1 0 0,-15 1-1 0 0,-3 1 1 0 0,-4 0-1 0 0,-2 0-40 3250 0,-5 0 1-3250 0,0 0 0 0 0,-5-2-1 0 0,-2 0 1 0 0,-7 1 0 0 0,-2 1 0 0 0,39 5-420 1307 0,-19 0 1-1307 0,-18-4-672 0 0,-15 5 1 0 0,-24-7-923 0 0,-22 2 2123 0 0,-4-4 0 0 0,-30-2 0 0 0,13 0 0 0 0</inkml:trace>
  <inkml:trace contextRef="#ctx0" brushRef="#br0" timeOffset="1852">219 473 12463 291993 44163,'-27'-18'302'0'0,"2"9"1824"0"0,15-7-435 0 0,2-1-1333 0 0,8 5 0 0 0,4-4-303 0 0,8 16 1 0 0,7 0 0 0 0,16 0 0 0 0,2 0 25 0 0,4 0 0 0 0,6 0 0 0 0,11 0 1 0 0,10 0 1 0 0,11 0 0 0 0,-30 0 0 0 0,3-2 1 0 0,11 0-1 0 0,2-1 0 0 0,8-3 1 0 0,2 0 66 0 0,6-1 1 0 0,3-2 0 0 0,4 1 0 0 0,2-1-1 0 0,-24 3 1 0 0,0 0 0 0 0,2 1 0 0 0,3-2-1 0 0,1 1 1 0 0,0-1-38 0 0,7-1 0 0 0,0 0 0 0 0,0 1 1 0 0,-2 0-1 0 0,1 1 0 0 0,0-1 1 0 0,6 0-1 0 0,1 0 0 0 0,0 0 1 0 0,0 1-1 0 0,1 1 0 0 0,-1 1-103 0 0,3-1 0 0 0,1 1 1 0 0,0 1-1 0 0,4 1 0 0 0,0 0 1 0 0,1 0-1 0 0,1-1 1 0 0,1 0-1 0 0,0-1 0 0 0,1 1 1 0 0,1 0-1 0 0,0 0-104 0 0,-1-1 1 0 0,1 1 0 0 0,0 0-1 0 0,0 1 1 0 0,0 0 0 0 0,1 0 0 0 0,-24 0-1 0 0,0 0 1 0 0,0-1 0 0 0,1 0 0 0 0,0 1-1 0 0,0 0 1 0 0,0-1 0 0 0,0 1 35-4099 0,1-1 0 4099 0,0 1 1 0 0,0 0-1 0 0,-1-1 1 0 0,20 0-1 0 0,0-1 0 0 0,-1-1 1 0 0,0 0-1 0 0,-1-1 1 0 0,0 0-1 0 0,-2 0 0 0 0,0 0 1 0 0,0 1 81-4098 0,-2-1 1 4098 0,1 0 0 0 0,-1 0-1 0 0,2 0 1 0 0,-1 0 0 0 0,0 1 0 0 0,1-1-1 0 0,0 1 1 0 0,0 0 0 0 0,-2 0 0 0 0,0 1-1 0 0,-1-1 153 0 0,-1 1 0 0 0,0 0 1 0 0,-2 1-1 0 0,-4 1 0 0 0,-1 1 1 0 0,-1 0-1 0 0,-1-1 1 0 0,-1 0-1 0 0,0 0 0 0 0,-4 1 1 0 0,-1 1-1 0 0,-1-1 83 0 0,-3 1 1 0 0,-1 0 0 0 0,-1 0 0 0 0,21 1 0 0 0,-4 0 0 0 0,-6 1 0 0 0,-2 2-1 0 0,-8 1 1 0 0,-2 2-16 0 0,-7 0 1 0 0,-2 1 0 0 0,34 12 0 0 0,-19 1-1260 0 0,-22 2 1 0 0,-22 8-1 0 0,-26-4-902 0 0,-12 1 0 0 0,-4-5 1916 0 0,-15-12 0 0 0,-8 5 0 0 0,-7-6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4.6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53 447 8450,'-8'18'81,"-3"-1"0,1 0 0,0 1 553,3-1 1,1 1-9,6-1 1,0 1 105,0-1 1,2-5 419,4 0 1,-3-9-20,9 3 1,-6-4 0,4-4-470,-3-4 1,5 3 0,-4-9 0,2 0-416,3 3 1,3-13-1,1 5 1,2-5-250,5-3 0,1-2 0,6-8 0,-2 0-256,2 0 0,2-6 0,4-1 1,2-1-477,2 0 0,-6 3 1,-8 5-1,-2 2-368,-4 4 0,-1-2 399,-3 7 568,-7 9 1,-8 15 0,-10 13 0,-2 7 483,-3 3 1,3 8 0,0-2 0,3 4 63,3 2 0,-4 8 1,2 3-1,2 5-174,2 1 1,2 8 0,0 4 0,0 4-221,0 2 0,6-2 0,2-4 1,0-8-325,-1-7 1,5-8 0,-4-10 0,0-4-711,-1-2 1,-1-7-2124,-6-7 1667,0-7 1,-2 12 608,-4-5 0,3 3 0,-7-1 860,2-1 0,-6 0 0,5 5 0</inkml:trace>
  <inkml:trace contextRef="#ctx0" brushRef="#br0" timeOffset="367">1101 971 17585,'0'0'0</inkml:trace>
  <inkml:trace contextRef="#ctx0" brushRef="#br0" timeOffset="866">1608 342 8113,'0'-11'0,"-2"1"899,-4 2 1,4-5 552,-4 1 1,4-4-937,2-1 1,0-1 0,2 3 0,4 1-89,5 3 0,5-1 0,1-5 1,3 1-142,3 4 1,2-3 0,6 5 0,-1-1-140,1-1 1,7 8 0,3-2 0,-2 4-21,-2 2 0,-4 8 1,-4 6-1,-6 7-207,-3 8 1,-11 4 0,-3 4-1,-6 4 5,-6 5 0,-11 11 0,-14 1 0,-6 0 71,-4 2 1,-7 2-1,3 6 1,-2-4 75,1-6 0,9-11 0,2-6 1,12-6-64,9-6 0,8-12 0,14-11-29,10-4 1,15-10-1,15-5 1,8-7-30,8-3 1,10-2 0,4 3 0,1-1-42,5 2 1,-9 9 0,-5 6 0,-10 4-620,-5 2 1,-11 14 0,-7 5 0,-11 7 707,-15 5 0,-7-6 0,-4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6.9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1390 9959,'10'-8'3432,"-2"4"-2186,-8-8 0,6 6-328,-1-5 0,9-1 1,-4-7-487,-1-5 0,7 3 1,-5-10-1,5-6-215,1-7 1,1-9-1,1-5 1,3-10-164,1-12 0,6-1 0,-6-14 0,-1 2-435,-3 0 1,-1-2 0,-3 5 0,-1 3-73,-3 7 0,-7 20 0,2 12 0,-4 9-669,-2 12 957,0 13 1,-2 14 0,-2 14 0,-4 7-107,-1 8 0,3 6 0,-6 8 1,1 9 346,1 10 1,-4 0 0,8 2 0,3 2 28,1 2 1,2 2 0,0-2 0,0-4-94,0-6 1,7-5-1,7-7 1,7-5 103,8-4 0,6-18 0,4-9 0,4-14-59,2-13 1,1-10-1,6-12 1,-1-4-53,-5-2 1,-5-1-1,-10-5 1,-4 3 15,-1 1 1,-3 3 0,-6-3 0,-1 4-191,-4 1 0,1 5 0,-5-4 0,0 4-157,-1 2 1,-1 6 0,-6 2 0,2 2-977,4 3 1019,-4 11 1,6 11-1,-8 13 1,-2 11 334,-4 11 1,2 1-1,-6 13 1,1 5 550,-1 8 1,4 1-1,-4 1 1,1 2-396,-1 1 1,4 5-1,-3 0 1,1-2-188,4-8 1,2-8-1,2-7 1,0-8-615,0-8 0,6-6 0,2-10 1,1-3 592,5-6 0,9-12 0,4-4 0</inkml:trace>
  <inkml:trace contextRef="#ctx0" brushRef="#br0" timeOffset="435">1694 988 8354,'10'-18'295,"0"1"1,-6-1 164,1 1 1,1 0-1,-6-1 107,0 1 0,0-1 0,-2 1-222,-4-1 1,3 3 0,-9 1 0,-2 4-16,-1 3 0,-5-5 0,-1 6 1,-4 2-88,-2 2 1,-2 2 0,-6 2 0,0 6-164,0 10 0,0 7 0,2 10 0,2 2-154,2 3 1,7-1-1,1 6 1,7-1-5,9 1 0,5-6 1,5 2-1,9-7 127,7-4 1,14-13 0,10-11 0,1-4-61,1-2 1,0-4 0,3-6 0,-3-9-55,-7-6 0,-9-4 1,-3-6-1,-3-2-34,-4-4 1,-9 4 0,-6-6 0,-4 3 80,-2-1 1,-16 2 0,-7 8 0,-8 6 68,-4 5 0,-6 1 0,-2 13 1,1 2-485,-1 2 1,2 16 0,6 7 0,0 8-798,0 8 0,14 10 0,6-1 1230,5 5 0,12 1 0,7 1 0</inkml:trace>
  <inkml:trace contextRef="#ctx0" brushRef="#br0" timeOffset="1018">2428 901 11565,'9'-2'1580,"-3"-4"0,-4 2-1480,-2-8 0,-2 3 1,-4-5-1,-5 4-97,-5 3 1,-1-5-1,-3 6 1,-3 2 20,-6 2 0,-6 4 0,-4 4 0,-1 8 11,1 7 0,4 8 1,4 10-1,4 4 40,1 1 1,11-3 0,9 4 0,6-5-117,6-7 1,5 0 0,15-11-1,7-7-43,5-7 1,11-8 0,-4-8 0,1-7-70,1-7 1,-6-9 0,3 2-1,-3-6 132,-8-6 1,0 3 0,-10-9 0,-1 0 73,-3 3 1,-4-1-1,-3 6 1,-6-3 124,-4-3 0,-2 0 1,0-1-1,0 3-172,0 0 1,0 5 0,0-7 0,0 2-132,0 5 1,0 1-1,0 2 1,2 2-125,4 4 1,-4 3-1,5 11 301,1 3-130,-6 5 0,6 16 0,-10 9 0,-4 11 497,-6 10 0,-3-1 0,-3 11 0,1 5-50,-1 8 0,7 6 0,-1 2 0,1 0-105,1 0 1,2 0 0,8 0 0,0-3-698,0-3 1,2-5-1,4-15 1,5-9-518,5-10 1,7-13 0,3-6 0,-1-6-2474,0-6 3423,-2-11 0,2-10 0,3-8 0</inkml:trace>
  <inkml:trace contextRef="#ctx0" brushRef="#br0" timeOffset="1417">3109 901 8106,'0'9'3004,"0"7"1,8-14-2598,3 4 1,5-6-1,1-4 1,1-4-163,-1-2 0,3-1 1,1-7-1,2 1-215,-1-1 1,-9 1 0,-1-1-1,-1 1-73,-1-1 1,-2 1 0,-8-1 0,0 1-99,0-1 1,-4 1-1,-6 1 1,-9 5 72,-6 5 1,-4 4 0,-8 6 0,-2 6 181,-2 7 1,0 12-1,8 0 1,4 6 263,6 6 1,6-2 0,5 5-1,6-1-58,4-4 1,18-2 0,9-4 0,12-4-440,9-6 1,11-11 0,3-6-1,0-4-1106,0-2 0,6-14 0,-4-5 1,0-9 1224,-4-8 0,5-7 0,-1-10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9.3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8160,'18'-8'3736,"-9"6"-108,-1-5-1098,-8 7-2246,0 0 1,0 7 0,0 7-1,0 7 561,0 9 0,-2 12 1,-2 13-1,-3 12-369,-3 13 0,6 13 0,-2 4 0,4 0-571,2-4 0,6-13 0,2-10 0,4-12-381,7-10 0,-7-20 0,5-17 0,-1-7-2431,-1-4 1,1-8 2906,-5-3 0,5-20 0,-7-6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28:53.207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280 113 12352 243858 46683,'10'10'4266'0'0,"-2"-3"-3905"0"0,-8-22 1 0 0,-2-3-348 0 0,-4-11 1 0 0,-6 4-277 0 0,-11 8 1 0 0,2 5 13 0 0,-8 0 1 0 0,1 10 0 0 0,-3 2 223 0 0,2 10 0 0 0,8 7 1 0 0,-2 5-1 0 0,5 3 136 0 0,7 2 1 0 0,-3 2 0 0 0,8 6 0 0 0,2 0 138 0 0,2 0 0 0 0,2 2 0 0 0,2 2 1 0 0,4 2-120 0 0,6-3 0 0 0,5-1 1 0 0,6-2-1 0 0,5-2-167 0 0,-1-4 0 0 0,12-4 1 0 0,-4-9-1 0 0,1-4-128 0 0,1-7 0 0 0,0-5 0 0 0,0-5 158 0 0,-2-7 0 0 0,2-13 1 0 0,-16-8 286 0 0,-5-6 1 0 0,-1-4-116 0 0,-9 3 0 0 0,-2-3 1 0 0,-10-2-1 0 0,-6 8 149 0 0,-3 6 1 0 0,-8 10 0 0 0,-3-2-1 0 0,-1 3-151 0 0,-4 3 0 0 0,0-1 0 0 0,0 1 1 0 0,2 1-197 0 0,-2 5 1 0 0,4 3 0 0 0,0 6-220 0 0,1-4 0 0 0,-3 6 1 0 0,4 0-149 0 0,-2 10 0 0 0,6 15 301 0 0,-3 10 0 0 0,13 6 0 0 0,5 7 140 0 0,4-1 1 0 0,4-6 0 0 0,4 3-47 0 0,5-1 0 0 0,11-8 0 0 0,3-8 1 0 0,2-4-47 0 0,4-7 0 0 0,2-1 1 0 0,4-9-1 0 0,2-2-226 0 0,1-2 1 0 0,3-4 0 0 0,-4-6 219 0 0,2-9 0 0 0,-8-1 0 0 0,-10-7 0 0 0,-4 2 280 0 0,-1 0 0 0 0,-8-10 143 0 0,-5-2 1 0 0,-5-6-1 0 0,-5-4 54 0 0,-7 10 0 0 0,-6 2 1 0 0,-5 10-1 0 0,-6 2-279 0 0,-4 1 1 0 0,-2 9-1 0 0,0-1 1 0 0,0 0-90 0 0,0 3 0 0 0,6-5 0 0 0,0 8-118 0 0,-2 2 1 0 0,0 4 0 0 0,2 6-1 0 0,6 6-190 0 0,3 3 1 0 0,9 3-1 0 0,1 1 1 0 0,2 5 126 0 0,4 5 0 0 0,2-2 1 0 0,2 2 141 0 0,0 2 1 0 0,8 8 0 0 0,6 0-1 0 0,7-4 34 0 0,8-4 1 0 0,4-10 0 0 0,2 2-1 0 0,2-3-79 0 0,4-3 0 0 0,-5-7 0 0 0,7-4 0 0 0,-2-4-18 0 0,0-2 1 0 0,-1-2 0 0 0,-5-4 0 0 0,-2-8 80 0 0,-4-7 0 0 0,-5-1 0 0 0,-11-7 1 0 0,-3-2 143 0 0,-2-2 0 0 0,-2 4 1 0 0,-8 0-1 0 0,-4-2 57 0 0,-6-2 0 0 0,-5 4 0 0 0,-7 2 0 0 0,-5 0-32 0 0,-4-1 1 0 0,-2 7 0 0 0,-1-2 0 0 0,-3 3-198 0 0,-2 3 1 0 0,0 7-1 0 0,6 3-85 0 0,0-1 1 0 0,-5 8-1 0 0,1 0-135 0 0,6 9 1 0 0,12 9 0 0 0,11 5 0 0 0,2 6-59 0 0,4 4 0 0 0,2 4 0 0 0,2 2 312 0 0,0 2 0 0 0,4-1 0 0 0,6-7 1 0 0,7-1-26 0 0,3-3 0 0 0,7-8 0 0 0,2 2 1 0 0,4-5-54 0 0,2-7 1 0 0,0 3 0 0 0,0-8 0 0 0,0-2-43 0 0,0-2 1 0 0,3-10-1 0 0,-1-4 1 0 0,-6-5 14 0 0,-4-7 1 0 0,-3 3 0 0 0,-7-8 0 0 0,-1-2 214 0 0,-5-2 0 0 0,3 4 0 0 0,-8 0 0 0 0,-4 0 148 0 0,-6 1 1 0 0,-6-3 0 0 0,-9 8 0 0 0,-3 2-28 0 0,-1 1 1 0 0,-8 3 0 0 0,0-1 0 0 0,-6 3-170 0 0,-4 3 0 0 0,6 3 0 0 0,6 5 0 0 0,-2-2-359 0 0,-2 2 1 0 0,4 10 0 0 0,2 5 0 0 0,4 7 97 0 0,7 5 1 0 0,-1 4-1 0 0,7 8 1 0 0,-2 0 81 0 0,1 0 0 0 0,7 6 1 0 0,-2 0-1 0 0,6-3 170 0 0,6-1 1 0 0,0-4 0 0 0,9-2 0 0 0,7-3-6 0 0,3-3 0 0 0,4-4 1 0 0,6-7-1 0 0,0-5-51 0 0,0-1 0 0 0,5-2 0 0 0,1-6 0 0 0,-2-2 5 0 0,-2-4 1 0 0,-4 0 0 0 0,-4-9 0 0 0,-6-5-8 0 0,-3 1 0 0 0,-9-8 0 0 0,-1-4 135 0 0,-2-8 1 0 0,-4 8 0 0 0,-10-2-1 0 0,-6 4 22 0 0,-3 2 1 0 0,-11 5 0 0 0,-3-1 0 0 0,-4 4-77 0 0,-2 1 1 0 0,-1 7 0 0 0,-3 1-1 0 0,-2 0-53 0 0,2 0 1 0 0,2 7 0 0 0,2-1-295 0 0,0 8 1 0 0,10 7 0 0 0,6 11 0 0 0,7 3-32 0 0,4 2 0 0 0,3-4 0 0 0,5 6 0 0 0,2 0 163 0 0,3-1 1 0 0,11-3 0 0 0,9-8 0 0 0,0 1 36 0 0,1-1 1 0 0,12-1-1 0 0,1-5 97 0 0,4-5 1 0 0,0-4 0 0 0,-8-2 0 0 0,-3-2-149 0 0,-2-4 1 0 0,-5-3 0 0 0,-8-11-2 0 0,1-3 0 0 0,-9-10 1 0 0,-3-8 143 0 0,-4 3 1 0 0,-10 8 0 0 0,-5 5 0 0 0,-7 2 185 0 0,-3 0 0 0 0,-8 5 0 0 0,2 8 98 0 0,-4 3 1 0 0,-8 1-302 0 0,1 6 0 0 0,1 13 0 0 0,12 7 0 0 0,7 5-8 0 0,7 6 1 0 0,9 2 0 0 0,0 4-39 0 0,8 4 1 0 0,5-10 0 0 0,9 2 0 0 0,-1-6 25 0 0,1-6 1 0 0,9-9 0 0 0,6-6 51 0 0,6-4 0 0 0,-4-2 0 0 0,-8-2 0 0 0,-2-4-21 0 0,-4-6 0 0 0,-1-9 0 0 0,-3-2 1 0 0,-1-1-96 0 0,-5-1 0 0 0,-3 4 1 0 0,-8-8 161 0 0,0-2 0 0 0,-2 5 0 0 0,-7 3-81 0 0,-15 4 0 0 0,3 7 0 0 0,-14 2 50 0 0,2 3 1 0 0,2 3-1 0 0,0 10 14 0 0,2 5 0 0 0,7 5 0 0 0,-1 5-378 0 0,4 8 0 0 0,9-6 267 0 0,4 12 1 0 0,8-6 29 0 0,10 1 0 0 0,7-13 0 0 0,16-11 35 0 0,0-4 0 0 0,0-10 0 0 0,-2-4-279 0 0,-4-3 0 0 0,-4-5-183 0 0,-7-3 1 0 0,-8-4 146 0 0,-5-8 1 0 0,-5 14-1 0 0,-9 5 23 0 0,-15 7 1 0 0,1 3 230 0 0,-18 6 1 0 0,8 7-1 0 0,-5 5 145 0 0,6 4 1 0 0,13 1 0 0 0,9 3 275 0 0,3 3 1 0 0,3-2-168 0 0,10 8 0 0 0,5-13 1 0 0,12-1-102 0 0,7-5 0 0 0,-3-6 0 0 0,2-8-132 0 0,2-2 0 0 0,-12-7 1 0 0,-1 1-129 0 0,-3-4 1 0 0,-7-3 55 0 0,-2-4 1 0 0,-6 3 0 0 0,-8-1 65 0 0,-9 7 1 0 0,-3 7 0 0 0,-9 7 249 0 0,-2 0 1 0 0,4 7 79 0 0,-2 5 0 0 0,9 11-42 0 0,3 6 1 0 0,11 2 94 0 0,18-1 1 0 0,3-13-372 0 0,20-11 1 0 0,-6-12-1 0 0,6-6 1 0 0,-10-3-576 0 0,-5-3 0 0 0,-5 5 0 0 0,-1-3-104 0 0,-2-3 0 0 0,-10-2 0 0 0,-2 3-208 0 0,-10 1 1 0 0,-10 7 763 0 0,-9 4 0 0 0,2 6 0 0 0,-8 6 0 0 0,10 6 199 0 0,6 3 1 0 0,1-1 90 0 0,1 3-493 0 0,7-3 1 0 0,12 9 0 0 0,15-11 332 0 0,11-7 0 0 0,-3-10 0 0 0,0-5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8:56.6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305 88 7906,'0'11'2839,"-2"-1"-2404,-3-2 1,3 5 0,-4-1 0,4 4-173,2 1 1,0 8 0,0 6 0,2 6-43,4 4 1,-2 9-1,7 1 1,3 5-137,1 0 1,-3-1 0,0-3-1,1-1-171,3-5 0,-5-9 0,-1-10 0,0-4-1051,-1-7 316,-5 1 1,4-17 0,-8 0-933,0-9 1753,0-15 0,-8 5 0,-1-6 0</inkml:trace>
  <inkml:trace contextRef="#ctx0" brushRef="#br0" timeOffset="350">78 123 8226,'-17'-8'348,"-1"-4"0,3-3 1952,3-3-2026,-3 9 1,15-5 0,0 8 0,9 2-159,7 2 0,9-4 0,6 1 0,8-1-113,8-2 1,3 6-1,4-4 1,5 4-79,5 2 1,5 0 0,5 2 0,2 4 37,-2 6 1,-5 11 0,-3 8-1,-5 8 284,-7 7 0,-13 5 0,-18 1 0,-6 3-37,-5 3 1,-6 2 0,-14 2 0,-9-8-123,-11-5 1,-4-10 0,-3 3 0,0-3-231,0-4 1,-6 2 0,-2-14 0,1-1-77,-1-3 1,-9-3 0,3-5-1,2-5-171,3-4 0,3-2 0,6 0 1,2-2-637,4-4 0,0-3 0,10-9 1025,3 1 0,10-1 0,-2 1 0</inkml:trace>
  <inkml:trace contextRef="#ctx0" brushRef="#br0" timeOffset="899">1615 594 8179,'-11'0'376,"1"-2"-39,2-4 0,0 4 1,4-5-1,-3 1 313,-3 0 0,4-8-351,-6 3 1,1-3 0,-7 1 0,1 3-151,-1 2 0,1-3 0,0 5 0,-1 2-110,1 2 0,-3 2 0,-1 0 0,-4 2-84,-3 4 0,7 3 0,-4 11 0,2 3 87,-1 6 1,3-2 0,7 2 0,3 2 81,-3 2 1,6 0 0,3-2 0,5-3-80,5-3 0,7-2 1,11-5-1,6-3-151,4-3 1,4-4 0,2-8 0,2-2-170,-2-4 1,3-4-1,-3-7 1,-4-1 58,-4 1 1,-4-1 0,0 1 0,-7-1 365,-7 1 1,-9-1-1,2 1 1,-4-1 129,-2 1 1,0 5 0,-2 3 0,-4 1-115,-5 4 1,1 4 0,-2 6-1,1 5-54,1 5 1,2 7-1,8 3 1,0-1-109,0 0 1,8 4-1,4-6 1,5-1-308,6-3 1,10-1 0,8-3 0,-2-3-325,-2-6 1,4-5-1,-1-1 1,-1-1 626,-2-5 0,-2-12 0,0-9 0</inkml:trace>
  <inkml:trace contextRef="#ctx0" brushRef="#br0" timeOffset="1250">2453 70 8117,'-11'0'725,"-1"0"0,1 0-227,-7 0 1,6 8 0,3 4 0,1 5 94,4 6 1,2 5 0,2 8 0,0 5-169,0 6 1,0 9 0,2 4-1,4 0-241,6 0 0,1-3 0,1-9 0,-3-3-313,3-2 1,-4-5-1,-1-9 1,-1-5-1480,-4-5 0,0-9 342,2-4 1,-6-6 0,0-6-42,-10-6 1,-4-3 1306,3-3 0,-13-7 0,5-2 0</inkml:trace>
  <inkml:trace contextRef="#ctx0" brushRef="#br0" timeOffset="1416">2122 454 7868,'17'18'1480,"-7"-8"1,-1-3 0,-1-7-1249,10 0 0,1-2 0,10-1 0,4-5-682,6-2 1,0 4 0,7-3 0,1-1-1255,-2 0 1,5 4 1703,-3-5 0,3-1 0,2-5 0</inkml:trace>
  <inkml:trace contextRef="#ctx0" brushRef="#br0" timeOffset="1866">3222 612 8065,'0'-12'1175,"-2"2"-625,-4 2 1,4-5 0,-4 1-255,4-3 0,-3 3 1,-3 2-1,-2 1-168,-3-1 0,3 4 1,-4-4-1,-3 3 86,-5 3 0,-3 2 0,4 2 0,-4 0-85,-3 0 1,5 8 0,-4 3 0,2 7-40,3 5 0,-3-2 0,2 7 0,4-1 13,5 0 1,6-4 0,8 4-1,0-1-70,0-5 0,4-2 1,6-1-1,9-3-271,6-3 0,5 2 0,4-9 0,1-1-158,0-2 0,0-4 0,-2-4 0,-2-5 68,-2-5 1,-7-1 0,1-3 0,-6-1 262,-5-2 1,-2-1 0,-6 7 0,2 0 385,-3-1 0,-1 6 1,-4 3-1,-3 1 20,-7 4 0,2 4 0,1 6 1,1 7 24,4 9 0,2-3 0,2 6 0,2-1-336,4-1 1,3 2 0,11-3 0,5 1-550,10-2 0,2-7 0,9-4 1,3-3 518,1-3 0,3-2 0,-1-2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01.3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70 754 8137,'2'-18'-251,"4"1"1,-4-1 0,6 1 52,-1-1 1,-5 1 2142,4-1-97,-4 9-1426,-2 1 1,0 21 0,0 7-102,0 5 1,0 4-1,2 8 1,2 4-17,2 5 0,5 11 0,-3 3 0,2 2-248,4 4 1,-1 8 0,1 1-1,-3-3-261,3-6 0,-4-8 0,-1-11 0,1-6-1333,0-5 1081,-6-8 0,3-13 0,-7-15 0,0-12-275,0-9 0,-5 0 0,-3-8 1,-2-2 730,-4-2 0,-1-10 0,-3-2 0</inkml:trace>
  <inkml:trace contextRef="#ctx0" brushRef="#br0" timeOffset="285">0 666 8137,'0'-17'-740,"0"-1"574,0 1 0,0-1 1204,0 1 1,8-1 0,4 3-756,3 3 1,5-1 0,3 7 0,6 2-314,4 2 0,10 2 0,1 0 0,3 0 64,0 0 1,-1 6-1,7 2 1,-3 3-65,-3 9 1,-11-3 0,-8 8 0,-3-1 220,-4-1 1,-9 8-1,-6-4 1,-4 2-65,-2 0 1,-14-1 0,-5 3 0,-7-4-157,-5-2 1,-4-2 0,-3-5 0,-5-3-136,-2-3 0,1-4 0,-3-8 0,6 0-550,4 0 0,4 0 0,2-2-575,2-4 1,10-4 1288,1-7 0,16-1 0,12 1 0</inkml:trace>
  <inkml:trace contextRef="#ctx0" brushRef="#br0" timeOffset="718">1048 841 8119,'6'-12'1248,"0"1"0,0-1-790,-6-6 1,-6 1-1,-2 1 1,0 3-498,1 1 1,-7 3-1,2-5 1,-5 2-70,-6-1 0,3 3 1,-5 0-1,2 3 10,-1 3 1,-1 2 0,4 2 0,-2 0-25,1 0 0,-3 8 0,2 3 0,1 5 241,3 1 1,7 6 0,3 3 0,1 1 39,4 4 1,4 0 0,4-2 0,6-4-79,5 0 1,4-5-1,13 1 1,-3-5-170,2-5 0,7-7 0,3 2 0,-2-6-51,-2-6 0,-4 2 1,-4-9-1,-6-5 89,-3-3 1,-5-8-1,-3 4 1,-6-1 79,-4 1 1,-6-6-1,-6 4 1,-9 0 17,-7 4 0,-3 3 1,-6 3-1,0 1-202,1 5 1,1-3 0,1 8 0,5 4-734,2 6 1,8 6 0,7 9 886,2 4 0,-5 12 0,3 10 0</inkml:trace>
  <inkml:trace contextRef="#ctx0" brushRef="#br0" timeOffset="1017">1328 579 6854,'-18'8'1754,"9"-6"1,-5 13 0,8-3-1557,2 3 1,2 3 0,2 1 0,0 4-82,0 7 1,0 3 0,2 1 0,2 1-231,2 0 0,6-6 1,-5-1-1,1-3-581,0-4 0,5-1-105,-1-3 1,-2-9-1,-1-8-412,-1-10 0,-2-11 1211,-6-3 0,-8-14 0,-1 1 0</inkml:trace>
  <inkml:trace contextRef="#ctx0" brushRef="#br0" timeOffset="1168">1258 352 8119,'-18'-6'1343,"3"-2"524,3-1 1,2 5 35,5-2-2540,3-4 1,-4 8 636,12-4 0,3 12 0,9 4 0</inkml:trace>
  <inkml:trace contextRef="#ctx0" brushRef="#br0" timeOffset="1601">1694 247 8174,'16'-12'-1730,"-2"3"5193,-3 1-2776,-7-6 1,4 20 0,-8 2-1,0 11-133,0 10 0,-2 4 0,-2 4 1,-2 2-107,2 2 0,2 13 0,2-1 0,0 1-222,0 0 0,0-3 1,2-3-1,2-3-101,2-2 0,2-9 0,-4-6 0,3-5-150,3-8-365,-6 3 1,6-18-1,-6 0 1,1-10-112,-1-5 1,-2-3-1,-2 1 1,0-1 100,0 1 1,-2-1-1,-2 1 169,-1-1 0,-7 1-308,6 0 319,-7 7 1,9 2 0,-6 10 51,2 4 1,2-2 0,6 7-411,0 3 0,0-4-743,0 1 1321,0-7 0,0 12 0,0-7 0</inkml:trace>
  <inkml:trace contextRef="#ctx0" brushRef="#br0" timeOffset="2144">1677 666 8174,'0'10'341,"0"0"813,0-5-703,0-3 0,2 6-376,4-8 0,3-8 0,7-3-158,-4-5 0,3-1 1,-3-3-1,3-1 213,3-2 0,5-3 0,0 5 0,1-4 242,1-2 0,-6 5 0,6 1 0,-1 6 26,-1 3 0,0 8 1,-5-2-1,-3 6-89,-3 6 1,2 6 0,-7 11 0,1 6-62,0 4 1,-2 8 0,-6 1-1,0 3-179,0 4 1,0-5 0,0-1-1,0-4-518,0-6 0,0-4 0,0 0-1392,0-6 801,0-3 0,5-18 0,1-8-1797,-2-8 2837,-2-3 0,6-9 0,2-1 0</inkml:trace>
  <inkml:trace contextRef="#ctx0" brushRef="#br0" timeOffset="2449">2445 55 8045,'18'-18'170,"-7"7"1527,1-1-1222,-8 1 1,4 9 0,-10 9-1,-2 13 17,-2 9 0,-6 6 1,7 6-1,-1 5-148,-2 5 0,6 3 0,-4 4 0,4 8-163,2 8 0,0-2 0,0 3 0,0-5-187,0-6 0,0-4 0,0-9 0,0-7-949,0-9 1,6-7-224,0-11 1,6-9-1363,-7-8 2540,1 0 0,-13-23 0,-3 3 0</inkml:trace>
  <inkml:trace contextRef="#ctx0" brushRef="#br0" timeOffset="2615">2253 561 13707,'18'-9'491,"1"-5"0,4 6 0,8-1-859,8-5 0,2 4 1,9 1-1,5-1-1547,-1 0 1,8 1 1914,2-3 0,4-11 0,2 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04.9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263 123 8039,'15'-2'-1633,"-1"-2"3058,-2-2 0,-9-1 1663,3 1-2519,-4 4 0,-4-6 0,-4 8-306,-5 0 0,-5 0 0,-3 2 1,-2 4-49,-3 5 0,-1 5 1,4 1-1,-3 3-87,3 3 1,-4-2-1,2 9 1,1 1-42,3 2 1,3 7 0,5 3 0,5 2-119,4 3 0,2-5 1,0 0-1,4-5-265,7-3 1,1 4 0,13-14-1,-1-1-451,-1-7 1,6-11 0,-6 0 0,-1-4-946,-3-2 1,-2 0 1691,1 0 0,-1-8 0,1-2 0</inkml:trace>
  <inkml:trace contextRef="#ctx0" brushRef="#br0" timeOffset="336">647 263 8153,'12'11'1179,"-1"1"0,-7-6 1,4 3-565,0-1 0,0 6 1,5-3-1,1 5-324,5 1 0,-1 7 0,7 1 1,0 2-295,4 4 0,4 0 0,0 0 1,-2-4-282,-2-1 0,-7 3 1,1-6-1,-4-2-1532,-1-1 0,-7-11 1816,1-3 0,-8 4 0,4 0 0</inkml:trace>
  <inkml:trace contextRef="#ctx0" brushRef="#br0" timeOffset="587">1031 280 8222,'0'12'1411,"0"-1"0,0-5-719,0 6 1,-2-6-1,-3 5-129,-7 3 1,-6 3 0,-5 5 0,-6 3-501,-4 2 0,-2 2 1,0 6-1,0 2-197,0 4 1,6-8 0,2 4-1,4-4-1500,7-8 0,1-4 1634,9-3 0,16-9 0,9-1 0</inkml:trace>
  <inkml:trace contextRef="#ctx0" brushRef="#br0" timeOffset="986">1520 18 8144,'18'0'1249,"-3"-2"0,-1-2-607,-2-2 0,-7 1 0,7 5 0,2 0-261,1 0 1,8 5 0,3 5-1,1 4 28,4 5 1,8 10 0,3 2 0,1 8 26,0 8 0,-8 5 0,-10 4 1,-6 5-263,-9 1 0,-6-4 1,-8 2-1,-8-4-470,-11-5 1,-8-11 0,-6 1-1,-2-4-1392,-1-2 1,-1-8-1,8-4 1688,4-3 0,-4-3 0,6 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11.7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16 323 8056,'0'10'17,"0"-1"186,0-3 1,-2-4 58,-4 4-66,5 4 0,-5-8-73,12 3 0,3-3-78,9-2 0,-3-2 0,-1-1 1,-3-3 173,3 2 0,-4 2 0,1 2 0,3 0 37,1 0 1,5 0-1,1 0 1,4 0-86,3 0 1,1 0 0,8 0-1,1 0-108,3 0 1,8 0 0,-3 0-1,5 0 53,1 0 0,6 0 0,0 0 0,-1 0-166,-3 0 1,-2 0-1,1 0 1,-3 0 47,-3 0 0,-6 0 0,-10 0 0,-2 0 33,2 0 1,-4 2 0,2 2 0,0 3-15,-2 3 1,6 0 0,-3 3-1,2-1 77,3 2 0,0-5 0,0 1 0,2 0-45,4-1 1,2-5 0,5 2 0,-1-4-48,1-2 0,-3 0 0,1 0 0,3 0-148,1 0 0,3-2 1,-3-2-1,-1-2 6,-3 3 0,-7-5 1,2 2-1,-4 0 45,-2-2 0,0 7 0,-1-5 0,1 4 19,0 2 0,0 0 1,2 0-1,2 0 15,2 0 1,5 0 0,-3 0-1,0 0 53,-1 0 1,5 0-1,-4 0 1,-1 0-12,1 0 0,-2 0 0,-6 0 0,-2 0-92,-4 0 1,2-2 0,-8-2-208,-2-2 0,-1 0 0,-3 6 0,1 0-228,-1 0 1,1 0-1,-1 0 1,1 0-200,-1 0 1,-5 0 744,-1 0 0,1 0 0,5 0 0</inkml:trace>
  <inkml:trace contextRef="#ctx0" brushRef="#br0" timeOffset="550">3334 218 8056,'0'12'198,"0"-1"1,0-5 366,0 6 0,2-8-363,4 2 0,-2 1 1,8-1-1,1-2 27,3-2 1,7-2 0,2 0-1,2 0-40,5 0 0,2 0 1,5 2-1,2 2-96,-2 2 1,4-1 0,-5-5 0,-3 2-141,-4 4 1,-7-2 0,3 6-26,-2-2 1,-4-1 0,-9-1 119,-6 6 1,-14-2-1,-7-1 1,-9 1 31,-3 0 0,4-5 1,-4 7-1,-1 2-82,1 1 0,0-3 1,-4-1-1,2 3 10,-2 2 1,4-1 0,0-1 0,1-3 160,5 3 1,2 0 0,-1-1 91,-3-1 0,4-8-122,-5 1 0,11-3-118,1-2 1,8-2 0,-4-1-1,3-5-136,-1-2 0,0 4 1,6-5-313,0-3 0,0-1 1,0-3 125,0 1 0,0-1 1,0 1-1,0-1-178,0 1 1,0-1 0,0 1 0,0-1-1896,0 1 2374,0-1 0,0 1 0,0-1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25.82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61 7810,'0'-17'740,"0"5"-63,0 0-250,0 1 1,0 3-1,0 8-177,0 10 1,0 9 0,0 8-1,0 10-9,0 6 0,0 11 1,0 10-1,0 4-48,0 2 1,2 8 0,2 5 0,2 6-133,-2 4 0,-2-9 0,-2-14 0,2-12-360,3-10 1,-3-11 0,6-12-204,0-5 1,-6-8 0,6-16-1,-3-4-166,1-2 0,0-7 0,-6-9 1,0-1-213,0-4 0,0-2 880,0-2 0,-8-7 0,-1-3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26.419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0 188 7678,'10'-2'1283,"-4"-3"1,-4 1-292,-2-8-562,0 8 1,0-2-96,0 12 1,0 4 0,2 9 0,2 5-88,1 5 0,9 11 1,-4 7-1,3 3-107,5 3 0,-5 1 1,11 2-1,-3 3-113,2-3 1,4-10 0,8-5 0,0-8-71,0-10 0,0-1 0,0-16 0,0-4-27,0-6 0,0-14 1,0-11-1,0-6 43,0-6 0,-8 3 0,-4-7 0,-4 0 11,-1 1 0,-1-3 0,1-3 0,-3 1-111,-3 3 1,-4 7 0,-6-4-1,2 2-125,1 1 0,1-1 1,-6 6-1,0 2 152,0 4 1,0 9 103,0 9 1,-2 7 0,-2 0-69,-1 8 0,-1 11 1,6 13-1,0 3 186,0 6 1,0 9 0,0 3 0,0 5-74,0 4 1,2 8 0,2-2 0,1 4-46,-1 2 1,-2 6 0,0-3 0,2-3-23,2-4 0,2-15 1,-3-1-161,7-5 1,4-14 0,1-14-663,1-9 1,-7-8-553,1-6 0,-8 2 1391,2-7 0,-5-1 0,-1-5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32.53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280 732 8069,'0'-17'492,"0"-1"1,6 1 144,-1 0 0,1-1 1,-6 1-176,0-1 1,0 1-1,0-1-224,0 1 0,-2 5 0,-4 2-205,-5 3 1,-5 1 0,-1 6 0,-3 0-115,-3 0 0,2 8 1,-6 5-1,1 9-41,5 7 0,-4 4 0,2 2 0,3-1 163,7 1 0,-1 6 1,8 0-1,2-2-23,2-2 1,4-4 0,6-4 0,8-6-44,5-4 0,10-3 0,0-4 0,6-7 8,4-3 1,-1-9-1,-5-7 1,0-7 38,0-9 1,-8-3 0,-3-1 0,-5-3-19,-2-4 1,-7 4-1,-4-6 1,-4 3-32,-2-1 1,-10 6-1,-5 8 1,-9 2-41,-3 3 0,-2 5 1,-6 5-1,0 6-180,0 4 0,0 10 1,2 6-1,4 7-177,6 8 1,6 4 0,5 2 0,6 0-1665,4 0 2088,2 8 0,8-7 0,2 7 0</inkml:trace>
  <inkml:trace contextRef="#ctx0" brushRef="#br0" timeOffset="633">1031 732 8069,'0'-17'678,"0"-1"164,0 1 0,-6 0 1,0-1-482,2 1 0,2-1 1,0 3-267,-4 3 1,3-2 0,-9 9-199,-2 1 1,-1 2 0,-3 2 0,-1 2 14,-4 4 0,1 3 1,-5 11-1,0 1 151,0 2 1,5 8 0,-1-2 0,4 2 26,1-1 1,9 3-1,3-6 1,4 2-71,2 0 1,2-10 0,6 1-1,9-9-78,10-3 1,6-2-1,2-6 1,0-2-92,0-4 1,0-4 0,0-9 0,-2-2 75,-4-3 0,2-7 1,-6 2-1,0-4 165,1-2 1,-3 0 0,-6-1-1,-1-3 143,-4-2 1,1 0 0,-7 4 0,-2-1 14,-2-3 0,4 0 0,-1 6 0,-1 0-61,-2 0 1,-2 0 0,0 0-1,0 1-186,0-1 1,0 5-1,0 3 1,0 2-250,0 4-2,0 9 1,0 8-1,0 14 268,0 7 1,-6 13-1,-1 1 1,-1 7 79,0 9 1,-3 3 0,3 3 0,0 1 82,0 4 1,-3 4 0,5 6 0,2-2-118,2-2 0,2-7 1,0 1-1,2-6-110,4-5 1,-2-6-1,7-14 1,3-10-482,1-9 1,3 0 0,-1-4 0,1-6-370,-1-8 1,-5-11 0,-2-5-1,-3 1-1680,-3 0 2574,-2-6 0,-2 4 0,0-8 0</inkml:trace>
  <inkml:trace contextRef="#ctx0" brushRef="#br0" timeOffset="1048">1572 697 8069,'0'-17'2072,"0"5"-1045,0 1 0,2 1-307,4-2 0,4 5 0,7 7-433,0 0 1,3 0 0,1 0 0,3 0-267,-3 0 1,4 0 0,-2 0 0,-1 0-93,-3 0 1,4-8 0,1-4-1,-5-3-122,-5-3 0,-1-5 0,-7 0 0,-2 1-31,-2 3 0,-2 1 0,-2 1 0,-4 1 188,-5 5 1,-11 3-1,-3 8 1,-2 0 88,-4 0 1,0 10 0,0 5 0,2 9 1,-3 3 0,7 4 0,2 8 0,4 3 143,1 3 0,8-6 0,5 3 0,3-1-91,2 0 1,9-2 0,9-10-1,11-6-263,10-4 1,0-3 0,5-4 0,1-7-32,-1-3 1,-5-9-1,4-5 1,-4-5 94,-4-7 1,2-1 0,-14-6-1,-2 0 92,-1-6 0,-3-6 0,0-9 0</inkml:trace>
  <inkml:trace contextRef="#ctx0" brushRef="#br0" timeOffset="1332">2375 69 8069,'0'-18'261,"-1"7"1,-3-1 1726,-2-2-1428,0 7 0,6 1-171,0 12 0,0 9 0,0 10-11,0 3 0,0 1 0,0 8 0,0 3 97,0 7 1,-6 5-1,0 6 1,1 5-139,-3-1 0,6 9 0,-4-3 1,4 0-242,2 0 1,2-6 0,2-15-1,4-6-229,1-5 0,1-3 0,4-5-1276,-3-11 0,-5-7 76,6-10 0,-8-8 0,-1-4 1333,-6-3 0,-7-3 0,-8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38.7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210 314 7822,'-18'0'-401,"7"-5"0,-1-1 0,0 0 559,3-2 0,-7 6 0,5-4 0,-3 3-356,2-3 1,-3 4 55,3-4 404,4-4-119,1 8 1,5-5 304,-4 7 1,2 0 446,-8 0 1,7 0 1415,-7 0-625,8 0-1003,-4 0-629,8 0 1,14 0 0,3 0 0,3 0 39,-1 0 0,4 0 1,3 0-1,-1 0 198,0 0 1,6 5 0,-2 1-1,6-2-9,6-2 1,4-2 0,7 0-1,0 0-163,1 0 1,5 0-1,2 0 1,2 0-90,4 0 0,-6 0 0,-1 0 0,-3 0-9,2 0 1,-4 0 0,3 0 0,-7 0-31,-3 0 1,-7 0 0,5 0 0,0 0-50,-1 0 1,-5 0 0,2 0 0,-2 0-53,1 0 0,3 0 1,6 0-1,-5 0 43,-1 0 0,5 0 0,1 0 0,5 0 26,5 0 0,-1 0 1,-6 0-1,1 0 74,-1 0 0,0-6 1,1 0-1,-1 3 87,0 1 1,1-4 0,1 0 0,2 2-23,3 2 1,-1 2 0,-6 0 0,1 0-17,-1 0 0,6-6 0,-1 0 0,-5 3-85,-4 1 0,-7 2 0,6 0 0,1 0-28,3 0 1,-7 0-1,-3-2 1,-4-2-4,-2-2 0,-8 0 0,-4 6 1,-5-2-92,-7-4-991,-3 5-721,-8-7 0,-2 8 259,-4 0 1,5 2 603,-5 4 1,4-3 972,2 9 0,8 0 0,1 5 0</inkml:trace>
  <inkml:trace contextRef="#ctx0" brushRef="#br0" timeOffset="566">3685 140 7988,'-9'-8'-201,"-1"6"2765,4-4-1851,4-3 1,-4 7-545,12-4 1,4 4 0,7 2 0,1 0-106,-1 0 0,6 2 0,3 2 1,1 2-7,4-3 0,2 5 0,2 0 0,0 0-101,0-1 1,-6 5-1,-2-4 1,-2 0 49,-4-1 0,-3 7-89,-6-2 1,-7 1 0,-14 1 0,-13-3 118,-11 3 0,-13-4 0,-1 1 0,-3 1 20,-3-2 1,7 3 0,1-5-1,3 0 37,3 0 1,2 3-1,4-3 1,4 0 584,5-1-279,5-1-154,9-6 1,3-2 0,9-2-375,3-1 0,-3-9 0,4 2-9,-4-3 1,-2-3 0,0-1 0,0-2-1,0-3 1,2-1-1,2 4 1,2-2-190,-2 1 1,-2-3 0,-2 2 0,0 1-163,0 3 1,0 1 0,1 3 0,3 1 487,2 3 0,8 7 0,-5-4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29:50.884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418 332 12092 256185 54216,'-20'0'3144'0'0,"5"-7"1"0"0,21-5-3020 0 0,-1-11 1 0 0,1 1-222 0 0,-6-7 1 0 0,-2 8-474 0 0,-4-2 1 0 0,-7 5 292 0 0,-16 7 0 0 0,2 5 1 0 0,-10 12-1 0 0,8 5 234 0 0,3 5 1 0 0,3 7 0 0 0,6 0 0 0 0,-1 1 220 0 0,1 1 1 0 0,7-4-1 0 0,4 8-13 0 0,4 2 0 0 0,4 2 0 0 0,6 0-55 0 0,9-4 0 0 0,3-9 1 0 0,9-10-31 0 0,2-3 0 0 0,8-1 0 0 0,4-8-17 0 0,1-4 0 0 0,-13-3 0 0 0,-2-9 0 0 0,-7 1-2 0 0,-5-1 1 0 0,-1-7 0 0 0,-5-4-42 0 0,-5-4 1 0 0,-4 4 0 0 0,-4 0-94 0 0,-4-2 0 0 0,-7-2 1 0 0,-14 2-184 0 0,-8 7 0 0 0,2 3 0 0 0,4 15-3 0 0,-3 2 1 0 0,-8 4 0 0 0,-3 6 133 0 0,4 6 1 0 0,6 13-1 0 0,16 8 139 0 0,-1 6 0 0 0,9-4 0 0 0,3-6 0 0 0,6 0 113 0 0,6-2 1 0 0,3 6 0 0 0,11-6-1 0 0,1 0-30 0 0,2-3 1 0 0,8-5 0 0 0,-2-1 0 0 0,4-3-70 0 0,2-3 1 0 0,2-5-1 0 0,2-8-49 0 0,2-5 1 0 0,-8-6 0 0 0,-10-11 0 0 0,-4-4-28 0 0,-1-1 1 0 0,-6-5-1 0 0,-3 4 1 0 0,-1-4 60 0 0,-4-2 1 0 0,-4 2 0 0 0,-6 2 0 0 0,-6 4 23 0 0,-3 2 0 0 0,-10 2 1 0 0,-4 5-1 0 0,-4 3 43 0 0,-2 3 0 0 0,0 4 0 0 0,0 8-77 0 0,0 0 1 0 0,-4 8 0 0 0,2 6 0 0 0,6 5-29 0 0,4 4 0 0 0,4 8 0 0 0,7-1 0 0 0,5 3 54 0 0,5 1 1 0 0,4 1-1 0 0,2 0 1 0 0,0 0 45 0 0,0 0 1 0 0,8-8-1 0 0,5-3 1 0 0,9-5-37 0 0,7-2 0 0 0,4-1 0 0 0,2-4 1 0 0,-1-7-4 0 0,1-3 1 0 0,0-4 0 0 0,2-3 0 0 0,2-7 2 0 0,2-4 0 0 0,-6-3 0 0 0,-8-4 0 0 0,-2-6-40 0 0,-4-4 0 0 0,-7 0 1 0 0,-4 2-1 0 0,-3 2 40 0 0,-3-2 0 0 0,-4 3 0 0 0,-5-1 0 0 0,-7 0-5 0 0,-4 2 0 0 0,-11 0 1 0 0,-6 5-1 0 0,-6 1-46 0 0,1 6 0 0 0,-7-3 0 0 0,0 8 1 0 0,1 1-5 0 0,3 3 0 0 0,4 6 1 0 0,4 6-1 0 0,2 5-25 0 0,2 5 1 0 0,8 7 0 0 0,-1 4-1 0 0,7 4 78 0 0,3 6 0 0 0,8 2 1 0 0,-2-4-1 0 0,4 0 137 0 0,2 0 1 0 0,10 0 0 0 0,6 0 0 0 0,7-2-91 0 0,4-4 0 0 0,2-4 0 0 0,8-8 1 0 0,2-1-15 0 0,2-4 1 0 0,5-5-1 0 0,-5-7 1 0 0,-2 0-84 0 0,-2 0 0 0 0,1-9 1 0 0,-1-7-1 0 0,-4-7-58 0 0,0-4 1 0 0,-9-2-1 0 0,-5-6 1 0 0,-7 0 95 0 0,-5 0 0 0 0,-1 0 0 0 0,-8 0 0 0 0,-4 2 146 0 0,-5 4 1 0 0,-12-2 0 0 0,-7 8 0 0 0,-3 1-168 0 0,-1 3 0 0 0,-7 1 0 0 0,0 3 0 0 0,0 3-72 0 0,-1 6 1 0 0,5 4 0 0 0,-4 2-1 0 0,6 2-9 0 0,6 4 1 0 0,4 4-1 0 0,5 9 1 0 0,1 5-83 0 0,1 5 1 0 0,-1 6 0 0 0,13 3 0 0 0,2 3 220 0 0,2-2 1 0 0,4-4 0 0 0,4-4 0 0 0,6-4 75 0 0,3-2 0 0 0,5-1 1 0 0,3-7-1 0 0,6-1-37 0 0,4-5 0 0 0,2-3 1 0 0,0-8-42 0 0,0 0 0 0 0,6-2 1 0 0,-3-4-1 0 0,-5-7-127 0 0,-7-9 1 0 0,-7 1 0 0 0,-3-8 0 0 0,-3-2-6 0 0,-1-2 0 0 0,-8 4 0 0 0,1 0 0 0 0,-5-2 134 0 0,-5-2 0 0 0,-5 0 0 0 0,-9 4 0 0 0,-3 3-18 0 0,-1 1 0 0 0,-8 6 0 0 0,2-5 1 0 0,-4 7-167 0 0,-2 5 0 0 0,0 4 1 0 0,-2 8-62 0 0,-4 0 1 0 0,10 8-1 0 0,-2 4 1 0 0,8 5-9 0 0,10 7 1 0 0,-3 3-1 0 0,8 8 1 0 0,1 0 170 0 0,3 0 0 0 0,4-6 1 0 0,2 0-1 0 0,0 2 205 0 0,0 2 0 0 0,10-4 0 0 0,5-2 0 0 0,8-2 71 0 0,5-3 0 0 0,1-5 0 0 0,8-3 0 0 0,1-5-60 0 0,3-1 1 0 0,0-2 0 0 0,-4-8-134 0 0,3-4 0 0 0,-5-3 0 0 0,0-11 0 0 0,-11-3-123 0 0,-11-6 1 0 0,1-6-1 0 0,-8-4 108 0 0,-3-2 0 0 0,-1 1 0 0 0,-5 5 1 0 0,-7 0-4 0 0,-8 0 1 0 0,-11 2 0 0 0,0 2 0 0 0,-4 4-72 0 0,-2 1 1 0 0,-5 3 0 0 0,-1 6 0 0 0,2 1-68 0 0,2 4 0 0 0,2 5 1 0 0,0 7-1 0 0,2 2-53 0 0,4 3 0 0 0,-2 11 1 0 0,10 9-1 0 0,3 2 88 0 0,5 4 1 0 0,9 8 0 0 0,-4 2 0 0 0,2-2 150 0 0,0-2 1 0 0,3-1-1 0 0,8 3 1 0 0,9 0 110 0 0,7-6 1 0 0,1 2-1 0 0,7-8 1 0 0,2-2-86 0 0,2-7 1 0 0,8-3 0 0 0,-1-9-1 0 0,1-2-122 0 0,2-2 1 0 0,-6-2 0 0 0,1-2 0 0 0,-5-6-82 0 0,-4-9 0 0 0,-7-3 1 0 0,1-7-1 0 0,-5 0-14 0 0,-7 0 0 0 0,3-2 0 0 0,-8-6 0 0 0,-3 0 129 0 0,-1 0 1 0 0,-7 6-1 0 0,-5 2 1 0 0,-4 0 131 0 0,-5-1 0 0 0,-8 7 1 0 0,2-2-1 0 0,-3 5-177 0 0,-3 7 0 0 0,-2-3 0 0 0,-2 8 0 0 0,0 2-157 0 0,1 2 1 0 0,4 2 0 0 0,1 2-168 0 0,-2 4 1 0 0,0 10 0 0 0,2 11 182 0 0,6 6 1 0 0,11 0 0 0 0,6 12 315 0 0,4-3 1 0 0,4 1-1 0 0,4-6-14 0 0,6-2 0 0 0,9 2 1 0 0,4-14-1 0 0,3-2 6 0 0,3-1 1 0 0,2-11-1 0 0,2-3 1 0 0,-1-4-95 0 0,1-2 0 0 0,0 0 0 0 0,-2-2 0 0 0,-4-6-90 0 0,-5-9 1 0 0,1-2 0 0 0,-4-11 0 0 0,-3 1 2 0 0,-5 2 0 0 0,-9-6 0 0 0,2 4 1 0 0,-6-2 127 0 0,-6 2 1 0 0,-4-2 0 0 0,-7 8 0 0 0,-2 1-128 0 0,-5 3 1 0 0,-3 1 0 0 0,-8 1-164 0 0,0-1 1 0 0,-5 9 0 0 0,-3 3 42 0 0,-2 4 1 0 0,14 12-1 0 0,2 5 1 0 0,8 8 13 0 0,3 5 1 0 0,7 1 0 0 0,1 6 0 0 0,2 0 243 0 0,4 0 1 0 0,4-6-1 0 0,6 0 1 0 0,6 0 85 0 0,3-2 0 0 0,5-2 0 0 0,3-9 0 0 0,6-3-56 0 0,4-1 1 0 0,2-8 0 0 0,0 2-1 0 0,0-6-104 0 0,0-6 0 0 0,-2-4 0 0 0,-4-9 0 0 0,-4-3-279 0 0,0-1 0 0 0,-7-10 0 0 0,1 2 173 0 0,-5-2 0 0 0,-12-6 0 0 0,-2 12 121 0 0,-10 0 0 0 0,-7 2 0 0 0,-9 9-70 0 0,-9 5 0 0 0,0-3 1 0 0,-7 10-13 0 0,-1 6 0 0 0,12 6 0 0 0,-2 9 0 0 0,6 3-7 0 0,6 3 1 0 0,3-2 0 0 0,6 8 42 0 0,7 2 1 0 0,3 8-1 0 0,4 0 75 0 0,3-6 1 0 0,7-6 0 0 0,11-11 79 0 0,6-5 1 0 0,10-3-1 0 0,2-8 1 0 0,-4-2-166 0 0,-6-4 0 0 0,0-3 0 0 0,-8-11 0 0 0,-1-1-151 0 0,-3-2 0 0 0,-7-8 0 0 0,-3 0-61 0 0,-1-8 0 0 0,-2 6 0 0 0,-8-4-10 0 0,-4 4 1 0 0,-5 6 0 0 0,-11 13 0 0 0,-3 4 53 0 0,-2 3 1 0 0,4 1 0 0 0,-5 8 0 0 0,1 4 186 0 0,0 5 1 0 0,6 5 0 0 0,-3 3 0 0 0,5 5 124 0 0,2 5 0 0 0,5 2 0 0 0,2 0-15 0 0,2-2 1 0 0,3 0 0 0 0,8 4 73 0 0,9-4 1 0 0,2-12-1 0 0,15-11-86 0 0,2-4 1 0 0,0-10 0 0 0,-2-3 0 0 0,-6-5-85 0 0,-3-1 1 0 0,-3-1 0 0 0,-1-1 0 0 0,-3-2-205 0 0,-1-3 0 0 0,-8-1-289 0 0,2 2 1 0 0,-6-4-101 0 0,-6-8 0 0 0,-14 15 448 0 0,-15 9 0 0 0,2 9 0 0 0,-1 8 0 0 0,8 5 110 0 0,7 5 1 0 0,1 1 0 0 0,1 1 0 0 0,1 1 382 0 0,5 4 1 0 0,3-1 115 0 0,8 7 1 0 0,4-10-291 0 0,8-1 0 0 0,7-9 1 0 0,16-11-94 0 0,0-3 1 0 0,-8-5 0 0 0,-4-9-230 0 0,-3-5 0 0 0,-5 3-179 0 0,-3-8 1 0 0,-4 5-173 0 0,-8-5 1 0 0,-10 16 384 0 0,-8 1 0 0 0,-5 10 0 0 0,-6 8 0 0 0,4 6 216 0 0,0 3 0 0 0,11 3 0 0 0,-3 1 381 0 0,1 4 1 0 0,8 5 26 0 0,2 6 0 0 0,10-8-341 0 0,14-9 0 0 0,-3-9 0 0 0,18-14-261 0 0,-5-6 1 0 0,-5-3 0 0 0,-6-3-515 0 0,1 1 1 0 0,-7-6 64 0 0,1-1 0 0 0,-10-5 1 0 0,-2 6-158 0 0,-10 2 1 0 0,-13 9 621 0 0,-6 6 1 0 0,-2 6-1 0 0,2 6 1 0 0,5 6 223 0 0,5 3 0 0 0,7-3 0 0 0,3 1 174 0 0,1 7 0 0 0,4-9-347 0 0,10 7 1 0 0,5-12 0 0 0,13 0-856 0 0,5-4 0 0 0,-4-4 0 0 0,-2-4-1908 0 0,-3-6 2758 0 0,-3-3 0 0 0,1-3 0 0 0,-1 1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53.8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156 160 8427,'0'-18'5831,"0"1"-5483,0 7 1,0 4 0,0 12 0,0 6 163,0 3 0,0 10 1,2 5-1,2 4-2,2 7 0,2 6 0,-4 11 0,3 4-297,3 0 0,0 6 0,3-4 0,-3 4-321,-2 2 0,-1-4 1,-3-6-1,2-10-749,-2-5 0,-2-12 0,-2-10-1781,0-3 0,0-12 1182,0-8 0,0-8 1456,0-10 0,8-15 0,1-4 0</inkml:trace>
  <inkml:trace contextRef="#ctx0" brushRef="#br0" timeOffset="349">17 229 7633,'-6'-11'1938,"0"-1"0,2 8-1867,10-1 1,9-3 0,12 2 0,5 0 19,4-2 1,9 4-1,-2-5 1,3 1 25,9 4 1,-5 2 0,4 2-1,-7 0-202,-4 0 0,-5 10 1,-8 5-1,-9 9 39,-7 3 1,-7 0 0,-9 4 0,-5-2-52,-11 2 0,-7 2 0,-12 2 0,-2-2-149,-2-4 0,-1 2 0,3-7 0,-4-3 6,-1-2 1,5-1 0,-2-3 0,6-3-220,6-6 1,4-4-1,7-2-78,1 0 0,9-2 0,8-2 537,10-2 0,13-8 0,4 13 0,8-7 0</inkml:trace>
  <inkml:trace contextRef="#ctx0" brushRef="#br0" timeOffset="883">680 561 8062,'0'-17'709,"0"-1"1,0 1-1,0-1 1505,0 1-1283,0 7 0,0-1-833,0 11 1,0 15 0,0 16 136,0 0 1,6 2 0,0 6 0,-2 4-65,-2 1 0,-2-3 0,2 4 0,1-3-197,3-3 0,0-8 0,-6-2 0,0 1-159,0-3 1,0-8 0,2-9 151,4-2 1,-4-5 0,4-8 0,-4-9-13,-2-7 1,1-6 0,3-8 0,2 0-205,-2 0 1,-2 6 0,-2 0 0,0-3-32,0-1 0,0 1 0,0 2 0,0 5-105,0 0 0,2 6 0,2-5 0,4 5 21,1 1 1,3 9 0,5 1 0,3 2-4,3 0 1,-2 0 0,9 8 0,-1 2-70,-2 2 0,6 8 1,-4-5-1,2 3 436,-2 0 0,4-8 0,-4 1 0,4 5 0,2 0 0</inkml:trace>
  <inkml:trace contextRef="#ctx0" brushRef="#br0" timeOffset="1299">1187 701 13140,'17'0'70,"1"0"0,-1-8 1,0-3-1,3-3-51,3 2 1,-3-3 0,3 3 0,-4-3-287,-1-3 1,-7 1 0,-1-1 53,-2 1 0,-2-1 0,-8 3 1,-4 3 66,-6 6 0,-9 4 0,-4 4 1,-2 4 99,-5 6 1,1 11 0,0 6 0,4 4 198,2 2 0,2 2 1,5 2-1,3 4 244,3 1 0,6-5 0,14 2 0,9-4-212,11-2 0,7-4 0,5-6 1,7-10-337,3-5 0,9-4 0,-1-6 0,-2-2-171,-2-4 0,-3-9 0,-5-11 0,-7-1-648,-8-4 0,-6-2 0,-9-2 1,-4 0 969,-7 0 0,-18 0 0,-7 0 0</inkml:trace>
  <inkml:trace contextRef="#ctx0" brushRef="#br0" timeOffset="1899">2095 736 8035,'0'-18'1784,"-6"7"-315,0-1 0,0 1-720,6-7 1,-6 6-650,1 1 0,-3 5 1,2-4-1,-4 1-161,1-1 1,-7 6 0,4-4 0,-3 2-150,-3 1 1,-5-1 0,-2 6-1,-2 2 161,-4 4 1,6 3-1,-1 11 1,3 3 191,0 6 1,-1 4 0,9 2 0,3 2 59,6 4 1,5-5 0,2 5 0,7-6-141,10-6 1,3-4-1,12-7 1,4-3-283,0-3 0,5-6 0,-1-12 0,-2-6 96,-2-3 1,-4-10 0,-2-6 0,-4-6 50,-2-4 1,-3-7 0,-9 1 0,-3-4 70,-2-1 1,-2-2-1,-6-3 1,-2-1 55,-4 2 1,-2 2-1,-6 3 1,3 5 22,-3 5 0,4 12 1,1 6-224,1 3 2,2 10 1,0 10 0,1 14 0,1 5 7,2 5 1,2 5 0,0-4-1,0 2 325,0 4 1,0 4 0,0 6 0,0 4 46,0-1 1,0 7-1,0-5 1,0 5-75,0 1 0,0-2 0,2-1 1,4-4-443,5-3 0,-1-3 0,1-10 0,3-5-769,2-5 0,-5-9 1,1-5 206,1-3 0,1-4 0,-2-3 0,-6-7-561,-5-4 1402,7-1 0,-6 0 0,6-1 0</inkml:trace>
  <inkml:trace contextRef="#ctx0" brushRef="#br0" timeOffset="2183">2479 649 7937,'0'-18'345,"0"1"0,0 5 933,0 0 1,0 10-894,0 2 1,0 10-1,0 12 1,0 3-143,0 2 1,0 4-1,2 8 1,2 2-75,2-3 1,5-1 0,-3-2 0,0-2-190,0-4 1,3 2-1,-3-7-804,2-3 0,1-4 293,7-5 1,-9-14-1,-3-13 1,-4-9-655,-2-3 0,0-2 0,0-6 1185,0 0 0,-15-8 0,-5-1 0</inkml:trace>
  <inkml:trace contextRef="#ctx0" brushRef="#br0" timeOffset="2331">2496 352 8035,'10'-8'2910,"-2"-2"-2910,-8 1 0,0 9 0,0 9 0</inkml:trace>
  <inkml:trace contextRef="#ctx0" brushRef="#br0" timeOffset="2683">3073 753 7622,'2'-17'-254,"4"-1"0,-5 1 0,5 0 1,-2-1 1656,2 1 0,-4-1 0,4 1-520,-4-1 1,3 1-766,1-1 0,-2 9 0,-10 3-114,-5 4 0,-5 2 0,-1 0 0,-1 2-128,1 4 1,-3 5-1,-1 11 1,-2 1 88,1-2 0,-3 6 0,2 3 1,2 2 160,1 3 0,9 0 0,1 0 0,2 0 73,4 0 0,4-6 1,6-2-1,8-1-200,7-5 1,6-9 0,8-7-1,0-3-408,0-2 1,2-2 0,2-3 0,-1-7-82,-5-4 0,0-9 0,-9-4 1,-3-4-192,-2-2 0,-3 0 0,-4 0 1,-7 0 680,-3 0 0,-2 1 0,0-1 0,-7 0 0,-3 0 0</inkml:trace>
  <inkml:trace contextRef="#ctx0" brushRef="#br0" timeOffset="2966">3422 229 7993,'0'-17'63,"0"0"1,0-3 170,0-3 0,0 3 1,2-5-1,2 2 467,2 0 1,-1-1 110,-5 7 0,6 3-477,0 9 0,0 12 1,-6 20-1,-2 4 34,-4 6 0,2 12 1,-5 1-1,1 10-18,4 8 1,-4-2-1,2 12 1,3-2-154,1-1 1,2 1-1,0-8 1,0-4-183,0-6 0,0-5 0,0-7-1035,0-5 0,7-14 176,5-9 0,-4-11 0,-2-13 0,-5-5 96,-1-5 0,0-9 0,0-2 0,-1-2-1504,-5 0 2251,-4 0 0,-7-14 0,-1-2 0</inkml:trace>
  <inkml:trace contextRef="#ctx0" brushRef="#br0" timeOffset="3132">3195 526 7993,'17'0'1637,"1"0"-1173,-1 0 0,-5 0 1,0-2-1,1-1-128,3-3 0,1-2 1,3 2-1,3-4-444,6 1 1,-2-7 0,2 7 0,2-3-455,2 0 0,2 3 0,0-5 0,0 4-2050,0 2 2612,-8-5 0,6 3 0,-6-7 0</inkml:trace>
  <inkml:trace contextRef="#ctx0" brushRef="#br0" timeOffset="3399">3841 526 7993,'10'2'1515,"-4"4"-797,-4 6 0,-2 3 0,0 5 0,0 5-285,0 10 1,-6 0 0,0 7 0,2-1-372,2 0 1,2 0-1,0-8 1,0-4-436,0-6 1,6-3 0,2-5-772,1-3 1,3-6 0,4-12 146,-5-6 0,-3-9 0,-8-5 997,0-1 0,0-10 0,0-7 0</inkml:trace>
  <inkml:trace contextRef="#ctx0" brushRef="#br0" timeOffset="3566">3859 195 8518,'0'-18'1880,"2"8"1,3 5-3175,7 3 0,-2 4 1294,1 3 0,1 5 0,5 8 0</inkml:trace>
  <inkml:trace contextRef="#ctx0" brushRef="#br0" timeOffset="3999">4330 684 8751,'0'-18'730,"0"1"1,0-1-1,2 1-394,4-1 0,-4 7 0,4-1 0,-4-2 356,-2-1 1,5-3-509,1 1 1,-2-1-161,-10 1 1,-3 7 0,-9 6-1,1 8-6,-1 8 0,1 9 0,-1 5 1,-1 3 233,-4 7 1,3 1 0,-1 10 0,7-1-44,8-1 0,5 4 1,1-9-1,1-1-212,5-2 0,4-10 0,9-3 0,5-7-101,5-5 1,4-5-1,2-7 1,0-2-218,0-3 0,-8-13 1,-4-11-1,-4-6 37,-1-6 0,-3 3 0,-3-9 0,-6-2 145,-4-1 1,-4 3-1,-4 3 1,-6 1 180,-3 4 0,-10 4 1,-4 6-1,-4 6-102,-2 4 0,2 9 0,2 6 0,3 8-341,3 8 1,-4 11 0,6 8-1,1 8-209,3 7 1,9 3 0,5-1-1,3-1 117,2 1 1,3-5 0,7-2 0,10-6 492,5-6 0,12-12 0,0-1 0,5-6 0</inkml:trace>
  <inkml:trace contextRef="#ctx0" brushRef="#br0" timeOffset="4416">4837 544 7988,'7'-10'2033,"-5"-5"1,6 15-1423,-8 0 1,-2 9 0,-2 13 0,-2 3-341,3 2 1,1 2-1,2 6 1,0 2-160,0 4 0,0-4 0,0 3 0,0-5-201,0-6 0,5 2 1,3-7-1,2-5-58,4-5 1,1-1-1,4-7 1,3-2-57,1-2 0,2-10 1,-3-3-1,1-7 55,-2-5 1,4 1 0,-1-5-1,-3 2-60,-1 4 1,-3-5 0,-1 3 0,-3 2 25,-1 1 1,-3-3-1,5 0-179,-2 2 344,-1 1 0,-1 12 1,-4 10 339,-4 14 0,-2 3 0,0 10 1,-2 0 187,-4-1 0,4 3 0,-4-8 0,6 0-573,6 2 1,-2-5 0,8 1-1,1-5-403,3-5 1,9-7-1,6 2 1,6-4-929,4-2 0,1-2 1,-3-4 1392,2-5 0,0-13 0,-6-3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59.6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171 227 9513,'0'-17'3388,"-2"7"-3007,-4 4 0,3 4 0,-9 4 1,0 4-13,3 6 1,-7 11 0,4 6 0,-3 6-46,-3 6 0,1 3 0,1 11 1,3 1-88,1 2 0,8 0 0,0-5 0,8-1-127,8 1 0,9-5 0,5-5 1,1-10-333,4-6 0,-4-10 0,2-7 0,0-2-1431,-2-4 1,-7-2 756,-9-2 1,-7-8 0,2-4-9,-4-3 1,-2 3-1,-2 0 1,-2-1 903,-2-3 0,-7-1 0,3-1 0</inkml:trace>
  <inkml:trace contextRef="#ctx0" brushRef="#br0" timeOffset="549">695 541 8180,'0'-17'3925,"0"0"-3621,0 7 1,0 12 0,0 13 0,0 9-175,0 3 1,0 0 0,0 4 0,2-4-87,4-2 1,4 4 0,7-5 0,2-3-119,5-1 0,-5-5 0,4-3 0,-1-6 45,1-5 1,-2-1-1,7-1 1,-3-5-39,-4-6 0,-3-5 1,-5-7-1,-1-3-125,1 0 1,-5-4-1,0 8 1,-2-1-185,0-1 1,-1 6 147,-5-5 321,0 13 1,-2 5 0,-1 12-1,-3 5 247,2 5 1,2 9 0,2 4 0,0 4 119,0 2 1,0 2 0,0 4-1,2 5-37,4 5 0,3 9 0,7 4 1,-4 4-171,-7 2 0,3 5 0,-2 1 1,-4-4-216,-6-6 0,-12-8 0,-9-9 1,-2-7-174,-4-5 0,-4-8 1,-4-17-1,-3-6-325,-3-4 0,0-4 0,-3-4 0,3-6-314,3-3 1,1-8-1,8-3 1,4 1-721,5 0 0,7-4 0,5 4 1494,6-3 0,5-1 0,1-6 0</inkml:trace>
  <inkml:trace contextRef="#ctx0" brushRef="#br0" timeOffset="934">1446 70 7732,'10'-8'438,"-2"-2"894,-8-7 0,1 1-872,5 5 1,-2 3-1,8 10 1,1 6-8,3 9 0,1 8 1,1 12-1,-1 4-101,1 6 0,5 11 1,0 8-1,-1 6 97,-3 3 0,-9 15 0,-4-3 0,-4 2-276,-2 0 0,-8-9 1,-6-6-1,-5-10-1081,-4-12 1,-1-7-1,7-12-3202,-1-4 4110,1-12 0,-1-9 0,1-8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4.6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53 447 8450,'-8'18'81,"-3"-1"0,1 0 0,0 1 553,3-1 1,1 1-9,6-1 1,0 1 105,0-1 1,2-5 419,4 0 1,-3-9-20,9 3 1,-6-4 0,4-4-470,-3-4 1,5 3 0,-4-9 0,2 0-416,3 3 1,3-13-1,1 5 1,2-5-250,5-3 0,1-2 0,6-8 0,-2 0-256,2 0 0,2-6 0,4-1 1,2-1-477,2 0 0,-6 3 1,-8 5-1,-2 2-368,-4 4 0,-1-2 399,-3 7 568,-7 9 1,-8 15 0,-10 13 0,-2 7 483,-3 3 1,3 8 0,0-2 0,3 4 63,3 2 0,-4 8 1,2 3-1,2 5-174,2 1 1,2 8 0,0 4 0,0 4-221,0 2 0,6-2 0,2-4 1,0-8-325,-1-7 1,5-8 0,-4-10 0,0-4-711,-1-2 1,-1-7-2124,-6-7 1667,0-7 1,-2 12 608,-4-5 0,3 3 0,-7-1 860,2-1 0,-6 0 0,5 5 0</inkml:trace>
  <inkml:trace contextRef="#ctx0" brushRef="#br0" timeOffset="367">1101 971 17585,'0'0'0</inkml:trace>
  <inkml:trace contextRef="#ctx0" brushRef="#br0" timeOffset="866">1608 342 8113,'0'-11'0,"-2"1"899,-4 2 1,4-5 552,-4 1 1,4-4-937,2-1 1,0-1 0,2 3 0,4 1-89,5 3 0,5-1 0,1-5 1,3 1-142,3 4 1,2-3 0,6 5 0,-1-1-140,1-1 1,7 8 0,3-2 0,-2 4-21,-2 2 0,-4 8 1,-4 6-1,-6 7-207,-3 8 1,-11 4 0,-3 4-1,-6 4 5,-6 5 0,-11 11 0,-14 1 0,-6 0 71,-4 2 1,-7 2-1,3 6 1,-2-4 75,1-6 0,9-11 0,2-6 1,12-6-64,9-6 0,8-12 0,14-11-29,10-4 1,15-10-1,15-5 1,8-7-30,8-3 1,10-2 0,4 3 0,1-1-42,5 2 1,-9 9 0,-5 6 0,-10 4-620,-5 2 1,-11 14 0,-7 5 0,-11 7 707,-15 5 0,-7-6 0,-4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6.9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1390 9959,'10'-8'3432,"-2"4"-2186,-8-8 0,6 6-328,-1-5 0,9-1 1,-4-7-487,-1-5 0,7 3 1,-5-10-1,5-6-215,1-7 1,1-9-1,1-5 1,3-10-164,1-12 0,6-1 0,-6-14 0,-1 2-435,-3 0 1,-1-2 0,-3 5 0,-1 3-73,-3 7 0,-7 20 0,2 12 0,-4 9-669,-2 12 957,0 13 1,-2 14 0,-2 14 0,-4 7-107,-1 8 0,3 6 0,-6 8 1,1 9 346,1 10 1,-4 0 0,8 2 0,3 2 28,1 2 1,2 2 0,0-2 0,0-4-94,0-6 1,7-5-1,7-7 1,7-5 103,8-4 0,6-18 0,4-9 0,4-14-59,2-13 1,1-10-1,6-12 1,-1-4-53,-5-2 1,-5-1-1,-10-5 1,-4 3 15,-1 1 1,-3 3 0,-6-3 0,-1 4-191,-4 1 0,1 5 0,-5-4 0,0 4-157,-1 2 1,-1 6 0,-6 2 0,2 2-977,4 3 1019,-4 11 1,6 11-1,-8 13 1,-2 11 334,-4 11 1,2 1-1,-6 13 1,1 5 550,-1 8 1,4 1-1,-4 1 1,1 2-396,-1 1 1,4 5-1,-3 0 1,1-2-188,4-8 1,2-8-1,2-7 1,0-8-615,0-8 0,6-6 0,2-10 1,1-3 592,5-6 0,9-12 0,4-4 0</inkml:trace>
  <inkml:trace contextRef="#ctx0" brushRef="#br0" timeOffset="435">1694 988 8354,'10'-18'295,"0"1"1,-6-1 164,1 1 1,1 0-1,-6-1 107,0 1 0,0-1 0,-2 1-222,-4-1 1,3 3 0,-9 1 0,-2 4-16,-1 3 0,-5-5 0,-1 6 1,-4 2-88,-2 2 1,-2 2 0,-6 2 0,0 6-164,0 10 0,0 7 0,2 10 0,2 2-154,2 3 1,7-1-1,1 6 1,7-1-5,9 1 0,5-6 1,5 2-1,9-7 127,7-4 1,14-13 0,10-11 0,1-4-61,1-2 1,0-4 0,3-6 0,-3-9-55,-7-6 0,-9-4 1,-3-6-1,-3-2-34,-4-4 1,-9 4 0,-6-6 0,-4 3 80,-2-1 1,-16 2 0,-7 8 0,-8 6 68,-4 5 0,-6 1 0,-2 13 1,1 2-485,-1 2 1,2 16 0,6 7 0,0 8-798,0 8 0,14 10 0,6-1 1230,5 5 0,12 1 0,7 1 0</inkml:trace>
  <inkml:trace contextRef="#ctx0" brushRef="#br0" timeOffset="1018">2428 901 11565,'9'-2'1580,"-3"-4"0,-4 2-1480,-2-8 0,-2 3 1,-4-5-1,-5 4-97,-5 3 1,-1-5-1,-3 6 1,-3 2 20,-6 2 0,-6 4 0,-4 4 0,-1 8 11,1 7 0,4 8 1,4 10-1,4 4 40,1 1 1,11-3 0,9 4 0,6-5-117,6-7 1,5 0 0,15-11-1,7-7-43,5-7 1,11-8 0,-4-8 0,1-7-70,1-7 1,-6-9 0,3 2-1,-3-6 132,-8-6 1,0 3 0,-10-9 0,-1 0 73,-3 3 1,-4-1-1,-3 6 1,-6-3 124,-4-3 0,-2 0 1,0-1-1,0 3-172,0 0 1,0 5 0,0-7 0,0 2-132,0 5 1,0 1-1,0 2 1,2 2-125,4 4 1,-4 3-1,5 11 301,1 3-130,-6 5 0,6 16 0,-10 9 0,-4 11 497,-6 10 0,-3-1 0,-3 11 0,1 5-50,-1 8 0,7 6 0,-1 2 0,1 0-105,1 0 1,2 0 0,8 0 0,0-3-698,0-3 1,2-5-1,4-15 1,5-9-518,5-10 1,7-13 0,3-6 0,-1-6-2474,0-6 3423,-2-11 0,2-10 0,3-8 0</inkml:trace>
  <inkml:trace contextRef="#ctx0" brushRef="#br0" timeOffset="1417">3109 901 8106,'0'9'3004,"0"7"1,8-14-2598,3 4 1,5-6-1,1-4 1,1-4-163,-1-2 0,3-1 1,1-7-1,2 1-215,-1-1 1,-9 1 0,-1-1-1,-1 1-73,-1-1 1,-2 1 0,-8-1 0,0 1-99,0-1 1,-4 1-1,-6 1 1,-9 5 72,-6 5 1,-4 4 0,-8 6 0,-2 6 181,-2 7 1,0 12-1,8 0 1,4 6 263,6 6 1,6-2 0,5 5-1,6-1-58,4-4 1,18-2 0,9-4 0,12-4-440,9-6 1,11-11 0,3-6-1,0-4-1106,0-2 0,6-14 0,-4-5 1,0-9 1224,-4-8 0,5-7 0,-1-10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59.3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8160,'18'-8'3736,"-9"6"-108,-1-5-1098,-8 7-2246,0 0 1,0 7 0,0 7-1,0 7 561,0 9 0,-2 12 1,-2 13-1,-3 12-369,-3 13 0,6 13 0,-2 4 0,4 0-571,2-4 0,6-13 0,2-10 0,4-12-381,7-10 0,-7-20 0,5-17 0,-1-7-2431,-1-4 1,1-8 2906,-5-3 0,5-20 0,-7-6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28:53.207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187 75 12352 243858 46683,'6'7'4266'0'0,"0"-2"-3905"0"0,-6-15 1 0 0,-2-2-348 0 0,-2-7 1 0 0,-3 2-277 0 0,-9 5 1 0 0,2 4 13 0 0,-5 0 1 0 0,0 7 0 0 0,-1 1 223 0 0,0 7 0 0 0,6 4 1 0 0,-2 4-1 0 0,5 1 136 0 0,3 3 1 0 0,-1 0 0 0 0,5 4 0 0 0,1 1 138 0 0,2-1 0 0 0,1 1 0 0 0,1 2 1 0 0,3 2-120 0 0,4-3 0 0 0,4 0 1 0 0,3-2-1 0 0,3-1-167 0 0,1-2 0 0 0,6-3 1 0 0,-1-7-1 0 0,0-2-128 0 0,1-4 0 0 0,0-4 0 0 0,-1-4 158 0 0,0-4 0 0 0,0-9 1 0 0,-10-5 286 0 0,-3-4 1 0 0,-1-2-116 0 0,-6 1 0 0 0,-1-2 1 0 0,-7-1-1 0 0,-4 6 149 0 0,-2 3 1 0 0,-6 7 0 0 0,-1-2-1 0 0,-1 3-151 0 0,-3 2 0 0 0,1-1 0 0 0,-1 0 1 0 0,1 2-197 0 0,0 2 1 0 0,2 3 0 0 0,-1 4-220 0 0,3-3 0 0 0,-4 4 1 0 0,3 0-149 0 0,-1 6 0 0 0,4 11 301 0 0,-2 6 0 0 0,9 5 0 0 0,3 4 140 0 0,3-1 1 0 0,2-4 0 0 0,3 3-47 0 0,3-1 0 0 0,8-6 0 0 0,2-5 1 0 0,1-3-47 0 0,2-4 0 0 0,2-1 1 0 0,3-6-1 0 0,1-1-226 0 0,1-2 1 0 0,2-2 0 0 0,-4-4 219 0 0,3-7 0 0 0,-6 0 0 0 0,-7-5 0 0 0,-2 2 280 0 0,-1-1 0 0 0,-6-6 143 0 0,-2-1 1 0 0,-4-4-1 0 0,-4-3 54 0 0,-3 7 0 0 0,-5 1 1 0 0,-4 6-1 0 0,-3 2-279 0 0,-3 1 1 0 0,-1 5-1 0 0,-1 0 1 0 0,1 1-90 0 0,0 0 0 0 0,3-2 0 0 0,1 5-118 0 0,-2 2 1 0 0,0 2 0 0 0,2 4-1 0 0,3 3-190 0 0,4 4 1 0 0,4 0-1 0 0,1 2 1 0 0,2 3 126 0 0,2 3 0 0 0,2-1 1 0 0,1 2 141 0 0,0 0 1 0 0,5 6 0 0 0,4 0-1 0 0,6-2 34 0 0,4-4 1 0 0,3-5 0 0 0,1 0-1 0 0,2-2-79 0 0,2-1 0 0 0,-2-6 0 0 0,3-2 0 0 0,-1-3-18 0 0,1-1 1 0 0,-1-1 0 0 0,-4-3 0 0 0,-1-5 80 0 0,-2-5 0 0 0,-5 0 0 0 0,-6-6 1 0 0,-2-1 143 0 0,-2-1 0 0 0,-1 3 1 0 0,-6 0-1 0 0,-1-2 57 0 0,-5-1 0 0 0,-4 2 0 0 0,-3 2 0 0 0,-5 0-32 0 0,-2 0 1 0 0,-1 4 0 0 0,-2-2 0 0 0,-1 3-198 0 0,-1 2 1 0 0,0 4-1 0 0,4 2-85 0 0,-1 0 1 0 0,-3 5-1 0 0,1 0-135 0 0,4 6 1 0 0,8 6 0 0 0,8 4 0 0 0,0 3-59 0 0,4 3 0 0 0,1 3 0 0 0,1 0 312 0 0,0 3 0 0 0,2-1 0 0 0,5-5 1 0 0,4-1-26 0 0,2-2 0 0 0,5-5 0 0 0,2 2 1 0 0,2-5-54 0 0,1-3 1 0 0,0 1 0 0 0,1-5 0 0 0,-1-1-43 0 0,0-2 1 0 0,3-6-1 0 0,-1-3 1 0 0,-5-4 14 0 0,-1-3 1 0 0,-4 1 0 0 0,-3-6 0 0 0,-2-1 214 0 0,-2-1 0 0 0,1 3 0 0 0,-5 0 0 0 0,-3-1 148 0 0,-3 2 1 0 0,-5-3 0 0 0,-6 6 0 0 0,-1 1-28 0 0,-2 1 1 0 0,-4 1 0 0 0,-1 0 0 0 0,-4 2-170 0 0,-2 2 0 0 0,4 2 0 0 0,3 3 0 0 0,0-1-359 0 0,-2 2 1 0 0,2 6 0 0 0,2 3 0 0 0,3 5 97 0 0,4 4 1 0 0,0 2-1 0 0,4 5 1 0 0,-1 0 81 0 0,1 1 0 0 0,4 3 1 0 0,-1 0-1 0 0,4-1 170 0 0,4-2 1 0 0,0-2 0 0 0,6-1 0 0 0,4-3-6 0 0,3-1 0 0 0,3-3 1 0 0,3-5-1 0 0,0-2-51 0 0,1-2 0 0 0,3-1 0 0 0,0-4 0 0 0,-1-1 5 0 0,-1-3 1 0 0,-3 0 0 0 0,-3-6 0 0 0,-3-3-8 0 0,-4 0 0 0 0,-4-5 0 0 0,-1-3 135 0 0,-2-5 1 0 0,-3 5 0 0 0,-5-1-1 0 0,-5 3 22 0 0,-3 1 1 0 0,-5 3 0 0 0,-4 0 0 0 0,-2 2-77 0 0,-1 1 1 0 0,-2 4 0 0 0,-1 2-1 0 0,-1 0-53 0 0,1-1 1 0 0,2 4 0 0 0,0 1-295 0 0,1 4 1 0 0,6 6 0 0 0,4 6 0 0 0,6 3-32 0 0,1 1 0 0 0,2-2 0 0 0,4 3 0 0 0,2 1 163 0 0,2-2 1 0 0,6-1 0 0 0,7-6 0 0 0,0 1 36 0 0,0 0 1 0 0,8-2-1 0 0,1-2 97 0 0,3-4 1 0 0,-1-3 0 0 0,-4-1 0 0 0,-2-1-149 0 0,-3-3 1 0 0,-2-3 0 0 0,-6-6-2 0 0,1-2 0 0 0,-5-7 1 0 0,-3-5 143 0 0,-3 1 1 0 0,-6 6 0 0 0,-4 4 0 0 0,-4 0 185 0 0,-3 0 0 0 0,-5 5 0 0 0,2 4 98 0 0,-3 2 1 0 0,-5 1-302 0 0,0 4 0 0 0,1 9 0 0 0,8 4 0 0 0,5 4-8 0 0,4 4 1 0 0,6 1 0 0 0,0 2-39 0 0,6 4 1 0 0,3-8 0 0 0,6 2 0 0 0,0-3 25 0 0,-1-5 1 0 0,7-6 0 0 0,4-5 51 0 0,4-1 0 0 0,-2-2 0 0 0,-6-2 0 0 0,-1-1-21 0 0,-3-5 0 0 0,-1-6 0 0 0,-2-2 1 0 0,0 0-96 0 0,-3 0 0 0 0,-3 1 1 0 0,-5-4 161 0 0,0-2 0 0 0,-1 4 0 0 0,-6 2-81 0 0,-9 2 0 0 0,2 5 0 0 0,-9 2 50 0 0,1 0 1 0 0,1 4-1 0 0,0 6 14 0 0,2 4 0 0 0,5 2 0 0 0,-2 4-378 0 0,3 6 0 0 0,7-5 267 0 0,2 8 1 0 0,5-3 29 0 0,7-1 0 0 0,5-7 0 0 0,10-8 35 0 0,1-3 0 0 0,-1-6 0 0 0,-1-3-279 0 0,-3-2 0 0 0,-2-3-183 0 0,-5-3 1 0 0,-6-2 146 0 0,-2-5 1 0 0,-4 9-1 0 0,-6 3 23 0 0,-10 5 1 0 0,1 2 230 0 0,-13 4 1 0 0,6 5-1 0 0,-3 3 145 0 0,4 2 1 0 0,8 2 0 0 0,6 1 275 0 0,2 2 1 0 0,3 0-168 0 0,6 4 0 0 0,3-9 1 0 0,9 1-102 0 0,3-5 0 0 0,-1-3 0 0 0,2-6-132 0 0,1-1 0 0 0,-9-5 1 0 0,0 1-129 0 0,-2-2 1 0 0,-4-3 55 0 0,-2-2 1 0 0,-4 2 0 0 0,-6-2 65 0 0,-5 6 1 0 0,-2 4 0 0 0,-7 5 249 0 0,0 0 1 0 0,1 5 79 0 0,0 3 0 0 0,6 8-42 0 0,1 3 1 0 0,9 2 94 0 0,10-2 1 0 0,4-7-372 0 0,12-8 1 0 0,-4-8-1 0 0,5-4 1 0 0,-7-2-576 0 0,-4-2 0 0 0,-3 3 0 0 0,-1-1-104 0 0,-1-3 0 0 0,-7-1 0 0 0,-1 2-208 0 0,-6 0 1 0 0,-7 6 763 0 0,-7 2 0 0 0,2 4 0 0 0,-5 4 0 0 0,6 4 199 0 0,4 2 1 0 0,1-1 90 0 0,1 3-493 0 0,4-3 1 0 0,8 6 0 0 0,11-7 332 0 0,6-4 0 0 0,-1-8 0 0 0,0-3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8:56.6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204 58 7906,'0'8'2839,"-2"-1"-2404,-1-2 1,1 4 0,-2-1 0,3 2-173,1 2 1,0 5 0,0 3 0,1 5-43,3 2 1,-1 7-1,5-1 1,1 5-137,1 0 1,-2-2 0,0-1-1,1-2-171,1-2 0,-2-6 0,-2-7 0,1-2-1051,-1-6 316,-3 2 1,2-12 0,-5 0-933,0-7 1753,0-8 0,-5 2 0,-2-4 0</inkml:trace>
  <inkml:trace contextRef="#ctx0" brushRef="#br0" timeOffset="350">52 82 8226,'-11'-5'348,"-1"-3"0,2-3 1952,2 0-2026,-3 4 1,11-2 0,0 5 0,7 2-159,3 1 0,7-3 0,4 0 0,5 0-113,5-1 1,2 3-1,4-1 1,2 1-79,3 2 1,5 0 0,2 2 0,2 1 37,-2 5 1,-3 8 0,-2 4-1,-3 6 284,-5 5 0,-9 3 0,-11 1 0,-5 1-37,-3 3 1,-4 1 0,-9 2 0,-7-6-123,-6-4 1,-4-6 0,-1 3 0,-1-3-231,1-3 1,-4 2 0,-2-10 0,1-1-77,-1-1 1,-6-2 0,3-4-1,1-3-171,1-2 0,3-2 0,4 0 1,1-2-637,2-2 0,1-2 0,6-6 1025,2 1 0,8-1 0,-3 0 0</inkml:trace>
  <inkml:trace contextRef="#ctx0" brushRef="#br0" timeOffset="899">1078 396 8179,'-8'0'376,"1"-1"-39,2-3 0,0 3 1,3-4-1,-4 1 313,0 0 0,2-5-351,-4 1 1,0-1 0,-3 0 0,-1 3-151,0 0 0,1-1 0,-1 3 0,1 1-110,-1 2 0,-1 1 0,-1 0 0,-3 1-84,-1 3 0,3 3 0,-1 5 0,0 4 87,1 3 1,0 0 0,6 0 0,2 2 81,-3 1 1,5 0 0,1-2 0,4-1-80,4-3 0,4 0 1,8-4-1,3-2-151,3-2 1,3-3 0,1-5 0,1-1-170,-1-3 1,2-3-1,-2-4 1,-3-1 58,-2 0 1,-3 1 0,0-1 0,-5 0 365,-4 1 1,-6-1-1,1 0 1,-3 1 129,-1-1 1,0 4 0,-1 2 0,-3 1-115,-4 2 1,2 3 0,-2 4-1,0 4-54,2 2 1,0 6-1,6 0 1,0 1-109,0 0 1,6 3-1,1-5 1,5-1-308,4-1 1,6-1 0,5-2 0,-1-2-325,-2-4 1,3-3-1,1-1 1,-2-1 626,-2-3 0,-1-8 0,1-6 0</inkml:trace>
  <inkml:trace contextRef="#ctx0" brushRef="#br0" timeOffset="1250">1637 47 8117,'-8'0'725,"1"0"0,-1 0-227,-4 0 1,4 5 0,2 3 0,1 3 94,2 5 1,2 2 0,1 7 0,0 2-169,0 4 1,0 7 0,1 2-1,3 0-241,4 0 0,1-3 0,0-4 0,-1-3-313,1-2 1,-3-2-1,1-7 1,-2-3-1480,-3-3 0,1-7 342,1-2 1,-4-4 0,0-4-42,-7-3 1,-2-4 1306,2 0 0,-9-6 0,3-1 0</inkml:trace>
  <inkml:trace contextRef="#ctx0" brushRef="#br0" timeOffset="1416">1416 303 7868,'11'12'1480,"-4"-6"1,-1 0 0,-1-6-1249,7 0 0,1-2 0,6 0 0,3-4-682,4 0 1,0 2 0,5-2 0,0-1-1255,-1 1 1,4 2 1703,-3-4 0,3 0 0,1-3 0</inkml:trace>
  <inkml:trace contextRef="#ctx0" brushRef="#br0" timeOffset="1866">2150 408 8065,'0'-8'1175,"-1"2"-625,-3 1 1,2-4 0,-2 1-255,3-3 0,-3 4 1,-1 0-1,-1 1-168,-3-1 0,2 3 1,-2-2-1,-3 1 86,-2 2 0,-3 2 0,3 1 0,-3 0-85,-1 0 1,3 5 0,-4 3 0,3 3-40,1 5 0,-1-2 0,0 4 0,3 1 13,4-1 1,4-3 0,5 3-1,0-1-70,0-3 0,2-1 1,5-1-1,6-2-271,4-2 0,2 1 0,4-5 0,1-1-158,-1-2 0,0-2 0,-1-3 0,-1-4 68,-2-2 1,-4-2 0,0-1 0,-3-1 262,-4-2 1,-2 1 0,-3 3 0,1 0 385,-2 1 0,-1 3 1,-2 2-1,-3 0 20,-3 4 0,0 2 0,1 4 1,0 5 24,4 5 0,1-1 0,1 4 0,1-2-336,3 1 1,2 1 0,7-3 0,4 1-550,6 0 0,2-6 0,6-3 1,1-1 518,2-2 0,1-2 0,0-1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01.3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47 503 8137,'1'-12'-251,"3"0"1,-3 1 0,5-1 52,-1 1 1,-4-1 2142,3 0-97,-3 6-1426,-1 1 1,0 14 0,0 4-102,0 3 1,0 4-1,1 4 1,2 4-17,1 3 0,4 6 0,-3 3 0,1 2-248,3 2 1,0 5 0,1 2-1,-3-4-261,2-3 0,-2-5 0,-1-8 0,1-3-1333,-1-4 1081,-3-6 0,2-7 0,-5-11 0,0-8-275,0-6 0,-4-1 0,-1-4 1,-1-2 730,-4-1 0,0-6 0,-2-2 0</inkml:trace>
  <inkml:trace contextRef="#ctx0" brushRef="#br0" timeOffset="285">0 445 8137,'0'-12'-740,"0"0"574,0 1 0,0-1 1204,0 0 1,5 1 0,3 0-756,3 3 1,2-1 0,2 6 0,4 0-314,3 2 0,7 1 0,1 0 0,1 0 64,0 0 1,0 4-1,4 1 1,-1 2-65,-3 6 1,-7-1 0,-6 5 0,-1-2 220,-3 1 1,-6 5-1,-4-3 1,-3 1-65,-1 1 1,-9-2 0,-4 3 0,-3-3-157,-5-2 1,-2 0 0,-3-4 0,-3-2-136,-1-2 0,1-3 0,-2-5 0,3 0-550,4 0 0,2 0 0,1-1-575,2-3 1,6-3 1288,1-4 0,11-1 0,7 0 0</inkml:trace>
  <inkml:trace contextRef="#ctx0" brushRef="#br0" timeOffset="718">699 561 8119,'4'-8'1248,"0"1"0,0-1-790,-4-4 1,-4 0-1,-1 2 1,0 1-498,0 1 1,-4 2-1,1-3 1,-4 1-70,-3-1 0,2 2 1,-4 1-1,1 1 10,1 2 1,-2 2 0,3 1 0,-2 0-25,2 0 0,-3 5 0,2 3 0,0 2 241,2 2 1,6 3 0,0 2 0,2 1 39,2 3 1,3 0 0,3-2 0,3-2-79,5 0 1,2-4-1,7 1 1,0-4-170,1-2 0,5-5 0,1 1 0,-1-4-51,-2-4 0,-2 1 1,-2-6-1,-5-3 89,-2-2 1,-3-5-1,-2 2 1,-4 0 79,-3 0 1,-3-3-1,-5 1 1,-6 1 17,-3 3 0,-4 2 1,-3 1-1,0 2-202,-1 2 1,2-1 0,1 5 0,3 3-734,2 3 1,4 5 0,5 6 886,2 2 0,-4 9 0,3 5 0</inkml:trace>
  <inkml:trace contextRef="#ctx0" brushRef="#br0" timeOffset="1017">886 386 6854,'-12'5'1754,"6"-3"1,-3 8 0,5-2-1557,1 2 1,2 2 0,1 1 0,0 2-82,0 5 1,0 2 0,1 1 0,2 0-231,1 1 0,3-5 1,-1-1-1,-1-1-581,0-3 0,4-1-105,-1-1 1,-2-7-1,1-5-412,-2-6 0,-1-9 1211,-4 0 0,-5-11 0,-2 1 0</inkml:trace>
  <inkml:trace contextRef="#ctx0" brushRef="#br0" timeOffset="1168">839 235 8119,'-11'-4'1343,"0"-1"524,4-2 1,0 5 35,3-2-2540,3-3 1,-3 6 636,8-3 0,2 8 0,6 2 0</inkml:trace>
  <inkml:trace contextRef="#ctx0" brushRef="#br0" timeOffset="1601">1131 165 8174,'10'-8'-1730,"-1"2"5193,-1 0-2776,-6-3 1,4 13 0,-6 1-1,0 8-133,0 7 0,-2 2 0,0 2 1,-2 2-107,1 2 0,2 8 0,1-1 0,0 1-222,0 0 0,0-2 1,1-2-1,2-2-101,1-1 0,1-6 0,-3-5 0,4-3-150,0-4-365,-3 1 1,3-12-1,-3 0 1,1-7-112,-2-3 1,0-2-1,-2 0 1,0 1 100,0-1 1,-2 0-1,0 1 169,-2-1 0,-4 0-308,4 1 319,-5 4 1,6 2 0,-3 6 51,1 3 1,1-1 0,4 5-411,0 1 0,0-3-743,0 2 1321,0-5 0,0 7 0,0-4 0</inkml:trace>
  <inkml:trace contextRef="#ctx0" brushRef="#br0" timeOffset="2144">1119 445 8174,'0'6'341,"0"0"813,0-2-703,0-2 0,1 3-376,3-5 0,3-5 0,3-3-158,-2-2 0,2-2 1,-2-1-1,2-1 213,2-2 0,3-1 0,1 3 0,0-3 242,0-1 0,-3 4 0,4 0 0,-1 3 26,-1 4 0,1 4 1,-5-1-1,0 4-89,-3 4 1,1 4 0,-4 7 0,0 5-62,0 2 1,-1 5 0,-4 1-1,0 2-179,0 2 1,0-2 0,0-1-1,0-3-518,0-4 0,0-3 0,0 0-1392,0-3 801,0-3 0,4-12 0,0-5-1797,-2-5 2837,0-2 0,3-6 0,1-1 0</inkml:trace>
  <inkml:trace contextRef="#ctx0" brushRef="#br0" timeOffset="2449">1632 37 8045,'11'-12'170,"-3"4"1527,0 0-1222,-6 1 1,4 5 0,-8 8-1,0 7 17,-2 6 0,-4 4 1,4 4-1,0 5-148,-1 1 0,4 3 0,-3 3 0,3 5-163,1 6 0,0-3 0,0 4 0,0-4-187,0-5 0,0-2 0,0-6 0,0-4-949,0-7 1,4-5-224,-1-6 1,5-7-1363,-4-5 2540,0 0 0,-9-15 0,-2 2 0</inkml:trace>
  <inkml:trace contextRef="#ctx0" brushRef="#br0" timeOffset="2615">1504 375 13707,'11'-7'491,"2"-2"0,3 4 0,4-2-859,6-2 0,1 3 1,7-1-1,2 1-1547,1-1 1,4 1 1914,2-2 0,2-7 0,2 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04.9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82 8039,'11'-1'-1633,"-2"-2"3058,-1-1 0,-6-1 1663,2 1-2519,-3 3 0,-2-4 0,-3 5-306,-4 0 0,-2 0 0,-3 1 1,-1 3-49,-2 4 0,-1 2 1,3 2-1,-1 1-87,0 2 1,-1-1-1,0 6 1,2 1-42,1 1 1,3 5 0,2 1 0,4 2-119,3 2 0,1-3 1,0-1-1,2-2-265,6-2 1,0 1 0,9-8-1,-2-1-451,1-5 1,3-7 0,-3 0 0,-2-2-946,-1-2 1,-2 0 1691,1 0 0,0-6 0,-1 0 0</inkml:trace>
  <inkml:trace contextRef="#ctx0" brushRef="#br0" timeOffset="336">432 175 8153,'8'8'1179,"-1"0"0,-4-4 1,2 2-565,0-1 0,0 4 1,4-1-1,1 3-324,3 0 0,-2 5 0,6 1 1,0 1-295,2 2 0,3 1 0,0 0 1,-1-3-282,-2-1 0,-4 2 1,0-3-1,-2-2-1532,-1-1 0,-4-7 1816,-1-2 0,-4 3 0,2-1 0</inkml:trace>
  <inkml:trace contextRef="#ctx0" brushRef="#br0" timeOffset="587">688 187 8222,'0'8'1411,"0"-1"0,0-3-719,0 4 1,-1-4-1,-3 4-129,-4 1 1,-3 2 0,-5 4 0,-3 2-501,-3 1 0,-2 1 1,1 4-1,0 2-197,-1 2 1,5-5 0,1 3-1,2-3-1500,6-5 0,0-3 1634,6-2 0,10-6 0,7-1 0</inkml:trace>
  <inkml:trace contextRef="#ctx0" brushRef="#br0" timeOffset="986">1014 12 8144,'12'0'1249,"-2"-1"0,0-2-607,-3-1 0,-3 0 0,4 4 0,1 0-261,1 0 1,6 4 0,1 3-1,1 2 28,3 4 1,4 6 0,4 2 0,-1 5 26,1 5 0,-6 4 0,-6 2 1,-4 4-263,-7 0 0,-3-2 1,-6 1-1,-4-2-470,-9-5 1,-5-6 0,-3 1-1,-2-4-1392,-1-1 1,0-4-1,5-4 1688,2-2 0,-2-1 0,4-1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11.7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11 288 8056,'0'7'17,"0"-1"186,0-2 1,-1-3 58,-3 3-66,2 3 0,-2-6-73,8 3 0,3-3-78,4-1 0,0-1 0,-2-2 1,-1-1 173,1 2 0,-3 0 0,2 2 0,1 0 37,1 0 1,3 0-1,2 0 1,1 0-86,3 0 1,0 0 0,6 0-1,0 0-108,3 0 1,4 0 0,-1 0-1,3 0 53,1 0 0,4 0 0,-1 0 0,0 0-166,-2 0 1,-1 0-1,0 0 1,-1 0 47,-3 0 0,-4 0 0,-6 0 0,-2 0 33,2 0 1,-3 2 0,1 0 0,1 3-15,-2 2 1,4-1 0,-3 3-1,3-1 77,2 1 0,-1-2 0,0-1 0,2 1-45,2-1 1,2-3 0,3 1 0,-1-3-48,1-1 0,-2 0 0,1 0 0,2 0-148,0 0 0,2-1 1,-1-2-1,-2-1 6,-1 2 0,-5-4 1,2 2-1,-4 1 45,-1-3 0,1 5 0,-1-3 0,0 3 19,1 1 0,-1 0 1,2 0-1,0 0 15,3 0 1,3 0 0,-3 0-1,1 0 53,-1 0 1,3 0-1,-2 0 1,-1 0-12,1 0 0,-2 0 0,-4 0 0,-1 0-92,-2 0 1,0-1 0,-4-2-208,-2-1 0,-1 0 0,-1 4 0,-1 0-228,1 0 1,0 0-1,-1 0 1,1 0-200,0 0 1,-5 0 744,1 0 0,0 0 0,4 0 0</inkml:trace>
  <inkml:trace contextRef="#ctx0" brushRef="#br0" timeOffset="550">2225 218 8056,'0'8'198,"0"0"1,0-4 366,0 3 0,1-4-363,3 1 0,-1 1 1,4-1-1,3-2 27,0 0 1,5-2 0,2 0-1,1 0-40,3 0 0,2 0 1,3 1-1,1 2-96,-1 0 1,3 1 0,-3-4 0,-3 2-141,-2 2 1,-6-2 0,3 5-26,-1-2 1,-2 0 0,-8-1 119,-3 4 1,-9-2-1,-5 1 1,-6-1 31,-2 1 0,2-4 1,-2 5-1,0 1-82,0 2 0,0-4 1,-3 1-1,2 1 10,-2 2 1,3-1 0,0-1 0,1-1 160,3 1 1,1 0 0,0 0 91,-3-1 0,3-6-122,-2 2 0,6-3-118,1-1 1,5-1 0,-2-1-1,1-4-136,0 0 0,1 2 1,3-4-313,0-1 0,0-1 1,0-2 125,0 1 0,0-1 1,0 0-1,0 1-178,0-1 1,0 0 0,0 1 0,0-1-1896,0 0 2374,0 1 0,0-1 0,0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25.82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41 7810,'0'-11'740,"0"3"-63,0 0-250,0 0 1,0 3-1,0 5-177,0 7 1,0 5 0,0 6-1,0 7-9,0 4 0,0 7 1,0 6-1,0 4-48,0 1 1,1 5 0,2 3 0,1 4-133,-1 3 0,-2-6 0,-1-9 0,1-8-360,3-7 1,-3-7 0,4-9-204,1-2 1,-5-6 0,4-11-1,-1-2-166,0-2 0,0-4 0,-4-7 1,0 0-213,0-2 0,0-2 880,0-2 0,-6-4 0,0-2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26.419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0 125 7678,'7'-1'1283,"-3"-2"1,-3 0-292,-1-5-562,0 5 1,0-1-96,0 8 1,0 3 0,1 6 0,2 3-88,0 3 0,7 8 1,-4 4-1,3 3-107,3 1 0,-3 1 1,7 1-1,-2 3-113,1-3 1,3-6 0,5-4 0,1-5-71,-1-7 0,1 0 0,-1-11 0,0-3-27,1-3 0,-1-10 1,0-8-1,1-3 43,-1-4 0,-5 1 0,-3-4 0,-2 0 11,-1 1 0,-1-2 0,1-3 0,-2 2-111,-2 1 1,-2 5 0,-5-3-1,2 2-125,0 0 0,1 0 1,-4 3-1,0 2 152,0 3 1,0 6 103,0 5 1,-1 6 0,-2-1-69,0 6 0,-1 7 1,4 8-1,0 3 186,0 4 1,0 5 0,0 3 0,0 3-74,0 3 1,1 5 0,2-1 0,0 2-46,0 2 1,-2 3 0,0-1 0,2-2-23,1-3 0,1-10 1,-1-1-161,4-3 1,2-9 0,2-10-663,0-5 1,-5-6-553,1-4 0,-5 1 1391,1-4 0,-3-1 0,-1-4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32.53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187 489 8069,'0'-11'492,"0"-1"1,4 0 144,-1 1 0,1-1 1,-4 0-176,0 1 1,0-1-1,0 0-224,0 1 0,-1 3 0,-3 1-205,-4 2 1,-2 1 0,-2 4 0,-1 0-115,-2 0 0,1 6 1,-5 3-1,3 5-41,1 5 0,-1 3 0,0 2 0,3-1 163,4 0 0,0 4 1,5 1-1,1-3-23,2 0 1,2-3 0,5-3 0,4-3-44,4-3 0,7-3 0,0-2 0,3-4 8,4-3 1,-1-6-1,-4-4 1,0-5 38,1-6 1,-6-2 0,-3-1 0,-2-2-19,-1-2 1,-6 3-1,-2-5 1,-2 2-32,-2 0 1,-7 3-1,-3 6 1,-6 2-41,-2 1 0,-1 4 1,-5 3-1,1 4-180,0 3 0,-1 6 1,2 4-1,3 5-177,3 6 1,5 2 0,3 1 0,4 0-1665,3 1 2088,1 4 0,5-3 0,1 3 0</inkml:trace>
  <inkml:trace contextRef="#ctx0" brushRef="#br0" timeOffset="633">688 489 8069,'0'-11'678,"0"-1"164,0 0 0,-4 1 1,0-1-482,1 0 0,2 1 1,0 0-267,-3 3 1,1-1 0,-4 6-199,-3 0 1,0 2 0,-2 1 0,0 1 14,-4 3 0,2 2 1,-4 7-1,-1 1 151,1 2 1,4 5 0,-1-2 0,2 2 26,1-2 1,6 3-1,2-4 1,2 2-71,2-1 1,2-6 0,3 0-1,6-5-78,8-3 1,3-1-1,1-4 1,0-1-92,1-3 1,-1-3 0,0-6 0,-1-1 75,-2-1 0,0-6 1,-3 2-1,0-4 165,0 0 1,-2 0 0,-3-2-1,-2-1 143,-2-1 1,1 0 0,-5 2 0,-1 0 14,-2-3 0,3 1 0,0 4 0,-2 0-61,0-1 1,-2 1 0,0 0-1,0-1-186,0 1 1,0 4-1,0 0 1,0 3-250,0 1-2,0 8 1,0 4-1,0 9 268,0 6 1,-4 8-1,-1 0 1,-1 6 79,1 5 1,-3 3 0,3 1 0,0 1 82,0 3 1,-3 2 0,4 5 0,2-2-118,0-2 0,2-4 1,0 1-1,2-4-110,1-4 1,0-4-1,5-9 1,1-6-482,1-7 1,2 0 0,0-2 0,-1-4-370,1-6 1,-4-7 0,-2-3-1,-1 0-1680,-2 0 2574,-2-3 0,-1 1 0,0-4 0</inkml:trace>
  <inkml:trace contextRef="#ctx0" brushRef="#br0" timeOffset="1048">1049 466 8069,'0'-12'2072,"0"4"-1045,0 1 0,1 0-307,3-1 0,3 3 0,4 5-433,1 0 1,1 0 0,1 0 0,2 0-267,-2 0 1,3 0 0,-2 0 0,0 0-93,-3 0 1,4-5 0,0-3-1,-3-2-122,-4-2 0,0-3 0,-5-1 0,-2 2-31,-1 1 0,-1 1 0,-1 1 0,-3 0 188,-4 4 1,-6 1-1,-3 6 1,-1 0 88,-2 0 1,-1 7 0,0 3 0,2 6 1,-2 2 0,4 3 0,2 5 0,2 2 143,1 2 0,6-4 0,2 2 0,2-1-91,2 1 1,7-3 0,4-5-1,9-5-263,6-2 1,0-2 0,3-4 0,1-3-32,0-2 1,-4-8-1,2-1 1,-2-5 94,-2-3 1,0-2 0,-8-4-1,-2 0 92,-1-3 0,-1-5 0,-1-6 0</inkml:trace>
  <inkml:trace contextRef="#ctx0" brushRef="#br0" timeOffset="1332">1585 46 8069,'0'-11'261,"-1"3"1,-2 0 1726,-1-1-1428,0 4 0,4 1-171,0 8 0,0 6 0,0 7-11,0 1 0,0 2 0,0 4 0,0 3 97,0 5 1,-3 2-1,-1 5 1,0 3-139,-1-1 0,3 7 0,-2-3 1,3 1-242,1-1 1,1-3 0,2-11-1,2-4-229,2-3 0,-1-2 0,3-3-1276,-1-8 0,-4-4 76,4-7 0,-6-6 0,1-1 1333,-6-4 0,-3 0 0,-6-1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38.7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140 210 7822,'-12'0'-401,"5"-4"0,-1 0 0,0 0 559,2-1 0,-5 4 0,3-3 0,-1 1-356,2-1 1,-4 3 55,3-3 404,3-2-119,0 4 1,4-3 304,-3 5 1,1 0 446,-4 0 1,3 0 1415,-4 0-625,5 0-1003,-2 0-629,5 0 1,9 0 0,3 0 0,1 0 39,0 0 0,2 0 1,2 0-1,0 0 198,0 0 1,4 4 0,-2 0-1,4-1-9,4-2 1,3-1 0,5 0-1,0 0-163,0 0 1,4 0-1,1 0 1,2 0-90,2 0 0,-4 0 0,-1 0 0,-2 0-9,2 0 1,-3 0 0,2 0 0,-5 0-31,-2 0 1,-3 0 0,1 0 0,1 0-50,0 0 1,-4 0 0,1 0 0,-1 0-53,1 0 0,2 0 1,3 0-1,-2 0 43,-2 0 0,5 0 0,-1 0 0,4 0 26,3 0 0,0 0 1,-4 0-1,0 0 74,0 0 0,0-4 1,0 0-1,0 2 87,0 0 1,0-2 0,1 0 0,1 2-23,2 1 1,0 1 0,-4 0 0,0 0-17,0 0 0,4-4 0,-2 0 0,-2 1-85,-2 2 0,-6 1 0,4 0 0,1 0-28,2 0 1,-4 0-1,-3-1 1,-2-2-4,-2-1 0,-5 0 0,-2 4 1,-5-1-92,-3-3-991,-3 3-721,-5-4 0,-1 5 259,-3 0 1,3 1 603,-3 3 1,3-2 972,1 6 0,5 0 0,1 4 0</inkml:trace>
  <inkml:trace contextRef="#ctx0" brushRef="#br0" timeOffset="566">2459 93 7988,'-6'-5'-201,"-1"4"2765,3-3-1851,3-3 1,-3 6-545,8-3 1,2 3 0,6 1 0,0 0-106,-1 0 0,5 1 0,1 2 1,1 1-7,3-2 0,1 4 0,1-1 0,0 0-101,0 0 1,-3 3-1,-2-3 1,-1 0 49,-3 0 0,-2 4-89,-5-1 1,-3 1 0,-10 0 0,-8-1 118,-8 1 0,-9-2 0,0 0 0,-3 1 20,-1-1 1,4 2 0,1-4-1,2 0 37,2 0 1,1 3-1,3-3 1,3 0 584,3 1-279,3-3-154,7-3 1,0-1 0,8-1-375,2-2 0,-3-5 0,3 1-9,-3-3 1,-1 0 0,0-2 0,0-1-1,0-2 1,1-1-1,2 3 1,1-2-190,-2 2 1,0-3 0,-2 2 0,0 1-163,0 1 1,0 1 0,1 2 0,2 1 487,1 1 0,5 5 0,-3-2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29:50.884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279 222 12092 256185 54216,'-13'0'3144'0'0,"2"-5"1"0"0,15-3-3020 0 0,0-8 1 0 0,0 2-222 0 0,-4-5 1 0 0,-1 4-474 0 0,-3 0 1 0 0,-5 3 292 0 0,-11 4 0 0 0,2 5 1 0 0,-6 6-1 0 0,4 5 234 0 0,3 3 1 0 0,2 4 0 0 0,3 1 0 0 0,1-1 220 0 0,-1 2 1 0 0,5-3-1 0 0,4 6-13 0 0,1 0 0 0 0,4 2 0 0 0,3 0-55 0 0,6-2 0 0 0,2-7 1 0 0,7-7-31 0 0,0-1 0 0 0,6-1 0 0 0,3-5-17 0 0,1-3 0 0 0,-10-2 0 0 0,0-6 0 0 0,-6 0-2 0 0,-2 1 1 0 0,-2-6 0 0 0,-2-2-42 0 0,-4-4 1 0 0,-3 4 0 0 0,-2 0-94 0 0,-3-2 0 0 0,-5-1 1 0 0,-9 1-184 0 0,-6 6 0 0 0,2 0 0 0 0,3 12-3 0 0,-2 0 1 0 0,-6 3 0 0 0,-2 4 133 0 0,4 4 1 0 0,3 8-1 0 0,10 6 139 0 0,0 4 0 0 0,6-2 0 0 0,2-5 0 0 0,4 0 113 0 0,4 0 1 0 0,2 3 0 0 0,7-4-1 0 0,1 0-30 0 0,2-3 1 0 0,5-2 0 0 0,-2-1 0 0 0,3-2-70 0 0,1-2 1 0 0,2-3-1 0 0,1-6-49 0 0,1-3 1 0 0,-5-4 0 0 0,-6-7 0 0 0,-3-3-28 0 0,-2 0 1 0 0,-3-4-1 0 0,-1 2 1 0 0,-2-2 60 0 0,-3-1 1 0 0,-2 1 0 0 0,-4 1 0 0 0,-3 3 23 0 0,-4 1 0 0 0,-6 2 1 0 0,-2 3-1 0 0,-3 2 43 0 0,-1 2 0 0 0,-1 3 0 0 0,1 5-77 0 0,0 0 1 0 0,-3 5 0 0 0,1 4 0 0 0,5 4-29 0 0,1 2 0 0 0,4 6 0 0 0,5-1 0 0 0,2 2 54 0 0,4 1 1 0 0,3 0-1 0 0,1 0 1 0 0,0 1 45 0 0,0-1 1 0 0,5-5-1 0 0,4-2 1 0 0,5-3-37 0 0,6-2 0 0 0,2 0 0 0 0,1-4 1 0 0,0-3-4 0 0,0-2 1 0 0,1-4 0 0 0,0-2 0 0 0,2-3 2 0 0,1-4 0 0 0,-3-2 0 0 0,-6-2 0 0 0,-1-5-40 0 0,-3-2 0 0 0,-5 0 1 0 0,-3 2-1 0 0,0 0 40 0 0,-4 0 0 0 0,-2 1 0 0 0,-4 0 0 0 0,-3 0-5 0 0,-4 0 0 0 0,-7 1 1 0 0,-4 4-1 0 0,-4 0-46 0 0,0 3 0 0 0,-3 0 0 0 0,-1 4 1 0 0,0 1-5 0 0,3 2 0 0 0,2 4 1 0 0,3 4-1 0 0,1 4-25 0 0,2 2 1 0 0,5 6 0 0 0,0 2-1 0 0,3 2 78 0 0,3 5 0 0 0,6 1 1 0 0,-2-3-1 0 0,3 0 137 0 0,1 1 1 0 0,6-1 0 0 0,4 0 0 0 0,6-1-91 0 0,2-2 0 0 0,2-3 0 0 0,4-6 1 0 0,2 0-15 0 0,1-4 1 0 0,4-1-1 0 0,-3-6 1 0 0,-3 0-84 0 0,0 0 0 0 0,1-7 1 0 0,-1-3-1 0 0,-3-6-58 0 0,0-2 1 0 0,-7-1-1 0 0,-2-5 1 0 0,-5 1 95 0 0,-3 0 0 0 0,-1-1 0 0 0,-5 1 0 0 0,-3 1 146 0 0,-4 3 1 0 0,-8-2 0 0 0,-3 5 0 0 0,-3 2-168 0 0,-1 1 0 0 0,-5 2 0 0 0,1 0 0 0 0,0 4-72 0 0,-1 3 1 0 0,3 2 0 0 0,-2 2-1 0 0,3 2-9 0 0,5 2 1 0 0,2 2-1 0 0,4 7 1 0 0,0 2-83 0 0,2 5 1 0 0,-2 3 0 0 0,9 3 0 0 0,1 1 220 0 0,2-1 1 0 0,2-2 0 0 0,3-4 0 0 0,4-2 75 0 0,2-1 0 0 0,3-1 1 0 0,3-5-1 0 0,3 0-37 0 0,3-4 0 0 0,1-1 1 0 0,1-6-42 0 0,-1 0 0 0 0,4-2 1 0 0,-1-2-1 0 0,-4-5-127 0 0,-5-5 1 0 0,-4 0 0 0 0,-3-5 0 0 0,-1-2-6 0 0,-1-1 0 0 0,-5 2 0 0 0,1 1 0 0 0,-4-2 134 0 0,-4-1 0 0 0,-3 0 0 0 0,-6 3 0 0 0,-1 2-18 0 0,-1 0 0 0 0,-6 4 0 0 0,1-2 1 0 0,-2 3-167 0 0,-1 4 0 0 0,0 3 1 0 0,-2 5-62 0 0,-2 0 1 0 0,6 5-1 0 0,-1 3 1 0 0,5 4-9 0 0,7 3 1 0 0,-2 3-1 0 0,6 6 1 0 0,-1-1 170 0 0,4 0 0 0 0,1-3 1 0 0,2-1-1 0 0,0 2 205 0 0,0 1 0 0 0,7-3 0 0 0,3-1 0 0 0,6-1 71 0 0,2-3 0 0 0,1-2 0 0 0,6-3 0 0 0,1-2-60 0 0,1-2 1 0 0,0-1 0 0 0,-2-6-134 0 0,2-2 0 0 0,-4-2 0 0 0,1-7 0 0 0,-9-2-123 0 0,-6-5 1 0 0,0-3-1 0 0,-5-3 108 0 0,-1-1 0 0 0,-2 0 0 0 0,-4 3 1 0 0,-3 1-4 0 0,-6 0 1 0 0,-7 1 0 0 0,-1 1 0 0 0,-2 3-72 0 0,-1 1 1 0 0,-4 1 0 0 0,0 5 0 0 0,1 0-68 0 0,1 4 0 0 0,2 1 1 0 0,0 6-1 0 0,1 2-53 0 0,2 2 0 0 0,-1 6 1 0 0,7 7-1 0 0,3 1 88 0 0,1 3 1 0 0,8 5 0 0 0,-3 1 0 0 0,1-1 150 0 0,0-2 1 0 0,1 1-1 0 0,7 1 1 0 0,5 0 110 0 0,6-4 1 0 0,-1 1-1 0 0,5-5 1 0 0,2-1-86 0 0,1-5 1 0 0,5-2 0 0 0,0-6-1 0 0,0-2-122 0 0,2 0 1 0 0,-4-2 0 0 0,0-2 0 0 0,-3-3-82 0 0,-2-6 0 0 0,-6-2 1 0 0,2-6-1 0 0,-5 1-14 0 0,-3 0 0 0 0,1-1 0 0 0,-5-5 0 0 0,-1 1 129 0 0,-2 0 1 0 0,-5 3-1 0 0,-2 2 1 0 0,-3 0 131 0 0,-4 0 0 0 0,-6 4 1 0 0,3-2-1 0 0,-3 5-177 0 0,-1 3 0 0 0,-2-1 0 0 0,-2 5 0 0 0,1 1-157 0 0,0 2 1 0 0,3 1 0 0 0,1 1-168 0 0,-2 3 1 0 0,1 7 0 0 0,0 7 182 0 0,5 4 1 0 0,7 0 0 0 0,4 8 315 0 0,3-2 1 0 0,2 0-1 0 0,3-3-14 0 0,4-2 0 0 0,6 2 1 0 0,3-9-1 0 0,1-2 6 0 0,3-1 1 0 0,1-7-1 0 0,1-2 1 0 0,0-3-95 0 0,0-1 0 0 0,1 0 0 0 0,-2-1 0 0 0,-3-4-90 0 0,-3-7 1 0 0,1-1 0 0 0,-3-6 0 0 0,-3-1 2 0 0,-1 2 0 0 0,-8-4 0 0 0,2 3 1 0 0,-4-2 127 0 0,-4 2 1 0 0,-2-2 0 0 0,-6 5 0 0 0,-1 2-128 0 0,-2 1 1 0 0,-4 2 0 0 0,-4-1-164 0 0,0 0 1 0 0,-4 6 0 0 0,-2 2 42 0 0,-1 3 1 0 0,10 7-1 0 0,0 5 1 0 0,6 4 13 0 0,2 3 1 0 0,5 2 0 0 0,0 3 0 0 0,2 0 243 0 0,2 1 1 0 0,3-5-1 0 0,4 0 1 0 0,4 1 85 0 0,2-2 0 0 0,3-1 0 0 0,3-7 0 0 0,3-1-56 0 0,3-1 1 0 0,1-5 0 0 0,1 0-1 0 0,-1-3-104 0 0,0-3 0 0 0,-1-4 0 0 0,-2-6 0 0 0,-3-1-279 0 0,0-2 0 0 0,-6-6 0 0 0,2 2 173 0 0,-4-2 0 0 0,-8-4 0 0 0,-1 8 121 0 0,-6-1 0 0 0,-6 3 0 0 0,-4 5-70 0 0,-8 3 0 0 0,1-1 1 0 0,-6 7-13 0 0,1 3 0 0 0,7 4 0 0 0,-1 7 0 0 0,4 1-7 0 0,4 2 1 0 0,2 0 0 0 0,4 4 42 0 0,5 2 1 0 0,1 5-1 0 0,4 0 75 0 0,1-4 1 0 0,5-4 0 0 0,8-8 79 0 0,3-2 1 0 0,7-3-1 0 0,1-5 1 0 0,-2-1-166 0 0,-4-3 0 0 0,-1-3 0 0 0,-4-6 0 0 0,-2-1-151 0 0,-1-1 0 0 0,-5-6 0 0 0,-2 0-61 0 0,-1-5 0 0 0,-1 4 0 0 0,-5-2-10 0 0,-3 2 1 0 0,-4 4 0 0 0,-6 9 0 0 0,-3 2 53 0 0,-1 2 1 0 0,3 1 0 0 0,-4 5 0 0 0,1 3 186 0 0,0 4 1 0 0,4 2 0 0 0,-2 3 0 0 0,3 3 124 0 0,2 3 0 0 0,3 2 0 0 0,2 0-15 0 0,0-2 1 0 0,3 0 0 0 0,5 3 73 0 0,6-2 1 0 0,1-8-1 0 0,10-9-86 0 0,2-1 1 0 0,0-7 0 0 0,-2-3 0 0 0,-3-3-85 0 0,-3 0 1 0 0,-2-1 0 0 0,0-1 0 0 0,-2-1-205 0 0,-1-2 0 0 0,-6 0-289 0 0,2 0 1 0 0,-4-2-101 0 0,-4-5 0 0 0,-9 10 448 0 0,-10 5 0 0 0,1 7 0 0 0,-1 4 0 0 0,6 5 110 0 0,4 3 1 0 0,1 0 0 0 0,0 1 0 0 0,2 1 382 0 0,2 2 1 0 0,3 0 115 0 0,5 4 1 0 0,3-6-291 0 0,5-1 0 0 0,4-6 1 0 0,12-7-94 0 0,-1-3 1 0 0,-5-3 0 0 0,-2-5-230 0 0,-3-4 0 0 0,-3 2-179 0 0,-2-6 1 0 0,-3 5-173 0 0,-5-5 1 0 0,-6 11 384 0 0,-6 2 0 0 0,-4 5 0 0 0,-3 6 0 0 0,2 4 216 0 0,0 2 0 0 0,8 2 0 0 0,-2 1 381 0 0,0 2 1 0 0,6 4 26 0 0,1 4 0 0 0,7-6-341 0 0,8-6 0 0 0,0-6 0 0 0,11-8-261 0 0,-4-5 1 0 0,-3-3 0 0 0,-3 0-515 0 0,0-1 1 0 0,-5-3 64 0 0,1-1 0 0 0,-6-3 1 0 0,-2 3-158 0 0,-7 2 1 0 0,-8 6 621 0 0,-5 4 1 0 0,-1 4-1 0 0,2 4 1 0 0,3 4 223 0 0,3 2 0 0 0,6-2 0 0 0,0 1 174 0 0,2 4 0 0 0,2-5-347 0 0,7 3 1 0 0,4-7 0 0 0,8 0-856 0 0,3-2 0 0 0,-2-4 0 0 0,-2-2-1908 0 0,-2-3 2758 0 0,-1-4 0 0 0,0 0 0 0 0,-1-1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53.8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104 107 8427,'0'-12'5831,"0"0"-5483,0 6 1,0 2 0,0 8 0,0 4 163,0 2 0,0 7 1,2 2-1,0 4-2,2 5 0,1 3 0,-2 8 0,2 2-297,1 0 0,1 5 0,2-4 0,-3 4-321,0 0 0,-1-2 1,-3-3-1,2-8-749,-1-3 0,-2-8 0,-1-6-1781,0-4 0,0-6 1182,0-6 0,0-6 1456,0-5 0,5-11 0,2-3 0</inkml:trace>
  <inkml:trace contextRef="#ctx0" brushRef="#br0" timeOffset="349">11 153 7633,'-4'-8'1938,"0"1"0,2 4-1867,6-1 1,6-1 0,8 1 0,3 0 19,3-1 1,6 2-1,-1-3 1,2 1 25,5 2 1,-2 2 0,2 1-1,-5 0-202,-3 0 0,-2 6 1,-6 5-1,-6 4 39,-5 3 1,-4 0 0,-6 3 0,-4-1-52,-7 0 0,-5 2 0,-7 2 0,-2-2-149,-1-3 0,-2 2 0,3-6 0,-2 0 6,-2-2 1,4-2 0,-1 0 0,4-4-220,3-3 1,3-2-1,6-2-78,-1 0 0,7-2 0,5 0 537,6-2 0,10-5 0,2 7 0,5-3 0</inkml:trace>
  <inkml:trace contextRef="#ctx0" brushRef="#br0" timeOffset="883">454 375 8062,'0'-12'709,"0"0"1,0 1-1,0-1 1505,0 0-1283,0 6 0,0-2-833,0 8 1,0 10 0,0 11 136,0 0 1,4 1 0,0 4 0,-2 2-65,-1 2 0,-1-3 0,2 3 0,0-2-197,2-2 0,0-5 0,-4-2 0,0 1-159,0-2 1,0-5 0,1-7 151,3 0 1,-2-4 0,1-6 0,-1-5-13,-2-5 1,1-4 0,2-5 0,1-1-205,-2 1 1,-1 4 0,-1-1 0,0-1-32,0-1 0,0 0 0,0 3 0,0 2-105,0 0 0,2 4 0,0-2 0,4 2 21,0 1 1,2 6 0,3 1 0,2 1-4,3 0 1,-2 0 0,6 5 0,-1 2-70,-1 1 0,4 5 1,-2-3-1,0 2 436,0 0 0,2-6 0,-3 2 0,3 3 0,1-1 0</inkml:trace>
  <inkml:trace contextRef="#ctx0" brushRef="#br0" timeOffset="1299">792 468 13140,'11'0'70,"1"0"0,0-5 1,-1-3-1,2-1-51,3 1 1,-3-2 0,2 2 0,-2-2-287,-1-2 1,-4 0 0,-2 1 53,-1-1 0,-1 0 0,-5 2 1,-3 2 66,-4 4 0,-6 3 0,-3 2 1,-1 3 99,-3 4 1,1 7 0,-1 5 0,3 2 198,1 1 0,1 2 1,5 1-1,0 2 244,4 2 0,3-4 0,9 1 0,7-2-212,6-2 0,5-2 0,4-5 1,4-5-337,3-5 0,5-2 0,0-4 0,-2-1-171,-1-3 0,-2-6 0,-3-7 0,-5-1-648,-5-3 0,-4-1 0,-7-1 1,-2-1 969,-4 1 0,-13 0 0,-4-1 0</inkml:trace>
  <inkml:trace contextRef="#ctx0" brushRef="#br0" timeOffset="1899">1398 491 8035,'0'-12'1784,"-4"5"-315,0-1 0,0 0-720,4-4 1,-4 5-650,0-1 0,-1 4 1,1-2-1,-2-1-161,-1 1 1,-3 3 0,2-2 0,-2 1-150,-2 0 1,-3 0 0,-2 4-1,-1 1 161,-3 3 1,4 3-1,0 6 1,2 2 191,-1 5 1,1 2 0,4 1 0,4 2 59,3 2 1,2-3 0,4 4 0,3-5-141,6-4 1,4-2-1,7-5 1,2-2-283,1-2 0,3-4 0,0-8 0,-2-4 96,-2-2 1,-2-7 0,-1-4 0,-3-3 50,-1-3 1,-3-6 0,-5 2 0,-2-3 70,-2-1 1,-1-1-1,-4-1 1,-2-2 55,-2 1 1,-1 2-1,-4 2 1,1 3 22,-1 4 0,3 8 1,-1 3-224,2 3 2,1 7 1,1 6 0,-1 9 0,1 4 7,2 2 1,1 5 0,0-3-1,0 1 325,0 2 1,0 4 0,0 3 0,0 3 46,0-1 1,0 5-1,0-3 1,0 3-75,0 1 0,0-2 0,1 0 1,3-3-443,4-2 0,-2-2 0,2-7 0,1-3-769,1-3 0,-2-7 1,0-2 206,1-2 0,0-4 0,-1-2 0,-4-3-561,-3-4 1402,4 0 0,-4-1 0,5 0 0</inkml:trace>
  <inkml:trace contextRef="#ctx0" brushRef="#br0" timeOffset="2183">1654 433 7937,'0'-12'345,"0"1"0,0 3 933,0 0 1,0 7-894,0 1 1,0 6-1,0 8 1,0 3-143,0 1 1,0 3-1,1 5 1,2 1-75,1-1 1,4-1 0,-3-2 0,0-1-190,0-3 1,3 2-1,-3-5-804,2-2 0,0-2 293,5-5 1,-5-8-1,-4-9 1,-1-6-655,-2-2 0,0-1 0,0-5 1185,0 1 0,-11-6 0,-2 0 0</inkml:trace>
  <inkml:trace contextRef="#ctx0" brushRef="#br0" timeOffset="2331">1666 235 8035,'6'-5'2910,"-1"-2"-2910,-5 1 0,0 6 0,0 6 0</inkml:trace>
  <inkml:trace contextRef="#ctx0" brushRef="#br0" timeOffset="2683">2050 503 7622,'2'-12'-254,"2"0"0,-3 1 0,3-1 1,-2 0 1656,2 1 0,-3-1 0,3 1-520,-2-1 1,2 0-766,-1 1 0,0 4 0,-7 3-114,-4 3 0,-2 1 0,-2 0 0,1 1-128,-1 3 1,-1 4-1,-1 6 1,-2 2 88,2-2 0,-3 4 0,2 1 1,0 3 160,2 2 0,6-1 0,0 0 0,2 1 73,2-1 0,3-4 1,4 0-1,5-3-200,6-1 1,3-8 0,5-3-1,0-2-408,1-2 1,0-2 0,2-2 0,0-3-82,-4-4 0,0-6 0,-6-2 1,-2-3-192,-1-1 0,-3-1 0,-2 1 1,-4 0 680,-3-1 0,-1 1 0,0 0 0,-5 0 0,-1-1 0</inkml:trace>
  <inkml:trace contextRef="#ctx0" brushRef="#br0" timeOffset="2966">2283 153 7993,'0'-12'63,"0"1"1,0-2 170,0-3 0,0 3 1,2-3-1,0 0 467,2 0 1,0 1 110,-4 3 0,4 3-477,0 5 0,0 10 1,-4 12-1,-2 2 34,-1 5 0,0 7 1,-4 2-1,2 6-18,3 5 1,-3-1-1,1 8 1,1-1-154,2-1 1,1 1-1,0-6 1,0-2-183,0-4 0,0-4 0,0-4-1035,0-4 0,5-9 176,3-6 0,-3-7 0,-1-9 0,-3-4 96,-1-2 0,0-7 0,0-1 0,-1-2-1504,-3 1 2251,-3 0 0,-4-10 0,-1-1 0</inkml:trace>
  <inkml:trace contextRef="#ctx0" brushRef="#br0" timeOffset="3132">2132 351 7993,'12'0'1637,"-1"0"-1173,1 0 0,-4 0 1,-1-1-1,2-2-128,2-1 0,0-1 1,2 1-1,3-2-444,3-1 1,0-3 0,0 4 0,2-2-455,1 0 0,1 2 0,0-3 0,1 2-2050,-1 2 2612,-5-4 0,4 2 0,-4-4 0</inkml:trace>
  <inkml:trace contextRef="#ctx0" brushRef="#br0" timeOffset="3399">2563 351 7993,'7'2'1515,"-4"1"-797,-1 5 0,-2 3 0,0 1 0,0 5-285,0 7 1,-4-1 0,0 5 0,1 0-372,2-1 1,1 0-1,0-5 1,0-3-436,0-3 1,4-3 0,1-3-772,2-2 1,0-4 0,4-8 146,-4-4 0,-1-6 0,-6-3 997,0-1 0,0-7 0,0-4 0</inkml:trace>
  <inkml:trace contextRef="#ctx0" brushRef="#br0" timeOffset="3566">2575 130 8518,'0'-12'1880,"1"6"1,3 2-3175,4 3 0,-2 2 1294,2 3 0,0 2 0,3 6 0</inkml:trace>
  <inkml:trace contextRef="#ctx0" brushRef="#br0" timeOffset="3999">2889 456 8751,'0'-12'730,"0"1"1,0-1-1,2 1-394,2-1 0,-3 4 0,3 0 0,-3-1 356,-1-1 1,4-2-509,0 1 1,-2-1-161,-6 0 1,-2 6 0,-6 3-1,1 6-6,-1 5 0,0 6 0,1 3 1,-2 2 233,-3 6 1,3-1 0,-1 7 0,5 0-44,5-1 0,3 3 1,1-6-1,1-1-212,3-2 0,2-6 0,7-2 0,3-4-101,3-5 1,3-1-1,2-6 1,-1-2-218,0-2 0,-5-7 1,-2-9-1,-3-3 37,-1-4 0,-2 1 0,-2-5 0,-4-2 145,-3 0 1,-2 2-1,-3 1 1,-4 1 180,-2 4 0,-7 1 1,-3 5-1,-2 3-102,-1 3 0,1 7 0,1 3 0,3 6-341,1 5 1,-2 7 0,3 6-1,2 5-209,1 5 1,7 1 0,2 1-1,3-2 117,1 1 1,2-3 0,5-2 0,6-4 492,3-4 0,9-7 0,0-2 0,3-3 0</inkml:trace>
  <inkml:trace contextRef="#ctx0" brushRef="#br0" timeOffset="4416">3227 363 7988,'5'-7'2033,"-3"-3"1,3 10-1423,-5 0 1,-1 7 0,-2 7 0,-1 3-341,2 1 1,0 1-1,2 4 1,0 2-160,0 2 0,0-2 0,0 2 0,0-4-201,0-3 0,4 0 1,1-4-1,2-3-58,2-4 1,1 0-1,3-5 1,1-1-57,2-2 0,1-6 1,-3-3-1,2-4 55,-2-3 1,3 0 0,-2-3-1,-1 2-60,-1 1 1,-1-2 0,-2 2 0,-1 1 25,-1 1 1,-1-3-1,2 1-179,-1 0 344,-1 2 0,0 8 1,-3 7 339,-3 8 0,-1 3 0,0 6 1,-1 1 187,-3-2 0,2 3 0,-1-6 0,3 1-573,3 0 1,0-3 0,5 2-1,1-5-403,1-2 1,7-6-1,4 2 1,3-2-929,4-2 0,0-2 1,-2-2 1392,1-3 0,0-9 0,-3-2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29:59.6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114 152 9513,'0'-12'3388,"-1"5"-3007,-3 4 0,1 1 0,-4 4 1,-1 1-13,1 5 1,-3 8 0,2 3 0,-2 4-46,-2 5 0,1 1 0,0 8 1,2 0-88,1 2 0,6 0 0,-1-4 0,6 0-127,5 0 0,6-3 0,3-3 1,1-7-333,3-4 0,-3-7 0,1-4 0,1-2-1431,-2-2 1,-5-2 756,-6-1 1,-4-5 0,1-3-9,-3-2 1,-1 2-1,-1 0 1,-2-1 903,-1-1 0,-5-2 0,3 0 0</inkml:trace>
  <inkml:trace contextRef="#ctx0" brushRef="#br0" timeOffset="549">464 361 8180,'0'-11'3925,"0"-1"-3621,0 6 1,0 7 0,0 9 0,0 6-175,0 2 1,0 0 0,0 3 0,1-3-87,3-1 1,2 2 0,6-3 0,1-2-119,3-1 0,-3-3 0,2-2 0,-1-4 45,2-3 1,-2-1-1,4-1 1,-1-3-39,-3-4 0,-2-3 1,-3-5-1,-1-2-125,1 0 1,-4-3-1,0 5 1,-1 1-185,0-2 1,0 4 147,-4-2 321,0 7 1,-1 4 0,-2 8-1,-1 4 247,2 2 1,0 7 0,2 2 0,0 3 119,0 2 1,0 0 0,0 3-1,2 4-37,1 3 0,4 6 0,3 3 1,-2 2-171,-4 2 0,1 3 0,-1 1 1,-3-3-216,-3-4 0,-9-5 0,-6-7 1,-1-4-174,-2-3 0,-4-5 1,-2-13-1,-2-3-325,-2-3 0,0-2 0,-2-3 0,2-3-314,2-4 1,1-4-1,5-2 1,2 0-721,5 0 0,3-2 0,4 2 1494,4-1 0,3-2 0,1-3 0</inkml:trace>
  <inkml:trace contextRef="#ctx0" brushRef="#br0" timeOffset="934">965 47 7732,'6'-6'438,"0"0"894,-6-6 0,1 2-872,3 2 1,-2 3-1,6 6 1,1 5-8,2 5 0,0 6 1,1 8-1,-1 2-101,1 4 0,4 8 1,-1 5-1,-1 4 97,-1 2 0,-6 10 0,-3-2 0,-3 2-276,-1-1 0,-5-6 1,-4-4-1,-4-6-1081,-3-8 1,1-5-1,3-8-3202,0-3 4110,1-7 0,-1-7 0,1-5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2:59.5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53 208 8416,'6'-12'-632,"0"1"1,0 5 0,-5-6 866,5-1 0,-2-3 0,6-1 116,-2-1 0,-1 3 1,-3 1-1,2 2 286,-2-1 1,0 3 152,2-1 1,-4 5 507,3-6-1030,-3 8 0,-2-2 0,-2 12-22,-3 6 1,1 3-1,-6 5 1,0 3-49,1 6 1,5 4 0,-4 4-1,2 4-60,0 5 0,1-1 0,5 0 0,1-1-78,5 1 0,4-1 0,9 1 0,5-10 68,5-10 0,4-7 1,4-7-1,1-5-109,3-4 0,6-10 1,-8-5-1,-4-9-143,-4-7 1,-10-4-1,2-2 1,-5 0-16,-7 1 0,3 4 0,-8-1 0,-2-2 2,-2 0 1,-2-3 0,0 10 0,0 1-134,0 0 0,0 2-75,0 5 1,-2 3-296,-4 3 532,4 4 1,-6 10 524,8 4 13,0-4-124,0 6-79,0-1 0,0 3 0,0 11 0,0 9 62,0 10 0,0 26 0,2 18 0,0-33 0,0 3-114,0 7 0,2 4 1,2 5-1,-1 1 0,-1 8 1,-2-1-1,0-1 0,0-2-45,0-5 1,-2-2 0,-3-9 0,-2-2 0,-8 42 0,-7-17 21,-3-15 1,0-16 0,3-18 0,-1-14-253,-2-11 0,-3-6 0,5-2 0,-4-2-264,-2-4 1,-2-3 0,-6-11 0,0-1-610,0-3 1,2-7-1,2 2 1,4-6-583,1-5 1,3-1 1554,6-11 0,-1 3 0,1-11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00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18 8559,'-10'0'2954,"4"6"0,12 0-2489,6-2 0,11-2 0,8-2 1,6 0-334,4 0 0,9 0 0,1 0 1,5 0-584,0 0 0,4 0 0,-2 0 0,1 0-491,1 0 1,-14-6 0,1 0 0,-8 2-2470,-4 2 3411,-8 2 0,6-7 0,-6-3 0</inkml:trace>
  <inkml:trace contextRef="#ctx0" brushRef="#br0" timeOffset="201">313 280 9077,'-18'0'1155,"1"0"1,1 8 171,5 4 0,3-3-891,8 3 0,10-6 0,7 4 0,10-3-488,6-3 1,8-4 0,2-4 0,1-3-222,5-3 0,1 4 1,3-4 272,-1 3 0,0-7 0,1 4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04.5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1622 7421,'17'0'1038,"-7"0"0,4-2 1,-8-3-643,-3-7 1,-1-4 0,-2-1 0,0-3-38,0-3 0,-5 2 0,-1-8 0,0-2-65,-2-2 0,4-4 0,-5-2 0,-1-4-135,0-1 0,6-3 0,-3-7 0,1-4-2,0-6 0,0-4 0,6-2 0,2 0-136,4 0 0,4-8 0,9-1 1,2-1 58,3 5 1,7 9-1,-2 4 1,4 1-343,2 5 0,0 10 0,0 7 0,-2 8-481,-4 7 0,-2 5 0,-6 4 0,2 3-168,-1 6 1,-5 12 0,-3 7-1,-3 9-106,3 7 1,-4 4 1016,1 2 0,-7 15 0,4 5 0</inkml:trace>
  <inkml:trace contextRef="#ctx0" brushRef="#br0" timeOffset="299">1 959 8342,'0'9'3523,"2"-1"-2874,3-8 1,13 0 0,11 0 0,6 0-449,6 0 0,3-8 0,11-3 0,3-5-672,6-1 1,-2 5 0,0 0 0,-2 1 470,-3 1 0,5-5 0,0 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07.5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210 206 8079,'0'-12'1203,"0"1"1,-6 5-692,0-6 0,-7 10 0,3 2-305,0 10 1,-5 13 0,3 6 0,-4 6-62,-1 6 1,-2 6 0,-3 11-1,1 8 15,5 7 0,1 5 0,9 5 1,2-3-74,2-2 0,4-7 1,6-12-1,7-13-264,7-7 0,9-6 0,-2-4 0,2-8-284,-2-7 0,4-6 1,-6-8-1,0 0-782,-3 0 1,1-2 1241,-2-4 0,0-4 0,-5-7 0</inkml:trace>
  <inkml:trace contextRef="#ctx0" brushRef="#br0" timeOffset="350">577 503 8066,'17'9'1070,"-5"1"1,-3-4 0,1 4-567,0-1 1,-4 13 0,5-3 0,3 6-306,1 6 1,5 8-1,1 4 1,4 2-265,2 3 1,1 2 0,1 1 0,-4-6-374,0-11 0,-3-1 0,5-9 0,-2-5-954,-4-5 0,-1-6 0,-5-10 1392,-3-4 0,3-12 0,-5-9 0</inkml:trace>
  <inkml:trace contextRef="#ctx0" brushRef="#br0" timeOffset="583">996 450 8102,'-12'0'2459,"0"0"-1962,-1 0 0,-3 0 0,-1 2 0,-1 2-71,1 2 0,-6 15 1,-3 5-1,-1 10-553,-4 11 0,-4 5 0,-4 9 0,-1 6-382,1 7 0,-2 0 0,6-12 0,8-10-632,6-9 0,11-14 1,4-5 1140,4-5 0,2-17 0,0-4 0</inkml:trace>
  <inkml:trace contextRef="#ctx0" brushRef="#br0" timeOffset="917">1205 84 8064,'0'-18'-157,"0"1"1,0 5 0,0 0 2604,0-1-1889,0 5 1,0 4 0,2 14-1,4 9-157,6 6 0,3 1 1,5 7-1,3 6 136,6 3 1,4 13 0,2 9-1,-2 3-44,-4 3 1,2 8 0,-10 3 0,-5 5-258,-8 1 0,-10-5 1,-10-3-1,-11-3-550,-8-8 1,-4-2 0,-2-14 0,-2-7-1785,-2-6 2097,1-4 0,5-8 0,0-2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06.4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193 134 8051,'17'-7'-7,"-5"5"0,-2-6 290,-3 0 0,-1 4 618,-6-7-607,0 7 1,0-6 416,0 4-588,0 4 1,-8-4 0,-3 10-101,-5 2 0,-1 8 0,-1-1 0,1 7 10,-1 3 0,1 8 0,-1-2 0,3 4 58,3 2 0,-1 2 1,7 4-1,2 7-154,2 8 0,2-3 1,4 1-1,8-7 47,11-5 0,4-9 0,6-9 0,6-7-33,3-5 0,-1-14 1,4-16-1,0-9-55,-1-6 0,-11-7 0,0-3 1,-8-2-20,-9-3 1,-1-3 0,-9-1 0,-2-1 18,-2 1 1,-16 7-1,-5 3 1,-8 1 164,-10 0 0,0 8 0,-7 10 0,-1 5 73,0 7 1,4-3-1,-3 8 1,3 6-306,8 10 0,0 10 0,12 14 1,3 3 170,5 4 0,1 11 0,-5 11 0</inkml:trace>
  <inkml:trace contextRef="#ctx0" brushRef="#br0" timeOffset="333">105 449 8083,'0'11'1719,"0"1"-937,0 0 1,8 3 0,4-3-651,3-6 1,3-4-1,1-2 1,3-2-705,1-4 0,8 2 0,-2-8 0,4-1 572,2-3 0,0-1 0,0-1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12.8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35 6404,'0'-9'3421,"2"-5"-1990,4 8-621,-4 0-493,6 6 0,-8 2 0,0 4 0,0 6 16,0 3 0,0 5 0,0 3 0,-2 6-75,-4 4 0,4 10 0,-6 5 1,3 8-89,-1 9 0,-6 4 1,6 5-1,2 2-80,2-2 0,2 1 0,0-5 0,2-8-21,4-6 0,4-11 0,7-6 0,1-8-49,-1-8 1,9-11 0,5-6 0,7-4-51,9-2 0,3-8 0,5-4 1,3-3-125,6-3 0,2 1 1,0 1-1,-4 3-274,-2 1 1,-4 8 0,-9-2-1,-8 4-1304,-8 2 1,0 2 1731,-8 4 0,1 4 0,-7 7 0</inkml:trace>
  <inkml:trace contextRef="#ctx0" brushRef="#br0" timeOffset="548">1013 716 13232,'18'2'162,"-1"4"0,1-4 0,1 6 0,6-2 3,10-1 0,2 3 1,8-4-1,-1 2-1,1-2 1,0 4-1,1-3 1,-5 1-309,-4 2 0,-10-6 0,-4 6 0,-3-3-348,-3 1 1,-7 8 0,-6-2 269,-8 3 0,-6 3 0,-9-1 0,-3 0 85,-1 1 1,-8 5 0,2 2 0,-4 1 159,-2-1 1,0 4-1,0-6 1,0-1 93,0-3 0,2-2 0,4-1 0,6-4 145,4-7 1,1 3 0,1-2-178,-1-2 1,9-4-1,3-6 1,4-6-253,2-3 1,0-4 0,0-3 0,0-3-231,0-2 0,0 4 0,0-7 0,0 1-126,0 2 1,0-4 0,0 8 0,0 1-855,0 3 1377,-8 2 0,-2-1 0,-7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17.8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51 7779,'0'-12'814,"0"0"383,-8 1-598,6 1 0,-5 4-72,7 12 0,0 6 1,0 11-1,0 8-81,0 8 1,0 2-1,0 11 1,0 8-81,0 6 0,0 6 0,0 4 0,0 5-292,0 5 0,0-7 1,0-3-1,0-6-297,0-6 0,0-12 0,1-11-460,5-4 0,-2-18-33,8-7 0,-2-10 0,1-8 0,-5-6 72,-4-3 0,4-3 1,0 1 164,-3-1 0,-1 7 127,-2-1 1,2 8 588,4-2 1,-2 6 0,8 6 217,1 6 0,-3-3 1,2 1-1,1 0 42,3 0 1,1-5-1,1 5 1,-1-2-93,1-4 1,7-2 0,4-2 0,4 0-129,2 0 0,6 0 0,1 0 1,3 0-265,3 0 0,1 0 1,-1 0-1,-3-2-331,-2-4 1,3 2-1,-3-6 1,0 1-350,-1-1 1,-3 0 0,-8-3 0,-2 3-1229,2 2 1895,-5-5 0,-1 11 0,-8-6 0</inkml:trace>
  <inkml:trace contextRef="#ctx0" brushRef="#br0" timeOffset="500">1223 854 8117,'0'-17'159,"0"-1"0,0 7 1383,0-1 0,8 10-1071,3 2 1,-1 2-1,2 10 1,3-1-233,7-1 0,3 5 0,6-3 0,-2 4-89,2 1 0,8-1 0,2-3 0,-3-3-149,-1-2 1,-2 3-1,0-3 1,-2 0-381,-4 0 0,-4-3 0,-7-3-441,-1 4 0,-9-2 731,-8 8 1,-10-3 0,-13 5 0,-6-2 23,-4 1 1,-4 3 0,-4 1 0,-3 1 99,-1-1 0,-5-1 0,5-3 0,-1-3 99,-1-2 0,8 3 0,-2-5 0,6-2-29,6-2 0,6-4 1,10-4-1,3-5-363,2-5 1,4-1-1,10-1 1,6 1-1456,3-1 1713,3 1 0,-1-9 0,1-1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14.9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18 664 8306,'0'-11'837,"-2"1"20,-4 2 1,4 1 10,-3 1 1,3 2 671,2-8-1024,0 8 17,0-3 0,0 28 0,0 10-293,0 10 0,0-1 0,0 9 1,0 3-266,0 5 1,5-1 0,3-8 0,0-3 63,0-2 1,3-10 0,-5-10 231,-2-4 1,0-9 0,0-6-1,4-10-100,1-11 0,-5-9 0,4-8 0,-2-1-262,0 0 0,1-6 1,-3 0-1,4 2-310,2 3 0,-4 1 0,5 2 0,1 2-71,-2 1 0,5 3 0,-3-2 0,1 4-245,-1 0 1,3 11 0,-3-1 329,4 5 0,1-2 0,1 8 308,-1 6 1,-1 8-1,-3 11 1,-3 5 275,-2 1 0,-1 0 1,-3 4-1,2-2 62,-2 2 0,-2 8 0,0 0 0,2-4 35,2-4 0,-1-8 1,-5 4-1,0-2-128,0-3 0,8-5-57,4-5 1,-3-6-1,3-14 1,4-10-35,5-9 1,-2-6 0,7-2 0,-3 0-243,0 1 1,0-1 0,-5 0-1,1 2-35,5 4 0,-5-4 1,4 5-1,-3 1-128,-3 4 1,1 9-1,-1 5 138,1 1 1,-3 4 0,-1 12 308,-3 9 1,-5 8 0,4 10-1,-2 0 301,-5 0 1,-1 0-1,0 0 1,2 2-335,2 4 1,0-4 0,-4 1 0,2-7-402,2-7 0,-1 1 0,-3-4-1297,4-5 1,-2-1 1613,8-9 0,-1-8 0,7-7 0</inkml:trace>
  <inkml:trace contextRef="#ctx0" brushRef="#br0" timeOffset="333">1398 629 9567,'-10'-11'999,"4"-1"0,4 10 0,2 2 0,2 10-567,4 5 1,4 3 0,9 1 0,3 5-124,1 5 0,8-2 0,-2 2 0,4 2-337,2 2 1,0 2 0,-2-2-1,-2-2-561,-2-2 1,-8-8 0,3 3-1,-7-5-1336,-5-1 1925,3-1 0,-13 1 0,6-1 0</inkml:trace>
  <inkml:trace contextRef="#ctx0" brushRef="#br0" timeOffset="583">1747 647 8243,'0'-18'661,"-2"3"1,-2 1 3009,-2 3-3273,1 7 0,3-4 0,-2 10 0,-4 6-506,-2 9 1,5 3-1,-7 9 1,-4 2 148,-5 2 0,0 8 0,-7 1 0,1 1-136,0 0 0,6 3 1,-2-5-1,1-2-737,-1-2 0,5-4 1,1-4-2924,9-6 3755,6-11 0,18-5 0,3-7 0</inkml:trace>
  <inkml:trace contextRef="#ctx0" brushRef="#br0" timeOffset="916">2376 769 9200,'-10'10'1464,"2"-2"1,10-8 0,4 0 0,6 0-1388,3 0 1,5-2 0,3-2 0,4-4-402,0-2 1,6 5 0,-6-7 0,3 0-1194,-1 3 0,-2-5 1517,2 8 0,4-7 0,-6 3 0</inkml:trace>
  <inkml:trace contextRef="#ctx0" brushRef="#br0" timeOffset="1216">2725 560 8021,'0'-18'211,"0"1"1,-8-1 1300,-3 1 0,1 5-689,-2 0-1058,8 9 0,-5-5 1,5 10-1,-2 4 270,2 5 0,2-1 1,0 2-1,-2 1 560,-1 3 1,-1 7-1,4 2 1,-2 0-195,-2 1 1,0 5 0,6-2 0,0 2-262,0-2 1,0 4 0,0-6 0,0 2-657,0 0 1,0-7 0,2 3 0,2-2-3355,2 0 3870,0-7 0,2 0 0,1-7 0</inkml:trace>
  <inkml:trace contextRef="#ctx0" brushRef="#br0" timeOffset="1867">3336 1 8040,'2'9'1295,"4"-3"0,-4-2-882,4 2 1,-4-2 0,-2 8 0,0 1-76,0 3 0,-6 3 0,0 4 0,2 8 84,2 8 1,-3 8 0,-3 9 0,0 6-132,0 6 0,0-8 1,5 8-1,-3-6-129,2-6 1,2-1 0,2-7 0,0-5-189,0-8 0,0-18-505,0 1 0,2-12 167,4 0 1,-2-12 0,5-6 0,1-3 57,0-3 0,-1 1 1,5-1-1,-2-1-12,1-5 0,5 3 0,3-6 0,2 0 121,-1 0 0,5 3 0,2-3 0,4 2 183,2 4 1,6 1 0,-1 5 0,1 3 131,2 6 1,-6 4 0,3 4 0,-5 6 100,-6 9 0,-3 3 0,-11 9 0,-3 2 69,-6 2 0,-14 2 0,-10 0 0,-11 0-46,-9 0 1,-7-2 0,-8-4 0,-1-4-212,-4 0 1,2-5-1,-6 3 1,3-6-227,9-5 1,5 2 0,10-9 0,2-1-1217,4-2 1411,12-2 0,9 8 0,8 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22.4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1 385 7907,'0'-12'1906,"0"0"-803,0 9-670,0-5 1,2 8-148,4 0 0,-4 8 0,3 5 0,-3 7-165,-2 3 0,2 8 0,2-2 0,2 6-82,-2 6 0,4-4 0,-3 3 1,-1-3-20,-2-2 0,4-6 0,0-2-448,-2-1 280,-2-3 0,4-15 123,-1-8 1,3-14 0,-4-11 0,4-2-49,2-4 0,-5 0 0,5-1 0,0 3 4,-1-2 0,-3 0 0,6 0 0,1 4 14,3 2 0,-4-4 0,-1 5 0,3 3-53,1 2 0,3 7 1,-1 2-1,1 3 71,-1 3 1,1 6 0,-1 7 0,-1 11 229,-5 5 0,5 4 0,-6 6 0,1 0 26,1 0 1,-8 0 0,4-2 0,-3-2-126,1-2 0,0-2 1,-6 2-1,0-5-46,0-5 0,6-7-17,0-1 0,-1-9 1,-3-2-1,4-10-28,6-5 1,3-10 0,3-4 0,-1-4-147,1-2 0,-1 0 0,1 0 0,-1 0-88,1 0 1,5 6 0,0 2-1,0 1 108,3 5 1,-7 4 0,4 5 0,-3 6 51,-3 4 1,-5 2-1,0 4 1,-1 6 271,-1 7 0,0 10 0,-7-1 0,3 1 191,-2 4 1,-2 2 0,-2 2-1,0 0-177,0 0 1,0 0-1,0 0 1,0-3-160,0-2 1,0-5 0,0-8 0,0 1-1373,0-1-692,0-7 1,0-4 2007,0-12 0,8-12 0,2-9 0</inkml:trace>
  <inkml:trace contextRef="#ctx0" brushRef="#br0" timeOffset="698">1398 280 8068,'-12'0'2649,"1"0"-2042,-1 0 0,2 2 0,5 4-247,3 5 1,9 7 0,5 3 0,6 4-132,5 3 1,-2 1-1,8 7 1,2 3-102,2 2 0,-4 0 0,1-8 0,1-2-341,2-2 1,-4-2 0,-2 2 0,-2-5-946,-4-5 0,-1-7 0,-3-3-1118,1-1 2276,-9-2 0,-9-6 0,-9 0 0</inkml:trace>
  <inkml:trace contextRef="#ctx0" brushRef="#br0" timeOffset="964">1677 455 8146,'0'-18'551,"0"1"1446,0-1 276,-7 1-2158,5 7 1,-6 4 0,6 12 0,-2 8-80,-2 7 0,-7 4 0,3 6 0,-2 0-104,1 6 1,-7-2 0,-5 6-1,2-4-295,1-2 1,3 0 0,-1-3 0,1 0-1146,-1-3 1,3-8 1507,3 2 0,-3-11 0,5-4 0</inkml:trace>
  <inkml:trace contextRef="#ctx0" brushRef="#br0" timeOffset="1397">1905 53 8249,'9'8'2031,"1"-6"-1543,-4 3 0,3-3 0,9-4-238,-1-3 1,1 1-1,-1-6 1,1 0-182,-1 1 0,-5 3 0,0-4 0,1 2-17,3 4 1,1 2-1,1 2-42,-1 0 1,-7 8-1,-4 4 1,-5 3 103,-1 3 0,-1 5 0,-5 2 0,-6 3-50,-3 3 0,-3-4 0,3 0 0,1-2 14,2-3 1,1 3 0,-5-2-102,5-2 0,3-1 0,8-3-49,0 1 0,2-3 1,4-3-1,5-6-148,5-4 1,9-2-1,4-2 1,2-2-485,-2-2 1,4-6 0,-4 5-1,2-1 704,-2 0 0,4-6 0,-5 5 0</inkml:trace>
  <inkml:trace contextRef="#ctx0" brushRef="#br0" timeOffset="1814">2673 559 8436,'0'-11'1187,"0"-1"1,2 8 0,4-2 0,5 4-1014,5 2 0,3 0 0,3 0 0,3 0-363,2 0 0,2 2 1,6 2-1,-2 2-60,-4-2 1,2-2 0,-8-2-1,-1 0-2024,-3 0 1,-1 0 2272,-1 0 0,1 8 0,-1 1 0</inkml:trace>
  <inkml:trace contextRef="#ctx0" brushRef="#br0" timeOffset="2015">2970 420 8093,'-18'0'308,"7"0"0,-1 0 844,-1 0 1,3 0-641,-2 0 0,2 2 0,-1 3-298,5 7 1,4 5-1,2 5 1,0 1-63,0-2 1,0 7 0,0 1 0,0 4-343,0 2 0,0-2 0,0-2 0,0-4-379,0-2 0,6-2 0,2-5 569,1-1 0,3-7 0,5-2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28.7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1 665 12481,'8'-10'442,"3"2"0,11 8 0,1 0-751,-2 0 0,6-6 0,1 1 0,1 1-447,0 2 1,-2 2-1,4-2 1,-4-2-495,-2-2 1,5 0 1249,-7 6 0,8 0 0,-4 0 0</inkml:trace>
  <inkml:trace contextRef="#ctx0" brushRef="#br0" timeOffset="248">158 438 8118,'-17'7'1571,"5"-3"1,2 8-1021,3 1 1,1 5 0,4 3-1,-2 4-567,-2 3 0,0-5 0,8 6 0,2 2-237,2 2 1,6 0-1,-5-4 1,3-6-914,4-3 0,-5-3 1,3-1 1165,2-4 0,1 3 0,3-5 0</inkml:trace>
  <inkml:trace contextRef="#ctx0" brushRef="#br0" timeOffset="831">822 53 8055,'0'-11'1089,"0"-1"1,-2 2-748,-4-1 1,2 3-1,-6 10 1,3 4-60,3 5 1,2 7 0,2 5 0,0 6 22,0 4 1,0 10-1,0 3 1,0 5 5,0 1 1,0 8 0,0 6 0,2 4-189,4 0 0,-4-4 0,3-15 0,-3-5 225,-2-5 0,6-12-345,0-6 1,0-13 0,-4-12-231,4-13 1,1-5 0,7-9 0,-2 0-288,1 2 0,3-6 0,1 4 1,2-2 52,5 2 0,-3 1 0,6 7 1,0-2 185,1 1 0,1 5 1,6 3-1,0 5 208,0 1 1,-1 4 0,1 10-1,-2 5 162,-4 5 0,-3 3 1,-11 5-1,-3 3 145,-6 0 0,-6 6 0,-6-6 0,-8 2-130,-7 0 0,-6-7 0,-10 1 0,-4-6-140,-5-5 1,-5 2-1,-1-7 1,1 1-191,5 0 1,3-2 0,8-6 0,2 0-801,4 0 0,6-2-30,11-4 1,6 2 1048,12-7 0,4-1 0,7-6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27.8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52 7939,'0'-11'1237,"0"-1"0,0 6 188,0-5-1882,0 7 696,0-4 1,0 22 0,0 3-106,0 3 0,1 7 0,3 2 0,4 6 75,2 5 0,-4-1 1,3 8-1,1-1-124,0-1 0,-4-2 0,3-8 0,1 0-224,0 0 0,-6-8 1,3-6 48,1-7 1,-4-9 0,6-12 61,-3-11 0,7-1 0,-4-10 0,1-2-167,1-2 1,0-2-1,5 0 1,1 0-91,-1 0 0,-3 0 0,1 0 1,5 2 86,-1 4 1,0-2-1,-1 10 1,-1 3 15,1 5 1,-1 9 0,1 0 219,-1 8 0,-5 13 0,-3 12 0,-1 4 275,-4 2 1,-2 0 0,-2 2-1,0 2-38,0 2 0,0-1 0,0-5 0,0-2-142,0-4 1,0 2-1,0-7-420,0-3 0,2-9-292,4-7 1,-2-5 0,5-5-58,-1-7 1,4-9 0,-4-3 635,1 3 0,-5 2 0,4 1 0</inkml:trace>
  <inkml:trace contextRef="#ctx0" brushRef="#br0" timeOffset="316">769 70 8171,'10'0'1976,"-3"2"-1529,-7 4 0,2 1 0,2 7 0,4-2-168,2 1 0,1 5 0,7 3 0,1 4-174,4 2 0,-1 3 0,7 4 0,0 1-101,-2 0 0,4-2 1,-6-4-1,1-5-1198,-1-5 0,-2-1-2306,-5-1 3500,-1-7 0,-7-2 0,-2-8 0</inkml:trace>
  <inkml:trace contextRef="#ctx0" brushRef="#br0" timeOffset="549">1171 122 8072,'0'-17'1789,"-6"5"0,-2 2-1512,-2 3 0,5 1 1,-7 8-182,-2 4 0,-1 9 1,-3 10-1,-1 3-188,-4 3 1,1 4 0,-5 3 0,0 3-373,0-2 1,5 4 0,-3-3-1,4-1-1426,3-2 1890,-3-10 0,19 6 0,-6-6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31.3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0 8436,'-10'0'-3,"0"0"550,5 0 1,1 0 659,-8 0-897,8 0 1,-4 2-12,8 4 0,0-2 0,0 8 0,0 1-96,0 3 0,0 1 0,0 2 0,0 5-80,0 5 1,0 4 0,2 2 0,2 2-98,2 3 0,0-3 1,-4 4-1,2-6-109,2-6 0,5 4 0,-3-6 1,0 0 22,-1-3 0,7-5 1,-2-1-1,3-1-22,3 0 0,-1-5 1,1-2 149,-1-2 1,3 3-1,1-5 1,2-2 64,-2-2 0,-1-2 0,-1 0 0,5 0-12,5 0 0,4-8 1,2-2-1,1-1-148,5-1 1,4 6 0,7-3 0,1 1-229,-1 4 1,-5 2 0,-3 2 0,1 0-198,-1 0 1,-11 0-1,0 0 1,-5 0-291,-7 0 0,0 0 0,1-2 0,1-4 742,-2-5 0,-1-5 0,-3-1 0</inkml:trace>
  <inkml:trace contextRef="#ctx0" brushRef="#br0" timeOffset="534">1398 384 8267,'-18'0'3068,"1"0"-2922,7 0 1,4 0 0,12 2-19,6 4 1,5-4-1,4 4 1,5-2 36,1 2 1,2-4 0,6 5 0,0-1-165,0 0 0,-2 0 1,-2-4-1,-4 2-114,-2 1 0,-2 1 0,-5-6 0,-3 2-52,-3 4 0,-2-4 0,-6 6 63,1 0 1,-1-5 0,-9 7 0,-7 0-10,-4 0 1,-3-1 0,-2 5 0,-3-3 98,3 3 0,-4 2 1,0 1-1,-1 0 121,1 1 1,-4-1 0,6-1-1,1-2 38,3-3 1,1-7 0,1 2 0,0-4-168,-1-2 1,6-10-1,1-5 1,-1-9-297,2-3 0,-5-2 0,5-4 0,-1 2-384,-1 2 0,2 0 1,-3-4-1,1 4 700,-2 5 0,-1-3 0,-3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32.5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8470,'12'10'3635,"-1"-4"181,-7-4-2614,4-2-2242,-8 0 1,8 0 0,1 0 0</inkml:trace>
  <inkml:trace contextRef="#ctx0" brushRef="#br0" timeOffset="215">506 70 8413,'-17'0'1136,"5"0"692,1 0-2142,7 0 0,10 0-357,11 0 1,4 0 0,-3 0 670,-1 0 0,1-8 0,-1-1 0</inkml:trace>
  <inkml:trace contextRef="#ctx0" brushRef="#br0" timeOffset="415">1030 105 11867,'8'-10'0,"10"-5"0,9 5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33.8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8284,'0'-17'-399,"0"5"1,0 1 165,0-3 1,0 4 3078,0-1-1857,0 7-746,0-4 0,0 10 1,0 4-1,0 7 317,0 9 0,0 5 1,0 8-1,0 2-103,0 3 0,0 5 0,0 9 0,2 5-90,4 5 0,-4 6 1,4 3-1,-2 5-294,1 1 1,-1-5-1,6-2 1,0-10-249,-1-10 0,-3-19 1,4-2-1310,-2-3 1,3-19 378,-5-3 0,0-6 0,-6-11 0,0-3-238,0-2 0,0-1 1343,0 0 0,-8-1 0,-1 1 0</inkml:trace>
  <inkml:trace contextRef="#ctx0" brushRef="#br0" timeOffset="329">122 1013 13927,'18'0'0,"1"0"310,5 0 1,5 0-1,12 0 1,5 0-313,5 0 0,3 0 0,4 0 1,6-2-636,4-4 0,-4 4 0,-2-4 0,-2 5 637,-3 1 0,5-8 0,0-2 0</inkml:trace>
  <inkml:trace contextRef="#ctx0" brushRef="#br0" timeOffset="1077">1328 786 8326,'-8'10'2459,"6"5"-1414,-6-13-589,8 14 1,2-14-1,4 3-72,5-3 1,5-2 0,3 0-1,3 0 22,1 0 1,6 0-1,-4 0 1,3 0-255,3 0 1,2 0-1,3 0 1,3 2-205,2 4 0,0-4 1,-6 4-1,0-2-252,0 2 1,-1-5-1,-1 5 1,-3-2-225,-7 2 0,-4-4 269,-1 4 1,-9-2 338,-3 1 0,-6-3 0,-6 6 0,-5-2-64,-5 0 0,-1 7 1,-3-1-1,-1 2-87,-2-3 0,-1 5 0,5-5 0,-2 3 64,-3-2 0,-1 3 0,4-3 0,-2 1 7,1-1 1,1 2-1,0-7 1,-3 1-3,3 0 1,1 0-1,3-4 1,0 1-12,-1-1 1,1-2 0,-1-2 0,1 0-72,-1 0 1,7 0 0,1-2 0,0-2-109,0-1 0,7-9 0,-3 2 0,4-3 23,2-3 0,-6 1 1,0-3-1,2-1-109,2-2 1,2 0-1,-2 3 1,-1-1-288,-3-2 1,0 5 0,6 6 564,0-1 0,0-3 0,0-1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37.4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69 133 7485,'-10'0'1276,"0"0"-908,4 0 0,4 7 0,-3 5-107,3 4 1,2 1-1,0 2 1,0 5-7,0 5 1,0 12 0,0 5 0,0 6-132,0 7 0,0-3 1,0 8-1,0 0-182,0-2 0,0-4 0,0-11 1,0-6-692,0-4 0,2-12-113,3-8 0,-1-9 1,6-14 861,-2-5 0,-2-13 0,-6-3 0</inkml:trace>
  <inkml:trace contextRef="#ctx0" brushRef="#br0" timeOffset="417">34 80 8328,'0'-17'38,"-6"-1"1036,0 1-319,-8-1-596,12 9 0,-3 11 0,10 13 0,5 8 197,0 5 1,5 1-1,-3 8 1,4 3-7,1 7 0,2 3 0,3 5 0,3 3-157,2 6 1,-4-2 0,7 2-1,-1-2-268,-2-6 1,4-1 0,-6-20 0,0-8-172,1-6 1,-3-11-1,-6-6 87,1-8 0,-9 0 0,-3-8 0,-4-1 180,-2-3 1,0-1 0,0-1 203,0 1 0,0-1-215,0 1 0,0 5 0,0 1-108,0-3 1,0-3-1,0-5 1,0-3-33,0-2 0,0-2 0,2-6 0,2 0-14,2 0 0,6-8 1,-5-1-1,1-3-231,0 0 1,0 9-1,-5-3 1,3 6-366,-2 6 1,0 4 739,2 7 0,-4 8 0,6 3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40.1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1 592 8352,'9'0'2396,"1"0"-1689,-4 0 1,-2 0 0,7 0-424,3 0 1,2-2 0,1-2 0,0-4-145,1-1 1,-1-3-1,3-5 1,1-1-197,2 1 0,1-3 0,-7-1 1,-1-2-124,-5 1 0,3-3 0,-8 2 88,-2 1 1,-4 3 0,-8 3 13,-10 5 1,-1 5 0,-10 12 0,0 5 14,2 5 1,-4 9 0,5 2-1,1 3 34,0-1 1,7 0 0,7 6 0,-1-2 35,2-4 0,3 4 1,9-6-1,5 0-62,11-4 1,1-5 0,12-7 0,4-5-182,4-4 1,2-2-1,-4-2 1,1-2-460,3-1 1,-6-9 0,-8 0-1,-1-3-109,-5-1 0,-2-3 0,-3 9 803,-5-3 0,-3-2 0,-8-1 0</inkml:trace>
  <inkml:trace contextRef="#ctx0" brushRef="#br0" timeOffset="382">629 435 8266,'0'-18'0,"0"1"952,0-1 0,0 7 1269,0-1-2044,0 8 0,-2-2-122,-3 12 1,3 4 0,-4 7-1,4 1 148,2-1 1,-2 3-1,-2 1 1,-2 2-187,2-1 1,2 3-1,4-2 1,2 1-54,2 1 0,8-6 0,-1 4 3,9-3 1,-3-10-1,6-5 1,-1-3-76,-1-2 0,6-7 1,-4-7-1,0-5-137,1-5 0,-3-7 0,-6 2 0,-1-2 74,-4 2 0,-3-2 0,-5 8 0,2 1-308,-2 3 1,-2 1-290,-2 1 1,-6 9 767,0 8 0,-7 16 0,3 11 0</inkml:trace>
  <inkml:trace contextRef="#ctx0" brushRef="#br0" timeOffset="766">1223 417 8266,'10'-11'424,"-2"1"1139,-1 2-1162,-5 2 1,6 8-175,-8 4 1,0-2-1,-2 8 1,-2 3-2,-2 7 1,1-1-1,5 6 1,-2-2-182,-4-3 1,4-3 0,-4-1 0,4-1 92,2 0 243,0 1 1,0-10-540,0-8 1,0-8 0,2-12-1,2-1-17,2-2 1,5-6-1,-3 5 1,0 3-10,0 2 1,3 1 0,-3 1 0,2-1-91,3 1 1,3-1-1,1 3 1,1 1-315,-1 3 1,3 7-1,1-2 1,2 4 114,-1 2 0,5 0 1,0 0-1,2 0 473,0 0 0,-7-8 0,11-1 0,-6-9 0</inkml:trace>
  <inkml:trace contextRef="#ctx0" brushRef="#br0" timeOffset="1233">1922 400 8266,'17'-2'935,"1"-4"-115,-9 4 1,-1-8-114,-8 5 1,0 1-502,0-8 0,-8 2 0,-3-1 0,-5 5-19,-1 4 0,-1 2 0,1 0 0,-1 0-181,1 0 1,-3 0 0,-1 2 0,-2 4-119,1 5 0,3 5 1,4 3-1,1 3-36,2 1 1,3 2-1,-3-3 1,6 1 17,4-2 0,2 1 1,0-1-23,0 2 1,8-2 0,6-9 126,7-6 1,-2-6-1,5-6 1,-3-6-34,2-3 1,-3-2 0,3-1-1,-4 1-2,-1-1 0,-1 1 0,-1-1 0,-3 1 60,-1-1 1,-6 7 27,5-1-1,-7 8 1,4 4 0,-8 12 0,0 3 10,0 3 0,0-1 0,0 1 0,0-1-146,0 1 0,8-1 1,2 1-1,1-1-450,1 0 0,0-7 0,5-4 0,2-4-260,5-2 0,-5 0 0,4 0 818,-3 0 0,-3-8 0,1-2 0</inkml:trace>
  <inkml:trace contextRef="#ctx0" brushRef="#br0" timeOffset="1516">2498 51 8239,'-10'-8'85,"3"4"1,5-6 450,-4 2 1,4 1-1,-6 3 73,0-2 1,6 2-1,-5 8-202,-1 2 1,6 13 0,-4 1 0,4 7-36,2 10 0,-2 0 1,-2 9-1,-1 5-117,1 5 1,2-2-1,2 2 1,0-5-345,0-5 0,0-5 0,2 4 0,2-4-2433,1-8 1,9-8 2521,-2-14 0,3 5 0,3-6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42.8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18 331 6775,'9'7'1061,"-3"5"0,-4-2 0,-2 3 0,0 5-656,0 3 0,0 10 0,-2-2 0,-2 6-94,-1 6 1,-1 2-1,6 5 1,0-3-63,0-2 0,0 3 0,0-7 0,0-6 95,0-8 0,0-5-255,0-3-148,0-7 0,0-10 0,0-12 1,0-3-209,0-3 1,0-5 0,0-2-1,0-3 52,0-3 1,0-2-1,0-2 1,0 1-30,0-1 1,-2 0 0,-2 0 0,-2 0 109,2 0 0,2 0 0,2 2 0,0 2 159,0 2 1,0 7 0,0-1-182,0 4 1,0 7-3,0 0 1,0 11 0,0 1-1,2 9 16,4 7 0,-2 3 0,8 4 1,1 7 388,3 3 1,7 3 0,2 5-1,2 6 171,4 3 1,4 3 0,4 1-1,4 2 6,2 2 1,-1-7-1,5-10 1,-5-6-241,-1-6 0,-2-12 1,-6-11-1,-2-6-47,-4-6 0,-4-6 0,-10-13 0,-1-8-6,-2-6 1,-8-7 0,1 3 0,-3-1-150,-2-5 0,-2 1 0,-1-1 0,-5 4-209,-2 3 0,6-5 0,-4 6 0,3 3-186,-1 1 1,0 2 0,6 0 0,0 0-151,0 0 0,0 2 0,0 2 0,0 4-581,0 2 0,2 3-50,4 11 1,-2 5 1193,7 12 0,-7 3 0,4 9 0</inkml:trace>
  <inkml:trace contextRef="#ctx0" brushRef="#br0" timeOffset="417">943 732 8465,'12'0'1797,"0"0"1,-6 0-1256,5 0 1,-5 0 0,6 0-1,1 0-320,3 0 0,-5 0 0,1-2 0,4-3-134,5-7 0,-2-4 0,5-1 0,-5 0-267,-2-1 1,-1-5-1,-2-1 1,-3 1-207,3-2 0,-6 6 0,-3-7 0,-3 3 70,-2 0 0,-2 5 1,-3 9-1,-7-1 110,-4 0 0,-3 6 0,-2 0 0,-3 10 63,3 12 0,-4 1 1,1 10-1,5 4 298,5 6 0,-1 0 1,5 5-1,1 1 48,3 0 1,6-6 0,6 1 0,5-3-290,5-2 0,9-10 1,4-5-1,4-9-347,2-3 0,2-10 0,2-9 432,1-5 0,9-9 0,-4-2 0</inkml:trace>
  <inkml:trace contextRef="#ctx0" brushRef="#br0" timeOffset="750">1764 104 8105,'6'-18'0,"0"1"358,-2-1 0,-2 7 0,-2-1 556,0-2 1,-2 7-786,-4 1 0,4 6 1,-6 6-1,2 7 160,1 9 0,-1 5 0,4 8 0,-2 2 64,-2 3 1,0 13-1,6 11 1,-2 4-106,-3 1 1,3 1 0,-4 2 0,4 2-345,2 2 1,0-9-1,0-10 1,2-9-646,4-7 0,-3-12 1,9-8-126,2-7 1,-7-8 0,-1-12 0,-2-8-1369,2-7 2234,-4 2 0,-2-14 0,-10 6 0</inkml:trace>
  <inkml:trace contextRef="#ctx0" brushRef="#br0" timeOffset="931">1485 680 8105,'-6'-12'2048,"0"1"0,0 5-1598,6-6 1,8 8 0,4-3 0,5 1-561,6 0 1,3-2-1,5 4 1,0-3-760,6-3 0,-2 6 1,7-4-1,-1 0 869,0-3 0,0-5 0,-7-1 0</inkml:trace>
  <inkml:trace contextRef="#ctx0" brushRef="#br0" timeOffset="1600">2148 610 8082,'0'-17'-624,"-5"5"1,-1 0 3955,2-1-2277,2-3 0,-4 8-877,0 8 1,1 2-1,5 12 1,0 3 21,0 5 1,0 7-1,0-4 1,0 2 9,0 4 1,0 2-1,0 2 1,0-2-139,0-4 1,0 2-1,0-7 1,1-3-78,5-2 1,4-3 0,7-4-1,1-7-94,-1-3 1,3-2 0,1-3 0,2-7-127,-1-8 1,-3-11 0,-1 0 0,-1-4 0,1-2 1,-3 0-1,-1 2 1,-5 2 109,-1 2 0,0 2 0,-4-2 1,2 6 157,-3 3 1,-1 9 0,-4 1 138,-3 2 0,1 2 0,-6 8-317,2 4 0,2 4 0,6 7 1,0 3 195,0 3 0,0-2 0,0 6 0,2 1-41,4-1 0,4-6 1,7 4-1,1-3-15,-1-5 0,7 4 0,1-11 1,0 0 23,0-4 0,4-4 1,-3-4-1,1-6 18,4-10 1,-6-1 0,-2-10 0,-3 0-28,-3 2 1,5-6-1,-3 6 1,-5-3 1,-5 1 0,3 8 1,-6-4-1,-2 1-96,-2 1 0,-2 0 0,0 5-203,0 1 0,-6-1 0,-2 3 0,0 1-373,0 3 1,1 7 299,1-2 0,4 6 1,-4 6-1,4 7-508,2 9 1,0-1-1,0 8 857,0 2 0,8 2 0,2 2 0</inkml:trace>
  <inkml:trace contextRef="#ctx0" brushRef="#br0" timeOffset="2033">3196 628 8082,'2'-10'874,"2"2"-314,2 0 0,0 4 0,-6-7-59,0-3 1,0 5-30,0-3 0,0 0-70,0-5 0,-2 5 1,-4 2-254,-6 3 1,3 1 0,-3 6 0,-2 2-141,-1 4 1,-8 3 0,-1 9 0,5 1-138,5 4 1,-1 5 0,3 7 0,-1 0-30,1-1 0,4-4 1,8-1-1,0 2 109,0 2 1,2-6 0,6-4 0,7-5 16,7-7 0,9-3 1,-2-8-1,2 0-57,-2 0 0,2-8 0,-8-5 1,-1-7 39,-3-3 0,-1-8 1,-3 2-1,-3-4-105,-6-2 1,-4 2 0,-2 2 0,-2 2 52,-4-2 0,-10 5 0,-9 3 0,0 6-128,0 5 1,-6-1 0,3 7 0,-1 4-326,0 6 1,8 7 0,-1 13 0,7 5-142,3 4 0,8 4 1,-1 1 693,3 3 0,-6 8 0,-2-5 0</inkml:trace>
  <inkml:trace contextRef="#ctx0" brushRef="#br0" timeOffset="2450">3493 645 8082,'0'-17'380,"0"-1"1,0 6 0,0 1 2086,0-3-1337,0 6-647,0 1 1,0 20-1,0 7-233,0 5 0,0-2 0,0 4 0,0 1-109,0-1 1,0-4 0,0 4 0,0-2-141,0-3 0,0-3 0,0-1-193,0-1-23,0-7 1,6-10-1,0-12 1,0-3-97,1-3 0,-3-7 0,6-2 0,0-2 199,-1 0 0,-3 5 0,6-3 0,1 0 45,3 0 1,-4 5 0,-1-1 0,3 4-70,1 1 1,3 7 0,-1 1 0,1 0-642,-1 1 1,1 5 0,-1-2-2416,1 4 3192,-1 2 0,1 8 0,-1 1 0</inkml:trace>
  <inkml:trace contextRef="#ctx0" brushRef="#br0" timeOffset="2883">4017 575 8082,'12'-6'19,"-1"1"1,-7-3 0,4 4 1016,0-2 1384,-6-8-1662,6 13 0,-8-5 0,0 12-338,0 5 1,0 5 0,-2 1-1,-2 3-166,-2 3 0,0-2 1,4 6-1,-2-1-160,-2-5 1,1 0 0,5 1 0,0 1-177,0-2 0,0-7 0,0-2-1060,0 1 416,0-5 633,0 0 1,2-10-1,3-4 27,7-6 0,4-3 0,1-5 1,0-1-10,1-2 1,1-3 0,3 5 0,1-4-108,-2-2 1,-1 3-1,-1-3 1,2 2-206,3 4 0,-3-5 0,-7 3 0,-3 4-976,3 5 1,-4 1 1362,1 7 0,-7 8 0,4 7 0</inkml:trace>
  <inkml:trace contextRef="#ctx0" brushRef="#br0" timeOffset="3114">4122 785 10982,'-10'8'2606,"2"-5"-2270,8 9 1,2-6 0,4 4 0,6-3-231,3-3 1,9 0-1,1 0 1,2 2-353,4-2 1,0 3 0,0 1 0,-2 2 245,2 3 0,2 3 0,2 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49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629 141 8121,'6'-12'-423,"0"0"0,0 6 1,-4-3 322,4 1 537,-4-6 0,7 7-240,-3-5 0,-4 2 43,4 4 0,-4 3 9,-2-9 0,2 8 208,4-2 59,-4-3-130,5 7-389,-7-6 1,0 10 0,0 4 24,0 5 0,-6 5 0,1 3-10,1 4 1,-4-3 0,2 5 0,2-2 46,2 1 0,2 7 0,-2-4 0,-1 2 25,-3 0 0,0 0 1,6 6-1,0 0-4,0 0 1,0 0-1,0 0 1,0 0-17,0 0 0,0 0 0,0 0 1,0-1-8,0 1 0,0-2 1,0-2-1,0-1-1,0 1 1,0-4-1,0 2 1,0 0 3,0-2 0,-2 6 0,-2-6 0,-2 4 21,2 4 0,1-9 0,-1 8 0,-2-3-43,2-3 0,0 5 1,0-4-1,-2 2-35,2-2 0,3 4 0,1-4 0,-2 4 17,-4 2 0,4-6 1,-4 0-1,4 2 8,2 2 1,-6 2 0,0 0 0,3 0-34,1 0 1,2-2 0,0-2 0,0-2 47,0 2 0,0 0 0,0 0 1,0-4 54,0-1 0,-6 5 1,0-4-1,2 2-17,2 0 0,2-6 1,-2 6-1,-2 2-58,-2 2 1,1-3-1,5-3 1,0 0-48,0 0 1,-6 2 0,0 4-1,2-2-2,2-2 1,2-5 0,0 5 0,0 2 45,0 2 1,0 2 0,-2 0 0,-2-1-93,-1 1 0,-1 0 0,6 0 0,0 0 82,0 0 0,0 0 1,0 0-1,0 0 29,0 0 0,0 0 0,0 0 1,0 0 17,0 0 1,0-1-1,0 1 1,0 0-26,0 0 1,-6-6 0,0 0 0,2 4-26,2 6 0,2-2 0,0 4 0,0-4-36,0-2 0,0 5 0,0 3 0,0 0 21,0 0 1,0-3-1,0-5 1,0 0 108,0 0 0,0-2 0,0-2 0,-2-4-60,-3-2 0,3 7 0,-4-5 1,2 2-44,-2 0 0,4-6 0,-4 6 0,4 4 1,2 6 1,0-2 0,0 4 0,0-4-17,0-2 0,0 5 1,0 3-1,0 0 21,0-1 0,0 1 0,0-4 0,0 2 109,0-3 1,0-7 0,0-3 0,0-1-5,0 0 0,0-4 0,-2 4 0,-1 1-102,-3-1 0,0 0 1,6 4-1,0-2-61,0 2 0,-6 2 0,0 2 1,2 0 15,2 0 1,2 0 0,0 0 0,0 0 27,0 0 0,-5 1 0,-1 3 0,2 2 37,2-2 0,2 4 1,0-3-1,0-1-8,0-2 0,0-8 0,0 0 0,-2 0-64,-4-2 1,4 4-1,-4-7 1,4-3 39,2-1 0,-5-3 0,-1 2 0,2 3 42,2 1 1,0 0 0,-2-5 0,-2 1 10,3 4 0,1-3 0,2 3 0,0-2-84,0 3 1,0 1 0,0 4 0,0-6-22,0-3 1,0-3 0,0 3 73,0 3 1,0-4 0,0 5 58,0-5 0,0-7 1,0-1 8,0 3 1,-2-4-114,-4 1 1,4-5 0,-4 6-13,4 1 1,2-3 0,0 2-2,0 1 0,0-3 1,0 2-1,0 1 35,0 3 1,0-5 0,0 1 0,0 2-15,0 1 0,0 3 0,0-1 28,0 0 0,0-5 79,0 0 248,0-8 321,0 3-686,0-7-295,0 8 239,0 2 393,0 7-335,0-7 49,0-2 0,-2-8 0,-2-2 1,-3-2-56,-3-2 1,6-2 0,-4 5-17,0-3 1,1-2-1,-7 4 1,4-4-27,3-1 0,-7 3 0,2-6 0,-1-1 7,1-3 1,-3-3 0,3-3 0,-4-3 8,-1-2 0,0 4 0,-1-5 0,1 1 36,-1 0 0,6 4 0,3-4 0,-1 1-121,0 5 0,7 2 1,-3 1-40,4 1 0,2 5-120,0 0 314,0 9 1,2-3 48,4 12 0,-5 3 0,7 9 20,0-1 0,-4 1 0,6 1 1,-1 2 4,1 3 1,0 1 0,3-4 0,-1 3 45,1-3 1,3 4-1,1-2 1,1 1-39,-1 1 1,1-6 0,-1 5 0,-1-5-43,-5-2 0,5-5 0,-4-2-299,3-2 105,3-3 1,-9-7 420,-3-3 0,-4 1-196,-2-8 0,0 6-49,0-5 0,0 5-42,0-6 0,2 6 0,2-5-27,2-3 0,5-1 1,-3-3-1,2-1-143,3-5 1,-3 3 0,2-8-1,-1-2-1,-1-2 0,6-2 0,-7 2 0,3 4-374,0 6 0,-3-3 1,5 3-1,-2 4 555,1 5 0,3-1 0,1 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3:54.637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209 104 9062,'0'-14'1098,"0"6"1,0 0-845,0 4 177,0 3 2789,0-6-2988,0 19 0,0-2 1,0 8-1,0 0-34,0 0 1,0 4 0,0 6 0,0 1 50,0 4 1,0 2 0,0 8 0,0-2-182,0 1 0,-2-1 0,-1-4 0,-2-5-372,2-2 0,1-9 0,2-1-2286,0-5 1603,0-7 1,0-8 0,0-10 990,0-2 0,7-2 0,1 0 0</inkml:trace>
  <inkml:trace contextRef="#ctx0" brushRef="#br0" timeOffset="700">222 48 12547,'0'10'336,"0"-1"1,2 2-177,3 1 0,1 2 0,5 2 0,-2 2 39,2 5 1,1 1-1,3 2 1,-2 4-57,2-1 1,0 6 0,2-3 0,2-1-196,-2-2 1,-2-7-1,1-4-46,2-2 0,-1-8 0,5-4 0,-2-5-119,-3-8 0,-1-5 0,-2-11 0,-1 0-179,2-5 0,-3 2 1,-1-4-1,-1 3 177,0 1 0,1 1 1,0 3-1,-3 0 155,-2 0 0,4 2 0,-6 0 0,0 2 78,3 3 1,-6 1 0,4 2 170,-3 0 292,-2 7-275,0 0 1,0 9-40,0 3 1,0-2 102,0 6 1,-2-6-221,-3 2 1,4-2 70,-4 2 161,3-4 48,2 5 1,-4 0-123,0 4 0,-1-2 1,5 2-1,0 5 59,0 2 0,0 12 0,0 2 0,0 8-10,0 9 1,0 9-1,0 4 1,0-3-360,0 0 1,0-4 0,0-4 0,0-8-182,0-8 0,0-6 1,0-5-1194,0-4 0,5-10 546,5-4 0,-2-5 0,0-5 0,-1-4 950,1-4 0,2 0 0,3-2 1</inkml:trace>
  <inkml:trace contextRef="#ctx0" brushRef="#br1" timeOffset="1249">1060 467 8462,'15'0'319,"-7"0"1084,2 0-986,-7 0 0,4-6-6,-7-3 1,0 1-248,0-1 0,-7 1 1,-2-2-125,-3 6 0,-7 2 1,0 2-1,2 0 41,1 0 0,3 2 0,-2 2 0,2 6-116,-2 2 0,3 7 1,1 1-1,4 0-101,1 0 1,1 5 0,6-3 0,4 0-42,4-4 1,5 1 0,5-3 0,6-6 102,6-2 0,-2-3 0,4-7 0,-3-3 64,-3-4 0,1-5 0,-2-4 0,-2-5 20,-5-4 1,-6 3-1,-3 1 1,-5-2-13,-4-1 1,-2-2 0,-4 2 0,-5 2-16,-2 6 0,-8 4 0,-4 5 1,-2 4-119,-2 3 0,1 4 0,0 3 0,3 6-394,0 6 1,7 4 0,-2 7 0,5 2 528,5 3 0,-4 2 0,5 7 0</inkml:trace>
  <inkml:trace contextRef="#ctx0" brushRef="#br1" timeOffset="1917">1563 411 8473,'14'0'1587,"-6"-1"-752,-3-4 0,-4 2-222,-1-6 1,-1 1-454,-4-1 1,-3-2 0,-7 6-78,-4 2 0,3 2 1,-2 2-1,3 3-235,0 6 0,2 3 0,-2 0 0,2 1 1,-2 0 0,2 5 0,0 1 1,4 2 73,4 3 1,4-4 0,1 1 0,1-2 69,4-2 1,4-5 0,8-3-1,3-5-132,2-5 0,1 0 0,5 0 1,0-5-263,0-5 0,-5-8 1,-1-5-1,-2-4-39,-2-1 0,-3 0 0,-2 0 0,-5 0 190,-3 0 0,-3 0 0,-2 0 0,0 0 83,0 0 0,0 0 0,0 0 1,-2 2 187,-3 3 1,4 1 0,-3 6 0,1-3 139,-2 2 0,3-3 0,-3 1 588,4 2 0,1 1 1398,0 2-1691,0 7 0,0 2 1,0 10-318,0 4 1,0-1 0,0 3 0,0 2 238,0 5 1,-2 7 0,-1-2-1,-2 5-95,3 4 0,0 2 0,1 5 0,-3-3-85,0-2 0,-1 4 0,5-2 1,0 2-361,0-1 1,1-6 0,3 0 0,2-6-648,1-7 0,3-2 0,4-4 1,0-2-239,0-5 0,4-5 0,1 0 0,-2 0 48,-1-5 1,-4-3 998,-3-6 0,4 0 0,-6 0 0</inkml:trace>
  <inkml:trace contextRef="#ctx0" brushRef="#br1" timeOffset="2284">1912 439 11064,'14'0'579,"0"0"0,0 0-600,0 0 0,0-2 0,0 0 0,0-4-39,0-2 1,0 3 0,0-4 87,0-2 1,-2-1 0,-1-3 78,-2 2 1,-6-2-1,2 2 39,-3-2 0,-9 3 0,-2 3 1,-3 4-86,-2 3 1,-2 4-1,-1 3 1,-1 6-74,0 6 0,3 4 1,1 6-1,0-2 134,0-2 0,5 0 0,1 3 0,2-1-73,2-1 0,9-7 1,5 0-1,3-5-158,7-3 1,-4-6 0,7 2 0,4-3-448,4-2 1,-1-7 0,2-1 0,-4-5-484,-4-1 0,2-5 1,-4-1 1038,-1-2 0,-1-1 0,-5-5 0</inkml:trace>
  <inkml:trace contextRef="#ctx0" brushRef="#br1" timeOffset="2550">2457 20 8340,'0'-14'1597,"0"8"1,-2 6-1076,-2 8 0,2 6 1,-3 5-1,4 4-145,1 3 1,0 8 0,0 3 0,0 5-299,0 5 0,-5-4 1,0 4-1,3-3-347,0-3 0,2-1 0,2-2 1,0-5-857,3-4 0,4-7 0,-2-4 1124,0-3 0,3 0 0,4-2 0</inkml:trace>
  <inkml:trace contextRef="#ctx0" brushRef="#br1" timeOffset="3231">181 1291 8392,'8'-6'-248,"4"3"436,-3-7 0,-1 8 1,0-5 704,-2 1 0,5 3 0,-2-6 0,2 4-101,-2-5 1,2 6-338,-6-5 0,-2 1-482,-8-2 1,-3 0 0,-7 5 0,-4 2-52,-4 1 0,-4 9 0,-1 1 0,2 7 67,3 3 1,-2 0 0,7 5-1,-1 2 27,-1 1 0,9 2 0,-2 1 0,6 2-128,4 2 1,12 0-1,8-5 1,7-2-328,5-3 1,8-9 0,0-9 0,3-4-253,3-1 0,-3-1 0,-3-4 0,-4-4-689,-4-4 1,-7 0 1379,-3-2 0,-10-5 0,-3-1 0</inkml:trace>
  <inkml:trace contextRef="#ctx0" brushRef="#br1" timeOffset="3698">781 1458 8584,'0'-13'1063,"0"-2"1,-5 6 0,1 0-710,0-2 1,1 3 0,-1 0-292,-5 2 0,-4 0 0,-1 3 0,1-1 89,-2 0 0,-3 3 0,-2 2 0,-1 4-188,1 4 1,0 4-1,3 0 1,0 3 74,5 3 0,-1-3 0,8 7 0,2-2-37,2 1 0,2-5 0,4 2 0,6-4-74,6-1 0,9-6 1,9-3-1,-1-4-177,0-1 0,5-5 0,-4-1 1,-1-3 121,-6-7 1,-1 3-1,-9-7 1,0-1 52,-3-2 1,-7 1-1,-3 0 1,-4 1 4,-1-1 0,-11 5 0,-4-2 0,-6 6 23,-4 3 0,-1-1 1,-2 6-1,0 3-251,0 0 1,2 8 0,2 3 0,6 4-348,3 1 0,0 6 0,3 3 0,3 3-761,4 2 1405,3-6 0,15 4 0,2-3 0</inkml:trace>
  <inkml:trace contextRef="#ctx0" brushRef="#br1" timeOffset="4314">1130 1319 12414,'0'14'204,"0"0"1,0 1 0,0 2-1,0 2-143,0-2 1,5 3-1,-1-2 1,1 0 142,2-3 1,-4-2 0,4-3-130,-1 0 0,6-7 0,-5 0 1,2-4-115,1-4 0,-1-6 1,4 2-1,-3-5-364,0-5 1,-1 4 0,5-6 0,0 3-59,0-1 0,-1-4 1,-3 4-1,0 2 260,0 2 0,-2 6 0,2 1 205,0 2 1,-2 1-1,0 8 350,-3 6 0,5 1 1,-5 10-1,-2 0 150,-1 3 0,-1 3 0,2 2 0,1-1-187,0-4 0,-3-1 0,-1-5 0,0 1 281,0 0-483,7-9 1,1-4 0,5-12-481,2-6 1,-3-3 0,-1-6-1,-2 0-102,2 1 0,1 2 0,1-3 0,-2 0 146,-2 1 1,0 4 0,3-1 0,-1 2-30,-1 2 1,-6 5 355,6-1 0,-2 8 0,2 2 305,0 8 0,-7 5 0,3 2 0,-2 2 56,1 2 0,1 4 0,-2-4 0,0-1 17,0 3 1,-1-6-1,-1 4 1,3-3-484,-2-3 1,0-3 0,0-1-1699,2 2 0,1-5-2189,-1-1 3986,-4-3 0,12-15 0,-6-2 0</inkml:trace>
  <inkml:trace contextRef="#ctx0" brushRef="#br1" timeOffset="4865">1926 1333 8416,'-6'-8'387,"4"1"1,-4 3 2003,0 0-1932,5-1 0,-6 13 0,7 5 1,0 10-49,0 3 0,0 1 0,0 3 0,0 4 58,0 8 0,0 7 1,0 6-1,0 1-191,0 0 1,0 0-1,0-2 1,0-4-309,0-9 0,5-6 0,0-12 0,-1-5-248,2-2 0,-4-10 1,3-6-390,-4-8 1,4-10-1,0-5 1,-3-3 41,0-2 0,-2 0 0,0-2 0,0-3 227,0-4 1,0 1-1,0-1 1,0 0 143,0 1 1,-4-5-1,-1 0 1,2-2 26,1 2 1,2-1 0,2 6 0,3 1 229,3 2 1,5 1 0,1 4 0,0 6 228,0 5 0,2 9 0,0 3 0,4 4-16,2 1 0,-4 11 0,0 3 0,-3 3 131,0 3 0,-3-3 0,-3 5 0,-4 0 69,-3 0 0,-2-4 0,0 3 0,0 1-94,0 0 1,-7-5-1,-1 2 1,-1-3-224,0-3 1,-1 2-1,-3-2 1,-3 0-570,-3-4 1,4-3-1,-5-6 1,1 0-354,0 0 0,1 0 0,5-1 0,3-3-2118,0 0 2941,7-7 0,-9-3 0,4-8 0</inkml:trace>
  <inkml:trace contextRef="#ctx0" brushRef="#br1" timeOffset="5200">2345 1054 8313,'0'-10'1359,"0"1"0,0 8-976,0 1 1,0 5 0,0 10 0,0 0-16,0 4 1,0 4-1,0 9 1,0 6-115,0 2 0,0 2 0,0 1 0,0 1-121,0-2 0,0 3 1,0-11-1,0-1-971,0-5 1,6-5-383,3 0 0,-1-9 0,0-11 45,-2-6 0,-1-5 0,-5-6 1175,0 1 0,0-8 0,0-1 0</inkml:trace>
  <inkml:trace contextRef="#ctx0" brushRef="#br1" timeOffset="5583">2471 1417 8180,'8'0'1020,"-2"-2"1,-5-1-314,4-2 0,3 0 0,5 4-470,2-3 0,-2 2 1,2-3-1,-2 4-181,2 1 0,-2 0 1,1-2-1,0-1-84,0-2 0,-2-1 1,0 2-1,-4-4-268,4 0 1,-1-4-1,-2 2 1,-3-2 16,0-2 0,-4 0 1,2 0 193,-2 0 1,-4 5 0,-2 1 0,-6 0-17,-2 0 1,-2 5-1,0-2 1,0 5 119,0 5 1,0 3 0,-1 7 0,-3 3 151,0 0 1,4 7 0,5-2 0,-1 2 216,3-2 1,1 2 0,6-5 0,0 1-165,0-1 1,1-2-1,6-3 1,5-3-424,4-3 0,11-2 0,-1-7 0,5 0-367,0 0 0,4 0 0,-2-2 1,-3-3-593,0-4 0,-4 1 1158,-3-1 0,-2-1 0,-7-3 0</inkml:trace>
  <inkml:trace contextRef="#ctx0" brushRef="#br1" timeOffset="5933">2945 1291 8170,'8'-1'182,"-2"-3"716,0 0 0,-2-1-359,5 5 0,-6 1 0,3 4 0,-1 5-134,0 2 1,5 2 0,0 1 0,2 2-179,2 2 0,4 4 0,2-3 0,-2 2-441,2 3 1,-4-5-1,4 1-489,0-1 0,-5-5-1348,4 4 1,-10-12 2050,-4-7 0,-10-12 0,-2-9 0</inkml:trace>
  <inkml:trace contextRef="#ctx0" brushRef="#br1" timeOffset="6148">3183 1319 8170,'-8'0'3166,"-4"0"-2543,2 0 0,2 2 1,0 2-1,-2 7-595,2 6 1,-9 5-1,1 5 1,-2 3-446,-2 3 0,-5 1 0,3 3 0,-1-4-254,-1-4 0,7-2 0,1-4 0,4-5-2416,8-2 3087,2-9 0,-4-7 0,-1-7 0</inkml:trace>
  <inkml:trace contextRef="#ctx0" brushRef="#br1" timeOffset="6416">3364 1333 8170,'8'-2'1607,"-4"-3"0,-2 5-1163,-2 0 1,0 7 0,0 7 0,0 1-326,0 4 0,2-3 1,1 2-1,2-3-485,-2 0 0,-2-2 1,-1 2-1,0-2-577,0 2 1,2-8-2452,2-2 3394,-2-4 0,4-7 0,-6-1 0</inkml:trace>
  <inkml:trace contextRef="#ctx0" brushRef="#br1" timeOffset="6597">3462 984 8170,'0'-14'602,"0"0"1,0 5-1002,0-1-195,0 1 1,2 8 0,1 5 593,2 7 0,-1 3 0,-4 0 0</inkml:trace>
  <inkml:trace contextRef="#ctx0" brushRef="#br1" timeOffset="6882">3727 928 11824,'0'22'497,"0"6"1,0 0 0,-1 7-19,-4 6 0,3 11 1,-2 6-1,2 2-41,2 2 0,0 3 0,0-6 0,0-4-271,0-7 0,0-12 1,0-8-1,2-8-547,2-5 0,0-7-1405,5-3 0,-2-5 656,3-5 0,-4-3 0,-6-6 0,0 0 447,0 0 1,-1-4 0,-4-1 0,-5 2 681,-2 2 0,-8-6 0,-2-1 0</inkml:trace>
  <inkml:trace contextRef="#ctx0" brushRef="#br1" timeOffset="7031">3559 1305 8170,'2'-14'671,"3"0"1,-4 5 0,6 1-173,-2 2 0,-1 1 0,5 5 0,2 0-121,1 0 0,3 0 0,0 0 1,3 0-474,6 0 0,2 0 0,2 0 1,0 0-485,0 0 0,3 0 1,-1 0-1,-6 0-1553,-2 0 2132,-4 0 0,3 0 0,1 0 0</inkml:trace>
  <inkml:trace contextRef="#ctx0" brushRef="#br1" timeOffset="7553">4006 1402 8170,'8'-5'1740,"0"1"186,-4-5-1582,-2 6 0,4 3 1,-6 9-1,0 3-221,0 3 1,2-2 0,1 2 0,2-2-132,-2 2 0,3-7 0,0 2 0,2 0-188,3-3 1,-3 1-1,1-5-89,2 2 1,1-2-1,2-6 1,0-4-76,0-1 1,-5 0-1,1-7 1,-1 2 40,-1-2 1,2 2 0,-3 0 373,1 4 16,-5-4 1,3 18-1,-5 1 1,2 10 459,2 7 0,0 5 0,-5 5 0,0 5 84,0 8 1,1 5 0,3 7 0,0 4-109,0 2 0,-4 0 0,0 1 0,0-3-403,-5 0 1,-5-12 0,-8-4 0,-7-10-227,-6-6 0,-7-9 0,-6-4 0,-4-6-915,-2-6 1,-1-5-1,-5-7 1,0-7-223,0-7 0,5-6 1,0-1 1258,-2 0 0,-2-12 0,-1-3 0</inkml:trace>
  <inkml:trace contextRef="#ctx0" brushRef="#br1" timeOffset="8366">222 2548 8530,'0'-14'-987,"0"4"1,0 1 1435,0-2 0,0 3 1065,0-1-207,0 6-774,0-3 1,0 7 0,0 4 0,2 5 12,3 2 0,-4 8 1,4 3-1,-3 3-170,-2 2 0,1 0 0,3 0 1,0 0-432,-1 0 1,3 0-1,-1-2 1,-2-1-155,-1-2 0,3-5 0,-1 0-2257,-1-2 1,0-8 2465,2-4 0,-10-15 0,3-4 0</inkml:trace>
  <inkml:trace contextRef="#ctx0" brushRef="#br1" timeOffset="8581">194 2212 8485,'0'-13'282,"-1"-2"1,-2 2 975,-1-1 0,-1 4-953,5 1-955,0 6 0,0-1 1,0 8-1,1 5 650,4 4 0,-3 7 0,3 2 0</inkml:trace>
  <inkml:trace contextRef="#ctx0" brushRef="#br1" timeOffset="9049">572 2701 8563,'0'-9'-1244,"0"-1"1451,0 0 0,0-3 1,0-1 863,0 0 0,0 5 0,0 0 825,0-3-1679,0 7 1,0 0 0,0 10 37,0 4 0,0 3 1,0 4-1,0 1-195,0 2 1,0 4 0,0-5 0,1 1-142,4 1 1,-3-9 0,2 3-1,-1-3 8,2-3 1,-2 3 0,7-6-1,0-3 20,3 0 1,0-8 0,3-4 0,1-2-90,2-2 0,1-6 0,-3-2 0,2-2 103,-3 1 1,0 5 0,-2-4-1,0 2 81,0 3 0,-5 6 0,1 3-99,0 2 1,2 4-1,-2 10 1,0 6 126,1 2 1,-4 5-1,1 3 1,0 0 111,-1 0 1,-2 2 0,3-3-1,-2 2-159,-2-1 1,-4 1-1,0-7 1,0-1-557,0-1 1,2-7-1079,3 0 1,-2-6-717,7 2 2327,-7-10 0,9-9 0,-4-7 0</inkml:trace>
  <inkml:trace contextRef="#ctx0" brushRef="#br1" timeOffset="9416">1438 2645 8529,'-8'-14'1907,"1"2"-1263,1 2 1,5 2 0,-5 6-351,-1-3 0,4 0 1,-5 4-1,1-2-313,-1-2 1,-2 0 0,-3 5-1,-2 0 48,-5 0 0,5 7 0,-5 0 0,1 3 81,1-1 0,-6 0 0,6 7 0,2 1-12,6 2 1,-3 1-1,5-4 1,1 5 9,2 1 1,5-5 0,5 1 0,3-2-161,5-2 0,7 0 1,5-2-1,5-1-193,2-1 1,2-8-1,-3 3 1,0-3-416,-4-2 0,1 0 1,-7 0-1,2 0-248,1 0 1,-7-5 0,2-1 0,-6-2 907,-3-3 0,3-7 0,-6-4 0</inkml:trace>
  <inkml:trace contextRef="#ctx0" brushRef="#br1" timeOffset="9766">1619 2701 8529,'14'-14'3776,"-6"5"-3555,-3 0 1,-4 7 80,-1 2 1,0 6 0,0 8-1,0 0 2,0 0 1,0 4-1,0 2 1,0-2-82,0 2 1,0-4-1,0 2 1,0-2-62,0-2 1,2 0 50,2 0 1,-1-7 0,5-4-315,-2-6 0,-1 0 1,-3-6-1,0-4-129,3-3 0,0-1 1,-5-6-1,0 2-162,0-1 1,0 5-1,1-3 1,2 1-28,2 1 1,4-1 0,-3 5 0,1 0-194,-1 0 0,5 2 1,-2 2-1,5 6-76,5 2 1,-4 2 0,5 0 0,0 0 687,4 0 0,3 6 0,0 2 0</inkml:trace>
  <inkml:trace contextRef="#ctx0" brushRef="#br1" timeOffset="10183">2121 2729 11414,'0'-8'1140,"0"2"0,7 6 1,2 0-922,3 0 0,3-2 1,-2-1-310,2-2 0,1 0 1,0 2-1,-4-4-116,1-1 1,-2 4 0,0-4 0,-4 0-205,-1 0 1,-1 4-1,-7-4 112,-2 2 1,-5-4 0,-9 6 0,-2 1 166,-1 1 0,-1 9 0,-3 2 0,4 3 212,0 2 1,-2 0-1,4 2 1,3 0 237,6 4 1,-1 3-1,6-3 1,3 0-79,0 1 0,8 2 0,5-5 0,6-3-316,6-3 0,3-1 1,2-3-1,0 0-645,0-3 1,0-3 0,0-2 0,0-2-1135,0-3 0,-5-3 1854,0-5 0,-5-8 0,2 0 0</inkml:trace>
  <inkml:trace contextRef="#ctx0" brushRef="#br1" timeOffset="10848">2736 2645 8723,'0'-14'653,"0"0"0,0 5 1393,0 0-1423,0-1 239,0 3 226,0 0-75,0 7-944,-6 7 0,-2-6-6,-6 4 1,0-4 0,0-1 0,0 2 18,0 3 0,0-4 0,0 5 0,0 0-56,0 4 0,1 2 1,-2 4-1,2 1-16,-2 1 0,3 5 0,3-2 0,4-1-54,3 0 0,2-1 0,2-5 0,3 0-38,4 0 1,5-2-1,3-2 1,3-6-7,2-2 1,-4-2 0,5-2-1,-2-2-45,1-6 1,-5-2-1,1-2 1,-2-2-40,-2-2 0,-2 2 0,-1-4 0,-3 2 98,-2-2 1,4 2 0,-6 4 0,-1 0 179,-1 0 1,-2 5-166,0-1 1,-2 8 0,-1-1 0,-3 6 192,-2 6 0,5 5 0,-2 3 0,2 1 25,-1 0 0,2 2 0,-2-2 0,4 0-302,4-3 1,-1-1 0,6 0 0,3 0-397,0 0 0,6-7 0,3 0 0,-1-3-478,0 1 1,3 0 0,-4-7-1,-2-2 1017,-2-6 0,6-2 0,0-2 0</inkml:trace>
  <inkml:trace contextRef="#ctx0" brushRef="#br1" timeOffset="11249">3308 2575 8637,'-1'-13'731,"-4"-1"0,3 4 1,-4 2 170,0 2 1,-2-3 0,-5 3-813,-2-2 1,2 5-1,-2-1 1,2 2-27,-2 2 1,2 0 0,-3 0 0,-1 0-236,-1 0 0,-1 0 0,7 2 0,0 0-124,4 3 1,0 6 0,-4-1 423,4 2 1,4 2 0,0 0 0,4-1 133,4 1 1,1 0 0,7 0 0,6 0 10,2 0 1,-2 0 0,5 0 0,2 0-213,1 0 1,-2 0 0,-3 1-1,0 3 28,-4 0 1,-2 1 0,-2-5 0,-4 1-11,-5 4 1,-2-8-1,-2 3 1,-2-2-110,-2 1 1,-5-4 0,-8-1 0,-4-2-348,0-3 1,-1-3 0,-3-5 0,4-4-392,1-3 1,-3-2-1,3 0 1,4 0-148,0 0 1,7-4 0,1-2 0,1 4 913,4 0 0,8-4 0,3-2 0</inkml:trace>
  <inkml:trace contextRef="#ctx0" brushRef="#br1" timeOffset="11632">3490 2715 12829,'13'0'561,"2"0"0,-2-5 0,2-1-537,-2-1 1,2-3 0,-3-4 0,-1 2-149,-2 3 1,-4-4-1,3 3-15,-2-2 1,-3-2-1,-8 2 1,-4 3 15,-3 4 1,-4-1-1,-1 1 1,-3 2-28,-2 2 0,5 5 0,-3 4 0,2 3 107,-2 4 0,4 7 0,4-2 0,5 2 583,1 3 1,1 1-1,5 2 1,2 0-140,2 0 0,8 0 1,9-2-1,1-2-527,3-6 0,6-4 1,1-5-1,-1-4-1230,-2-4 1,-5-1 0,-1-1 0,0-6 1355,-1-6 0,-2-7 0,-6-8 0</inkml:trace>
  <inkml:trace contextRef="#ctx0" brushRef="#br1" timeOffset="12033">3937 2589 8475,'9'0'426,"0"0"1,-1-1 762,1-4 0,2 2-204,-6-6 1,0 0-676,-5-5 1,-2 1 0,-1 2 0,-3 4-100,-2 0 0,-6 3 1,-4 4-1,-2 0-87,0 0 0,5 0 0,-6 0 0,3 1-351,0 4 1,-1 1 0,5 5 0,2-2 108,2 2 1,-1 2 0,7 0 0,1 1 266,1 0 1,2 0 0,2 0 0,3 0 95,4 0 1,9 2 0,4 1 0,1 1 60,1 0 0,-6 2 1,4-2-1,-2-1-99,-3-1 0,-6 2 1,-3 1-1,-2-2-212,-3-1 0,-1-2 0,-2-1 0,-2 0-315,-3-4 1,-4 2-1,-10-6 1,-2-2-432,-1-1 0,-4-2 0,3 0 0,-2 0-1237,1 0 0,4-5 1988,6 0 0,0-6 0,0 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5:05.847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18 0 7725,'-8'18'0,"6"-1"0,-5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5:10.198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210 35 6237,'0'-9'1772,"0"-1"-1167,0 4-271,0 4 1,2-6 610,3 8-631,-3 0 0,8 0 1,-6 2-93,2 4 0,0-2 0,-6 8-86,0 1 1,0 3 0,0 1 0,0 1-117,0-1 1,0 6-1,0 3 1,0 1 40,0 4 1,0 4-1,0 4 1,0 1 63,0-1 0,-2 4 1,-2-2-1,-2-1 35,2 3 1,2-4 0,2 5-1,0 1-25,0 0 0,0-6 1,0 1-1,0-3 35,0-2 0,0 6 0,0 0 0,0-3 31,0-1 1,0 0-1,0 2 1,2 4-77,4 1 1,-4-5-1,4 4 1,-4-3-43,-2 1 0,2 6 0,1-6 0,3-3-35,-2-1 1,0-2 0,0 0 0,2 0 60,-2 0 1,-3 0-1,-1-2 1,0-2 24,0-2 0,0 0 0,0 6 0,0 0 0,0 0 1,0 2 0,0 2 0,0 3 7,0 3 0,0-4 0,0 3 1,0 1-103,0 0 0,0 1 1,0 7-1,0-3 21,0-3 1,0 3 0,0-3 0,-1 1 37,-5-1 1,4 1-1,-4-7 1,4 0 31,2 1 0,0 1 0,0 4 0,0-7-36,0-3 0,0-2 0,0 2 1,0 2-40,0 2 1,6 5 0,0-3 0,-2 1-81,-3 5 1,5 7-1,0 2 1,-2-1 62,-2-3 0,-2-2 1,0 1-1,0-3 91,0-3 1,0-2-1,0-7 1,0 3-65,0-2 1,0-2 0,0-2 0,0 0-91,0 0 0,0-6 0,-2 2 0,-2 4-15,-2 3 1,0 3 0,6-4 0,0 2-6,0 2 1,0 7-1,0-3 1,0-1 13,0-3 1,0 2 0,-1 0 0,-3-1 27,-2 1 1,0-2 0,6-6 0,0-2 27,0-4 1,-2 4 0,-2-4-1,-2 4 7,3 2 1,1-6-1,2 0 1,0 2-60,0 2 1,0 2 0,0 0 0,0-2-1,0-4 0,0 6 0,0-4 0,0 4 6,0-2 1,0-2 0,0 4 0,0 0 41,0 0 1,0-8 0,0-2 0,0-2 19,0 1 0,0 1 0,0-4-76,0 2 0,0 1 0,0-7-64,0 1 0,-6-7-139,0 1 0,-2 0 44,2 5 0,4 1 1,-3-1 109,3 0 1,2 1-1,0-1 1,0 1 78,0-1 0,0-5 0,0 0-61,0 1 0,0 3 127,0 1-14,0-7-215,0-2-722,0-8 729,-8-8 1,4 6-1,-6-6 121,3 0 1,-1 5 0,2-9 0,-4-2-113,1-1 1,-7-5-1,4-1 1,-1-2 72,1 1 1,-3 3 0,5 2-1,-2-1-6,1 1 0,1-1 0,-2 1-137,6-1 1,-1 7-199,1-1 365,0 0 305,6 3 0,2 1-4,4 8 1,-4 8-1,6 3-76,-1 5 0,-3 1 0,6 3 1,0 1-83,-1 2 0,-3 2 0,6-3 1,-1 3 25,-1 2 0,6-5 0,-7 3 0,3-2-1,0 0 0,-1 6 1,7-5-1,-3-3-60,-3-2 1,3-1 0,-3-1-1,4 1-41,1-1 0,-7-5 0,-3-2-91,1-3 0,-4-1 196,8-6 108,-8 0 1,3-2-48,-7-4 1,0 3-186,0-9 0,0 6 0,0-5 28,0-3 0,0 4 1,2-1-1,2-3-105,2-2 0,8-1 0,-5-2 0,3-3-119,0-1 0,-1-8 1,5 2-1,-3-4-90,-1-2 0,0 2 0,3 2 0,-1 2-114,-3-2 1,-7 5 0,4 3 0,-2 4-1164,0 1 1,1 7-2695,-1-1 4263,4 8 0,0-4 0,-3 8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5:11.814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212 299 7771,'0'-12'323,"0"3"0,0 1 392,0-2 0,0 3-181,0-1 1,0 4-371,0-4 1,-4-1 0,-2-2-2,-1 3 1,3 2-1,-4 6 1,-2 0-69,-1 0 0,-2 6 0,1 2 1,-1 4-13,-4 6 1,2 5-1,-4 7 1,0 3-20,4 6 0,2 3 0,1 6 0,5-1-131,2-1 0,4-2 0,2 0 1,4-6 32,2-8 0,11-9 0,2-5 0,2-4-19,-1-3 1,2-7-1,-2-9 1,2-6-4,2-5 0,-6-8 0,-2-8 0,-2-2-91,2-6 0,-8 2 1,4-6-1,-4 1-14,-2 1 0,-1-3 1,-8 6-1,-2 1 88,-4 1 1,-3 8 0,-3 3-1,-1 6 69,-2 5 1,-5 9 0,3 7 0,-1 8-370,-1 9 0,5 12 1,0 6-1,2 7-725,2 9 1,5 0 1097,3 4 0,-3 2 0,0 0 0</inkml:trace>
  <inkml:trace contextRef="#ctx0" brushRef="#br0" timeOffset="415">423 473 7771,'5'-7'128,"-4"-5"1,4 4 568,-4-3 1,0 5 0,2 0-198,2 0 0,-1 8 1,-4 1-1,0 9-149,0 6 1,0 3 0,1 4-1,1 4-188,3 5 0,-1-3 1,-4 1-1,0-1-95,0-4 0,4-2 0,2-4 0,-1-5 75,0-2 1,5-7 0,-2-3 0,4-6-173,0-6 1,5-11 0,0-14 0,1-3 3,0-1 1,3-2-1,-4 0 1,-1 1-303,2 2 1,-4 2 0,2-2 0,-2 4-903,-1 7 1,-6 2 471,2 6 1,-6 8 0,1 9 0,-3 7 756,-1 3 0,0 8 0,0 1 0</inkml:trace>
  <inkml:trace contextRef="#ctx0" brushRef="#br0" timeOffset="800">857 596 11217,'4'-8'417,"0"0"1,6 4-1,-2-4 1,3-2-654,2-1 0,-1-2 0,1 1 0,-3 0-12,-1 0 1,0-6-1,-3 2 433,1 1 0,-4 1 0,-1 2-122,-4-1 1,-6 7 0,-4 2 0,0 2-12,0 2 0,-3 6 1,0 2-1,-1 4 27,0 5 1,3 2 0,0 6 0,1 0 191,-1-1 0,7 3 0,2 0 0,2 0-58,2-3 1,3 4 0,4-6-1,7-2-263,3 0 0,4-5 0,4-6 0,0-2-530,0-1 0,-1-2 1,1-4-1,0 0-1651,0 0 1,-6-5 2230,-2-4 0,-3-7 0,-2-3 0</inkml:trace>
  <inkml:trace contextRef="#ctx0" brushRef="#br0" timeOffset="1149">1291 435 7771,'-12'4'0,"1"2"586,2 1 1,0-3-1,5 4-191,1 2 0,1-2 0,2 3 0,0 3-241,0 0 0,0 5 0,0 2 0,0 4 163,0 3 0,0-2 0,0 3 0,0-2 46,0-2 1,0-2 0,0-2 0,0-5 623,0-2-867,0-7 1,5-7-1,0-8 1,1-5-223,-1-3 0,3-2 0,-3-6 0,-2 2-175,-2 0 0,2-4 0,2 6 0,-2-4 17,-2-1 0,3-3 0,1 2 0,-1 3 22,1-1 0,-2 1 1,5-1-1,1 2-127,3 2 1,-2 5 0,0-1 0,4 6-408,0 1 0,1 6 1,1-1 771,0 3 0,6 6 0,-3 2 0</inkml:trace>
  <inkml:trace contextRef="#ctx0" brushRef="#br0" timeOffset="1533">1601 733 7771,'5'12'-637,"-2"1"526,0-1 1,-2-4 3320,-1 1-2706,0-1 0,0-3 0,0-5 0,0-8-48,0-7 0,0 0 0,2-6 0,1-2-110,1-5 1,0 2 0,-2-4 0,0-1-139,2-2 0,2-3 0,-3 0 1,2-2-138,2 1 0,1-4 1,6-1-1,1 2-393,2 2 0,3-4 0,-2 1 1,2 2-220,2 4 1,-3 6-1,0 5 1,0 5-142,1 6 0,-5 3 0,2 5 0,-4 2 98,0 2 1,-5 8 0,-1 4 0,0 5-470,0 4 1053,-5-5 0,10 8 0,-5-3 0</inkml:trace>
  <inkml:trace contextRef="#ctx0" brushRef="#br0" timeOffset="1781">1626 460 7771,'0'13'2352,"-1"-6"-895,-3 2 0,4-2-1038,0 1 0,5-2 0,7-6 1,1 0-297,-1 0 1,6-5-1,1 0 1,2 0-927,0-1 1,-5-4 0,5 4 0,0-3-2820,-2 1 3622,-1 5 0,0-8 0,1 4 0</inkml:trace>
  <inkml:trace contextRef="#ctx0" brushRef="#br0" timeOffset="2031">2035 510 7771,'-12'0'374,"0"0"1,3 0 0,3 1 415,0 3 1,2 7 0,4 7-1,0 2-759,0 2 1,0 1-1,0 2 1,0 0-586,0 0 0,0-6 1,0-3-1244,0-2 1283,0-2 1,1-10-1,2-8 1,1-6 513,-1-5 0,3-5 0,2 3 0</inkml:trace>
  <inkml:trace contextRef="#ctx0" brushRef="#br0" timeOffset="2180">2110 311 7771,'0'-12'521,"0"0"0,-4-1 1138,0 1 0,-5 3-1932,5 1 0,2 7-1824,6 1 1,-3 1 2096,3 7 0,3-5 0,0 3 0</inkml:trace>
  <inkml:trace contextRef="#ctx0" brushRef="#br0" timeOffset="2482">2482 38 8142,'-7'-5'1178,"0"-1"-199,3-2 0,2 5-539,-1 11 0,1 6 0,1 12 0,-2 3-273,-1 5 1,-5 6 0,4 4 0,-2 2-102,-3 6 0,0 9 0,-3 0 0,1 0 37,-1-2 0,2-8 1,1-1-1,4-9-134,0-6 0,2-10 1,6-9-709,2-3 0,-1-6 0,4-2-153,3-4 0,-3-7 0,0-2 0,-1-4-260,-4-4 1,4 0 1151,-2-5 0,0 1 0,-4-5 0</inkml:trace>
  <inkml:trace contextRef="#ctx0" brushRef="#br0" timeOffset="2630">2246 460 7771,'8'0'2019,"-2"0"1,-2 0-1617,5 0 0,6 0 0,2 0 0,4 0-471,5 0 0,1-4 0,6-1 0,0-1-609,-1 0 0,2-4 0,-5 4 677,-2-1 0,0-9 0,-2 1 0</inkml:trace>
  <inkml:trace contextRef="#ctx0" brushRef="#br0" timeOffset="2932">2891 174 7966,'0'-16'0,"0"0"797,0 1 1,0 1-222,0 1 0,0 8-238,0 5 1,0 10-1,0 12 1,-1 2-73,-3 5 1,-2 3-1,-3 6 1,0 4 101,0 3 1,-7 3-1,0 2 1,1 0-76,1-1 1,2-3-1,1-2 1,1-3-304,2-5 0,5-4-448,-1-7 0,8-11 1,4-6-563,3-6 1,0-7 0,-1-5 0,-3-4 1019,-2-2 0,5-6 0,-3 3 0</inkml:trace>
  <inkml:trace contextRef="#ctx0" brushRef="#br0" timeOffset="3097">2705 522 13434,'12'0'0,"1"0"139,-1 0 1,7 0 0,1-1 0,4-2-531,1-1 0,3-5 1,1 4-1,0 0 391,2-1 0,-6-4 0,6 4 0</inkml:trace>
  <inkml:trace contextRef="#ctx0" brushRef="#br0" timeOffset="3348">3189 485 7969,'-1'-7'794,"-4"3"1,3 9 0,-5 6 0,1 6-664,4 2 0,-4 6 0,2 4 0,0-1-176,-2-2 0,5-3 0,-3-1 1,2-2-51,2-3 0,0 0-329,0-5 0,0-6 0,0-6-2094,0-7 2518,0-4 0,6-7 0,1-1 0</inkml:trace>
  <inkml:trace contextRef="#ctx0" brushRef="#br0" timeOffset="3514">3227 336 7833,'0'-7'2552,"0"1"0,0 6-3361,5 0 0,-2 0 809,5 0 0,0 6 0,5 1 0</inkml:trace>
  <inkml:trace contextRef="#ctx0" brushRef="#br0" timeOffset="3933">3400 547 13244,'0'12'0,"0"0"186,0 1 0,0 4 0,-1 0 0,-2 2 70,-1 4 0,0-5 1,4 0-129,0-1 1,0-2 0,0 1-226,0-2 1,5-7 0,3-5-1,3-3-72,2-3 1,-1-7 0,1 0-1,0-6-299,4-2 1,-2 2 0,6-3 0,1-2 211,1-2 0,-2 4 1,-1 0-1,1 3 354,-1 1 0,-2 8 0,-6 4 167,1 2 0,-7 8 0,-2 3 0,-2 7 195,-2 5 1,-6 2 0,-2 2 0,-3 0-41,-1 0 0,0-2 1,3-2-1,2-4-717,1 1 0,2-4 1,4 3-84,0-4 1,6-4-1,2-2 1,3-2-485,2-2 1,3-3 0,0-3 863,0-1 0,3-6 0,0 3 0</inkml:trace>
  <inkml:trace contextRef="#ctx0" brushRef="#br0" timeOffset="4397">4033 733 7833,'0'-12'601,"0"3"1,0 1 0,0-2-225,0 0 0,0 1 0,0 1 0,1 0 886,3 1 0,-3-5-935,4 5 0,-4-1-309,-1 0 1,-6 5 0,-1-1 0,-5 4-75,0 4 1,-5 3 0,-1 6 0,1-1 9,-1 1 0,1-1 0,5 1 0,1 0 203,2 3 1,0-1 0,4 1-105,3-2 1,4-6 0,5-1-1,3-2-59,4-2 0,1-2 0,-1 1 0,2 1 22,5 1 1,-3 2-1,0-4 1,-2 3 342,1 3 0,0 0 1,-7 6-1,0 3 283,-2 8 1,-5 6-1,1 7 1,-2 5-371,-2 6 0,-7 7 0,-4 6 1,-5-1-350,-4-4 1,3-1 0,-3-8-1,-2-3-162,-2-3 1,-5-13 0,0-7 0,1-6-168,-3-5 0,3-8 0,-3-3 0,1-7-109,2-4 0,6-3 1,3-3-1,2-3-101,6-4 0,4-4 1,7-3-1,3-1 36,5-2 0,7-2 1,14-1-1,7-1-194,8 1 1,10-5 0,-20 19-1,2 0 773,3-1 0,1 0 0,4-1 0,2 0 0,0 0 0,1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0:19.831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420 6131 7853,'6'11'58,"0"1"1,-1-6 0,-3 3 271,4-1 0,-4 6 275,4-3 170,4-3 725,-8 0-410,5-8-764,-7 0 1,0-8-219,0-4 1,0 3-200,0-3 0,0 0 0,0-5-40,0 0 1,0-1 0,0 1-1,0-3 96,0-3 1,0 3 0,0-5-1,0 2 112,0 0 1,-2-6 0,-2 3 0,-1-1-46,1-4 1,2 4 0,2 0 0,0 2-71,0 3 1,-2-3 0,-2 0 0,-2 0-37,2-1 1,2 3-1,2 4 1,0-3-20,0-1 1,0-6 0,0 6 0,0-1-6,0-1 0,0 4 0,0-8 0,0-2 87,0-2 0,0 4 0,0 1 0,0 1-7,0 0 0,0-2 0,0-4 0,0 2-15,0 2 0,0 0 0,0-6 0,0 0 14,0 0 0,0-2 0,0-2 0,0-4 35,0-1 0,0 5 1,2-4-1,2 3 6,2-1 1,0-2 0,-6 4-1,0-1 8,0 1 1,0-4 0,0 2 0,0 3-43,0 1 0,0 2 0,-2 0 0,-2 0-64,-2 0 0,0 0 0,4 0 0,-1 0 35,-3 0 1,0-5-1,6-1 1,0 2 41,0 2 0,0 2 0,0 0 0,0 0-18,0 0 0,0 0 0,0 1 1,0-1 29,0 0 0,0 0 0,0 0 0,0-2-52,0-4 0,0 4 0,0-3 0,2 3 26,4 2 0,-4-2 0,3-2 1,-3-2 10,-2 3 0,0 1 1,0 0-1,0-2 8,0-2 0,-5 2 1,-1 8-1,2 4 20,2 2 0,2-6 0,-2 4 0,-2 0 17,-2 3 0,0-1 0,6 0 0,0-2-13,0-4 1,0-2 0,0-2 0,0 2-18,0 4 0,6-6 0,0 4 0,-2-4 55,-2 2 1,-2 8 0,0-5 0,0-1-23,0-2 1,0 4-1,0 2 1,0 0 21,0 0 1,0 3 0,0-5-1,0 0-8,0 2 1,0-4 0,0 6 0,0-2-51,0-4 1,0 3 0,0-1 0,0 0 5,0 2 1,0-8-1,0 4 1,0-4 63,0 2 0,0 2 1,0-4-1,0 0 0,0 0 0,0 6 1,0 2-1,0 2 31,0 3 1,0-3 0,0 0 0,0 0-55,0 0 0,0 1 1,0 5-1,0-2-10,0-3 1,0 1 0,0 4 0,0-3-42,0-1 1,0-2-1,0 1 1,0-3 8,0 0 1,0-4 0,0 6-1,0-2 2,0-4 1,0-2-1,2-2 1,2 2 54,2 4 1,-1-4-1,-5 5 1,0 1 98,0 4 1,0 4-1,0 1 32,0 1 1,0-1-138,0 1 0,0-1 0,-2 1-69,-3-1 0,3 7 1,-4-1-67,4-2 1,-4-1 0,0-3 42,2 1 0,2-2 0,2-3 1,0-1 52,0 2 0,0 5 1,0-1 21,0-9 0,0 9 0,0-1 40,0 3 0,0 5-76,0-1 1,0 5-93,0-6-71,0 8 1,0-5 50,0 3 0,0 2-208,0-8-1499,0 8 472,0-3 0,0 9 133,0 3 0,0 5 1201,0 8 0,-7 7 0,-3 2 0</inkml:trace>
  <inkml:trace contextRef="#ctx0" brushRef="#br0" timeOffset="1100">18 420 8855,'-9'11'1955,"3"1"-1243,4-8 0,2 6 600,0-5-1129,0-3 1,8-2 0,1-11-133,1-5 1,5-1 0,-3-1-1,4 1-90,1-1 1,1-5 0,-1-2 0,2-2-96,5-4 0,-3 3 0,6-1 0,-2 0-85,-3 2 0,-1 0 0,0 6 0,1-3-7,-7 3 0,3 7 0,-7 5 0,3-1-112,-2 0 1,-3 6 205,-3-2 78,-4 5 74,6 1 3,0 7 1,-4-3 38,7 8 0,1-1 0,3 7 70,-3-1 0,2 1 0,-7-1 0,3 1-7,4-1 1,-5 3 0,3 1 0,2 4-26,1 2 0,1-5 0,-3 3 0,-1-2 19,1 1 1,3 1 0,1-4-168,1 2 1,-7-1 0,-1-9-43,-2-1 1,0-8-209,-2 2 1,-5-6-2242,5-6 2539,-4 4 0,-2-14 0,0 7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0:52.212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262 499 7881,'0'-12'-651,"2"-1"445,2 1 1,-3 0 389,3-1 0,-1 2 0,0 1 775,1 2 933,0 5-33,-4-8-1257,0 10 1,0 15-375,0 10 0,0 8 1,0-4-1,0 3-232,0 1 1,0 1 0,0 4 0,2 2-260,2 3 0,-3-9 0,5 0 0,-2-5-557,0-3 1,4-6 0,-2-3-1862,1-7 2681,-4-3 0,8-12 0,-4-1 0</inkml:trace>
  <inkml:trace contextRef="#ctx0" brushRef="#br0" timeOffset="300">13 400 8263,'-6'7'982,"5"4"-581,-4-3 1,4-1 0,2 0-55,4-2 1,2 4 0,6-5 0,3-1 48,0-2 0,6-5 1,-1-2-1,4-1-100,4-2 0,-1-4 0,7-2 0,2-2-370,4 2 1,6-3-1,-2 1 1,4 2-606,1 1 0,0 2 1,0-1-1,0 1-191,0-1 1,-2 5 0,-3 1 869,-8 1 0,-5-3 0,-7 2 0</inkml:trace>
  <inkml:trace contextRef="#ctx0" brushRef="#br0" timeOffset="684">212 974 6704,'0'8'1565,"0"0"-315,0-5 239,0 3-406,0-6 1,6 0-1,2 0-906,3 0 0,6-4 0,1-2 0,3 1-196,5-1 1,-1-2 0,6 2 0,-1 1-563,3-1 0,-1-2 0,0 2 0,-1 1-939,-4-1 1,-4-2 1519,-3 4 0,-4-12 0,2 2 0</inkml:trace>
  <inkml:trace contextRef="#ctx0" brushRef="#br0" timeOffset="1233">861 724 7924,'-4'-8'0,"0"0"203,1-2 0,-2 3 1,1-1 346,1-2 1,-3 3-54,2-1 1,0 3-194,4-3 1,1 5 0,2 1 126,1 4 1,0 9 0,-2 7-1,1 2 36,1 2 0,0 2 1,-4 1-1,0 1-242,0 3 1,4-3 0,0 4-1,-1-5-172,-2-5 0,1 3 0,1-7-149,1-1 1,5-6-1,0-6-113,2-6 0,1-7 0,1-9 0,-1-8-31,1-3 1,-1 1 0,1-5 0,-2 1 81,-3 1 1,2 2 0,-5 5 0,1 1-143,0 3 1,2 3 0,-4 6 128,-1-1 1,2 8-1,1 6 116,1 10 1,-4 7 0,2 7 0,-1 0 70,1 0 0,-1 4 0,-3 0 0,2-1-209,1-1 1,2-8 0,-4-1 0,2-1-701,-1-1 1,4 0 298,2-8 0,-3-3 1,1-6-1,-1-3 594,-3-4 0,-2-9 0,5 3 0,1-4 0</inkml:trace>
  <inkml:trace contextRef="#ctx0" brushRef="#br0" timeOffset="1533">1323 387 7905,'0'-12'188,"-4"-1"0,0 1 1099,1-1-1030,2 6 1,1 9 0,0 10 0,0 8 134,0 3 0,-4 8 1,0 2-1,1 3-10,1 1 1,2 6 0,0 3 0,0 3-145,0 1 1,2-2-1,1-2 1,1-4-121,-1-4 1,2-1 0,1-6 0,1-6-530,2-7 0,-2-8 1,2-3-274,0-1 1,-3-4 0,-1-7 0,-1-6-23,1-5 1,-1-2-1,-4 3 1,-2-1 705,-2 0 0,-3-3 0,-5-1 0</inkml:trace>
  <inkml:trace contextRef="#ctx0" brushRef="#br0" timeOffset="1700">1199 712 7905,'0'-13'1576,"1"6"1,3 3-1,4 1-1241,4-1 0,1 3 0,3-3 0,2 1-228,1-1 0,2 1 1,5-5-1,2-1-336,1 2 0,2-4 0,-4 3 0,3-2-671,-3 2 0,-2-2 0,-3 6 900,-1 1 0,0-4 0,4 0 0</inkml:trace>
  <inkml:trace contextRef="#ctx0" brushRef="#br0" timeOffset="2083">1548 724 8123,'-7'2'1614,"3"2"0,4-2-1350,4 7 0,-1-6 1,5 1-1,2-3 109,1-1 1,2 0 0,-1 0-244,1 0 1,-1-4 0,0-2 0,1-1-362,-1-2 1,-3 2 0,-2-1 0,0-2-69,0-1 0,-5 2 0,3 1 0,-4-2 21,-1-1 1,0 3 0,-1 1 202,-4 1 0,-2 2 0,-5 6 0,-1 2 341,1 4 1,1 9-1,1 4 1,2 2 132,-2 2 1,5 0-1,0 0 1,4 0-132,1 0 0,0-1 1,1-2-1,4-3-277,3-1 0,4-2 1,4-8-1,2-4-396,1-3 0,1-1 1,2-1-1,-1-3-586,1-4 1,0-4 0,-1 0 0,-5-1-255,-2 1 1,-5-1 1244,-1 1 0,-5-6 0,2-1 0</inkml:trace>
  <inkml:trace contextRef="#ctx0" brushRef="#br0" timeOffset="2450">1898 649 7905,'0'-12'1267,"0"3"233,0 1-1080,0 5 1,0 12 0,0 9-6,0 3 1,0 1 0,0 4 0,0 2-140,0 1 0,0 0 1,1-4-1,2 0-136,1 0 0,2-4 1,-4-2-42,2-1 1,2-7-1,-2-7-130,4-2 1,-2-9 0,-2-4 0,-2-6-154,-2-2 1,1 2-1,2-2 1,1-1-12,-1 1 1,-2 2 0,-1-2 0,0 1 33,0 3 0,0 1 0,0 1 0,0 1-87,0-1 1,0 1-1,0-1 1,0 1-112,0-1 1,6 5-1,2 0 1,3-1 7,2 2 1,0 2 0,3 5 0,2 0-228,1 0 0,1 0 0,2 0 0,-3 0 578,-1 0 0,4 0 0,-2 0 0</inkml:trace>
  <inkml:trace contextRef="#ctx0" brushRef="#br0" timeOffset="2983">2247 649 8488,'-7'6'1274,"3"2"0,3 3-704,1 2 0,0 5 1,0 4-1,0 6-156,0 5 1,4 7 0,0 3 0,0 3-126,2 5 0,-3-1 0,3 3 0,1-6-170,0-5 0,-4-3 0,3-3 1,-2-3-133,0-4 1,0-8 0,-4-4-545,0-4 0,0-7 291,0-6 1,0-6 0,2-6 0,0-1 1,2 1 1,1-6 0,-5-3 0,0-3 13,0 0 1,0-1 0,0-2-1,0-1 143,0-1 1,0-4 0,0 3 0,0-2-33,0-3 0,0 0 1,0 1-1,1 0-56,3 0 1,3-2 0,6-2-1,-1 2 180,1 3 1,3 4 0,2 8 0,0 4 27,0 3 1,-1 7-1,-5 3 1,1 4-20,-1 4 0,-3 5 1,-2 7-1,-2 5 123,-2 3 0,-2-1 1,-1-1-1,-1-1-24,-3 1 0,-2-3 0,-3-1 1,2-2 18,1 1 0,-4-1 0,2-4 0,-3-3-187,-2 0 1,2-5-1,0 3 1,0-2-220,-3-2 1,-1-2 0,3-1 0,-1-1-491,1-3 1,3-2-1,1-3-833,-2 0 1617,-1 1 0,-1-5 0,-1 1 0</inkml:trace>
  <inkml:trace contextRef="#ctx0" brushRef="#br0" timeOffset="3400">2609 599 8038,'-5'-7'846,"3"3"0,-2 10-165,3 6 0,1 6 1,0 7-1,0 0-299,0 0 0,0 2 1,1 0-1,2 2-137,1-1 0,0-1 1,-4-4-1,2-2 24,2-4 0,-3-4-132,3 0 0,-2-8 1,-1-5-269,3-6 0,-2-10 0,2-2 0,-3 0-117,-1 0 0,0-4 0,0 3 0,0-2 51,0 0 0,0 2 0,0-4 1,0 4 43,0 1 0,0 0 0,2 3 1,0-2-252,3 2 1,0 1 0,-1 1 85,5 1 1,2 1 0,1 2 0,1 5-38,-1 3 0,2 1 0,1 0 0,2 0-200,-2 0 0,3 1 0,0 2 0,0 1-490,0-1 1045,-1-2 0,-5 5 0,1 1 0</inkml:trace>
  <inkml:trace contextRef="#ctx0" brushRef="#br0" timeOffset="3766">2871 649 8089,'-5'7'1404,"2"0"-553,-5-3 0,5 3-583,-1 6 0,4-6 0,4-3-148,4-3 1,3-1 0,2 0 0,-1-1-24,1-3 1,-1 1-1,1-5 1,-1-2-177,1-1 1,-1 0 0,1 1-1,-2 2-114,-3-2 0,2 3 1,-6-1-1,-1-2-92,-2-1 1,-1 3-1,-1 1 189,-3 1 0,-3-2 0,-6 4 1,1 2 215,-1 5 0,-1 4 1,-1 5-1,-1 2 171,0 3 0,7 2 0,2 6 0,1 0 138,3 0 0,2 0 1,1 0-1,1-1-406,3-3 1,9-2 0,6-5-1,2 0-436,0-3 1,0-7-1,4 0 1,0-4-149,0-4 0,-2-3 0,-1-7 0,-2-3-1944,-2-3 2505,-1-4 0,-5-1 0,1 0 0</inkml:trace>
  <inkml:trace contextRef="#ctx0" brushRef="#br0" timeOffset="4066">3209 150 7877,'0'-17'0,"0"-1"171,0-1 1,0 4 0,0-2 1572,0 3-1417,5 7 0,-4 11 1,4 10-1,-4 4 29,-1 4 0,0 3 1,0 6-1,0 5 42,0 4 0,0 13 1,-1 0-1,-2 2 8,-1-1 1,0 2-1,4-2 1,0-2-289,0 0 1,1-8-1,2-4 1,2-5-594,2-6 1,0-8 0,3-6-38,-2-5 0,-1-6 0,1-8 0,-3-4-368,-4-3 1,-1-3 0,0-2-1,0 0 40,0 0 1,-1-2-1,-4 2 840,-3 1 0,-3-5 0,-2 1 0</inkml:trace>
  <inkml:trace contextRef="#ctx0" brushRef="#br0" timeOffset="4250">3084 524 7834,'-6'-7'964,"-1"-4"0,2 10 1,5-3-1,7 1-605,4-1 1,3 3 0,2-4 0,4 3-484,-1-3 0,5 4 0,-4-5 0,4 2-370,1 0 0,4-4 1,0 4-1,-1 0-384,-2-2 0,-1 5 0,-1-4 878,-3 4 0,2-5 0,-3 0 0</inkml:trace>
  <inkml:trace contextRef="#ctx0" brushRef="#br0" timeOffset="4750">3571 599 8331,'0'7'3276,"0"-1"-2815,0-6-336,-6-6 1,3 5 0,-5-3 36,-2 2 1,0 8 0,1 2 0,0 3 27,0 2 1,-2 6 0,-2 5 0,2 4-43,3-1 0,-2 4 0,6-2 0,1-1-68,2-2 1,2-7-1,3-3 1,5-7-271,2-4 0,3-4 0,1-2 0,3-5-42,1-6 1,-3-7 0,2-5 0,-2-3 25,1-2 1,-1 3 0,-4-5 0,-3 2 76,0 0 1,-7 0-1,3 5 1,-4 3 258,-1 5 0,-1 3-8,-4 5 1,3 2 0,-5 8 0,1 2 24,3 4 0,-2 5 0,1 3 1,1 5-50,1 3 1,2 1-1,0 0 1,0-2-7,0-2 1,6 3 0,2-5 0,3 2-274,2 0 0,-1-6 1,2 0-1,2-4-404,0-2 1,2-7-1,-3 3 1,2-4-275,-2-1 0,-1-6 0,-3-2 859,-2-3 0,7-1 0,-2-1 0</inkml:trace>
  <inkml:trace contextRef="#ctx0" brushRef="#br0" timeOffset="5283">3883 87 7767,'5'-12'0,"-3"4"474,2-1 0,-3 9 0,-1 4 76,0 12 0,0 7 0,-1 8 0,-2 6-105,-1 8 0,0 5 1,2 4-1,-1 5 12,-1 7 0,0-3 1,4 4-1,0-5-139,0-3 0,0-8 1,2-8-1,0-4-161,2-7 1,6-11-1,-1-8-296,2-3 0,0-9 0,-2-1 0,-2-8-179,-1-7 1,4-2-1,-3-6 1,-1-4-114,-1 1 1,0 0 0,-1 1-1,1-2 103,0-2 0,-2 3 0,5-3 0,0 2 57,-1 2 0,5 0 1,-4 0-1,3 2 76,1 2 1,5 4 0,0 9 0,-1 4 241,2 3 1,-4 2 0,3 4 0,-3 8 291,-2 6 0,-1 10 0,-1 3 0,-3 2-50,-1-1 0,-2-5 0,-4 1 0,-2-3 49,-2-1 0,-3-1 1,-5-3-1,-1-5-221,1-2 1,-2-6 0,-1 1 0,-2-1-447,2-1 0,-3-1 0,1-6-539,2 0 1,1 0 0,1 0-616,1 0 0,5-6 1483,3-2 0,-3-3 0,0-2 0</inkml:trace>
  <inkml:trace contextRef="#ctx0" brushRef="#br0" timeOffset="5583">4395 549 8754,'-13'0'879,"5"0"1,1 2-767,1 2 1,2 4 0,4 9 0,0 4 471,0 2 1,0 4 0,0 0 0,0 4-362,0 1 1,0-4-1,0 1 1,0-3-318,0-1 0,0-6 0,1-2-660,4-3 0,-3-7 270,7-3 0,-2-8 1,1-4-1,-4-5-224,-2-4 1,-1 2 0,2-6 0,1 1-67,-1 0 0,-2-3 773,-1 2 0,0-8 0,0-3 0</inkml:trace>
  <inkml:trace contextRef="#ctx0" brushRef="#br0" timeOffset="5716">4382 425 7765,'0'-13'0,"0"1"0,0-1 1049,0 1 0,0 3 1276,0 1-2090,0 5 1,0-1-1101,0 8 1,4-1 864,0 5 0,6 1 0,-3 3 0</inkml:trace>
  <inkml:trace contextRef="#ctx0" brushRef="#br0" timeOffset="6050">4582 150 7832,'0'-20'78,"0"4"1,0 2 0,0 1 0,1 2-135,3 3 1,-1-2 0,4 5 0,0-1 445,0 1 0,-3 1 41,4 4 1,-3 5-1,1 5 1,0 5 34,-3 6 0,-3 4 0,-3 4 0,-3 6-60,0 5 1,-1 6 0,-3 6-1,2 5-183,-2 4 1,-1 0 0,5-25 0,1 0 0,0 1 0,0 0-90,0 0 0,2-1 0,0 35 0,-1-13 1,2-6-171,2-9 1,10-9-1,3-14 1,0-8-448,1-6 0,-1-5 1,-1-3-1,1-5-314,-1-6 0,-1-8 0,-1 0 0,-3-2-333,-2-2 1,0 0 1129,-5 0 0,0-6 0,0 0 0</inkml:trace>
  <inkml:trace contextRef="#ctx0" brushRef="#br0" timeOffset="6349">4757 599 7751,'0'-12'283,"0"-1"-314,0 1 0,5-1-19,3 1 0,2 6 0,-2 6 664,-3 7 0,0 4 0,-1 3 1,-1 2-84,-2 0 0,-2 6 0,-2-1 0,-2 3-95,-2 1 1,0 0 0,-3 0 0,3-2-372,2-2 0,-1 1 1,3-5-1,-1-2-1287,1-1 162,2-2 0,7-6 1,2-6 323,3-7 0,2-4 1,-1-1-1,0-2 736,1-3 0,5-2 0,1-6 0</inkml:trace>
  <inkml:trace contextRef="#ctx0" brushRef="#br0" timeOffset="6533">4819 225 7930,'0'-13'193,"0"1"1,-1 3 0,-2 1-622,-1-2 2323,-1 5-2441,5-1 1,0 8 545,0 2 0,6 3 0,1 5 0</inkml:trace>
  <inkml:trace contextRef="#ctx0" brushRef="#br0" timeOffset="6866">5094 25 8682,'-2'-11'-571,"-2"3"1082,3 2 1,-3 7-1,6 5 1,2 5 91,-1 4 1,3 9 0,-1 0-1,1 6-239,-1 6 0,0 0 0,-5 10 0,0 2-43,0 5 0,-2 3 0,-2 5 0,-4-2-67,-3 1 0,2-2 0,2-9 0,2-3 37,2-5 1,2-7-1,2-7-649,3-5 1,-1-9-1,5-9 1,2-3-166,1-1 1,-3-1 0,1-3 0,-1-4-372,-1-3 0,3-2 0,-6 1 0,-1-1-256,-2 1 1,-1-1 1149,0 1 0,-6-6 0,0-2 0</inkml:trace>
  <inkml:trace contextRef="#ctx0" brushRef="#br0" timeOffset="7066">5019 537 7787,'0'-13'49,"-2"2"0,0 2 346,-3 0 0,1 1 43,4-5 1,2 1-95,2 0 1,3 5 0,5 2 0,1 4-197,-1 1 1,1 0 0,1 0 0,1 0-582,1 0 0,5 0 0,-4 1 0,-2 2-1255,-1 1 1688,4 1 0,-4-5 0,4 0 0</inkml:trace>
  <inkml:trace contextRef="#ctx0" brushRef="#br0" timeOffset="7600">5331 537 7787,'-2'-7'2596,"-2"3"-2273,3 2 1,-5 8-1,6 4 1,0 5-150,0 6 1,0 2 0,0 2 0,0 0-86,0 0 1,0-1 0,2-3 0,1-3-90,1 0 0,4-9 1,-2 2-1,0-4-42,4-4 0,5-1 0,2-4 1,0-3 29,1-8 1,-4-1 0,4-7-1,-2-1-65,1-1 0,-5 2 1,-3 0-1,-1 0 88,-1 2 0,3 1 0,-6 5 84,-1 1 60,-2 5 0,-6 8 1,-4 12-1,-2 8 199,-1 6 0,-1 1 0,2 7 0,1 2 73,2 3 1,4 12 0,-3-2-1,1 2-179,4 4 1,0-3 0,2 5 0,0-1-118,0-5 1,4-3 0,1-12 0,-3 0-132,0-4 0,-8-3 0,-2-6 0,-3-2-346,-2-1 0,-5-6 0,-3 2 0,-2-5-316,-2-3 1,-4-4 0,-2-6 0,-1-3 146,-2-5 0,-1-6 0,2-3 0,3-3 214,4-5 0,8 0 0,6-8 0,6 0-177,5-3 0,8 0 0,6 0 0,11-1-269,8 1 0,4 5 747,1 3 0,7 2 0,0 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4:11.247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36 382 8378,'0'18'0,"-6"-6"-55,0-1 1,-2-5 1095,2 6 997,5-8-598,-7 3 1,8-9-238,0-3 0,2 3 0,4-6-729,5 0 0,11 6 1,1-6-1,-2 3-374,-1-1 0,3 0 0,2 6 0,2-2-696,4-4 1,-4 4 0,3-4 0,1 4-1182,2 2 0,-4 0 0,-2 0 0,-2 0 1777,-4 0 0,7 0 0,-1 0 0</inkml:trace>
  <inkml:trace contextRef="#ctx0" brushRef="#br0" timeOffset="350">123 767 10156,'2'-10'1067,"4"4"1,-2 4-878,7 2 0,3 0 0,7 0-470,3 0 0,-1 0 0,-4 0 1,5 0-1820,5 0 2099,4 0 0,2-8 0,-1-1 0</inkml:trace>
  <inkml:trace contextRef="#ctx0" brushRef="#br0" timeOffset="1550">1223 86 6743,'0'-12'3546,"0"0"-2225,0 8-872,0-3-404,0 7 0,-7 0 0,-5 2 0,-4 3-25,-1 7 1,-1 11 0,1 6-1,-1 4-24,1 2 0,0 6 0,-1 2 0,3 1-32,3 5 1,4 7-1,8 2 1,2-3-58,4-7 1,6-5 0,11-10 0,6-2-45,4-2 1,2-15 0,0-3 0,0-7-47,0-4 1,0-13-1,0-7 1,-2-5 87,-4-6 0,-4-8 0,-8-4 0,1-1 270,-1-5 1,-5 1 0,-2-1 0,-3 3-5,-3-3 0,-8 5 0,-5-1 0,-7 2-110,-9 4 0,-6 4 1,-6 6-1,-4 6-355,-5 4 1,1 9 0,-2 4 0,1 6-346,1 6 1,1 13 0,7 16 0,0 10 638,4 5 0,10 11 0,-3 1 0</inkml:trace>
  <inkml:trace contextRef="#ctx0" brushRef="#br0" timeOffset="2017">1066 452 8243,'0'-17'910,"0"5"-305,0 1 0,2 7 0,4-2-371,6 4 1,11 0 0,6-2-1,4-2-418,2 2 0,6 2 0,1 2 1,3-2-924,3-3 1,3 3 1106,1-4 0,1-4 0,-1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4:14.180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0 489 8291,'0'10'1375,"0"-2"0,0-6-778,0 3 1,2-3-323,4 4 1,-2-6-1,8-4-116,1-2 0,-3-7 0,2 3 0,1-1-179,3-1 1,1 0-1,-1-5 1,-3-1-179,-1 1 0,0-1 0,5 3 1,1 1-600,-1 3 1,-5 5-201,-1-6 948,1 8 1,-2-2 0,-4 12 0,-6 6 215,-6 3 0,4 9 0,-6-1 0,2 0-6,0 3 0,-1-7 0,3 4 1,-2-3-240,2-3 1,2 1 0,2-1-509,0 0 0,0-5-759,0 0 1,0-6 1344,0 5 0,0 1 0,0 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4:22.696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122 182 6435,'-5'12'1211,"-1"0"-1246,0-8 1,4 3-652,-4-7 1,2 0 685,-7 0 0,5-7 0,-6-5 0,3-4 0,-3-1 0,-4 7 0,7 2 0</inkml:trace>
  <inkml:trace contextRef="#ctx0" brushRef="#br0" timeOffset="217">0 130 8138,'0'-12'846,"0"1"1,0 5 307,0-6 0,0 6-75,0-5-785,0 7 1,6 4-1,2 12 1,1 3-66,5 3 1,4 5-1,3 2 1,2 2-224,-1 4 0,3 8 0,0 2 1,0-2-612,0-2 1,5-4 0,-7-2 0,-2-4-292,-1-2 1,-9-2 0,-1-5-2410,-2-1 3305,-3-7 0,-5-10 0,0-10 0</inkml:trace>
  <inkml:trace contextRef="#ctx0" brushRef="#br0" timeOffset="500">367 43 8144,'0'-18'725,"0"1"1,-8 9-170,-3 8 1,-5 10 0,-1 13 0,-1 6-167,1 4 0,-9 8 1,-1 2-1,-2 1-511,0 5 1,8-1-1,-5 1 1,3-3-143,0 3 1,2-7 0,7-1 0,4-6-1272,2-6 0,3-9 1534,5-9 0,0-7 0,0 4 0</inkml:trace>
  <inkml:trace contextRef="#ctx0" brushRef="#br0" timeOffset="867">681 287 9838,'12'-6'293,"0"1"1,-1-1 0,9 4 0,3-2-170,6-2 0,4-6 0,2 5 0,0-1-393,0 0 1,0-3 0,0 3 0,-2 0-2010,-4 0 2278,-4 2 0,-8-1 0,1-3 0</inkml:trace>
  <inkml:trace contextRef="#ctx0" brushRef="#br0" timeOffset="1117">891 113 8049,'0'-18'134,"6"6"1891,0 1-1637,-1 7 0,-5 4 0,-2 14 0,-1 7-216,-3 8 1,-2 4 0,4 2-1,-2 0-249,2 0 1,2 0 0,2-2-1,0-2-727,0-2 1,0-8 0,2 2 803,4-3 0,4 5 0,7 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0:54:24.929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263 34 8384,'-10'-8'1095,"-6"0"-853,5-3 0,1 5 1,0 12-1,1 5-64,-1 5 0,0 1 1,-3 3-1,1 5 17,-2 10 1,-1 2-1,-3 9 1,1 3 2,-1 1 0,1 5 0,1 3 0,3 6-40,1 4 0,8-6 0,-1-6 0,3-5-28,2-5 1,9-13 0,7 0-1,7-6-374,4-5 1,2-11-1,8-5 1,2-6-91,2-6 1,7-5-1,-3-13 1,0-5 50,-5-4 1,3-2 0,-4 0 0,-4-1 228,-4-5 0,-10 4 0,2-6 0,-5 1 150,-6-5 1,1 4-1,-7 1 1,-2 1 128,-2 0 0,-16-5 0,-3 5 1,-5 2-6,-3 2 0,-4 8 0,-10 2 0,-1 2-412,1 3 1,-4 11 0,2 5 0,2 6-407,3 6 0,6 3 0,3 11 0,4 3-42,8 6 1,-1 12 0,10 4 0,2 1 639,2 1 0,10-9 0,10 13 0,9-6 0</inkml:trace>
  <inkml:trace contextRef="#ctx0" brushRef="#br0" timeOffset="484">36 575 7837,'0'-17'1961,"0"5"-1227,0 1 1,1 5-571,5-6 0,-2 8 0,10-2 0,3 4-253,5 2 1,3 0 0,-2 0 0,6 0-285,4 0 0,4 0 0,4 0 1,3 0-845,1 0 0,4 0 1217,-9 0 0,9 0 0,-5 0 0</inkml:trace>
  <inkml:trace contextRef="#ctx0" brushRef="#br0" timeOffset="1034">664 855 8113,'0'-12'1736,"0"0"-1127,0 1 1,8-5-348,4 5 1,3 3 0,3 6 0,-1-2-42,1-2 0,1 0 1,2 6-1,3 0-81,-3 0 1,-2 2 0,-1 2 0,-3 4-74,-3 2 1,-2-5-1,-6 7 1,1 2-111,-1 1 1,-10 9-1,-5 1 1,-5 0 19,-1 0 0,-1 4 1,1-3-1,-1-1-21,1 0 0,5-2 0,3-3 1,-1 1-125,0 2 1,6 1 0,0-9-100,8-3 1,0-4 0,8-8 0,3 0-419,7 0 1,3-2-1,6-4 1,-2-6-1895,2-3 2579,-6 5 0,8-13 0,-5 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6:36.6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1 751 8327,'8'18'0,"-6"-1"580,3 1 0,-3-7 1579,-2 1 169,0-8-293,0 3 51,0-7-1564,8 0 0,2-5 1,9-5-1,3-4-358,1-5 0,8-10 1,0-2-1,8-8-58,7-8 1,5-5 0,1-6 0,1-6-342,-1-4 1,0-2-1,-1 2 1,-5 4-423,-5 6 1,-6 7 0,-8 11-1,-7 12-200,-7 13 0,-11 7 616,-2 8 0,-2 10 0,-8 7 1,1 10 269,-1 6 0,-2 8 0,-3 2 0,1 2 353,3 3 1,5 3 0,-4 3 0,0 2-199,1 2 0,5 6 0,-4-3 1,2-1-82,0 0 1,1 4-1,5-6 1,0-2-99,0-1 0,2-11 1,1-3-1,3-6-312,-2-6 0,4-4 0,0-9-2010,1-5 1406,-5 5 0,6-12 0,-6 8-83,2 1 1,0-3-93,-6 1 1,1-7 1085,5 2 0,4-4 0,7-2 0</inkml:trace>
  <inkml:trace contextRef="#ctx0" brushRef="#br0" timeOffset="400">1154 1188 20800,'0'-12'3987,"0"0"-8925,0 9 4938,0-13 0,0 14 0,0-6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6:38.9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315 542 8400,'11'-15'241,"1"3"1,-8-4 2126,1 5-975,-3-5 0,-2 8-831,0 8 0,0 10 0,0 15 0,0 8-52,0 6 0,0 16 0,0-1 0,0 4-227,0 2 1,-5 6 0,-1-4 0,2 0-463,2-3 1,2-7 0,0-7-1,0-8-1036,0-6 0,0-16 187,0 3 0,0-20 0,0-4 0,0-8-380,0-3 0,-6-8 1408,0-5 0,-15-10 0,2-5 0</inkml:trace>
  <inkml:trace contextRef="#ctx0" brushRef="#br0" timeOffset="300">53 542 8400,'0'-17'271,"0"-1"1,0 7-1,0-1 1,0-2 882,0-1 1,0-3 0,0 1-430,0-1 1,0 1 0,0-2 0,1-3-339,5-1 0,12-2 1,11 3-1,4-3-207,2-2 0,9 0 1,9-4-1,9 4-111,6 1 0,2 5 1,0 9-1,-3 7-134,-3 3 0,-3 11 0,-11 11 0,-3 13 97,-7 11 1,-12 9 0,-11 7 0,-9 12 38,-6 13 0,-4 2 0,-6 6 1,-11-5-94,-14-7 1,-10 5 0,-9-7 0,-3 1-298,-3-5 0,0-5 1,-10-4-1,-6-2-106,35-30 0,1-2 1,-34 21-1,2-9 0,12-11-201,9-9 0,12-13 0,10-7 0,2-10-595,4-11 0,9-8 1221,6-10 0,4-16 0,2-3 0</inkml:trace>
  <inkml:trace contextRef="#ctx0" brushRef="#br0" timeOffset="816">1397 1014 8483,'0'-18'522,"0"7"1,2 1 0,2 0 200,2 0 1,0 5 0,-6-7 73,0-2 1,0-1 0,-2-3-611,-4 1 1,2-1 0,-8 3 0,-1 1 9,-3 3 0,-7 7 1,0-2-1,0 4-180,-3 2 0,-1 2 1,-6 6-1,2 9-190,2 10 1,0 6 0,-4 4 0,2 4 186,2 6 0,13 1 1,1 1-1,5-5 54,6-1 1,2 4 0,2-9 0,2-5-12,4-7 0,11-15 0,12-5 0,4-4-33,2-2 1,0-16 0,0-7 0,0-8-183,0-4 1,0 0 0,0 0 0,-2-2 85,-4-3 1,-4 5 0,-9-2 0,-3 6 352,-1 0 1,-8 11-111,2 3 1,-6 11 0,-4 2-1,-4 8-406,-2 8 1,5 17 0,-5 6-1,2 4 75,4 3 0,2-5 0,2 4 0,0-4-255,0-2 0,14 0 1,3-2-1,5-6-372,3-10 0,2-7 0,8-10 0,2-2-1897,4-4 2684,-5-4 0,7-23 0,-8-3 0</inkml:trace>
  <inkml:trace contextRef="#ctx0" brushRef="#br0" timeOffset="1117">2340 88 8243,'0'-19'585,"0"-5"0,0 11 0,-2-3-156,-3 7 1,1 3 0,-6 8 0,0 5-19,1 11 1,3 15 0,-6 15 0,0 9-113,3 7 0,-7 6 0,7 5 0,-3 9-5,0 7 0,6 2 0,-3 6 0,1-2-84,4-8 0,2-13 0,2-8 0,0-12-224,0-7 0,2-14 0,2-4 0,2-12-208,-2-3-1351,5-9 1,-7-7 0,4-11 0,-4-5-1572,-2-1 3144,-8-9 0,-9-8 0,-10-11 0</inkml:trace>
  <inkml:trace contextRef="#ctx0" brushRef="#br0" timeOffset="1283">1851 856 8232,'18'0'1051,"-1"0"214,1 0 0,-7 0 0,1 0-458,2 0 0,3 0 0,4 0 0,5-1-627,1-5 1,8-4 0,7-7 0,3-1-977,4 1 1,1-1-1,2 1 1,-1 1-3985,-5 5 4780,5-5 0,-6 6 0,7-7 0</inkml:trace>
  <inkml:trace contextRef="#ctx0" brushRef="#br0" timeOffset="1733">3074 874 8031,'10'-8'1235,"-5"-3"0,-1-3 0,0 0-16,2 3 1,0-1 0,-6-5-887,0-1 0,0 1 0,-2 1-309,-4 5 0,-4-3 1,-7 8-1,-1 2-133,1 2 0,-8 2 0,-4 0 0,-4 2-116,-2 4 1,0 6 0,2 9 0,2 4 181,2 2 0,1 4 0,-1 8 0,6 2 294,4-2 1,7 0 0,2-2 0,3-1-1,3-3 1,9-7-1,7-1 1,6-4-177,5-5 0,4-10 0,8-1 0,0-5-338,0-5 0,6-5 1,-1-10-1,-1-3-98,-2-6 0,-8-2 0,-2 0 0,-2 2 131,-3-2 0,-5 0 1,-5 2-1,-6 5 595,-4 5 1,-4 3-153,-4 5 0,2 7 0,-8 16 0,-1 11-109,-3 8 0,1 4 1,3 0-1,6 0-195,4 0 0,2 5 0,2 1 0,4-4-299,6-6 0,11 0 0,6-8 0,4-3-218,2-7 1,6-5 0,2-10 0,1-4-432,5-5 1,-5-13 1038,3-5 0,-8-11 0,3-5 0</inkml:trace>
  <inkml:trace contextRef="#ctx0" brushRef="#br0" timeOffset="2134">4017 734 8015,'27'0'1408,"-8"-6"0,-9-1-22,-2-3 0,-2 4-522,-6-6 0,-2 7 0,-4-7-801,-6-2 1,3 7 0,-3-1 0,-2 2-162,-1 0 1,-4 0 0,-3 6 0,-1 0-52,2 0 0,-5 0 0,1 0 0,0 2-133,0 4 1,1-2-1,7 8 1,-1 1 201,1 3 1,1 1 0,3 1-1,3 1 415,2 4 1,3-3 0,7 5-1,3-2-72,7 1 1,5 5 0,7-4-1,5 0-119,4 0 1,2 5 0,-2-5 0,-2 0-166,-2 0 1,-6 0 0,4-1 0,-3 3-70,-9 0 1,-5-2 0,-10-7 0,-2-1 27,-4 1 0,-6-3 1,-11-1-1,-6-5-155,-4-1 1,-4-2 0,-2-6-1,-1-2-271,1-4 1,8-3 0,4-11 0,-1-1-611,1-2 0,14-1 1,1 7-1,8-3-839,4-3 1937,0 4 0,8-6 0,2 7 0</inkml:trace>
  <inkml:trace contextRef="#ctx0" brushRef="#br0" timeOffset="2516">4436 926 8015,'-2'10'-713,"-2"-2"1796,-2 0 1,-1-7 976,1 5-1287,4-4 0,8-2 0,13 0-455,6 0 0,-1-2 0,3-2 1,0-3-84,0-3 1,2-2-1,6-5 1,0 1-110,0 5 1,-6-5 0,-2 5 0,-1-5-58,-5-1 1,-4 5 0,-5 0-158,-6-1 0,-8 5 0,-8 2 1,-9 4 71,-6 2 1,-7 2-1,-6 6 1,-3 7 172,2 7 0,2 7 1,4-4-1,4 2-78,6 4 0,5 2 0,7 2 0,5 0-52,4 0 0,6 0 1,8-2-1,11-4-121,8-6 0,10-3 1,1-5-1,3-3-451,3-6 1,-3-6-1,0-6 1,-3-6-202,-3-3 1,-2-9 0,-4-1-1,-2-2 746,-2-4 0,0-10 0,6-3 0</inkml:trace>
  <inkml:trace contextRef="#ctx0" brushRef="#br0" timeOffset="2783">5466 193 8015,'6'-12'502,"2"1"1532,2-3-1146,-6-2 0,3 9 1,-7 9-192,0 13 1,-5 10 0,-1 12 0,0 4-165,-2 6 0,6 11 0,-4 6 0,4 6-232,2 5 1,0 9 0,0 3 0,2-7-241,4-7 0,2-11 0,6-5 0,-3-11-1048,3-11 1,-5-10-364,3-13 1,-2-6 0,1-14 0,-5-7-1921,-4-7 3270,-10-9 0,-9-4 0,-10-9 0</inkml:trace>
  <inkml:trace contextRef="#ctx0" brushRef="#br0" timeOffset="2949">5239 577 8015,'0'-12'2242,"0"1"1,8 5 0,6-4-1,7 2-1585,8 5 1,6-5-1,6 0 1,5 0-832,5 1 1,3-1 0,4 4-1,7-4 174,2-2 0,3-1 0,0-7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37.9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53 16529,'20'0'-4,"3"0"0,6-6 1,10-2-1,4 0-24,1 1 1,1-5 0,3 6 0,-3 2-86,-2 2 0,-8 2 0,-10 2 1,-6 4 113,-9 6 1,-6 5 0,-6 6 0,-6 7 227,-9 3 0,-8 2 1,-12-1-1,-2 1 8,-2 0 0,-7 0 1,3 0-1,0-2 55,5-4 0,5-4 1,6-7-1,5-1 792,5 1-1335,9-8 0,4-5 1,12-8-1,8-3 9,7 2 1,6-6 0,10 0-1,2-1-167,2-1 0,5 6 0,-5-3 0,-2 1 57,-2 4 1,0 2 0,1 2 0,1 0 409,-6 0 0,-6 14 0,-9 5 0,-3 8 342,-3 10 1,-6 0 0,-12 9 0,-8 3 60,-7 1 1,-12-3-1,-8-2 1,1-3 69,-3-3 0,0-4 0,-5-6 0,1-6-251,-1-3 0,3-5 0,0-3 0,3-8-734,3-8 0,4-8 1,4-9-1,6-4-427,5-2 1,7-2 0,13-6 0,0 0-4874,0 0 5754,7 0 0,11 0 0,9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39.5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420 105 7467,'18'-9'0,"-3"1"35,-3 0 1,1 4 2296,-7-7 1,0 5-1504,-6-6 1,-2 8-1,-4-3-644,-5-1 1,-5 6 0,-1-4 0,-1 4-246,1 2 0,-9-2 1,-1-2-1,-2-2-189,0 3 0,2 1 0,-4 2 0,2 2-176,-2 3 0,4-1 0,-1 8 1,3 0 145,4-3 1,3 7 0,5-5 0,3 5 187,2 1 1,2 1 0,6-1-1,2 1 147,4-1 0,6 7 0,11-1 0,6-2 57,4-1 0,2-1 0,2 2 0,0 3-128,-2-3 1,2 4 0,-14-1 0,-2-3 4,-1-2 0,-5 5 1,-3 1-1,-6 0 10,-4 0 1,-10-1-1,-4-7 1,-5 0 89,-6 1 1,-3-6 0,-5-3-1,2-1 16,-2-4 1,-2-4 0,-2-6 0,0-8-414,0-7 1,8 0-1,4-8 1,5-2-301,7-2 1,3 0 0,8 2 0,0 3 606,0 3 0,16 2 0,3 5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0.1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86 8458,'0'-17'1727,"-2"1"-1096,-3 4 0,1 5 0,-8 9-125,-2 3 0,5 13 1,-3 13-1,0 8-112,3 7 1,-7 14-1,6 10 1,1 12-186,3 9 1,-2 6 0,5-44 0,0 1 0,1-1 0,0 1-60,1-2 1,1 0 0,0 40-1,0-25 1,1-14-5,5-16 1,-2-6-303,8-14 0,-8-5 0,2-18 0,-5-6-15,-1-3 0,0-10 0,-1-4 1,-5-4-237,-6-2 0,2-8 0,-1-2 1,-3-1-39,-1-1 1,3-1-1,0-9 1,1-1 153,1 2 1,-4-4 0,9 0 0,1-1 76,2 1 1,10-4 0,5 8-1,7 4 177,3 3 0,14 10 0,-2-2 0,3 7 136,5 4 1,-4 11 0,7 9 0,1 3 21,-2 3 1,1 4-1,-9 6 1,-6 5-118,-4 5 1,-9 9 0,-8 2 0,-3 2 136,-3 0 0,-4-5 1,-6 3-1,-5 0 155,-5 0 0,-7-4 1,-2 5-1,-3-3-282,-3-4 0,-3-1 0,-5-3 0,-2-2-72,2-3 0,-4 2 0,3-8 0,3-3-654,6-1 1,0-2 0,9-2 0,7-3-588,7-7 1,8-4 0,8-1 1298,9 0 0,9-1 0,8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0.4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96 8287,'0'-18'0,"0"1"392,0-1 0,0 1 665,0-1 1,-5 11-627,-1 7 1,-2 9 0,4 15 0,-4 7 127,-1 8 1,-3 7 0,-5 12 0,-1 8 27,1 8 0,-1 2 0,1 9 1,-1 4-286,1 1 1,5-3 0,2-8 0,3-9-212,3-10 0,2-9 1,2-10-1,0-12-1586,0-8 857,8-11 0,-1-10 1,7-12-1,-4-5-545,-3-7 1,-1 3-1,-6-8 1,0 0 1182,0 2 0,8-6 0,2 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0.7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95 8287,'0'-17'516,"0"-1"0,2 3 1300,4 3 1,-4-3-209,4 3 0,-4 6-1481,-2 6 1,0 8 0,0 11-1,0 3-138,0 1 0,-6 8 1,0-2-1,0 4-70,-2 2 1,6-2 0,-3-2-1,1-2-612,-2 2 0,4-5 0,-4-3 0,4-4-881,2-1 0,0-1-1783,0 1 3357,0-9 0,-8-16 0,-1-13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0.9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0 133 8287,'2'-18'373,"2"1"1,2-1 2330,-2 1 0,-2-1 2289,-2 1-5500,0 0-977,0 7 1,0 10 0,0 13 0,0 7 1483,0 3 0,-8 0 0,-2-5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1.2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69 8237,'0'-18'984,"0"1"1820,0-1-2207,0 9 1,0 3 0,0 14-1,-2 11-121,-4 14 0,2 6 0,-8 13 0,1 8-202,1 6 0,-5 12 0,3 2 0,-2 1-166,3 1 1,-3-9 0,8 3 0,2-6-259,3-6 1,1-12 0,0-13-2162,0-8 1513,0-13 0,0-13 1,0-10-1,0-7 61,0-4 0,-6-9 0,-2-4 0,-2-4 737,-3-2 0,-3 0 0,-1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07:41.3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1 158 8721,'0'-11'1349,"0"-1"0,2 8 1,4-2-1,7 4-1032,9 2 1,7 2-1,15 2 1,15 2-571,14-2 1,22-4-1,-41-2 1,1-2 0,5-1-1,2-2-143,3 0 0,0-1 1,-2-1-1,-2-2 79,1 0 1,-1-1 0,-7-1-1,-2-1 1,-4-4 0,0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43.6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0 420 7007,'0'9'5418,"0"-1"-4320,0-8 1,8 0-944,4 0 1,3 0 0,3-2 0,1-4-196,4-5 0,5-5 0,7-1 0,-1-3-66,1-3 1,2 2 0,2-8 0,2-1-224,-2 3 1,-2-6-1,-4 6 1,-4-2-416,-6 0 0,-4 8 1,-3-3-1,-5 5-2265,-5 1 3009,-4 9 0,-2-7 0,0 6 0</inkml:trace>
  <inkml:trace contextRef="#ctx0" brushRef="#br0" timeOffset="399">524 88 8186,'-11'-8'-635,"-1"-4"0,8 3 1909,-2-3 1,2 8-792,-1-2 1,3 6-231,-4 6 1,4 4-1,2 7 1,0 3 36,0 3 1,0 4 0,0 8 0,-2 2-194,-4 4 0,2 3 0,-5 11 0,-1 3-123,0 6 0,4-2 0,-3 0 1,1-2-73,4-3 0,-4-5 0,2-5 0,3-7-500,1-3 1,7-16-1,3-3 1,2-4-592,3-5 1,-3-1 1188,2-8 0,-1-8 0,7-1 0</inkml:trace>
  <inkml:trace contextRef="#ctx0" brushRef="#br0" timeOffset="800">699 874 24104,'8'-10'-1390,"-6"-6"1,5 7-1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48.6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426 113 7849,'6'-11'0,"-1"-1"-183,-1-1 0,0 5 0,0 0 1004,2 0 1,0-1 0,-4-7 126,4 4 1,-5 3-576,5 3 1,-4 6 0,-2 0-1,0 10 1,0 7 0,0 6 0,0 8 47,0 8 0,-6 8 1,-1 11-1,-1 8-340,0 8 0,-4-3 1,7 7-1,1-4-30,2-4 1,0 1 0,-2-12-1,-2-5-865,2-5 0,2-15 1,2-10-1353,0-5 1,2-9-330,4-4 2495,-4-12 0,6-4 0,-8-7 0</inkml:trace>
  <inkml:trace contextRef="#ctx0" brushRef="#br0" timeOffset="199">7 498 10035,'-6'0'689,"12"0"0,5 0 0,18 0 0,4-2-688,6-4 0,8 2 0,9-8 0,6 1-531,6 1 1,-2-11 0,12 3 0,-3-1 529,1-1 0,0-5 0,-6-2 0</inkml:trace>
  <inkml:trace contextRef="#ctx0" brushRef="#br0" timeOffset="649">1055 78 8286,'-2'10'578,"-2"-2"1,-2 0 129,2 3 0,-4 13 0,0 5 0,1 6-277,-1 5 0,-4 7 0,5 9 1,-1 4-296,0 3 0,2-7 0,6 2 1,0-4-32,0-1 0,0-11 0,0-5 1,2-10-195,4-7 1,-2-1 0,8-13 0,1-2-149,3-2 1,-1-4 0,-1-4 0,-1-6-42,7-3 1,-7-8 0,9-3-1,-1-1-137,-2-4 0,1 4 0,-3-2 0,1 0 111,-1 2 1,1 1 0,-1 9 0,1 0 284,-1-1 1,-5 3 0,-1 3 145,3 6 0,-1 6 0,-1 6 97,-6 6 0,2 9 0,-2 4 0,-3 2 216,-1 4 0,-2 2 1,0 0-1,0-2-378,0-2 0,0-5 1,0 3-1,0-2-485,0-4 0,2-3 1,2-4-1,4-5-234,2-1 0,1-2 0,7-6 0,-1-2 657,1-4 0,-1-11 0,1-11 0</inkml:trace>
  <inkml:trace contextRef="#ctx0" brushRef="#br0" timeOffset="984">1753 690 8080,'10'-2'1778,"-4"-4"1,3 4-1764,3-4 0,3 2 1,3 0-1,-1-1-105,1 1 1,-1-4 0,1 0 0,-1 0-137,1 1 1,-7-7 0,1 4 0,0-1 224,-3-1 0,1 0 0,-6-5 298,2 0 1,-8 1-1,-10 2 1,-5 5 47,-7 1 1,3 2 0,-8 8-1,0 4 109,2 6 1,-4 9-1,7 4 1,5 0-202,5 1 0,1 5 1,7-2-1,4 2-296,6-2 0,8 2 0,13-8 0,12-1-1087,13-3 0,12-9 0,14-5 1130,5-3 0,13-17 0,3-4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45.4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350 245 8171,'0'-12'122,"0"0"1,0 1 1588,0-7-967,0 8 1,0 5-257,0 10 1,0 11 0,-2 9 0,-2 2-43,-2 4 1,-6 4 0,7 6 0,-1 4-196,-2-1 1,6 7 0,-6-7 0,2 3-268,1 0 0,-1-7 0,6 5 0,0-4-741,0-8 0,0-6 0,0-10-700,0 1 0,2-9 0,2-5-77,1-8 0,1-11 1534,-6-8 0,8-16 0,2 2 0</inkml:trace>
  <inkml:trace contextRef="#ctx0" brushRef="#br0" timeOffset="217">0 105 8125,'0'-18'1528,"0"7"-1184,0-1 0,8 8 0,4-2 1,3 4-85,3 2 0,9 0 0,8 0 0,11 0-298,11 0 0,-1 0 1,8-2-1,2-1-379,2-3 1,2 0 0,-2 6 0,-4-2-2059,-6-4 2475,-4 4 0,-9-13 0,-2 5 0</inkml:trace>
  <inkml:trace contextRef="#ctx0" brushRef="#br0" timeOffset="667">926 489 8247,'-2'-10'2136,"-4"4"0,2 6-1690,-7 6 1,7 10-1,-4 9 1,2 2-79,0 4 1,-1 2-1,3 4 1,-2 2-159,2 2 0,-4-1 0,3-7 1,1-3-105,2-7 1,2 2 49,0-2 0,2-9-375,3-14 1,-3-16 0,6-11 0,-2-2-33,0 0 0,0 0 0,-4-6 1,1 0-93,3 0 1,0 6 0,-6 2 0,2 0 28,4 0 0,-2 5 0,7-1 1,1 3 67,-2 3 1,11 1-1,-2 3 1,7 3-117,5 2 0,2 3 0,2 3 0,0-2-441,0-2 1,-1 0-1,1 6 803,0 0 0,0 8 0,0 2 0</inkml:trace>
  <inkml:trace contextRef="#ctx0" brushRef="#br0" timeOffset="1184">1712 646 11139,'0'-17'596,"0"-1"1,-2 1-1,-4 1-378,-6 5 1,-5 1 0,-4 6-136,-3-2 0,1 0 1,4 8-1,-3 4-90,-1 6 0,-2 5 0,4 5 1,-3 3 80,3 2 1,3-4 0,5 4-1,3 1-17,2-1 1,3-6 0,6 2 0,5-3-99,6-3 1,5-1 0,7-5 0,3-5-111,0-4 1,6-4 0,-4-4 0,2-5-92,-2-5 0,2-7 1,-7-2-1,-3 0 165,-2-1 0,-3 1 0,-3 4 1,-3-3 363,-2 3 0,-2 2 472,-6 1-728,0 9 0,0 3 0,-2 10 0,-2 3 28,-2 3 1,-6 8-1,7 5 1,1-2-60,2-1 1,2 3 0,0 0 0,0-2-202,0-1 1,2 3 0,2 0-1,3-3-354,3-7 1,2 3 0,5-6-1,1-1-1188,-1-3 1,1-4 1742,-1-2 0,8-8 0,2-1 0</inkml:trace>
  <inkml:trace contextRef="#ctx0" brushRef="#br0" timeOffset="1467">2166 594 11986,'-2'17'184,"-4"1"0,4-1 0,-4 1 1,5-1-62,1 1 0,0-1 0,0 2 1,0 3-46,0 1 0,0 0 0,0-5-1650,0-1-2021,0 1 1760,0-9 1833,0-9 0,7-9 0,3-9 0</inkml:trace>
  <inkml:trace contextRef="#ctx0" brushRef="#br0" timeOffset="1666">2201 349 8102,'0'-17'203,"-2"-1"1,-2 1 0,-2-1 164,2 1 0,0 5 1,1 1 542,-3-3-993,0 6 0,6 3-157,0 10 0,0 5-505,0 8 1,-2-1 743,-4 0 0,4 1 0,-5-1 0</inkml:trace>
  <inkml:trace contextRef="#ctx0" brushRef="#br0" timeOffset="2150">2533 681 8364,'0'-12'1812,"0"1"0,0 5-882,0-6-83,0 8 1,0-1-501,0 10 1,0 5-1,0 10 1,0 1-143,0 2 1,0 1 0,0-5 0,0 2-363,0 3 0,0-1 1,0-6-167,0 1 0,7-3 1,5-3-62,4-6 0,1-12 0,1-6 0,-1-3-2,1-3 1,7-7-1,2-2 1,2-2 66,0 0 0,-6 5 1,5-3-1,-3 2 299,-4 4 0,-1 3 0,-3 5 0,0 3 135,1 2 0,-6 2 1,-3 8-1,-1 6 274,-4 9 1,-2 3 0,-2 7 0,0 0-58,0 0 0,-6-3 0,-2 5 0,1 0-167,-1-2 1,2 4-1,6-8 1,0 1-879,0 1 0,0-6 1,0 5-965,0-5 0,6-7 1677,0-1 0,7-7 0,-3 4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50.8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70 497 8286,'-9'0'1224,"1"0"0,2 2 0,0 4 1,2 6-884,2 3 1,2 3 0,-2 1 0,-1 4-6,-3 6 0,0 2 0,4 0 0,-2-1-136,-2 1 1,0-6 0,6 0 188,0 0-246,0-5 0,2-3 1,4-13-1,6-10-301,3-11 0,3-3 0,-1-9 0,1 0-249,-1 2 1,1-6 0,1 6-1,2-2 69,3 0 0,-1 5 0,-6-3 0,1 2-10,-1 4 1,1 7 0,-1 4 207,1 3 1,-7 3-1,-1 9 1,-2 7 274,-4 4 1,-2 9 0,-2 2 0,0 2 306,0 0 0,0 0 0,0 4 0,-2-2-131,-4-2 0,4-7 0,-4 1 1,4-3-155,2-3 0,0 0-126,0 1 1,2-10-1,4-6 1,8-10-182,7-8 0,0 1 1,6-12-1,1-1-50,-1 1 0,-6-2 0,4-6 0,-1 2 46,-1 4 1,2 2 0,-3 6-1,1-3 52,-2 3 1,-7 4 0,-3 5-1,1 4-45,-2 0 1,-1 6 0,-5-1 100,2 6 0,0 1 0,-6 8 1,0 2 253,0 1 1,0 4 0,0 3-1,0 3 31,0 2 1,0-5-1,0 3 1,0-2-447,0 0 1,0 3-1,0-5-1163,0 2 0,0 1 430,0-7 0,8-7 1,3-5 939,5-3 0,9-17 0,2-4 0</inkml:trace>
  <inkml:trace contextRef="#ctx0" brushRef="#br0" timeOffset="434">1380 567 8986,'0'-17'2302,"0"5"-1745,0 0 0,0 6 0,-2-3-477,-4 1 0,2 2 0,-7 6 0,-3 0-86,-1 0 0,-3 2 0,1 4 0,-1 4 44,1-1 1,-6 13-1,-1-5 1,3 4 62,2 5 0,1-5 1,3 8-1,3 0 45,6-2 0,-2 1 0,3-7 0,3 2-67,5-1 0,7-5 0,10-5 0,1-7-219,2-3 1,8-2 0,-2 0-1,2-2-69,-1-3 0,-3-11 1,-6-7-1,2 0 44,-1-3 1,-9 1-1,-3-6 1,-2 2 241,-4-2 1,-4 6 0,-6-1-1,-8 5 89,-7 4 0,-6-3 0,-6 14 0,2 3-270,2 1 0,-1 9 0,-3 5 0,4 5-575,6 7 1,6 3-1,5 8 1,6 0-2223,4 0 2901,2-8 0,16 6 0,3-6 0</inkml:trace>
  <inkml:trace contextRef="#ctx0" brushRef="#br0" timeOffset="999">1922 672 8552,'9'-2'1262,"-3"-4"1,-2 4-1,0-6-1026,2 1 1,-1 3 0,-5-8 98,0-2 1,0 5 0,0-3-104,0-1 0,-7 5 0,-5 2 0,-5 2-184,-7-2 1,-1 4 0,-6-2 0,4 6-119,2 4 0,-4 10 0,3-1 0,1 7-73,0-1 1,4 6 0,9 0 0,6 2-24,4 0 1,4-7-1,6 1 1,7-3 9,7-3 1,11-5 0,0-3 0,5-1-28,1-4 1,-2-10 0,-2-6-1,0-3 87,0-2 0,-6-9 0,-2-3 0,-2-4 69,-3-2 0,-3-2 0,-1-1 0,-3-3 85,-3 2 1,1-4 0,-7 3-1,-2 1 236,-2 2 0,0 4 0,2 2 0,2 4-59,-2 1 0,-3 3 1,-1 6-188,0-1-115,8 9 0,-8 3 0,2 12-214,-6 5 0,-9 7 1,1 5-1,-3 6 253,-3 4 0,6 2 1,1 0-1,-1 2 74,2 4 1,-3 1 0,7 5-1,2-6-169,2-5 1,2-1 0,0 0 0,2-2-531,4-4 1,4-3 0,7-11 0,3-3-781,3-6 1,-4-4 1432,5-2 0,3-16 0,0-3 0</inkml:trace>
  <inkml:trace contextRef="#ctx0" brushRef="#br0" timeOffset="1383">2533 619 9651,'-10'8'3217,"4"-6"-3318,12 4 1,4-4-1,7-4 1,1-2-197,-1-2 0,1-5 0,-1 3 0,1-2 114,-1-3 1,-1 3 0,-3-2 0,-3-1 322,-2-3 0,-1 4 0,-3 1 136,2-3 0,-8 6 0,-11 3 0,-7 3 121,-3 2 1,-8 0 0,2 2 0,-2 3-251,2 7 0,-3 9 0,9 5 0,2-1-78,1 0 1,5 6 0,3-2 0,6 2-88,5-2 1,8 2 0,7-7 0,7-3-131,8-1 1,4-5-1,2-1 1,0-5-359,0-1 0,6-2 1,0-8-1,-3-4-436,-1-6 1,-2-3 0,2-4 0,0-5 941,-2-5 0,4-12 0,-12-3 0</inkml:trace>
  <inkml:trace contextRef="#ctx0" brushRef="#br0" timeOffset="1683">3371 78 8103,'2'-17'172,"4"-1"1377,-4 1-1151,6-1 1,-8 10-1,0 8 85,0 10 1,-2 6 0,-2 3 0,-4 2 42,-2 3 0,4 7 0,-3-2 1,-1 4 75,0 2 0,4 2 1,-3 1-1,1 3-284,4-2 1,-4 4-1,3-1 1,1 1-505,2 0 0,2-3 1,0-5-1,0-2-335,0-4 0,0 3 1,2-11-2318,3-6 1,5 1 1128,8-10 0,-7 0 1709,1-6 0,-8-8 0,4-2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56.8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26 8198,'-8'-10'1814,"6"3"-1541,-6-1 0,8 8 0,-2 0 107,-3 10 1,3 5 0,-4 4-1,4 7 7,2 9 1,-6 3 0,0 13 0,2 7-123,2 8 0,-3 8 0,-1 13 0,2-2-238,2-3 1,2-12 0,0-12-1,0-6-339,0-5 1,0-6-1,0-12-1300,0-6 0,2-11 193,4-6 0,-4-6 1419,3-6 0,5-12 0,0-9 0</inkml:trace>
  <inkml:trace contextRef="#ctx0" brushRef="#br0" timeOffset="249">0 445 8421,'2'10'709,"4"-4"0,-2 1 0,7-1 1,5-2-472,5-2 0,6-2 1,8 0-1,2-2-240,4-4 0,9 2 1,9-7-1,-3-1-681,-2 2 1,-1-5 0,-1 3 682,0-3 0,-7-3 0,-2 1 0</inkml:trace>
  <inkml:trace contextRef="#ctx0" brushRef="#br0" timeOffset="716">768 672 8256,'10'-8'-1951,"4"5"2811,-8-9 1,1 8-1,-3-4 126,2 1 0,0-3-681,-6-8 0,-2 3 0,-4 3-165,-6 6 1,-3 4 0,-3 2-1,1 0-128,0 0 0,-1 2 1,1 4-1,-1 6 8,1 3 1,-1 9 0,1-1 0,1 0 52,5 2 1,3 1 0,8 5 0,0-4-58,0-2 0,4 4 0,5-6 0,11-1-39,5-3 1,2-9 0,4-4 0,-2-4-28,2-2 1,0-10-1,0-6 1,-3-7 24,-3-4 0,-8-2 0,-7-6 0,-2 0-15,-4 0 0,-4 0 1,-6 2-1,-8 2-84,-7 2 0,-4 14 0,-8-1 0,0 6-308,-4 6 1,4 10 0,4 6 0,0 5 431,1 7 0,3 11 0,8 9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02.7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85 14225,'-9'-7'205,"-1"-3"-111,4-8 0,-4 3 0,-7 1-310,-1 3 1,-1 7-1,-2-2 1,-3 6 13,3 6 1,-4 4 0,1 9 0,3 4 175,2 6 1,1-1 0,1 1 0,1 2 124,5 2 1,3 0 0,8-4-1,2-6 24,4-4 0,9-3 1,10-4-1,3-7 49,3-3 0,0-4 0,0-3 1,-2-7-135,2-4 0,-4-3 1,0-2-1,-2-3-171,-3 3 1,-5 2 0,-3 1 0,-4 1 2,-3-1 1,1 3-1,-4 1-29,2 3 0,-2 7 1,-8 0 86,-2 8 0,-6 5 1,5 11-1,-1 1 156,0 2 0,2 6 1,6-5-1,2-1-61,4 2 1,4-5-1,9 3 1,4-4-306,6-1 0,6-8 0,4-5 0,4-3-557,1-2 0,-3-2 0,4-3 839,-2-7 0,-3-11 0,-5-5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03.4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140 454 9769,'-2'12'3860,"-2"0"-2953,-1 1 0,-3 5 0,4 5 0,-2 8-306,2 8 1,-5 13-1,-1 12 1,-2 6-348,1 6 1,7-2 0,-4 5 0,2-3-253,0-8 1,0-8 0,5-13-1,-3-9-1232,-2-7 381,0-5 0,6-26 1,0-10-1,0-11 185,0-7 0,0-1 0,0-6 1,0 0 241,0 1 1,0-9-1,0-2 1,-2-1 263,-4-1 1,4 2 0,-4-3 0,5 1 151,1-1 0,5-3 0,5 1 0,4 1 74,5 3 0,4 7 1,1-2-1,5 6 108,4 6 1,2 4 0,2 8 0,1 1-95,3 4 1,-6 5 0,-6 7 0,2 2-206,2 3 0,0 5 1,-6 8-1,-9 1 17,-10 4 0,-1-1 1,-3 5-1,-6 0 206,-7 0 0,-9-4 0,-3 5 1,-5-3 180,-1-4 0,-2 4 0,-6-1 0,0-3-416,0-2 0,6-7 0,0-2 0,-2-3-194,-2-3 0,6-2 0,4-2 1,5-2-1466,7-3 0,3-5 1794,8-8 0,15-7 0,5-2 0</inkml:trace>
  <inkml:trace contextRef="#ctx0" brushRef="#br0" timeOffset="399">751 385 8579,'10'2'1111,"-4"3"1,-4-1-519,-2 8 1,0 0 0,0 5 0,-2 0-144,-4 1 1,4 1 0,-6 3 0,3 3-199,-1 2 1,0-6-1,4 3 1,-2-5-100,-2-1 1,1-1 0,5 1 470,0-1-740,0-7 0,0-10 0,1-14 1,3-5-391,2-5 1,2-1 0,-4 2 0,4-4 81,1 0 0,-3-4 1,6 7-1,-1 3-47,-1 1 0,6 3 1,-5 0 104,5-1 0,7 3 0,0 1 1,-1 4-102,-3 3 1,4 1 0,3 8 0,-1 2 39,0 1 0,0 7 1,-3-4-1,1 0 427,-2-1 0,-1 7 0,-3-12 0,1 6 0</inkml:trace>
  <inkml:trace contextRef="#ctx0" brushRef="#br0" timeOffset="751">1380 524 8445,'0'10'993,"2"-2"-5,4-8 0,-2 0-622,7 0 1,-7-2 0,4-2-17,0-2 0,-6-7-194,4 1 0,-12-4 0,-6 1-89,-3 3 0,-3 4 1,1 8-1,-1 0 41,1 0 1,-1 6 0,1 2 0,-1 4 135,1 7 1,7 1 0,4 7 0,4 0-27,2 0 0,0-4 0,2 4 0,4-1-113,6-5 0,11-2 0,6-1 0,4-3-341,2-3 1,-4-4-1,2-8 1,4-2-584,0-4 1,0-4 0,-4-7 0,-2-1-143,-2 1 1,-6-6 0,4-3 960,-1-1 0,5-2 0,-4-6 0</inkml:trace>
  <inkml:trace contextRef="#ctx0" brushRef="#br0" timeOffset="1365">2201 559 8579,'0'-17'1544,"0"5"-440,0 1 0,0 5-496,0-6 1,-2 2-1,-2-3-306,-2 1 0,-7 8 0,3-4-124,0 1 1,-5 5 0,3-4-179,-3 4 0,-3 2 0,1 0 0,-1 0-61,1 0 0,-1 2 0,1 4 1,-1 5 250,1 5 0,0 3 1,1 3-1,2 1-16,3-2 1,7 5-1,-2-3 1,4-2-117,2-1 0,2-5 0,4-1 0,6-5-71,3-1 0,10-2 1,2-6-1,3 0-353,-1 0 1,-6-8-1,4-3 1,0-7 10,0-5 1,-5 1 0,1-5-1,-4 0 132,-1 0 0,-1-2 0,-1-6 0,-4 2 135,-7 4 1,3-4 0,-2 4 0,-2-4-65,-2-2 1,-2 6 0,0 2 0,2 1-270,4 5 0,-4 2 0,5 1-427,1 1 375,-6-1 532,6 9 1,-8 3 0,-2 10-1,-2 3 232,-2 3 1,-6-4 0,5 5 0,-1 5 125,0 5 1,0 1-1,3 9 1,-5 4 92,0 3 0,0 11 0,7-2 0,-5 3-318,-2 2 0,6 1 0,-2-3 0,6-1-634,6-3 0,4-7 0,9 0 0,3-8-554,1-8 0,8-11 0,-2-6 0,4-4-1598,2-2 2594,0-16 0,0-3 0,0-16 0</inkml:trace>
  <inkml:trace contextRef="#ctx0" brushRef="#br0" timeOffset="1664">2865 454 8731,'9'-7'1633,"-1"5"1,-10-6-1152,-4 8 0,2 8 0,-5 5 0,-1 7-42,0 3 1,6 6-1,-3-4 1,1 1-466,0-1 1,0 0-1,6-4 1,0 3-800,0-3 0,2-3 1,2-5-1,4-3-267,2-2 1,1-3-1,7-5 1091,-1 0 0,1-15 0,-1-5 0</inkml:trace>
  <inkml:trace contextRef="#ctx0" brushRef="#br0" timeOffset="1815">2969 158 10213,'0'-12'1141,"0"0"-3038,0 8 1,0-1 1896,0 10 0,8-3 0,2 6 0</inkml:trace>
  <inkml:trace contextRef="#ctx0" brushRef="#br0" timeOffset="2133">3546 507 8579,'2'10'0,"4"-5"1409,-5-3 1,9-2 1249,-4 0-2441,-4 0 0,4-7 0,-12-3-218,-6 0 1,3 2 0,-3 8 0,-2 0 36,-1 0 1,-3 0-1,1 2 1,-2 4 188,-5 6 1,5 9 0,-4 4 0,5 3-61,6 3 0,5 2 0,7 2 0,0-1-266,0 1 0,9-7 0,9-5 1,9-6-500,6-5 1,2-4-1,2-8 1,2-2-398,1-4 1,3-6-1,-4-9 1,2-4 49,-3-2 0,-1-4 1,-4-8 945,-4-2 0,4-8 0,-5 5 0</inkml:trace>
  <inkml:trace contextRef="#ctx0" brushRef="#br0" timeOffset="2415">4157 70 8579,'-2'-15'0,"-2"1"725,-2 3 1,-1 1 55,1-2 0,2 4-380,-8 8 0,3 10 0,-5 6 0,4 9 52,3 8 0,-5 0 0,4 13 1,0 3-25,1 1 1,-7 9 0,4-1-1,1 0-133,3 2 1,4-7 0,2-1 0,0-9-138,0-6 1,0-3 0,0-1-1558,0-3 427,0-5 0,0-17 0,2-7 0,2-6-268,1-5 1,3-2 0,-4-5 0,2-1 1238,-2 1 0,-2-1 0,-2 1 0</inkml:trace>
  <inkml:trace contextRef="#ctx0" brushRef="#br0" timeOffset="2582">3895 507 9154,'0'-12'2403,"0"1"1,0 5-2085,0-6 1,8 8 0,3-2-1,7 3-607,5-3 0,-1 4 0,7-4 0,2 2-764,2-2 1,7 4 0,3-3 0,0 3-1795,0 2 2846,-3-8 0,3-2 0,2-7 0</inkml:trace>
  <inkml:trace contextRef="#ctx0" brushRef="#br0" timeOffset="2816">4576 489 7849,'10'8'1387,"-2"2"0,-10 7-957,-4 1 1,2 1 0,-6 3-1,3 1-311,3-2 1,-4 4 0,2-1-1,0-3-246,-2-2 0,7-1 1,-5-1-837,4 1 0,4-3 963,4-3 0,3-4 0,9-8 0</inkml:trace>
  <inkml:trace contextRef="#ctx0" brushRef="#br0" timeOffset="2964">4751 210 8128,'-10'-2'936,"2"-2"1176,1-2-2755,5 1 643,-6 5 0,0 0 0,-2 0 0</inkml:trace>
  <inkml:trace contextRef="#ctx0" brushRef="#br0" timeOffset="3400">5083 542 8128,'17'0'1189,"1"0"0,-9-2-434,-3-4 1,-4-4-440,-2-7 1,-2 5-240,-4 1 0,2 7 0,-7 0 0,-3 6 138,-1 4 0,-3 7 0,-1 1 0,-3 5 94,-1 4 1,2 7-1,7-5 1,4 0-137,3 0 1,-5 6 0,6-4 0,4 1-125,6-5 0,6-4 0,9-3 0,5-5-462,5-5 1,4-4-1,2-2 1,0-2-135,-1-4 0,-1-5 1,-1-12-1,-5-5 19,-2 1 0,-10-6 1,-7 4-1,-2-2 327,0 2 0,-8-2 0,-10 6 1,-5-1 141,-6 1 0,-5 4 0,-7 9 0,2 6 1,4 4 1,-4 2 0,6 2-1,0 4-211,4 6 1,3 9-1,5 4 1,3 3-7,6 3 1,4-4-1,2 0 1,2 0-533,4 0 807,4-5 0,15 3 0,2-8 0</inkml:trace>
  <inkml:trace contextRef="#ctx0" brushRef="#br0" timeOffset="3780">5624 489 7742,'0'12'2720,"0"0"-2273,0 1 1,0 3-1,0 1 1,0 1-168,0-1 1,0 1 0,0 1-1,0 2-183,0 3 0,0-1 0,0-6 0,0 1-260,0-1 0,2-5 0,4-2-22,5-3 1,5-1 0,1-6 0,1 0-148,-1 0 1,1-7-1,-1-5 1,-1-4 120,-5-1 0,5-1 1,-4 1-1,3 0 190,3-1 1,-3 1 0,-1-1-1,-3 3 328,3 3 0,-4-2-44,1 9 1,-7 1-1,2 10 263,-4 5 0,-2 5 0,0 3 0,0 4-296,0 6 1,0-1 0,2-1 0,4 0-304,5 0 0,7-6 0,5 3 73,6-5 0,12-1 0,4-1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8:58.9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350 654 9096,'2'-12'1132,"3"1"1,-3 5 0,4-6-729,-4-1 0,-2 3 0,0-2-306,0-1 1,-2-1 0,-2 1 0,-4 1-161,-1-2 0,-5 7 1,-7 1-1,-2 4-99,1 2 1,-5 0-1,0 2 1,-2 4-18,0 5 1,5 5 0,-1 3-1,4 5 46,5 5 1,9-4 0,-3 0-1,2-2 30,4 1 0,10-1 0,8-6 0,7-1 86,8-4 0,2-5 0,0-7 1,-2-2 6,2-3 0,-4-5 1,1-6-1,-3 3 28,-4 1 0,-3 1 0,-5-5 0,-3 2 134,-2 3 1,-2 5-135,-6-6 0,0 16 1,0 2-1,0 10 68,0 7 0,-2 10 1,-2 10-1,-2 3 87,2 8 0,0 7 0,0 8 1,-4 3 62,-1 4 0,3-2 0,-6 5 1,-1-3-132,-3-8 0,-3-6 1,-3-12-1,-1-5-71,2-10 1,1-10 0,3-13 0,-2-6-129,-5-4 0,5-12 1,-4-6-1,3-7-447,3-4 0,-1-8 0,3-8 0,3-1-318,6-5 0,4-1 0,2-3 0,2 1 324,4-1 1,4 1 0,7 2 0,3 3 533,3 6 0,4-3 0,8-1 0</inkml:trace>
  <inkml:trace contextRef="#ctx0" brushRef="#br0" timeOffset="400">524 672 8650,'2'9'987,"4"-3"1,6-4-1,9-2-577,2 0 1,2 0-1,-1-2 1,5-2-196,4-2 0,0-7 1,-2 1-1,-2-3-269,2-3 1,-6-5-1,-1 0 1,-5 1-131,-2 3 0,-7 1 0,-4 1 0,-4-1-83,-2 1 0,-2 5 0,-6 3 0,-7 1-28,-7 4 1,-9 10 0,2 6 0,-4 5 239,-2 6 0,2 4 0,2 8 0,4 0 52,2 0 0,2 6 0,7 0 0,4-2 45,7-3 0,5-3 1,7-4-1,11-5-106,9-5 1,8-9 0,6-4 0,7-4-464,8-2 0,-7-4 0,1-6 0,-5-7 527,-6-3 0,5-7 0,1 0 0</inkml:trace>
  <inkml:trace contextRef="#ctx0" brushRef="#br0" timeOffset="867">1205 532 8327,'0'12'2827,"0"-1"-2287,0 3 0,-5 7 1,-1 4-1,0 2-419,-2 5 0,6-1 1,-4 0-1,4-2-149,2 2 0,0-6 0,0-2 0,0-3-37,0-3 0,2-7 0,4-4 0,6-4-125,3-2 1,3-8 0,-1-6 0,1-5-8,-1-4 1,1-8 0,-1 3 0,1-1 31,-1 0 1,6 2 0,1-2 0,-3 4 77,-2-1 1,-1 13 0,-1-5-1,1 5-44,-1 3 1,1 2 0,-1 8 188,1 0 0,-3 10 0,-3 6 0,-6 7 414,-4 4 0,-2 0 0,0 4 0,0-2-120,0 2 0,-2 2 0,-2 0 1,-2-4-302,2-5 0,2-5 1,2-1-456,0-1 1,2-1-441,4-5 1,4-11 0,5-11 0,-1-5-846,-3-1 1,-1-1 1688,2 1 0,3-9 0,-5-1 0</inkml:trace>
  <inkml:trace contextRef="#ctx0" brushRef="#br0" timeOffset="1251">1921 759 8163,'10'-18'373,"-4"1"-123,-4 0 1,4 5 1076,-1 0 1,9 8-645,-2-1 1,3 3-415,3 2 0,-1-2 0,1-4-264,-1-6 0,-1 2 1,-3-1-1,-3-3-97,-2-1 1,-1 3-1,-3 0 1,2-1-218,-2-3 1,-2-1 0,-4-1 158,-4 1 1,-4 7 0,-7 4 0,-2 6 103,-5 6 1,5 4 0,-6 7 0,1 3 39,1 3 1,0-2 0,7 7 0,3-1 144,1 0 1,8 2 0,-2 4 0,4-2-17,2-2 1,2-7 0,4 1-1,8-4-286,7-1 0,4-9 0,6-1 1,-1-2-428,1 0 0,0 0 0,0-6 0,-4-2-863,-2-4 0,0-4 1453,-1-7 0,-5-9 0,6-1 0</inkml:trace>
  <inkml:trace contextRef="#ctx0" brushRef="#br0" timeOffset="1584">2428 549 8163,'-12'-5'940,"1"-1"0,7 2-506,-2 10 1,2 3 0,0 9 0,-2 1-173,2 5 0,2-3 0,2 8 1,0 0-50,0-2 0,0 4 0,0-7 1,0-3-72,0-2 1,0-1 0,0-1 273,0 1-474,0-9 1,6-9-1,2-13 1,0-7-156,0-3 1,-1-2 0,-3 4 0,2-3 23,-2 3 0,4-4 0,-1 1 0,1 3-110,0 2 0,6 1 1,-5 1-1,3 1-57,0 5 0,-1-5 0,7 6 1,1-1 34,4-1 1,-3 8-1,5-2 1,0 4-200,4 2 1,-2 0 519,3 0 0,-1 0 0,6 0 0</inkml:trace>
  <inkml:trace contextRef="#ctx0" brushRef="#br0" timeOffset="2051">3144 619 8290,'-8'-9'875,"6"-7"228,-4 4 0,4 3-648,2-3 1,0 0-182,0-5 1,-2 5-352,-3 1 1,-7 9 0,-9 0-55,-3 6 1,1 9 0,6-1-1,-3 3 141,-3 3 1,4 5 0,-3 2-1,7 1 80,3-1 0,8 4 0,-2-6 1,4-1-59,2-3 0,2-2 1,4 1-1,6-3-92,3-3 0,11-4 0,1-8 0,0 0-86,-4 0 1,2-8 0,1-4-1,-1-5-7,0-6 0,-2 3 0,-5-5 1,-1 0 104,1-4 0,-7 3 0,-1 3 0,-2 4 370,-4 1 1,-2 7-336,-2-1 1,0 10 0,0 2 0,-2 10 146,-4 5 1,4 3-1,-6 1 1,2 2-104,1 3 0,-1 5 0,6-6 0,2-1-103,3-3 0,-1-2 1,8 1-1,2-1-423,1 1 1,8-9 0,1-3 0,-3-4-698,-2-2 0,5 0 1192,-1 0 0,8-15 0,-4-5 0</inkml:trace>
  <inkml:trace contextRef="#ctx0" brushRef="#br0" timeOffset="2317">3877 95 8163,'0'-21'367,"0"3"1,-2 3 340,-3-1 1,3 5-437,-4-1 1,2 10-242,-2 2 1,4 14 0,-6 11-1,3 2 72,-1 4 1,-6 4-1,4 4 1,1 4 95,-1 1 0,-6 3 0,5 3 0,-3-1-57,0-3 0,3-1 0,-3 4 0,6-5-340,4-1 1,2-8 0,0-8-1,0-2-749,0-3 0,2-11 947,4-5 0,4 4 0,7-1 0</inkml:trace>
  <inkml:trace contextRef="#ctx0" brushRef="#br0" timeOffset="2535">3580 445 8893,'12'9'2158,"0"-3"1,-6-4-1749,5-2 1,-5 0 0,6 0 0,1 0-403,3 0 1,1 0 0,3 0 0,3 0-904,6 0 1,4-6 0,2-2 0,0-1-1068,0-5 1,0 4 1961,0-1 0,0-9 0,0-7 0</inkml:trace>
  <inkml:trace contextRef="#ctx0" brushRef="#br0" timeOffset="2867">4227 549 12562,'17'-5'107,"1"-1"1,-1-2-1,0 2-93,1-6 0,-1 3 0,1-1 0,-1 0-143,1 1 0,-7-3 0,-1-5-89,-2-1 0,-2 6 1,-8 3-1,-4 1 220,-6 4 1,-5 2 0,-4 4 0,-5 4 330,-1 6 0,0 5 0,-4 4 0,4 5 73,2 1 1,1 2-1,9 6 1,3 0-44,6 0 1,4 0 0,6 0 0,8-2-433,11-4 0,16-4 1,9-10-1,9-3-1225,7-6 1,4-6-1,3-6 1294,5-6 0,4-19 0,7-6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08.4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175 839 8119,'0'17'35,"6"-5"0,0-1 0,-2 3 437,-2 1 0,-2 3 0,0-1 346,0 1 1,0-6 649,0-1-904,0-7 0,0 2 1,0-12-356,0-6 1,0-5 0,0-4 0,0-5-35,0-1 1,-6-2 0,-2-8 0,0-2-94,1-1 1,-5-3-1,4 4 1,0-4-299,1-1 1,1-3 0,6-5 0,0-1 34,0 1 0,2 6 0,4 1 1,5 2-147,5 4 0,7 4 0,2 4 0,3 4-199,3 2 0,7-2 0,3 7 0,-2 7-269,-2 3 0,-4 4 0,-2 6 0,-4 0-254,-2 0 1,-1 8 1048,-7 4 0,0 3 0,1 3 0</inkml:trace>
  <inkml:trace contextRef="#ctx0" brushRef="#br0" timeOffset="234">1 647 9774,'7'9'1858,"7"-3"-1683,7-4 1,1-2 0,7 0 0,2-2-1170,2-4 1,2 2 993,0-7 0,7-1 0,3-5 0</inkml:trace>
  <inkml:trace contextRef="#ctx0" brushRef="#br0" timeOffset="667">821 664 8138,'0'-12'1057,"0"1"1,0-1-1002,0-5 1,-5 5 0,-3 2-205,-2 2 1,-1 3 0,-7 5 65,1 0 1,-1 5 0,1 3 0,-1 2 155,1 4 1,5 7-1,0 2 1,1 0 137,1 3 0,2-5 1,8 6-1,0 0-131,0 1 1,8-7 0,4 2 0,5-5-237,7-7 0,3-1 0,8-6 0,0 2 6,-1-2 1,-4-4 0,-3-6 0,-2-6 26,-4-3 0,-1-3 1,-5 1-1,-1-3 91,-3-3 1,-7 4-1,0-7 1,-8 3 28,-7 0 1,-13-1 0,-3 7 0,-2 0-14,0-1 1,2 6 0,-4 3-1,4 1-342,1 4 1,5 4 0,9 6-274,7 6 1,5 3 0,5 3 629,7-1 0,11 8 0,5 2 0</inkml:trace>
  <inkml:trace contextRef="#ctx0" brushRef="#br0" timeOffset="1069">1310 612 9874,'-5'11'755,"-1"1"1,0 1-1,6 9-387,0 1 0,0 6 0,0-4 0,0 3-134,0 3 0,6-6 1,2 0-64,1 0 0,1-5 0,4 1-106,-3-7 1,-7-9-1,4-8 1,-2-5-104,0-2 1,-1-7 0,-5-7 0,0 1-101,0-2 0,-2 4 0,-1-7 0,-5 1-59,-2 0 0,6 6 0,-2-3 1,4 5-198,2 2 1,0 5 0,0 0-1,0-1 10,0-3 1,8 6 0,6 5 0,5 1-110,4-2 0,8 4 0,-1-4 1,5 4-1165,5 2 1657,-3 0 0,21 0 0,-3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14.6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418 437 8318,'0'-18'1783,"-6"16"1,0 8 0,0 8-1152,-1 3 0,5 10 1,-4 6-1,2 8-287,-2 4 1,4 9 0,-4 10-1,4 4-104,2 2 1,0 2 0,0 1 0,0 3-157,0-2 0,2-12 1,2-10-1,4-11-542,2-10 0,-6-12 119,1-7 1,-3-16 0,-2-4 0,0-9-90,0-6 0,-2-6 1,-2 3-1,-3-1-262,-3-4 1,0-2 0,-3-2-1,1-2 262,-2-3 1,-1 3 0,-1-6-1,3 0 159,1-3 1,1-3 0,-7 1-1,3 1 247,3-1 0,-2-3 1,7-1-1,-1 1 297,0 5 1,2 5 0,6 10 0,2 4 29,4 2 1,4 3 0,9 11-1,4 5-145,6 4 1,4 2 0,4 0 0,2 2-116,2 4 1,7 3-1,-1 11 1,3 1-87,3 2 1,-10 7 0,-9-5 0,-8 0 8,-7 0 1,-9 4-1,-4-5 1,-6-3 89,-6-2 1,-12-3-1,-11-3 1,-6-3-106,-5-2 1,1-2 0,-8-6 0,-3 0-307,-7 0 1,3-2-1,-4-2 1,5-2-171,7 2 0,-3-4 0,9 3 1,3 1 15,6 2 0,6 2 1,9 2-1,4 4 506,7 5 0,10 5 0,5 1 0,8 1 0</inkml:trace>
  <inkml:trace contextRef="#ctx0" brushRef="#br0" timeOffset="549">1099 594 8318,'17'-6'170,"-1"-2"329,-5-1 1,-1 3 352,-4-6 0,-2 0 52,8-5 1,-9 0-478,3-1 0,-12 3 0,-5 3-226,-5 6 0,-1 4 0,-1 2 0,-1 0-161,-4 0 0,3 8 0,-1 4 0,5 3-134,5 3 1,1-1 0,-2 0-1,7 1-43,3-1 1,2 7 0,0-1-1,2-2 91,3-1 1,7-3 0,9 1-1,5-3 38,1-3 0,0 1 1,4-7-1,-4-2-115,-2-2 1,4-4-1,-5-4 1,-3-5-98,-2-5 1,-9-3-1,-4-3 1,-4-3-46,-2-2 0,-4 4 1,-6-4-1,-9 1 107,-6 5 1,-4 2 0,-6 3 0,0 4 51,0 7 0,6 3 1,2 2-1,1 4-174,5 7 0,2 3 0,3 13 0,4 0-315,7 0 1,5-3 0,5 3-1,9-2 201,7-4 1,1-1-1,7-5 394,2-3 0,2 3 0,2-5 0</inkml:trace>
  <inkml:trace contextRef="#ctx0" brushRef="#br0" timeOffset="800">1518 419 8318,'0'-9'1871,"0"3"0,0 12-1392,0 5 1,0 5 0,0 1-1,0 3-330,0 3 0,0 2 1,0 6-1,0-2-187,0 2 0,0 0 0,2 0 0,2-3-455,2-3 0,1-2 1,-1-5-741,6-1 1,-2-7 0,-1-6-1570,-1-8 2802,6-6 0,-12-15 0,5-2 0</inkml:trace>
  <inkml:trace contextRef="#ctx0" brushRef="#br0" timeOffset="965">1535 175 8318,'-9'0'3839,"-5"-2"-3569,8-4-1968,1 4 810,5-6 888,7 16 0,3-6 0,7 6 0</inkml:trace>
  <inkml:trace contextRef="#ctx0" brushRef="#br0" timeOffset="1383">1955 437 16075,'-2'19'0,"-2"4"222,-2 7 1,0-3 0,6 2 0,0 0-114,0-2 0,2 4 1,2-8-1,4-1-160,1-3 1,3-1-1,6-3 1,-1-3-306,0-6 0,7-4 1,-1-2-1,-2-2-16,-1-4 0,-3-6 0,1-9 0,-1-4-23,1-3 0,-1 5 1,1-4-1,-1 2-112,0 3 1,1-3 0,-1 2-32,1 2 1,-6 3 774,-1 6 0,-9 9 0,0 12 0,-8 9 57,-3 1 1,-1 8-1,-4 2 1,5 2 70,1-1 0,2 3 0,6-6 1,0 0-559,0-4 1,8-3 0,5-3 0,9-1-635,7-5 1,0-3 0,4-8 0,4 0 50,0 0 0,-1-10 0,-3-5 0,-2-9 776,-1-3 0,-9-2 0,4-6 0</inkml:trace>
  <inkml:trace contextRef="#ctx0" brushRef="#br0" timeOffset="1667">2793 18 8441,'10'-8'1255,"-1"6"-494,-3-4 0,-6 4-91,0 2 1,-2 6-1,-8 4 1,1 3-82,-1 7 0,4 11 1,-3 4-1,1 9-75,4 7 1,-4 9 0,2 6-1,2 8-247,2 7 1,2-9 0,0-4-1,2-6-301,4-6 0,-2-7 0,6-7 0,0-7-1431,-1-13 1,-3-5 61,6-11 0,-8-8 0,1-10 721,-3-3 0,-4-9 0,-1 1 0,-5 0-277,-2-2 1,-2 3-1,-5-7 959,-1-2 0,1-10 0,0-3 0</inkml:trace>
  <inkml:trace contextRef="#ctx0" brushRef="#br0" timeOffset="1781">2601 472 8318,'0'-10'1591,"2"2"1,4 8-1,7 0-1782,8 0 0,9 0 1,10 0-1,11 0-751,11 0 1,10 0 941,15 0 0,8-8 0,2-1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12.4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158 839 8265,'10'10'1298,"5"-3"-821,-3-7 1,-2 0 0,1-1 0,3-3-67,1-2 1,-3-10 0,0 1 0,1-7-150,3 1 1,-1-4 0,-3 0 0,-4-1-67,0 1 0,-7-4 0,3 6 0,-8 1-161,-7 3 0,-7 4 0,-3 1 0,-4 4-266,-2 2 1,-2 5 0,-6 10 0,2 9 44,4 5 1,-3 10 0,9 0-1,2 6 125,1 4 0,11 0 0,3-6 0,4 0 56,2-1 1,4-1 0,7-3 0,13-9 24,7-8 0,6-5 1,3-10-1,5-4-2,0-5 1,-3-12 0,-7-7 0,0-3-21,0-1 0,-2-3 0,-4-2 0,-4-4-94,1-1 1,-9-1 0,3-6 0,-7 3-203,1-1 0,-5-5 0,1 9 1,-2-1 48,-4-1 0,4 3 0,-3-3 1,-1 8 131,-2 8 1,-2 6 306,0 8 1,0 9-1,0 10-116,0 13 1,-8 10-1,-1 10 1,-3 2 170,0 4 1,1 4 0,-5 9 0,3 2-97,1 2 0,6 1 1,-3-7-1,1 0-223,4 1 1,2 3 0,2-3 0,2-9-384,4-5 1,3-8 0,11-6 0,3-9-336,6-7 0,4-5 1,0-9-1,-2-9-774,-2-7 1566,-7-7 0,11-6 0,-6-1 0</inkml:trace>
  <inkml:trace contextRef="#ctx0" brushRef="#br0" timeOffset="483">1136 664 8318,'8'-9'0,"-6"-7"0,4 4 724,-4-3 0,-2 3 1,0 1 258,0-3 1,0-1-752,0-3 1,-8 3-1,-4 3-141,-3 6 1,-3 4-1,1 2 1,-1 2-193,1 4 0,-6 0 0,-1 9 0,1 5-76,-2-1 1,5 6 0,-1 1-1,5 1 229,5 4 1,7-4-1,-2 0 1,4 0 54,2 0 0,0-5 1,4-1-1,6-5-89,7-5 1,12-7 0,-2 2 0,3-4-133,-1-2 1,-2-8 0,4-3 0,-4-5-92,-2-1 0,-1-3 0,-7-1 0,-1-3 56,-5 3 1,3-4 0,-8 2 0,-2 1 138,-3 3 1,-1 7-1,-1 3 117,-5 1 1,2 2 0,-6 8 0,0 4-39,1 5 0,3 5 1,-4 1-1,2 3 17,5 3 0,1-4 0,4 7 0,1-3-127,3 0 1,8 1 0,-1-7 0,7-1-408,3-5 0,6 3 1,-4-8-1,3-3-438,3-1 1,2-4-1,2-3 1,-1-7 885,1-4 0,0-9 0,0-2 0</inkml:trace>
  <inkml:trace contextRef="#ctx0" brushRef="#br0" timeOffset="766">1835 53 8318,'0'-12'1274,"0"1"-987,0-3 0,-2 6 0,-4 3-114,-6 3 1,3 4 0,-1 3-1,0 9-13,0 7 1,-1 7 0,-7 8 0,3 5 96,3 6 1,-3 9 0,5 4-1,0 2-126,4 4 0,-1 0 0,1-2 1,2-6-216,2-3 0,4-11 0,4-5 0,4-8-819,-1-7 1,7-13 0,-5-7 31,5-8 1,-4-5 0,-3-11-1,-1-3 871,-4-6 0,-10-4 0,-4-2 0</inkml:trace>
  <inkml:trace contextRef="#ctx0" brushRef="#br0" timeOffset="932">1450 385 10309,'8'10'1078,"2"3"1,7-7-1,3-2-889,3-2 1,4-2 0,8 0-1,0 0-955,0 0 0,2-2 0,2-4 0,1-4 766,-1 1 0,6-7 0,0 6 0</inkml:trace>
  <inkml:trace contextRef="#ctx0" brushRef="#br0" timeOffset="1367">2324 577 10447,'9'-12'1419,"-3"1"0,-4 5-1352,-2-6 1,0 6 0,-2-3 0,-4 1-159,-5 4 1,-5 0-1,-1 0 1,-3-1-67,-3 1 0,4 4 0,-7 5 1,3 7 235,0 4 0,0 1 0,5 1 0,3 1 147,3 4 0,4-3 1,8 3-1,0-4-101,0-1 1,8-1-1,4-1 1,5-5-184,6-5 1,-3-4 0,5-2-1,-2 0-100,1 0 1,-1-2-1,-6-4 1,1-5-63,-1-5 1,-5-1 0,-2-1 77,-3 1 0,1-1 1,-4 1-88,2-1 0,-2 9 143,-10 3 0,4 12 0,-4 5 0,4 5 24,2 1 1,0 1 0,0 1 0,2 3-196,4 1 0,4-2 1,7-7-1,3-4-374,3-3 1,4-1 0,10-6-1,2 0-865,1 0 1496,1-8 0,-6-1 0,0-9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10.3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1 750 10879,'10'9'2145,"5"-5"-1807,7-8 0,7 1 0,-4-11 1,2-4-132,4-3 1,2-4 0,0 4 0,-4-3-179,-6 3 0,-3 0 1,-3-1-1,-1-1-493,-5 2 0,-3 1-19,-8 3 0,-13 7 1,-7 4-1,-5 6 56,-6 6 0,4 6 1,-2 9-1,0 4 364,1 2 1,3-3 0,8 3-1,1 0 65,5 0 0,3-4 0,8 5 1,0-1 152,0 0 0,10-8 0,9 1 0,12-9-314,8-3 0,7-2 0,-3-6 0,0-2-256,-1-4 0,5-3 1,-6-11-1,-2-1-713,-3-2 1,-8-3 1127,-5 3 0,4-4 0,0-8 0</inkml:trace>
  <inkml:trace contextRef="#ctx0" brushRef="#br0" timeOffset="469">909 558 8246,'0'-12'-387,"2"0"1222,4-1 1,-4-3-1,4-1 524,-4-1 0,-2 7-922,0-1 1,-2 2-1,-4-1-450,-6 5 1,-5 4-1,-5 2 1,-1 0-135,2 0 0,1 2 0,1 4 0,-2 7-113,-3 9 0,1-3 0,7 6 0,3-2 136,1 1 1,3 5-1,-3-6 1,6 0 181,4 3 0,2-11 0,4 5 0,6-3 44,7-3 1,6-9 0,-1 1 0,3-4-135,2-2 0,0-2 0,2-4 0,-3-5-37,-1-5 1,-6-1 0,5-1 0,-7 1-24,-5-1 1,1 1 0,-7 0 0,-2-1 383,-2 1 0,4 5-158,0 0 1,-3 8-141,-8-1 0,3 10 1,-4 7-1,4 4 3,2 1 1,0 1-1,2-1 1,4 0-180,5 1 1,7-1-1,3 1 1,4-3-559,3-3 1,1-4 0,6-8 0,0 0-302,-1 0 0,1-8 1041,0-4 0,8-11 0,2-4 0</inkml:trace>
  <inkml:trace contextRef="#ctx0" brushRef="#br0" timeOffset="769">1695 453 8099,'-6'-12'521,"0"1"1,1 5-1,3-4-76,-4 2 1,4 0 0,-6 5-620,0-3 0,4 0 0,-7 6 1,-3 0 118,-1 0 1,-3 2 0,1 2-1,-1 4 191,1 1 0,-1 9 0,1 5 0,-1 0 53,1 3 1,0-7 0,1 6 0,4-2 39,7 1 0,3 5 1,2-6-1,3-2-123,9-1 1,2-9 0,15-1 0,4-2-468,6-4 1,-3-2 0,7-2 0,-2 0-496,0 0 1,-1-8 0,-7-2 855,-4 1 0,4-15 0,-5 5 0</inkml:trace>
  <inkml:trace contextRef="#ctx0" brushRef="#br0" timeOffset="1202">2149 69 8099,'0'-12'0,"0"0"795,0-1 1,0 3-170,0-2 1,-2 9-375,-4-3 1,-3 17 0,-7 9 0,3 5 83,1 6 1,6 2 0,-4 4 0,1 4 97,-1 5 1,6-1 0,-2 1 0,4 3-115,2 1 1,0-5 0,2-4 0,2-4-205,2-2 0,8-6 0,-3-2 1,5-4-375,1-7 0,1-7 1,-1-9-1,1 0-154,-1 0 0,0 0 1,-1-2-1,-2-3-60,-3-7 1,1-9 0,5-3 0,1 1 74,-1-2 1,-5 5 0,0-3 0,1 2 199,3-3 1,-5 11 0,-1-5 743,-2 3-232,5-1 1,-11 9-1,4 7 6,-4 9 0,-2 7 0,0 3 1,0 3-457,0 1 0,8 2 1,2-4-1,3 3-969,5-3 0,-3-7 1,14-5 1103,2-1 0,2-2 0,2-6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19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87 8183,'16'-17'345,"-3"1"963,-1 5-713,-8 3 0,4 10 0,-8 4-70,0 5 1,-6 11 0,-2 3-1,0 2-126,0 4 1,-5 4 0,3 6 0,-1 3-2,-1 1 1,6 11-1,-4-1 1,1 3-214,-1 2 0,6-2 0,-2-3 0,4-1-45,2-2 1,8-5 0,6-18 0,7-6-264,8-3 1,6-11 0,6-3 0,7-6-553,9-6 0,-3-3 0,6-11 0,-2-3-398,1-6 1,-7 2 0,-7 0 0,-3-1-459,-3 1 1,-10-2 1530,-6-6 0,5 0 0,-1 0 0</inkml:trace>
  <inkml:trace contextRef="#ctx0" brushRef="#br0" timeOffset="248">0 122 8237,'18'-15'933,"-3"1"-420,-3 3 0,5 7 1,1-4-1,9 2-226,6 0 0,10-1 1,5 3-1,7-2-348,3 2 1,6-4 0,-4 2 0,-2 2-676,-3 3 1,-1-5 0,-13 0 735,-3 2 0,-8 2 0,-5 2 0</inkml:trace>
  <inkml:trace contextRef="#ctx0" brushRef="#br0" timeOffset="481">35 524 8026,'18'0'204,"-1"0"0,1 0 1,-1 0 376,1 0 0,7 0 0,6-2 0,6-2-464,4-2 1,7-7-1,-1 3 1,3-2-444,2 1 1,1-1 0,-3-3 325,-3 3 0,-4-4 0,-8 7 0</inkml:trace>
  <inkml:trace contextRef="#ctx0" brushRef="#br0" timeOffset="898">1031 524 13071,'0'17'389,"0"1"0,0-1 0,0 3 0,2 1-243,4 2 1,1 3-1,7-5 1,-2 4-76,1 2 1,3-5 0,1-1-1,1-5-40,-1-5 1,1-7-1,-1 2 1,0-4-197,1-2 1,-1-8 0,-1-5-1,-3-7-94,-1-3 0,0-6 0,5 4 1,-1-3-234,-5-3 1,5 4 0,-4 0 0,3 0-117,3 0 0,-1 5 0,0-1 0,1 4-606,-1 1 1,1 3 1213,-1 3 0,-7 4 0,6 16 0,-7 2 0</inkml:trace>
  <inkml:trace contextRef="#ctx0" brushRef="#br0" timeOffset="1431">1939 681 8155,'12'0'1201,"-1"0"0,-7-8-521,2-3 1,-4 1-500,-2-2 1,0 7 0,-2-5-147,-4 2 0,-4 0 0,-7 4 1,-2-1-114,-5 1 0,3 2 0,-8 2 1,0 2-61,2 4 0,-6 3 0,5 7 0,-1-1-21,0 3 0,8-5 0,-2 11 0,5-5 218,6-1 0,-1 5 1,7 0-1,2-2 69,2-1 0,10-5 0,4-1 0,5-4-60,6-3 1,3-1 0,5-6-1,-2-2-149,2-3 0,-4-5 0,0-8 1,0 1-49,0-1 1,-5-1-1,-1-2 1,-5-3 76,-5 3 1,-5 2 0,4 1 377,-2 1-288,-3 7 0,-10 4 0,-3 12 0,0 6 29,0 3 1,2 5-1,6 1 1,0 2-83,0-1 0,0 3 0,2-2 0,6-2-73,10-1 1,-1-3 0,8-1 0,1-5-277,3-5 0,6-4 0,3-2 0,3 0-330,-2 0 1,-4-8 0,-4-3 0,-4-7 693,-2-5 0,6-4 0,-3-8 0</inkml:trace>
  <inkml:trace contextRef="#ctx0" brushRef="#br0" timeOffset="1731">2725 105 8114,'0'-18'-1103,"-2"7"2152,-4-1 0,-4 8-602,-7-2 1,5 12-1,3 8 1,-1 7-59,0 8 0,6 6 1,-3 6-1,1 5 14,0 5 1,0 3-1,6 3 1,0 3-134,0 2 1,0 0 0,0 2 0,2-6-156,4-4 1,-2-11 0,7-6 0,1-8-978,-2-4 0,5-9-212,-3-10 0,1-6 1,1-6-1,-4-6 284,-3-3 0,-1-5 0,-6-1 0,0-4 790,0-2 0,0-3 0,0-4 0</inkml:trace>
  <inkml:trace contextRef="#ctx0" brushRef="#br0" timeOffset="2081">3004 576 9787,'-9'2'893,"3"4"0,2-2 1,0 10-1,-2 3-687,2 4 0,2 9 0,4-5 0,2 0-24,2 0 0,6 4 0,-5-5 0,3-3-30,4-2 0,3-1 0,4-3 0,3-3-365,-3-6 0,4-4 0,-1-2 0,-1 0-71,2 0 0,-5-8 0,3-6 1,-4-5-23,-1-4 0,-3-8 0,-1 3 0,-5-1 29,-1 0 1,-2 2 0,-6-2 0,0 4-52,0 0 0,0 5 1,-2-1-243,-4 7 1,4 5-15,-3 3 0,3 12 0,2-1 0,0 9 584,0 3 0,0 1 0,7-1 0,3 1 0</inkml:trace>
  <inkml:trace contextRef="#ctx0" brushRef="#br0" timeOffset="2581">3965 734 7989,'9'-18'684,"-1"3"501,0 3 0,-6-4-883,4 5 1,-6-3 0,-4 1 0,-4 3-282,-2 2-1,-1 0 1,-7 4 0,1-1-31,-1 1 0,-1 2 1,-2 2-1,-3 0-130,3 0 1,-4 2 0,2 4 0,1 5 67,3 5 0,1 3 1,1 3-1,-1 1 249,1-2 1,7 4-1,4 1 1,4-1-70,2 0 0,2-2 0,4-5 0,6-3-169,3-3 0,11 2 0,1-9 0,2-1-158,0-2 0,-2-2 1,4-2-1,-4-4-1,-1-5 0,-3-5 0,-6-1 1,1-3 224,-1-3 1,-5 4 0,-2-5 0,-3 5 430,-3 2 0,-2-1-145,-2 1 0,-2 7-279,-4 4 1,4 6 0,-3 6 0,3 6 103,2 3 1,0 3-1,2 1 1,5 2 11,11 3 1,1-1 0,8-6 0,1-1-364,-1-4 0,4 3 0,8-5 0,1-1-511,-1-3 1,4-4 0,-4-4-1,-2-4 746,-1-5 0,-12-5 0,9-1 0</inkml:trace>
  <inkml:trace contextRef="#ctx0" brushRef="#br0" timeOffset="2931">4751 52 7989,'9'-7'1378,"-1"5"1,-8-4 0,0 12-1017,0 5 1,-6 11 0,1 3 0,1 4-100,2 8 0,2 0 0,0 11 1,0 5-77,0 3 1,0 10-1,0-2 1,2 2-186,3-2 0,-3 2 0,4-8 0,-4-3-334,-2-7 1,0-7-1,0-12 1,0-6-1029,0-3 1,0-9 372,0 1 0,2-10 0,2-2 1,2-10-453,-2-5 1439,-2-3 0,-10-7 0,-2-2 0</inkml:trace>
  <inkml:trace contextRef="#ctx0" brushRef="#br0" timeOffset="3115">4524 489 7989,'-10'-2'1249,"4"-4"0,6 2 0,6-5-1285,6 1 0,5 2 0,6 6 1,6-2-512,4-4 1,4 4-1,4-3 1,4 3-267,-1 2 0,1 0 813,-4 0 0,3 0 0,9 0 0</inkml:trace>
  <inkml:trace contextRef="#ctx0" brushRef="#br0" timeOffset="3450">5152 646 7989,'0'18'1817,"0"-1"-1563,0 1 1,8-9 0,4-3 0,3-6-157,3-6 1,5 2 0,2-7 0,2-3-25,4-1 1,-3-3 0,-1 1 0,-2 1-177,-4 5 0,-3-5 0,-5 6 0,-3-1-114,-2-1 0,-4 6 0,-10-3 0,-6 1 284,-3 4 0,-10 2 0,-5 2 0,-3 0 155,-1 0 1,1 8-1,1 3 1,5 5 469,2 1 1,2 3 0,7 1 0,5 4-392,5 3 1,4-5-1,6 6 1,5 0-951,9-2 1,17-2-1,2-7 1,7-3-2717,11-3 3364,5-4 0,17-16 0,3-2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17.9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36 173 8099,'-12'0'2228,"0"0"-692,8 0-995,-3 0 0,9-2-248,3-3 1,5-5-1,8-8 1,-1 1-89,1-1 0,-1 7 0,2-1 0,5-1-211,5-3 0,-2 0 0,2 5 0,0 3-206,-2 0 0,6 6 0,-5-3 0,-1 5 45,-4 5 1,-4 5-1,-3 8 1,-4 1 219,-7 4 1,-3 4-1,-4 10 1,-5 2 267,-11 2 1,-1 5-1,-10-3 1,-2 0 28,-2-1 0,4 1 0,1-4 1,3 2-239,4-2 0,1-8 0,3-4 0,1-2-134,5-4 1,3-1 0,8-3-536,0 1 1,8-9 0,5-3-78,9-4 0,-3-2 0,6 0 0,-1 0 24,-1 0 1,6 0 0,-4 0 0,0-2 21,1-4 1,3 4 0,-6-5 0,0 1-1189,3 0 1776,-7-8 0,14 5 0,-6-9 0</inkml:trace>
  <inkml:trace contextRef="#ctx0" brushRef="#br0" timeOffset="450">1031 715 8083,'10'0'1337,"-2"0"1,-8-2-679,0-4-702,0 4 1,-8-12-108,-4 9 0,2-1 241,-1 6 1,1 2 88,-2 3 1,5-1-27,7 8 0,2-8-144,3 2 1,-1-4 0,8-2-64,2 0-13,-7 0-261,9-8 1,-14 4-1094,4-8 0,-6 8 1420,-6-1 0,4 10 0,-6 5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3.5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 6391,'-18'0'0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4.0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14 7989,'9'-10'2854,"-1"7"-2173,-8 14 1,-2 9 0,-2 15 0,-3 1-239,-3 5 0,6 12 0,-2 11 0,4 3-247,2 3 0,0 8 1,0 3-1,0 3-248,0-3 1,0 1 0,0-14-1,2-12-359,4-11 0,-4-16 1,4-6-1,-2-5-591,2-7 0,-5-5 0,5-12 0,-2-5 259,2-5 0,-4-3 1,4-3-1,-4-3-532,-2-2 1275,0-2 0,-8-14 0,-2-2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4.2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34 315 7983,'-12'0'1798,"0"0"0,9-2-1527,-3-4 0,6 4 1,7-4-1,11 4-196,9 2 1,12-6 0,6-1 0,3-3-205,6-4 1,5-1 0,-1-3 0,4 1-160,0-1 1,4-5 0,-10 0 0,-5 0-829,-9-3 0,-7 7 0,-4-4 1116,-2 3 0,-7 3 0,3-1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4.7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9741,'-10'11'1440,"2"1"-987,1 1 0,5 11 0,-6 5 0,2 6-165,0 6 0,1 9 0,5 10 0,0 4-70,0 8 0,0-2 1,0 6-1,0-9-104,0-8 0,5-9 0,1-17 0,0-4-99,2-6-432,-6-3 0,7-10 0,-5-7 9,2-6 1,0-1 0,-4-6 0,2 0 53,2 1 0,7-3 0,-3-6 1,1 1-13,1 0 1,0-1 0,5 1-1,1-3 218,-1-3 1,1 4 0,-1-5 0,1 5 369,-1 1 0,-1 7 0,-3-1 157,-1-1 0,-1 5-90,7 2 0,-8 12 1,-5 7-1,-3 7-14,-2 3 1,0 8 0,2-2-1,2 4-231,2 2 0,0 0 1,-6-2-1,2-2-137,4-2 0,-4-13 0,5 1-704,1-1 0,2-9 1,7-1 20,1-4 1,-3-10 0,-3-3-1,-4-5 776,-1-1 0,3-8 0,8-3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5.0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0 228 7989,'12'0'1193,"0"0"1,-1 0-914,7 0 0,-3-2 1,-1-2-1,-3-2-90,3 2 1,1 2-1,3 0 1,-1-2-264,1-2 0,-1-5 0,1 3 0,-1-2-108,1-3 1,-3-3 0,-1-1 55,-3-1 1,-7 1 0,2-1 0,-4 1 123,-2-1 1,-8 7 0,-5 1 0,-7 2 159,-3 4 1,-8 3 0,4 2 0,-2 5 161,0 6 0,7 5 0,-1 7 0,4 5-12,1 4 1,8 2-1,5 0 1,3 1-72,2 5 0,9-6 0,9 2 0,11-8-360,10-4 0,5-1 0,9-9 0,1-3-832,4-6 0,-3-6 0,3-6 1,-4-6 953,-1-3 0,-9-11 0,-1-1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5.9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53 171 11196,'-7'17'771,"5"1"0,-4 1 1,2 4-295,-2 6 0,4 14 0,-4 10 1,4 9-200,2 6 0,-5 7 0,-1 3 0,2 1-206,2 5 0,2-8 0,0-9 0,0-12-513,0-12 230,0-14 1,2-20 0,2-16-1,4-13-244,1-9 1,-5-4 0,2-4 0,-4-2-136,-2-1 1,0-9-1,0 3 1,0-5 178,0-1 1,0-1 0,0 1 0,-2-2 335,-4-5 1,4 3 0,-4-6 0,4 2 31,2 4 0,2 7 0,4 4 1,8 5 195,7 7 0,-1 6 1,5 11-1,0 2 98,4 3 0,4 7 0,2 0 0,2 8-99,4 8 1,-5 5 0,3 4-1,-6 5-208,-4 1 1,-9-4-1,-1 6 1,-7 0 16,-4-2 0,-3 1 0,-7-7 0,-3 2-46,-7-1 1,-9-3 0,-5-4-1,-1-1-130,-4-2 0,-2-8 0,-2 1 1,-2-3-70,-3-2 1,5 0 0,-2 0-1,8 0-357,4 0 0,1 0 1,7-2 640,-1-3 0,9-5 0,1-8 0,8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6.3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1 157 7989,'17'0'0,"1"0"601,-1 0 1,0 0 0,1 0-186,-1 0 1,1 0 0,-1 0-239,1 0 0,-1 0 1,1-2-1,-1-2-326,1-1 1,-3-9 0,-1 2-16,-3-3 1,-1-3 0,2 1-21,-6-1 0,-12 3 0,-6 1 0,-3 5 282,-3 1 0,-7 2 0,-4 8 0,-2 4 244,2 5 0,-4 11 1,5 3-1,1 0-69,4 0 1,11 5 0,7-5 0,3 2-120,2 4 0,2-4 0,3 0 0,9-1-243,7-5 1,12-2 0,10-3-1,2-4-396,3-7 1,3-3 0,1-4 0,-2-3-203,-3-7 1,-4-6 0,-10-3 0,-4-2-1184,-6 1 1869,-4-5 0,-1 0 0,-1-8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6.7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0 228 11318,'0'17'568,"0"7"1,0 1-1,0 2-326,0 4 0,0 0 0,0 0 0,0-4 13,0-1 0,0 3 0,2-6 106,4-2 0,-2-9-511,8-6 1,-9-14-1,3-8-138,-4-5 0,-2-8 0,0 4 1,0-2 64,0-4 0,0 3 0,0-1 1,0-2 44,0-2 1,0 4-1,0 0 1,0 0 28,0 2 1,2 0-1,2 5 1,4-1-61,2 2 1,1 3-1,9 5 1,1 3 32,2 2 0,8-4 0,-2 7 0,4 1-289,2 2 1,0 8 0,-2 1 0,-2 3-1084,-2 4 1548,-7-7 0,11 9 0,-6-6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7.0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33 942 7989,'0'17'1026,"0"-5"342,0 0 1156,8-9-2186,-6 5 1,6-16-1,-8-3 1,0-5-52,0-1 0,0-8 1,-2-5-1,-2-3-94,-2-1 1,-2-7 0,4-2-1,-3-2-137,-3-3 0,6-2 0,-2-3 0,6 1-238,6-1 0,4 5 0,9-1 1,5 1-132,5 5 1,4 4 0,3 4-1,3 0-260,2 1 0,6 6 0,-7 5 0,-1 6-338,-2 5 0,-2-2 1,-2 9 311,-4 1 1,-11 9 0,-13 9 0,-3 5 598,-2 5 0,-7-1 0,-3 2 0,-8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7.3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 70 7989,'0'18'132,"-2"-3"485,-4-3 0,6 2-363,0-9 0,2 1 0,12-6 0,3-2-55,5-4 1,9-1 0,-2-7 0,6 2-217,5-1 1,-1 3 0,6 0 0,-4 1-647,-8-1 0,0 6 1,-8-4-1,0 3 663,0-1 0,-1-8 0,-7 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7.7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208 88 9155,'10'-7'1233,"-3"3"3,-7-8-1041,0 0 0,-2-3 1,-3 3-108,-7 6 0,-4 4 0,-1 2 0,0 2-64,-1 4 1,1 4 0,-1 7 0,1 1 112,-1-1 1,7 3-1,1 1 1,2 4-30,4 2 1,2-5 0,4 1 0,4-4-227,6-1 1,11-3-1,6-3 1,2-6-154,-2-4 0,4-4 1,-4-4-1,2-6-75,-1-3 0,-1-8 1,-10-3-1,-3 1 65,-1 0 0,-7-4 0,-2 4 1,-6-1 221,-6 1 0,-10 2 0,-9 7 0,-2 5 31,-4 5 1,-8 4 0,-2 2 0,2 2-269,3 4 1,3 5 0,4 11 0,5 1-55,5-2 0,9 5 1,4-1-1,6 0 350,6 0 0,-4-1 0,21-7 0,-3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8.1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70 8244,'0'12'854,"0"-1"0,0 3-359,0 2 0,0 1 0,0 0 0,0 3-111,0 3 1,0 4-1,0 6 1,0-2-239,0-2 0,0-7 1,0 1-1,0-4 417,0-1-560,0-8 1,5-5 0,1-10-97,-2-7 1,-2-4-1,-2-1 1,0 0-70,0-1 0,-2 1 0,-2-3 0,-2-1 121,2-2 0,3-1 0,1 7 0,0-1-96,0 1 1,0-1-1,1-1 1,5-2-238,6-3 1,5 7 0,7 5 0,5-1-63,4-3 1,4 1 0,1 3 0,3 6 112,-2 4 0,-4 2 1,-4 0-1,-4 0-663,-2 0 1,-1 2 985,-7 4 0,1 4 0,-1 7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8.7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31 7989,'10'2'684,"-5"4"1,-1-4-1,0 6 87,2-1 1,0 3-1,-6 7 1,0 3-243,0 3 0,0 2 0,0 6 1,0-1-264,0 1 1,0 2 0,0 1-1,0-1-152,0-3 1,0-5 0,0-8-182,0 1 1,2-11-270,4-7 1,-3-7 0,7-13 0,0-1 81,0-2 0,-5-8 0,5 3 0,0-1-63,-1 0 1,-3 2 0,4-4 0,0 4 89,-1 2 0,3-4 1,6 5-1,-1 3 120,0 2 0,1 7 0,-1 2 0,1 0 98,-1 1 1,-5 5-1,-2 0 1,-3 8 80,-3 8 1,-2 3-1,-2 3 1,-2-1 333,-4 0 0,3 7 0,-7-1 0,0 0-70,0 3 0,7-7 0,-3 4 0,4-1-161,2 1 1,0-4-1,0 5-220,0-5 0,8-4 1,3-3-1,5-6-212,1-4 0,-3-2 0,1-2 0,5-4-2,-1-6 0,2-3 1,1-3-1,1 1 137,-2 0 1,-1-7 0,-1 1-1,3 0 96,1-3 0,-6 9 0,-5-2 1,2 5 183,1 0 1,-3 1 0,-3-1-250,-1 3 115,-2 7 0,-8 4 0,-2 11 1,-2 5 183,3 1 0,-5 3 0,2 1 0,2 2-128,2-1 0,2 3 0,2-2 0,4-1-347,6-3 0,3-2 1,4 1-1,3-3-410,1-3 1,0 2 0,-3-8 0,1-3-361,2-1 0,1-7 1037,-7-1 0,8-16 0,3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9.2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193 105 7958,'17'0'-13,"-1"-2"0,-3-2 192,-1-2 1,-6-5-1,5 3 879,3-2 0,-6 4-394,-3-5 1,3 5-471,-2-6 0,-8 8 0,-10-3 0,-3 1-61,-3 0 1,-1 0 0,-2 6-1,-5 0-59,-1 0 1,6 8 0,-2 3 0,3 5 112,3 1 0,-1 1 1,1-1-1,1 1-53,5-1 0,-3 7 1,8-1-1,2 0-135,2 2 1,4-5 0,4 3-1,6-5-240,3-7 0,3 3 0,1-8 1,3-3-82,1-1 1,2-2-1,-4-2 1,3-3 45,-3-7 0,-2-4 0,-1-1 0,-1 0 167,1-1 0,-3 1 1,-1-1 288,-2 1 0,-3-1 373,3 1-332,-4 7 1,-14 4-1,-2 12-88,-2 6 1,7 3 0,-3 3 0,4-1 7,2 1 1,0 5-1,2 0 1,4-1-332,5-3 0,5-4 1,1-1-1,3-2-440,3 1 1,-2-5 0,8-2 0,0-4-145,-1-2 1,3-8 0,-6-2 773,2 1 0,-6-15 0,5 5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29.6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9804,'0'19'1189,"0"3"1,0 3-794,0 2 1,-2 2-1,-2 4 1,-2-2-186,3-2 0,1 1 0,2 3 0,0-2-166,0-2 0,7-8 1,5 0-183,4-7 1,1-6 0,0-8 0,3 0-164,3 0 0,-3-8 0,5-4 1,-2-3 66,0-3 1,1-5 0,-7 0 0,1-1 38,-1-1 1,0 6 0,-1-4-1,-2 3 94,-3 3 1,-7-1 0,4 3 4,0 3 1,-8-2-1,2 11 138,-6 5 1,-8 5 0,4 11 0,-1-1 271,-5 1 1,6 5 0,2 2 0,4 0-123,2 1 0,0 3 0,0-4 0,0 0-320,0 0 0,14-1 0,4-7 0,1-1-324,0-5 1,7-3 0,3-8 0,2 0-764,-2 0 0,2-8 1214,-8-3 0,8-5 0,-4-1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0.2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0 8088,'10'0'852,"-4"0"1,-12 0-525,-6 0 0,2 0 1,-1 2-1,-3 2 158,-1 2 1,-1 8 0,3-3 0,1 5-243,-2 1 0,1 3 1,1 1-1,6 4-139,4 2 0,2-5 0,0 1 0,2-2-282,4 3 0,6-7 0,9 2 0,4-7-477,2-4 1,3-2 0,4-6-1,1 0 39,0 0 0,-7-6 1,-5-2-1,-4-2 152,-1-3 1,-1-5-1,-1-3 1,-5-2 287,-5 1 1,-4 9-1,-2 1 1,0-1 174,0-3 0,0 4-254,0 1 759,0 7 999,-8-4 0,6 10-114,-3 4 0,3-2-863,2 7 0,7-7-541,5 2 1,4-4-1,1-4 42,0-4 0,1 2 0,-1-7-311,1-3 0,-8 4 1,-5-1 128,-3-3 1,-4 5 0,-3-1 0,-9 2 303,-7 4 1,-1 2 0,-5 4 0,2 4 432,4 6 1,1 5-1,5 4 1,3 5-262,6 1 1,4 2 0,4 6 0,8-2-828,13-4 0,8 4 0,22-4 0,7 2 505,6-2 0,11-4 0,3-7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1.2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0 7880,'10'2'0,"-2"2"330,0 2 0,-5 0 620,9-6 264,-8 0-1037,-12 0 0,-3 0 0,-13 0 0,5 0-10,1 0 0,1 6 0,-2 1 1,-3 3-67,-1 4 0,-6 1 1,4 5-1,-1 3-14,1 6 1,2 4-1,5 4 1,3 2-14,3 1 1,4 1-1,10-6 1,6-2-96,10-4 1,9-6 0,12-11-1,3-6-50,3-4 1,0-2-1,3-2 1,-3-6 18,-3-9 1,-7-7-1,-8-7 1,-1 2-34,-5-2 0,-9-2 1,-6 0-1,-5 2-54,-1 2 0,-9 2 0,-7-4 0,-7 4-2,-4 1 0,-8 9 0,-6 7 0,2 2 4,2 5 0,3 1 1,1 4-1,1 3-106,3 7 0,10 6 1,0 5-1,7 6-306,4 4 0,4 0 0,12-2 0,8-4-723,5-2 1272,18-9 0,-2-1 0,15-5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1.5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105 852 12224,'0'-17'424,"0"-3"1,-2-3-249,-4-6 1,-1-6 0,-7-6-1,2-5-109,-1-5 1,-1-1 0,1-1 0,3 1-228,2 0 0,2-1 1,8 3-1,4 3-274,6 6 0,5 4 0,7 4 0,7 2-21,7 2 1,1 10-1,6 1 1,-1 9-218,1 1 0,2 6 0,3-2 0,-3 8 31,-7 8 0,-5 9 641,-6 2 0,-3 8 0,-9-3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1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7960,'0'12'825,"0"-1"1,8-7 0,3 4 0,7-2-667,5 0 0,12 0 0,12-6 1,5 0-261,6 0 101,4-8 0,8-2 0,0-7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2.4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0 120 7880,'10'-23'78,"-4"0"1,-2 0 0,-1 5 2117,3 1-1525,0 7 0,-6 4 1,0 14-318,0 9 0,0 5 0,0 11 1,0 6-19,0 3 0,0 5 1,0 7-1,0 2 3,0 3 0,2 1 0,2-4 0,2 2-323,-2-1 0,3-3 0,-1-4 0,0-5-713,2-10 0,-6-8 1,6-11-300,-1-5 1,3-5 0,5-14 34,-3-9 1,-4-8 0,-8-12 0,-2-2 166,-4-2 0,-6-5 794,-11 5 0,-4-8 0,-8 5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2.6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0 140 12437,'20'0'255,"3"0"0,-2 0 0,10 0 0,4 0-614,4 0 0,9 0 0,-1-1 0,2-3-521,-3-2 1,3-8 0,-7 1 0,1-7 879,0-3 0,5-8 0,-3 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3.3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10335,'0'17'390,"0"3"1,0 3-1,0 6-182,0 4 1,0 10 0,0 5-1,0 6-32,0 5 0,0 5 0,0-6 0,2-4 51,3-5 0,-1-7 0,6-9 0,0-5-128,-1-11 0,3-1 0,7-11 0,3-3-150,1-5 0,8-9 1,-4-9-1,2-5-287,0-1 0,1 0 0,3-4 0,-2 4-79,-2 2 1,-2-5 0,4 7 0,-4 2 31,-2 1 0,-3 3 1,-9 1 121,-1 5 0,-8 5 600,2 12 1,-6 3 0,-6 11 0,-4 1 75,0 2 0,3 9 0,7-3 0,0 2-87,0-2 1,0 4 0,2-6-1,5 0-210,11-4 0,1-3 0,12-3 0,4-1-304,4-5 1,4-3 0,-3-8 0,5-2-39,0-4 0,-3-3 0,-9-9 0,-4 1-84,-5-1 0,-5 1 0,-1 1 0,-3 3-688,-3 1 1,-3 8-733,-3-2 1298,-4 4 1615,6 2-371,0-7 1,-4 5-413,7-4 0,-5-2 0,4 0-152,-2-1 1,3 3-1,-5-6-69,-2-1 0,-2 3 0,-2-2-27,0-1 0,0-3 1,-2 1-1,-4 1-12,-6 2 1,-9 9 0,-2-3 0,0 4-11,-3 2 0,5 2 0,-6 4 0,2 5 115,3 5 1,5 3 0,5 3 0,6 3-8,4 2 1,4 0 0,6 4 0,9-4-620,11-1 0,12-3 1,9-6-1,7-1-75,8-5 0,12-3 0,3-10 456,1-4 0,-2-11 0,-9-10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4.3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 9222,'0'-9'2799,"0"20"-2540,0 13 1,0 3-1,0-8 1,0 3-44,0 1 1,0 2 0,0-4 0,0 3 80,0-3 0,6-7 0,2-3-312,1 3 0,-3-6 0,6-3 1,2-5-247,1-5 1,3-5 0,-1-8-1,0 1-119,1-1 1,-1-5-1,1 0 1,-1 2 92,1 1 1,-7 3 0,1-1-1,2 3 37,1 3 1,-3-2 341,-1 9 0,-5-1 0,4 8 150,-2 4 0,-2 3 0,-6 9 0,0 1 160,0 4 0,0-1 0,0 5 0,0 0-15,0 0 0,5-5 0,1 1 0,-2-4-273,-2-1 0,6-3 1,3-3-1,5-6-151,1-4 1,1-4 0,1-4 0,3-6-127,1-3 1,8-8 0,-4-3 0,2 1-249,0 0 0,-7-4 0,3 4 63,0-3 1,-5 7 0,1-2-164,-8 3 322,3 3 0,-14 9 259,4 8 0,-4 8 0,-2 9 0,0 1 200,0-1 1,0 3-1,0 1 1,0 2 49,0-1 1,0-3 0,0-2 0,2 1-198,3-1 1,-3 1 0,6-3 0,-2-1-494,0-2 1,7-8 0,-1 1-429,4-3 1,1-4 0,0-3 0,3-5-94,3 0 0,-3-5 0,3 3 0,-4-4 891,-1-1 0,-1 7 0,1-5 0,-1 5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4.7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88 7880,'11'0'585,"1"0"1,-8-8 157,2-3 1,-6 1-308,-6-2 1,2 9 0,-8-5-330,-1 0 0,-3 6 0,-1-4 0,-1 4-46,1 2 0,-6 0 0,-1 2 1,1 4-72,-2 6 0,5-3 1,-3 3-1,4 2 83,1 1 1,3 5 0,1 1-1,4 2 33,3-1 1,1 3-1,8-2 1,4-2-38,5-1 0,13 1 0,5-1 1,4-7-102,2-3 1,-1 1 0,1-5-1,-2-2-121,-3-2 0,1-4 0,-8-4 1,0-5 44,2-5 0,-7-7 1,-1-2-1,-7-1-110,-2 1 1,-6-4-1,2 4 1,-8 0 15,-8-1 0,-5-3 0,-7 6 0,-5 4-8,-4 5 0,-2 0 1,0 9-1,2 1-31,4 2 0,-2 4 0,8 4 0,2 7-266,1 9 1,10 5 0,5 8-1,3 0 507,2-1 0,2-1 0,3-3 0,13 3 0,9-6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5.2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276 612 7880,'12'0'492,"-1"0"240,3 0 1,-4 0-264,1 0 1,-7-2-25,2-4 1,-4-3-358,-2-9 1,-8 3 0,-3 1 0,-5 4-96,-1 3 0,-3 1 1,-1 6-1,-4 0 7,-3 0 0,5 0 1,-4 2-1,0 3-59,0 7 1,5 4 0,-1 1-1,6 1 71,5-1 1,-2 6-1,8 3 1,5-1-21,4 0 0,7-2 0,10-5 0,3-3-103,6-3 1,4 1 0,2-7 0,0-4 23,0-6 0,0-5 1,0-11-1,-1-3-24,1-6 1,-2-4 0,-2-4 0,-1-2 204,1-2 0,-6-7 1,-2 1-1,-4-3 8,-1-2 1,-1-1 0,-1 3 0,-2 1-78,-3 3 0,-7 7 0,2 0 0,-4 8-13,-2 8 1,-2 5-18,-4 7 0,2 3 0,-6 10 1,1 4-53,-1 5 1,0 7 0,-3 5 0,1 6 160,-1 4 0,3-2 0,0 2 0,0 4 67,1 0 0,5 5 1,-2 1-1,4 0-296,2 0 0,0 5 0,2-3 0,4 1-241,6 1 1,11-8 0,4-1 0,2-6-465,0-9 1,0-12 0,6-5 0,0-4 829,0-2 0,-8-8 0,6-9 0,-6-10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5.6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33 174 7880,'8'9'349,"4"-3"1,-3-4-1,3-2 1,2 0 0,1 0 0,2 0 0,3-2-229,3-4 0,-3-3 0,3-9 0,-4 1-247,-1-1 1,-1 7-1,-1-1 1,-3-2-2,-1-1 1,-8-3 0,0 3-1,-10 1 15,-12 3 0,-1 7 1,-10-2-1,-2 6 248,-2 6 0,0 3 1,2 11-1,4 3 151,1 6 1,5 4-1,8 0 1,3-2 4,2-2 1,4 0 0,12 6 0,9-2-343,11-4 1,5-3 0,3-11 0,5-3-452,6-6 0,3-4 0,1-2 0,-3-4-218,-1-8 0,-8-2 0,-1-13 0,-7 0-384,-7 0 1103,-5-2 0,-1-6 0,-1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5.8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45 7880,'0'-17'2049,"0"-1"-1433,0 8 1,-2 12 0,-2 16 0,-2 9-61,2 6 1,-3 15 0,1 7-1,2 5-236,2 6 0,2 4 0,0 4 0,2 3-741,4 3 1,3-16 0,9-4 0,-1-14-785,1-9 1205,7 2 0,2-19 0,8 5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8.1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298 210 8163,'0'-11'768,"0"-1"0,-2 8 1,-2 0-1,-4 8-450,-2 8 1,-1 11 0,-7 6-1,3 6 23,3 6 0,-9 3 0,3 9 0,-1-1-220,0 1 1,1-1 0,1 2 0,-1 1-103,1-3 0,-1 2 0,3-13 1,3-4-918,6-6-21,-3-6 0,9-17 1,-2-8-1,7-12 76,5-9 1,2 0 0,5-8-1,1-4 843,-1-6 0,-1 2 0,-5-4 0,5-4 0,-6 1 0</inkml:trace>
  <inkml:trace contextRef="#ctx0" brushRef="#br0" timeOffset="215">193 210 8163,'10'-17'0,"-5"-1"1340,-3 1-797,-2-1 0,0 11 1,2 9-265,4 13 0,-2 4 0,8 11 0,-1 1-19,-1 2 1,6 7 0,-5 3 0,5 2 40,1 3 0,6 3 0,1 3 0,-3 4-255,-1 6 1,-1-4 0,2-1 0,3-7-862,-3-5 0,-2-5 0,-1-9-372,-1-4 1,-5-11-1,-2-16-701,-3-12 1888,-1-2 0,-14-21 0,-1 6 0</inkml:trace>
  <inkml:trace contextRef="#ctx0" brushRef="#br0" timeOffset="398">36 682 8372,'-10'7'1821,"-4"3"-1449,9 8 0,-1-7 1,8-1-1,4-2-90,5-4 0,13-2 0,7-2 0,7 0-292,9 0 0,-2 0 0,1-2 0,3-2-842,1-2 0,8-6 0,1 5 0,-3-1 852,-2 0 0,-9-13 0,-3 1 0</inkml:trace>
  <inkml:trace contextRef="#ctx0" brushRef="#br0" timeOffset="919">1014 664 12974,'-10'24'698,"4"-1"0,-2 10 1,3 0-1,1 8-315,2 3 0,2 11 0,0 9 0,2 2-182,4-2 0,-4 2 0,3-6 0,-1-2-185,2-4 0,-4-7 0,4-18-248,-4-6 0,-2-7-15,0-10 0,0-14 0,0-17 1,0-1-288,0 1 1,0-6-1,0 0 1,0-6 48,0-4 0,0-1 0,0 3 0,0-4 138,0-1 0,0 3 0,2-6 0,4-1 233,5-3 0,5 1 0,1 1 0,3 3 212,3-3 1,2 7 0,6 3 0,0 8 26,6 7 1,-2 7 0,8 5 0,-3 6-47,1 5 0,-6 14 1,-8 7-1,-2 5 41,-3 6 1,-5 8 0,-5 1 0,-8-1 353,-8-2 0,-6-2 0,-7 0 0,-3 0-241,-3 0 0,-4-8 0,-10-4 0,-2-5-341,-2-7 0,-11 3 0,4-8 1,1-2-428,2-2 0,5-10 0,7-2 1,4-2-3224,5 1 3758,13-9 0,3 1 0,8-6 0</inkml:trace>
  <inkml:trace contextRef="#ctx0" brushRef="#br0" timeOffset="1617">1904 717 8117,'10'-18'985,"4"7"-286,-8-1 0,-1 10-222,-5 2 0,0 8 1,0 11-1,-2 4-99,-3 7 1,3 3 0,-4 3 0,4 5-59,2 6 0,0 3 0,0 1 1,0-3-224,0-1 1,0-3 0,0 3 0,0-6-578,0-4 0,0-10-496,0-4 1,0-8 0,0-9 123,0-12 1,0-9 0,0-6 0,0-5 138,0-1 0,-8-2 0,-4-6 713,-3 0 0,-2 0 0,-1 0 0</inkml:trace>
  <inkml:trace contextRef="#ctx0" brushRef="#br0" timeOffset="1883">1782 699 8117,'16'-17'0,"-5"-1"0,3 7 0,-6-1 0,1 0 93,5 3 1,-4-7 0,1 6-1,3-1 670,1-1 1,9 8 0,1-4-1,0 3-484,0-1 1,8 0-1,0 6 1,6 2-219,0 4 1,-2 3-1,-2 9 1,-2-1-50,-4 1 0,0 1 1,-10 3-1,-5 3-215,-4 2 1,-4-4-1,-8 4 1,-4-1 74,-6-5 0,-9-2 1,-4-1-1,-5-1-55,-6 1 0,-1-8 1,-8-5-1,2-3-39,5-2 1,1 0-1,0 0 1,0 0-101,2 0 1,-2-6-1,14-1 1,3-3-721,7-4 1,-1-1 1041,8-3 0,8 1 0,8 0 0</inkml:trace>
  <inkml:trace contextRef="#ctx0" brushRef="#br0" timeOffset="2250">2690 1 8109,'8'9'-25,"-6"1"672,4-4 0,-6 5 1,-4 11-1,-4 3-21,-1 2 1,3 4 0,-6 10-1,-2 6-235,-1 3 1,-1 8 0,3 2 0,3 3-410,2 2 1,3 9 0,5 0 0,0-6-133,0-8 0,0-13 0,0-9 0,1-7-617,5-7 1,-2-13 0,8-5 0,-1-6-104,-1-6 1,6-9 0,-7-8 0,1-1 150,-4-1 1,2 4 718,-2-8 0,-1 0 0,-5-6 0</inkml:trace>
  <inkml:trace contextRef="#ctx0" brushRef="#br0" timeOffset="2700">2900 542 8109,'0'10'2183,"6"5"-1842,0-3 1,-1-2-1,-5 1 1,0 3-24,0 1 0,2 3 0,2 1 0,4 3-80,2 1 1,-5 6-1,7-6 1,2-1-48,1-3 0,3-4 0,-1-3 0,3-6-173,3-4 1,-2-2-1,6-2 1,-1-4-209,-5-6 1,-2-9 0,-1-4-1,-1 0-85,1-1 0,-3-3 1,-1 6-1,-4 2 111,-3 1 1,1 5 0,-4 1 247,2 3 0,0 9 112,-6 2 0,0 15 0,0 14 0,0 6 332,0 6 0,5 4 1,3 9-1,0 4 71,0 6 1,5 6-1,-3 6 1,0 7-281,-5 8 1,-3-3 0,-4 1 0,-3-10-209,-7-7 1,-9 0 0,-5-18 0,-3-9-266,-8-14 0,1-12 0,-11-7 0,-1-8-546,-3-8 1,-1-8 0,-1-9 0,1-6-47,0-6 0,3 0 0,2-14 0,3-1-3042,7-3 3788,12-1 0,-8-8 0,6-2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37.2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44 88 8489,'-18'0'3547,"6"0"-2940,1 0 1,9 0-312,2 0 1,10-2-1,11-4 1,2-5-139,-1-5 0,3 4 0,-2 3 0,0-1-113,3 0 1,-7 6-1,4-1 1,-1 3-137,1 2 0,-10 2 1,5 3-1,-4 7-81,-5 4 0,1 3 0,-6 2 0,2 3 131,-2-3 0,-8 0 1,-4 1-1,-2 3 134,-3 2 1,-3-6-1,-1 3 1,-1-3 21,1 2 0,-1-9 0,1 3 1,1-1-61,5-1 0,3-3-123,8 0 1,4-3-1,5 3 1,11-6 20,5-4 0,6-2 1,8 0-1,2 2-121,-3 4 0,-3-3 1,-4 9-1,-1 2 39,1 1 1,-6 3-1,-4 1 1,-7 2 230,-8 3 0,-5 7 0,-1-2 0,-1 4 120,-5 2 1,-6-6-1,-9-2 1,-4 0-70,-3 0 1,-1-7-1,-6-1 1,0-7-239,0-4 0,1-3 0,-1-5 0,2 0-730,3 0 0,-1-2 1,8-3-125,2-7 1,9-4 0,6-1 0,6 0-669,6-1 1607,4 1 0,7-9 0,1-1 0</inkml:trace>
  <inkml:trace contextRef="#ctx0" brushRef="#br0" timeOffset="232">864 752 8163,'10'-8'4341,"-4"-4"1,-4 3-1297,-2-3-6128,0 8 3083,-8-4 0,-2 16 0,-7 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43.0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35 8114,'-8'-9'531,"6"-1"270,-3 4-49,-5 4-442,8-6 0,-6 10 1,8 4 57,0 6 0,0 3 0,0 5 0,0 3 15,0 6 1,0 12-1,2 5 1,2 7-127,2 5 1,0 8-1,-4 12 1,1 5-327,3 1 1,0-3 0,-4-1-1,2-11-362,2-8 1,0-23-1,-4-10-596,3-13 0,-1-11 0,6-14 161,-2-7 1,-3-12-1,-5 2 1,0-3 865,0 1 0,0-8 0,0-7 0</inkml:trace>
  <inkml:trace contextRef="#ctx0" brushRef="#br0" timeOffset="215">18 420 8109,'-10'0'1004,"3"0"1,10 0 0,7 0-1,10 0-797,5 0 0,6 0 1,8 0-1,3 0-265,3 0 1,0 0-1,3 0 1,-1 0-845,1 0 1,1 0-1,-1 0 1,-3-2-1107,-2-4 2008,-3-4 0,-5-7 0,0-1 0</inkml:trace>
  <inkml:trace contextRef="#ctx0" brushRef="#br0" timeOffset="700">856 175 8109,'0'-12'818,"0"1"1,0 9-222,0 2 1,0 8-1,-2 11 1,-1 4-210,-3 6 0,0 4 0,6 4 0,0 4-137,0 6 0,0-3 0,0 5 0,0 3-65,0 4 1,2 1 0,2-9-1,3-5-197,3-6 0,-4 0 0,6-14 1,1-4-104,3-5 1,1-6-1,1-10 1,-1-4-122,1-6 1,-1-3 0,1-5 0,-1-1-146,0-2 1,1-8-1,-1 3 1,1-1-99,-1 0 0,1 8 1,1-4-1,3 1 231,1 1 0,0 0 0,-5 5 1,-1 3 87,0 3 1,1-1 443,-1 7 0,-7 8 0,-4 9 0,-4 7 208,-2 5 0,0 4 0,0 8 0,0 0-53,0 0 1,0 0 0,0 0 0,0 0-285,0 0 0,0-2 0,0-4 0,0-6-229,0-3 0,2-11 0,4-3-575,5-4 1,3-4 0,-1-4 0,-1-5-386,2-5 0,1-1 1,1-1-1,-3 1-854,-1-1 1887,-8 1 0,11-1 0,-5 1 0</inkml:trace>
  <inkml:trace contextRef="#ctx0" brushRef="#br0" timeOffset="1031">1590 751 8109,'2'-11'492,"4"-1"1,3 6-1,9-3-151,-1 1 1,1 2-1,-1 6 1,1 0-184,-1 0 1,1-2 0,-1-2 0,0-4-82,1-1 1,-1 3-1,1-6 1,-3-1-13,-3-3 0,-2-1 0,-6-1 72,1 1 0,-6-1 0,-11 3 0,-4 1-20,-1 3 0,-8 7 0,-4-2 0,-4 4 50,-2 2 1,-4 8-1,2 5 1,6 7 65,4 3 0,3 8 1,9-2-1,3 4-113,6 2 1,5 0 0,4 0-1,9 0-152,11 0 0,12-2 0,12-4 0,11-8-776,8-7 1,14-7 0,7-8 0,10-5 807,-46 1 0,1-2 0,0-4 0,1-1 0,-1-2 0,0 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45.1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18 558 8235,'-8'-18'916,"6"10"1,-4 8 0,4 10-608,2 6 1,0 7-1,0 2 1,0 2-119,0 4 1,2 2 0,2 0 0,2-2-44,-2-1 1,3-3 0,-1 2-1,0-6-75,2-4 0,-6-7 0,6-2-11,-1-2 0,-3-3 0,8-5-283,1 0 0,-3-7 1,2-7-1,1-5-262,3-5 1,1-1 0,1 2 0,-1-4 133,1 0 0,-1-6 0,1 5 0,1 1 253,4 4 0,-3-2 1,3 3-1,-4 5 276,-1 3 1,-6 10 0,-1-1 0,3 5 144,1 5 0,-5 7 1,-2 11-1,-2 6 65,-1 4 1,1 8 0,-6 0 0,2-2-83,4-2 0,-4 1 0,4-1 1,-4-6-12,-2-3 1,0-5-51,0-6 0,2-9 1,3-10-317,7-13 1,9-9-1,3-7 1,-3 2-152,-2-2 1,-1-2-1,1 0 1,3 2-73,1 2 1,2 0-1,-3-4 1,1 2-73,-2 2 0,4 7 1,-1-1-1,-3 6 189,-2 5 0,-1 4 1,-1 10 242,1 4 0,-3 4 0,-3 9 0,-4 4 322,0 6 1,-7 4-1,5 2 1,-4-2 33,-2-4 0,0 4 0,0-5 1,-2-1-410,-4-4 0,5-4 1,-5-1-2463,4-1 1430,2-7 1,8-4 0,3-10-1739,5-2 2755,1-7 0,1 3 0,-1-8 0</inkml:trace>
  <inkml:trace contextRef="#ctx0" brushRef="#br0" timeOffset="450">1520 645 8886,'0'-17'822,"0"-1"1,0 6-128,0 1 0,0-1-592,0-5 1,-2 5-1,-6 2-10,-10 3 1,1 1 0,-6 8 0,1 3 63,-1 7 1,2 6-1,-7 3 1,3 4-65,4 2 1,1 2 0,5 6 0,3 0 146,7 0 1,3-6 0,4-2-1,5 1-168,11-1 1,7-6-1,12 1 1,2-9-200,1-7 0,7-4 0,-6-2 1,-2-2-72,-3-4 1,-1-4 0,-2-9 0,-6-2-101,-9-3 0,-3-7 0,-9 4 0,-2-2 159,-2 0 1,-10 6 0,-5-5 0,-9 3 160,-7 4 1,-4 2 0,-2 3-1,0 4 40,1 7 0,-1 3 0,0 4 0,2 3-329,4 7 0,5 11 0,11 6 0,3 4-505,2 2 1,4-6 0,10-1 0,6-1-1280,3 0 2051,11-14 0,9 19 0,9-13 0</inkml:trace>
  <inkml:trace contextRef="#ctx0" brushRef="#br0" timeOffset="1017">2166 715 8109,'9'-18'609,"1"7"0,-6-1 355,2-2 1,5 5-380,-5-3 0,6 1-240,-6-7 1,-2 3 0,-8 1-109,-2 2 1,-8 8 0,1-1-1,-9 3-135,-7 2 1,2 0 0,-2 0 0,0 2-145,2 3 1,-4 7-1,7 9 1,1 5 27,-2 1 1,7-4 0,-1 6 0,7 2 6,5 2 1,1-4 0,6-2 0,4-1-48,7-5 0,3-3 0,15-7 0,2-5-143,2-4 1,2-4 0,0-6 0,0-7-17,0-7 0,-6-11 1,0 0-1,0-5-88,-2-1 1,4-6 0,-7-1 0,-3-7 90,-2-5 1,-3 6-1,-4-5 1,-5 7 220,1 1 0,-6-5 0,6 9 0,-2 3 194,-1 7 0,1 2 0,-6 9 321,0 3-386,0 9 0,-2 7-1,-4 10 1,-5 9-145,-5 7 1,5 7-1,-1 7 1,-2-1 168,-1 1 1,-1 8 0,3 4 0,3 3 121,2 2 0,1 7 0,3 1 0,-2 0-110,2 0 1,10-2 0,7-7 0,9-5-664,7-5 0,4-12 0,2-7 1,0-9-414,0-7 1,0-12-1,-2-5 1,-4-5 64,-6-1 1,-11-7-1,-7-1 835,-3-2 0,6-2 0,2-6 0</inkml:trace>
  <inkml:trace contextRef="#ctx0" brushRef="#br0" timeOffset="1369">2759 662 11566,'12'0'953,"0"0"0,1 0-862,3 0 1,1 0-1,1-2 1,1-3-261,4-7 0,-3 2 0,1-1 0,-5-1 144,-5 2 0,-1-5 0,2 3 1,-4-3 163,-1-3 1,-5 7-1,2 1 1,-8 0-74,-7 0 1,-7 7-1,-3-3 1,-4 4 54,-3 2 0,1 8 0,-2 3 0,6 7 132,3 5 0,3-2 0,1 8 1,5 2 89,5 2 1,6 2 0,6 0 0,7-2-262,9-4 0,13-1 1,11-9-1,7 0-485,5-3 1,6-10 0,12-2 402,5-8 0,4-6 0,3-7 0</inkml:trace>
  <inkml:trace contextRef="#ctx0" brushRef="#br0" timeOffset="2050">3703 16 8109,'0'-9'575,"0"3"0,0 12 0,0 7 144,0 8 0,1 9 0,3 10 0,4 9-251,2 7 1,-4 8 0,5 12 0,3 3-387,1 1 0,-3-2 0,0-11 0,1-2-153,3-7 1,-1-14 0,-1-9 0,-2-11 70,1-11 0,3 3 0,1-7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39:48.2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70 8147,'0'10'1867,"0"-2"-1888,0-8 0,-8-2 0,-4-2 198,-3-2 1,-4 0 0,-3 6 0,-3 2-67,-2 4 1,5 4-1,-3 7 1,2 2 133,0 5 1,-1-3 0,9 8 0,3 2-174,6 2 1,6-4 0,6-1 0,8-3-103,7-4 0,6-3 0,10-7 1,2-5-25,2-4 0,5-2 1,-5-2-1,-2-4 22,-2-5 1,-10-5 0,-2-1 0,-2-3-35,1-3 1,-9 3 0,-7-3 0,-2 4-63,0 1 0,-3-5 0,-6 0 0,-5 1 7,-2 3 0,-7-4 0,-9-1 0,-1 3 18,-4 2 0,-2 7 0,0 0 0,2 1-235,2 1 1,6 2 0,-4 8-34,1 0 0,11 2 1,9 6-1,4 8 12,2 5 1,10 2-1,7-7 1,9-3 358,1-1 0,13 0 0,-3 5 0</inkml:trace>
  <inkml:trace contextRef="#ctx0" brushRef="#br0" timeOffset="416">645 105 8109,'9'0'2452,"1"0"-1481,-4 0-734,-4 0 0,6 8 1,-8 3-1,0 5 60,0 1 1,5 3 0,3 1-1,0 3-99,0-3 1,3 4 0,-3-2-102,2-1 0,1-5 1,5-3-1,-2-5-28,-3-1 0,1-4 0,5-10-325,1-5 0,-1-7 1,1-3-1,-3-2-140,-3 1 0,3 1 1,-3 0-1,4-3 4,1 3 1,-5 1-1,-3 3 1,1 1-279,0 5 905,1 3 1,1 22 0,-2 5 0,-3 6 434,-3 6 0,0 4 1,0 4-1,4 2-577,2-2 1,1-4 0,7-4 0,-1-4-513,1-2 0,7-4 0,4-9 1,4-6 418,2-4 0,8-10 0,1-2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07.5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96 8338,'-12'-8'335,"0"-4"0,8 3 0,-1-3 440,3-2 1,2 5-223,0-3 1,0 6-318,0-5 0,0 9 0,2 2-8,3 9 0,-3 13 0,4 3 0,-2 0-62,2 0 1,-4 6-1,4-2 1,-3 4-65,3 2 0,-2 0 0,6-2 1,0-2-140,-1-2 0,1-7 0,4-1 0,-1-7-138,7-8 1,-3-5 0,8-2 0,-1-5-135,-1-6 1,0-5 0,-5-5-1,-1-3 62,1-2 0,-1 0 1,0-4-1,-1 3-40,-4 3 0,3 0 0,-5 4 49,0-3 0,5 9 206,-3 9 1,-5 6 0,1 6 0,-2 6 62,0 3 0,2 4 1,-4 3-1,3 3 104,3 2 0,-4-5 0,5 3 0,3-2 15,2 0 0,1 1 1,2-7-1,3-1-206,1-5 1,8-1-1,-2-6 1,4 2-168,2-2 1,6-3-1,0-1 1,-3 0 104,-1 0 1,-4 0-1,-2-1 1,-4-3 19,-1-2 1,-1 0 0,-4 6 211,3 0 1,-7-6-1,-7-2-29,-2-1 1,3 3 0,-3-6-58,2-1 0,-7-3 0,5-1 1,-2-1-8,0 1 1,2-1 0,-4-1 0,1-2 147,-1-3 1,-2 1 0,-2 6 0,0-1 1,0 1 0,0-1 0,-2 3 0,-4 1-103,-5 2 0,-5 7 1,-1-5-1,-1 2-66,1 4 1,-6 2 0,-1 2 0,3 2 2,2 4 0,1 4 0,1 7 0,-1 3 114,1 3 0,7-2 0,4 8 1,4 2 206,2 2 1,2 2 0,6 0 0,9 0-54,11 0 1,6-6-1,7-2 1,6-1-53,3-5 0,8-4 0,3-5 1,3-6-196,7-4 1,-8-4 0,1-6 0,-10-7-224,-8-7 0,-9-7 0,-11 4 0,-7-2-234,-9-4 0,-6 0 1,-4 0-1,0 3 59,0 3 1,-8 2 0,-4 5 290,-3 1 0,3 7 1,2 3 225,3-1-346,1 6 1,6 2-141,0 11 965,0-3 203,0 8 609,0-14-1441,0 5-184,0 1 0,0-4 0,0 8 511,0 1 0,0 3 0,0 1 1,0 1-122,0-1 0,2 3 1,3 1-1,9 2 9,7-1 0,7 1 0,7-4 0,1-3-169,5-1 1,4-7-1,5-2 1,-3-4-176,-6-2 0,-7-8 1,-4-5-1,-7-7-183,-4-3 0,-3-2 0,-5 1 0,-5-3 154,-4 0 1,-4-4-1,-4 8 1,-3 1 487,-1 3 1,-6 7 18,5 1-406,-5 7 0,7 10 1,3 11-1,4 4 35,2 5 0,0-7 0,4 6 0,5-1-2,9-1 1,5 0 0,0-5 0,9-1 188,6 0 0,7-5 0,5-2 1,-1-2-74,-3-5 1,-7-1 0,2-4 0,-4-3-387,-2-7 0,-10-4 1,-6-1-1,-7-2-103,-4-5 0,-2 3 1,-6-6-1,0 0 128,0-1 1,-6 7 0,-2-2-1,-2 1 166,-3-1 1,3 6-1,-2-3 158,-1 7 0,-3 9-843,-1-2 0,1 12 0,5 6 793,5 3 0,-4 3 0,1-1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08.5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280 715 8149,'0'-18'846,"0"1"1,0 5 0,2 1-437,4-3 0,-4 4 0,4-1-426,-4-3 0,-2-1 0,-2-3 3,-4 1 1,2 1 0,-7 3-1,-5 3 74,-5 2 0,1 2 1,-5 6-1,2 0-24,-1 0 0,-1 8 0,4 6 0,-2 5 228,1 4 0,3 8 0,3-2 1,5 4-171,5 2 0,4-6 0,4-1 0,4-3-108,5-4 1,7-1 0,3-5 0,4-3-196,3-6 0,1-4 0,4-4 1,-2-4 32,-2-6 1,-6-3-1,4-5 1,0-3 207,1-6 0,-7-6 0,2-4 0,-3-4-25,-3-1 0,1-3 0,-3-5 0,-1 1-165,-3 5 0,-7-5 1,4 7-1,-2-3-4,0 1 1,-1 9-1,-5 0 110,0 6 1,-2 9 24,-3-1 1,-3 13 0,-6 10 0,5 12 74,1 9 1,-4 7 0,4 7 0,1 1 173,-1 5 0,-4 4 0,6 7 0,3-1 91,1-5 1,2 10 0,2-3 0,3 1-172,7 1 0,4-5 0,3-3 0,4-9-274,6-7 1,10-5 0,4-11 0,0-3-373,-1-6 0,-1-6 1,-6-6-1,0-6-271,0-3 1,-10-9 0,-6 1 0,-7 0-1049,-4-2 1822,-2 5 0,1-13 0,3 6 0</inkml:trace>
  <inkml:trace contextRef="#ctx0" brushRef="#br0" timeOffset="464">1154 628 8338,'15'-8'-1388,"-1"-2"2542,-3 0 1,-7 1-1,4 3-577,0-6 0,-6 2 0,3-1-361,-3-3 0,-2-1-174,0-3 1,-7 3 0,-5 1 0,-4 4 55,-1 3 1,-2 1 0,-3 6-1,-3 0-51,-2 0 0,4 8 1,-5 3-1,3 5 134,4 1 1,-2 7-1,3 1 1,5 2 9,-1 4 0,8-4 0,3 2 0,3 0-175,2-1 0,3 3 0,7-10 0,10-4-42,5-3 1,-2-4 0,6 1 0,2-5-181,2-4 1,-4-10 0,0-3 0,1-5-10,-3-1 1,-2-1-1,-8-1 1,1-3 78,-1-1 0,-7-6 0,-4 6 1,-4 1 131,-2 3 1,0 2 0,0-1 446,0 1 0,-2 7-445,-4 4 0,2 12 0,-6 6 1,3 3 69,3 3 1,2 1 0,2 2 0,0 3-96,0-3 1,8 0 0,5 1 0,7 1-298,3-2 0,8-3 0,-2-5 0,6-3-325,6-2 0,-2-2 0,5-6 0,1-2-453,-1-4 0,-11-4 1,0-9 1101,-5-5 0,3-3 0,-4-8 0</inkml:trace>
  <inkml:trace contextRef="#ctx0" brushRef="#br0" timeOffset="747">1852 121 8328,'0'-19'0,"0"-3"165,0-1 0,0 6 1,0 5 800,0-2 0,-2 7-647,-4 1 0,2 12 1,-5 7-1,-1 8 77,0 9 1,5 5-1,-5 5 1,2 7 73,4 3 0,-4 10 0,3 3 0,1 1-147,2 0 0,4 0 1,2 4-1,3-4-320,3-6 0,4-6 0,7-5 0,2-6-910,-1-5 0,-3-10 0,-1-9-362,-1-9 1,-5-6-1,-3-6 1,-1-6 350,-4-7 0,-4-10 0,-6 1 918,-5-1 0,-13-2 0,-3-6 0</inkml:trace>
  <inkml:trace contextRef="#ctx0" brushRef="#br0" timeOffset="914">1625 505 8338,'18'0'882,"-1"0"1,0 6 0,1 0-315,-1-2 0,3-2 0,1-2 1,4 0-575,3 0 0,-1-2 1,4-2-1,-2-4-343,2-2 0,0 7 0,0-5 0,-2 2-1446,2 0 0,8-2 1795,2 3 0,15-5 0,-2-8 0</inkml:trace>
  <inkml:trace contextRef="#ctx0" brushRef="#br0" timeOffset="1330">2621 628 8338,'0'-18'229,"0"1"0,0-1 877,0 1 0,0 5 0,0 0-289,0-1 1,0-3-645,0-1 1,-2 1 0,-4 3-123,-6 1 0,-3 8 1,-3-2-1,-1 4-96,-5 2 0,5 2 0,-6 2 0,2 6-78,-1 5 1,-5-1 0,6 11-1,2 0 292,1 5 0,5-3 0,3 2 0,6 2-34,4 2 0,2-6 1,2-2-1,4-3-79,6-5 1,11 4 0,6-11 0,4 0-275,2-4 1,0-4 0,0-2 0,-2-2-18,-4-4 0,2-4 0,-8-9 0,-1-3 121,-3-1 1,-4-2 0,-1 4-1,-4-3 250,-2 3 1,-3 7-1,-5 3 235,0-3 0,0 8-361,0 6 1,0 8-1,0 10 1,2-1-89,4 0 1,6 7 0,11-1 0,8-2-167,8-1 0,6-3 0,9-1 0,6-5-713,10-5 1,7 2 956,11-2 0,-1-8 0,0-8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40:25.618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1677 749 12493 269638 43541,'0'-35'-2068'0'0,"0"12"2900"-193"0,0 0 1 193 0,0 5-146-4 0,0-11 0 4 0,0 12 422 0 0,0-7 52 0 0,0 9-585 0 0,-7-18 1 0 0,-3 8-128 0 0,-8-5 1 0 0,5 11-458 0 0,-5 7 0 0 0,-9 7 0 0 0,-14-5 0 0 0,3 0-47 0 0,1 0 0 0 0,0 7 0 0 0,-4-3 0 0 0,-5 4 67 0 0,-5 2 1 0 0,1 0-1 0 0,1 0 1 0 0,3 0-58 0 0,-3 0 0 0 0,1 2 0 0 0,-1 4 1 0 0,4 5 100-810 0,3 5 0 810 0,1 3 0 0 0,6 3 0 0 0,0 3-2-585 0,0 2 1 585 0,2 2 0 0 0,2 6 0 0 0,4 0 70-439 0,2 0 1 439 0,-6 2 0 0 0,4 1 0 0 0,-1 5-54-282 0,5 2 0 282 0,9-4 0 0 0,3 5 0 0 0,-1 3-146-13 0,2 1 0 13 0,-3-3 0 0 0,7-3 1 0 0,2 1-157 0 0,2 0 0 0 0,4-5 0 0 0,4 3 0 0 0,6-4-15 0 0,3-6 1 0 0,3-10 0 0 0,1 0 105 0 0,4-3 1 0 0,-7-5 24 0 0,7-3 360 0 0,-7-4 0 0 0,-1-6-33 0 0,-15 3 1 0 0,-9 5-1 0 0,-13 10 1 0 0,-3 1-44 0 0,-2 2 1 0 0,-4 8-1 0 0,-8-2 1 0 0,-2 4-116 0 0,2 2 0 0 0,2 0 0 0 0,3 2 0 0 0,-1 4-20 0 0,0 5 1 0 0,2 5 0 0 0,2 1-1 0 0,3 1-12 0 0,3-1 1 0 0,2 2 0 0 0,6 3 0 0 0,-1 1 18 0 0,1-2 1 0 0,5-2 0 0 0,2-1-1 0 0,1 1-39 0 0,-1 4 0 0 0,4-3 0 0 0,-4 3 0 0 0,3-4-38-637 3,3-1 0 637 0,2 7 1 0 1,2 2-1 0-1,0 0-127-1204 212,0-4 1 1204-1,4-3-1 0 1,5-3 1 0 0,11 2 90-146 8,5 4 0 146 0,-2-9 0 0 1,6 1 0 0-1,2-5 115-6-137,2-6 1 6 0,4-2-1 0 0,2-4 1 0 0,2-4 14 0-76,-2-6 0 0 0,3-3 1 0 0,-1-5-1 0 0,0-1-151 0-10,1-3 1 0 1,-5-7 0 0 0,4 2 0 0-1,-4-4-244 0 0,-2-2 0 0 0,-6 0 65 0 0,0 0 105 0 0,-15 0 1 0 0,-1 4 202 0 0,-19 7 0 0 0,3 1 0 0 0,-7 13 0 0 0,0 1 263 0 0,0 3 1 0 0,5-2-1 0 0,-5 4 1 0 0,0 4-101 0 0,1 4 1 0 0,3 7-1 0 0,-4-3 1 0 0,2 0-132 0 0,4-1 1 0 0,2 7 0 0 0,2-3-1 0 0,2 3-130 0 0,4-3 1 0 0,6-3-1 0 0,13-8 1 0 0,10 2-23 0 0,10 4 0 0 0,5-12 0 0 0,4 2 0 0 0,5-6 67 0 0,5-2 1 0 0,11-1 0 0 0,7-9 0 0 0,3-3 28 0 0,3-2 1 0 0,-1-2-1 0 0,0-6 1 0 0,2 0 33 0 0,5 0 0 0 0,-7 0 0 0 0,0 0 0 0 0,-7 0 69 0 0,-3 0 0 0 0,-5-8 0 0 0,4-2 1 0 0,-6-2 125 0 0,-6 1 1 0 0,2 1-1 0 0,-8-3 1 0 0,-2 3-178 0 0,-1 2 0 0 0,-11-4 0 0 0,-3 7 0 0 0,-4 1-180 0 0,-2 2 1 0 0,0 2 0 0 0,0 0-80 0 0,0 0 0 0 0,-8 8 0 0 0,-4 3 0 0 0,-4 5 75 0 0,-1 1 1 0 0,-1 6 0 0 0,1 3-1 0 0,1 1 78 0 0,4 4 1 0 0,5 2 0 0 0,7 2 0 0 0,0 0 158 0 0,-1 0 1 0 0,9 0 0 0 0,4-2 0 0 0,5-2-65 0 0,6-2 0 0 0,10-8 0 0 0,10 0 0 0 0,3-7-253 0 0,9-8 1 0 0,-1-4 0 0 0,10-2-1 0 0,0-2 60 0 0,-2-4 1 0 0,-2-4 0 0 0,-8-7 0 0 0,1-3 109 0 0,-1-3 1 0 0,4 2 0 0 0,-4-8 0 0 0,-7 0 183 0 0,-6 1 1 0 0,-4-5-1 0 0,-1 4 1 0 0,1-4 232 0 0,0-2 1 0 0,-14 8 0 0 0,-3 4-1 0 0,-3 4-199 0 0,1 1 1 0 0,1 1 0 0 0,-1 1-1 0 0,-3 4-306 0 0,-1 7 1 0 0,-1 3 0 0 0,7 2 0 0 0,-3 0-142 0 0,-3 0 1 0 0,-5 0 0 0 0,-9 2-1 0 0,-2 3 262 0 0,-2 7 1 0 0,-1 6 0 0 0,1 3-1 0 0,-4 4 102 0 7,0 2 0 0 0,2 2 1 0-1,8 6-1 0 1,2-2 39 647 2,4-4 1-647 0,4 2 0 0 0,9-7 0 0-1,2-3-237 226 12,2-1 0-226 0,16-3 1 0 0,0-1-1 0 0,5-5-48 465 12,3-5 0-465 0,-1 2 0 0-1,9-2 0 0 1,1-3 86 460-1,2-1 1-460 0,2-2-1 0 0,-6 0 1 0 0,1 0 271 451-3,-5 0 1-451 0,-4 0-1 0 1,1 2 1 0-1,-6 4 172 531-1,-5 6 0-531 1,-7 5 0 0-1,2 7 0 0 0,4 3-297 459 7,4 0 1-459 0,4 4 0 0-1,-3-6-1 0 1,7-2-366 390 14,3-3 1-390-1,8-1 0 0 1,2-13 0 0-1,2-2 57 481-19,-46-3 0-481-1,-1 0 0 0 0,2-1 0 0 1,-1 0 0 0-1,3-1 0 0 1,1 0 0 0-1,1-1 0 0 0,0-2 136 511-2,2-1 0-511 0,1-2 1 0-1,0-1-1 0 1,0-1 0 0 0,-3-1 1 0-1,-1-1-1 0 1,3-1 1 0-1,0 0 182 613-6,2 1 0-613-1,1 1 0 0 0,2 0 0 0 0,2 1 0 0 0,-2 1 1 0 0,0 0-1 0 0,-2 1 0 0 0,0 1 70 693-9,-1-1 1-693 1,-2 2 0 0 0,-3 0-1 0-1,-1 0 1 0 1,2-1 0 0-1,1 1 0 0 1,-2 0-1 0 0,0 2-64 662-6,1-1 1-662 1,-1 0-1 0-1,-1 3 1 0 0,0 0-1 0 1,-3-2 1 0-1,-1 0-1 0 1,49 1-241 665-3,-48 2 0-665-1,-1 0 0 0 1,2 0 0 0 0,-1 0 0 0 0,1 0 0 0 0,-1 0 1 0 0,0 0-1 0 0,-1 0-131 562-1,49 0 1-562 1,-6 0-1 0-1,6 0 1 0 0,-49 0 0 0 0,1 0 251 561 0,0 0 1-561 0,1 0 0 0 0,47 0 0 0 0,0 2 0 0 0,-49 0 0 0 0,1 0-2 511 0,0 1 0-511 0,0 0 1 0 0,4 0-1 0 0,1 0 0 0 0,-1-3 1 0 0,1 0-1 0 0,-2 0 0 0 0,0 0 33 612 0,0 0 0-612 0,-1 0 1 0 0,-1 0-1 0 0,1 0 0 0 0,0-1 1 0 0,0 0-1 0 0,1-1 0 0 0,-1 0 37 595 0,0 0 0-595 0,-1-2 0 0 0,2-2 0 0 0,-1 0 0 0 0,40 1 0 0 0,-2 1 71 621 0,-2 2 0-621 0,-3 2 1 0 0,-5 0-1 0 0,-5 2 31 530 0,-4 4 0-530 0,-1-3 1 0 0,5 9-1 0 0,4 2-165 540 1,-1 1 0-540-1,5 3 0 0 1,-7-3 1 0 0,5-3-252 505 8,7-6 1-505 1,4-4 0 0-1,-43-2 0 0 1,1 0-1 0 0,48-2 58 645-1,-49-1 0-645 0,1 0 1 0 1,0-1-1 0-1,1-2 1 0 1,1-3-1 0-1,1-1 1 0 0,0-1-1 0 1,0-2 83 674-2,2-1 0-674 1,-1-1 0 0-1,0-1 1 0 0,0-1-1 0 1,-2 0 0 0-1,-1-1 0 0 0,1 1 1 0 1,-1 0 210 819-4,0-1 0-819 0,1 1 0 0 0,1-3 0 0 0,0-1 1 0 0,-2 1-1 0 0,-1-1 0 0 0,-4 2 0 0 0,-1-1 207 809-3,40-17 0-809-1,-5 2 0 0 1,5-1 1 0 0,-5-3-106 813-2,-5-2 0-813 0,-4 0 0 0 0,-4 6 0 0 0,-2-1-235 571 0,-2-5 0-571 0,0 2 1 0 0,4-6-1 0 0,-2 1-186 447 0,-2-1 1-447 0,-2 6-1 0 0,4-2 1 0 0,-6 7 303 396 0,-6 4 0-396 0,-5 1 0 0 0,-16 10 283 189 0,-4 3 0-189 0,2 13-435 32 0,-8 3 0-32 0,0 7 1 0 0,-5 11-1 0 0,-1-1-345 0 0,1 1 0 0 0,1-7 0 0 0,4-1 1 0 0,7-2 38 0 0,3-4 0 0 0,3-2 0 0 0,5-2 0 0 0,4-2 194 6 0,-1-4 1-6 0,13-4 0 0 0,-5-9-1 0 0,2-3 296 178 0,1-1 1-178 0,-9-8-1 0 0,-1 2 1 0 0,-2-4 225 181 3,-5-2 0-181 0,-1-6 0 0 0,-2 1 1 0 0,-2 1-30 95-3,-4 2 1-95 1,-1 0-1 0-1,-5-4 1 0 0,4-3-244 12 0,0-1 0-12 0,6 0 1 0 0,-4 7-1 0 0,4-5-204 0 0,2-2 0 0 0,6 1 0 0 0,2-5 0 0 0,-1 4-611 0 0,1 3 1 0 0,-2 3-1 0 0,-8 10-160 0 0,-4 6 1 0 0,-16 15 903 0 0,-18 14 0 0 0,-13 11 0 0 0,-17 18 0 0 0</inkml:trace>
  <inkml:trace contextRef="#ctx0" brushRef="#br0" timeOffset="1916">2289 505 12439 255005 44676,'-28'7'1754'0'0,"3"-5"-1229"0"0,8 14 0 0 0,13-14 0 0 0,14 2-317 0 0,17-8 1 0 0,11-6 0 0 0,3-7 0 0 0,8-3-93 0 0,7-3 0 0 0,6-4 1 0 0,8-8-1 0 0,2 0-162 0 0,3 0 1 0 0,7 0 0 0 0,-36 17-1 0 0,1-1 1 0 0,2 0 0 0 0,1-1-22 0 0,1 0 1 0 0,1 0 0 0 0,0-1 0 0 0,1 1-1 0 0,-1 3 1 0 0,0 1 0 0 0,2 1 0 0 0,-1 1 137 0 0,2 1 0 0 0,1 3 1 0 0,3 0-1 0 0,0 2 1 0 0,3 1-1 0 0,0 0 1 0 0,-2 2-1 0 0,-1 1-32 0 0,-2 0 1 0 0,0 0-1 0 0,0 1 1 0 0,-1 2-1 0 0,-1 3 1 0 0,0 2-1 0 0,2 1 1 0 0,-1 2 40 0 0,-1 0 1 0 0,-1 1-1 0 0,-2 1 1 0 0,-2 2 0 0 0,36 10-1 0 0,-3 4 5 223 0,-1 2 0-223 0,-10 2 0 0 0,-3 6 1 0 0,-6 0-157 1051 0,-3 0 1-1051 0,-6 0 0 0 0,6 0 0 0 0,-2-2-87 868 0,1-4 1-868 0,5 2 0 0 0,-6-8 0 0 0,0-1 179 572 0,2-3 0-572 0,0-3 0 0 0,4-5 0 0 0,-5-5 19 488 67,-5-4 0-488 0,0-2 0 0 0,3 0 0 0 1,-1 0 38 476 36,-6 0 0-476 0,1-2 1 0 0,-11-2-1 0 0,-1-2 38 367 58,-2 3 0-367 1,0-5-118 222-106,4 2 0-222 0,1-6 0 0 0,5 5 0 0 1,-6-3-175 99-22,-4-4 0-99 0,-2-1 0 0 1,1-3 1 0-1,5-1-8 68-14,6-4 1-68 0,5 3-1 0 1,4-5 1 0-1,3 2 110 109-11,-3-1 0-109 0,4 1 0 0 1,0 6 0 0-1,0-1 182 58-6,1 1 1-58-1,-5 5 0 0 1,-8 2 0 0-1,-1 3 35 27-1,1 3 1-27 1,1 2 0 0-1,-1 2 0 0 0,-1 0-151 8 7,2 0 1-8 0,1 0 0 0 0,4 0 0 0 0,1 2 28 29 8,-3 4 0-29-1,2 3 1 0 1,-11 9-1 0 0,0-1 20 0 7,-1 1 1 0 0,3-1 0 0 0,-8 1 0 0 0,-4-1-77 0 17,0 1 0 0 1,-8-1 0 0-1,0 0-54 0 31,1 1 0 0-1,-7-1 176 0 2,4 1 1 0-1,-3-7 13 0-6,-3 1 1 0 0,-3-8 140 0-14,3 2 1 0 0,-1 2-180 0-17,13-3 0 0 0,0 7 0 0 0,6-6 0 0 0,0-2-120 0 11,0-2 1 0 1,7-4-1 0-1,7-4 1 0 0,5-6-97 0-7,4-3 1 0 0,10-5 0 0 0,2-1 0 0 0,10-4-44 0-23,5-2 1 0 0,8-2-1 0-1,-45 11 0 0 1,-1 1 1 0 0,2-1-1 0 0,-1 1 110 0-13,3-1 1 0 1,-1 1 0 0 0,-1 0 0 0-1,-1 1 0 0 1,2 0-1 0 0,-1 1 1 0-1,1 1 0 0 1,-1 1 207 0-4,0 0 0 0 0,-1 0 0 0-1,3 1 0 0 1,-1 1 0 0 0,43-4 0 0 0,-1 1 139 0-1,-3 2 0 0 0,-4 10 0 0 0,-3 2 0 0 0,-7 10 39 120 0,-3 6 1-120 0,-2 9 0 0 0,0 4 0 0 1,0 4-324 169 3,0 2 0-169 1,-6 0 0 0-1,0 0 0 0 1,0 0-224 401 10,-2 0 1-401 0,2-1 0 0 0,-10-1 0 0 0,-3-3-8 267 11,-1-7 1-267-1,-5-4 0 0 0,1-1-1 0 0,1-3 70 319 7,-3-3 0-319-1,-1 1 0 0 1,-8-7 1 0-1,-2 0 428 319 14,-4 2 0-319 0,12-6 0 0 0,-2 4 141 287-3,3-4 1-287-1,3-2 0 0 1,-6 0-185 202-16,2 0 1-202-1,-6 0 0 0 1,-8-2 0 0 0,0-2-165 161-8,0-2 0-161-1,2-2 0 0 1,8 4 0 0 0,2-3-200 170-10,2-3 1-170 0,9-2 0 0 0,2-5-1 0 0,11-1-215 226-7,4 1 1-226 0,9-1 0 0 0,2 1-1 0 0,1-3 103 287-1,5-3 1-287 0,7 2 0 0 0,4-6-1 0 0,0 1 214 414 0,0 5 0-414 0,-45 11 0 0 0,-1 1 0 0 0,46-9 0 0 0,-2 1 296 485 0,-3-1 0-485 0,-1 9 0 0 0,-11 3 0 0 0,1 4 82 511 0,5 2 1-511 0,5 8 0 0 0,0 3 0 0 0,-4 5-102 589 0,1 1 1-589 0,-1 3 0 0 0,3 1 0 0 0,-1 2-253 597 0,0-1 1-597 0,-5 3 0 0 0,-3-2 0 0 0,-1 0-202 744 0,-4 3 0-744 0,-5-7 0 0 0,-6 4 0 0 0,-11-3-36 751 0,-9-3 1-751 0,-7-1-1 0 0,-3-3 1 0 0,-1-3 270 678 0,-3-2 1-678 0,-6-2 77 600 0,6-6 0-600 0,0 0 384 495 0,6 0 1-495 0,0 0 129 392 0,0 0 0-392 0,-12 0-501 332 0,0 0 1-332 0,7-2 0 0 0,12-2-169 242 0,3-2 0-242 0,0-8 1 0 0,3 5-1 0 0,1-3-317 207 0,5 0 0-207 0,-2-5 0 0 0,8-6 0 0 0,1-1 123 294 0,3-1 0-294 0,0 4 1 0 0,4-8-1 0 0,3-2 270 431 0,1-2 0-431 0,8 3 0 0 0,1 1 0 0 0,5 0 147 379 0,1 2 1-379 0,0-4 0 0 0,3 8 0 0 0,1 1 12 474 0,2 3 0-474 0,-42 13 1 0 0,1 0-1 0 0,-1 1 1 0 0,1 1-1 0 0,2-1 1 0 0,0 2-103 525 0,1 1 1-525 0,-1 0 0 0 0,-1 1 0 0 0,1 0 0 0 0,-1 2 0 0 0,0 0 0 0 0,3 1 0 0 0,1 2-84 622 0,4 1 0-622 0,0 2 0 0 0,-3 0 0 0 0,1 1 1 0 0,1 1-1 0 0,0-1 0 0 0,-2 1 0 0 0,-2 0-65 727 0,-1-1 0-727 0,-1 1 0 0 0,0 3 1 0 0,-1 0-1 0 0,-2-1 0 0 0,-1 1 1 0 0,41 11-43 771 0,-15 3 0-771 0,-14-1 1 0 0,-18 6-1 0 0,-9 0 277 578 0,-10 6 0-578 0,-7 0 0 0 0,-6 9 0 0 0,-9 5 261 315 0,-6 5 1-315 0,-5 0 0 0 0,-6 8 0 0 0,4 0-176 105 0,3-2 0-105 0,-5 4 0 0 0,6-9 0 0 0,2-5-589 4 0,2-4 1-4 0,16-15 0 0 0,5 0 0 0 0,7-5-1088 310 0,5-7 0-310 0,2-2 1442 704 0,2-1 0-704 0,0-1 0 0 0,-1 1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43.1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88 445 7513,'-8'10'1330,"-1"0"-594,-9-5 0,7-3-126,-1 4 0,6 2 806,-6-2-623,9 7 0,-5-9 1099,8 8-1513,0-8 0,8 3 0,5-9 0,7-3-237,3-7 0,8-5 1,0-7-1,6-5-245,4-4 0,1-2 0,-1-2 0,4-1-566,-1-3 0,5-2 1,-8 4-1,-1-1-103,3 1 0,-14 4 0,0 6-117,-7 5 0,-13 15 773,-3 9 0,-4 15 0,-4 14 0,-2 4 627,-2 2 0,-1 8 0,3 4 0,-2 5 125,2 6 1,2 6-1,2 10 1,0 4-145,0 1 1,0-5-1,0 0 1,0-6-295,0-4 1,6-16 0,0-3-1,0-12-996,1-10 1,-3-9-866,8-3 0,-8-9-1992,1-2 3655,-3-8 0,-2-17 0,0-2 0</inkml:trace>
  <inkml:trace contextRef="#ctx0" brushRef="#br0" timeOffset="269">1258 987 9374,'-11'0'2916,"-1"0"0,6 0-1599,-6 0-1534,9 0 217,-5 0 0,0 0 0,-2 0 0</inkml:trace>
  <inkml:trace contextRef="#ctx0" brushRef="#br0" timeOffset="883">1835 131 8873,'0'-12'2059,"1"2"-1769,5 3 1,4-1 0,9 4-1,5-4-153,5-1 1,4 3 0,2-4-1,0 2 0,0 4 0,5 2 1,1 2-1,-4 0-11,-6 0 0,-6 8 1,-9 4-1,-5 3 62,-5 3 1,-6 7 0,-8 4-1,-9 4 118,-10 2 0,-8 0 0,-4 0 0,-2 0-125,3 0 0,1 0 0,4-2 0,4-4-126,5-6 0,5-5 1,3-5-227,5-1 1,5-8-1,12 1-99,5-3 1,13-2-1,5 0 1,4 0-6,2 0 0,5 0 1,1 0-1,-2 0 134,-2 0 1,0 2 0,0 4 0,-1 8 257,-3 7 0,-9 0 0,-3 7 0,-5-1 109,-5 0 0,-9 2 0,-2 4 0,-10-2 144,-5-2 0,-10-2 0,-4 2 1,-4-5-171,-2-5 1,-2-3 0,-2-5 0,-4-3-179,-1 0 1,-1-6 0,-2 4 0,5-6-778,-1-6 0,6 2 0,-2-8 0,8-1 755,8-3 0,4-9 0,1-2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48.8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490 585 8104,'17'0'0,"-1"-2"205,-4-4 0,3 4 1284,-3-4 1,-5-4-540,-1-1 1,-4 1 0,-4-2-505,-4-1 0,-3 3 0,-11 0 0,-3 1-392,-6-1 1,-6 6 0,-4-4-1,-3 2 11,-3 1 0,4-1 0,-3 6 0,1 0-494,4 0 0,2 8 0,4 1 0,4 3-96,6 0 1,5 1 0,7 8 0,5 3 276,4-3 0,12 4 0,7 1 0,12 1 155,10 4 1,8 0 0,9 0-1,4-2 49,2 2 1,-4 2 0,2 0 0,-3-2 113,-7-2 0,-11-6 0,-4 5 0,-10-3 19,-5-4 0,-13-1 1,-7-3-1,-11-1 9,-11-5 0,-7 3 1,-10-8-1,-3-3 1,-3-1 0,0-2 1,-3 0-1,1 0-113,-1 0 0,7-7 0,4-5 1,8-3-407,4-3 1,4 1 0,9-1 0,6 1-725,4-1 1,6 1 0,6 1 1143,7 5 0,12-5 0,-2 6 0</inkml:trace>
  <inkml:trace contextRef="#ctx0" brushRef="#br0" timeOffset="550">944 759 8476,'10'-8'457,"-4"-3"0,-5 1 282,-1-2 1,0 16 0,0 2 0,0 10-173,0 7 1,0 4-1,0 10 1,-1 4-53,-5 5 1,4 14-1,-4 10 1,6 10-163,6 5 1,-2 3-1,7-1 1,3-2-49,1-3 0,1-14 0,-3-16 0,-3-11 52,-2-10 0,4-12-584,-7-7 1,1-16 0,-6-2 0,0-7-168,0-5 1,-8-5-1,-1-2 1,-3-3-166,0-3 0,-1-7 1,-8-5-1,-3-2 122,3-3 1,-4-3 0,-1-3 0,1-4 112,0-6 0,2-4 0,7 0 0,5 2-12,5 2 0,6 8 0,8-1 0,9 9 252,10 7 0,8 6 0,6 8 0,5 8 98,5 5 0,-5 10 0,1-2 1,0 6 316,-3 6 0,1 4 1,-8 7-1,-2 3 3,-8 3 1,-8-4-1,-5 7 1,-5-3-17,-1 0 0,-4 0 1,-10-5-1,-5-1-131,-5 1 0,-9-3 0,-4-1 0,-4-4-287,-2-3 1,-2-1-1,-2-6 1,-2 0-394,3 0 0,1 6 0,2 0 0,2-2-1929,4-2 1,4-2 2421,7 0 0,16 7 0,4 3 0</inkml:trace>
  <inkml:trace contextRef="#ctx0" brushRef="#br0" timeOffset="883">1817 96 8132,'0'-26'129,"6"13"1,0-5 940,-2 3 0,-2 5-613,-2-2 0,-2 10 0,-2 2 1,-4 12-38,-2 9 0,5 7 0,-5 7 0,0 1 79,0 5 0,7 12 0,-3 11 1,4 3-81,2 3 0,0 0 0,0 0 0,2 0-252,4 0 0,3-8 0,9-6 0,-1-7-127,1-9 0,-1-11 0,1-7 0,-1-9-1347,1-7 0,-7-4 223,1-2 0,-8-8 0,2-3 0,-5-5-286,-1-1 1,-7-3 0,-5-1 1369,-3-2 0,-3-8 0,1 4 0</inkml:trace>
  <inkml:trace contextRef="#ctx0" brushRef="#br0" timeOffset="1149">2289 654 8132,'0'-17'940,"0"-1"0,0 7 665,0-1-986,0 8 1,-6 10-1,0 13 1,0 5-344,-1 1 1,5 6 0,-4-4-1,4 2-203,2 0 0,0-5 1,0 3-1,0-2-216,0-4 1,8-3-1,1-4 1,3-5-526,0-1 1,-7-2-1,7-6-453,2 0 1,-1-2 0,-1-6 0,-6-7 1120,-4-7 0,5-17 0,3 3 0</inkml:trace>
  <inkml:trace contextRef="#ctx0" brushRef="#br0" timeOffset="1300">2271 253 8833,'0'-18'1188,"0"7"0,-2-1 802,-3-2 0,3-1 337,-4-3-5249,4 9 400,2-7 0,0 22 2522,0 0 0,0 7 0,0 5 0</inkml:trace>
  <inkml:trace contextRef="#ctx0" brushRef="#br0" timeOffset="1616">2743 78 8230,'10'-17'520,"-3"1"0,-1 2 252,0 3 1,2 7 446,-3-2 0,-3 6-671,4 6 0,2 11 0,-2 13 0,-2 3 15,-2 1 0,-2 9 1,0 6-1,0 7-151,0 8 1,2 4 0,1 2 0,5 0-171,2-1 0,0-5 0,3-3 0,-3-5-475,-2-6 1,3-11-1,-3-4 1,0-10-1204,0-5 0,-3-13 76,-5-7 1,0-7-1,-1-11 359,-5 1 0,-4-3 0,-7-1 1,-1-4-106,1-2 1,-7 3 1105,1-5 0,0 0 0,5-6 0</inkml:trace>
  <inkml:trace contextRef="#ctx0" brushRef="#br0" timeOffset="1733">2690 602 7450,'0'-17'212,"0"-1"1,0 1 1404,0-1 0,8 8 0,4 5-1246,3 3 1,5 2-1,5 0 1,10 0-449,10 0 0,9 0 0,8 0 0,12 0-1363,9 0 1,10 0 1439,-38 1 0,1-2 0,-3-6 0,1-2 0,2-1 0,0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45.183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470 311 13049,'0'-9'2104,"0"3"0,2 12-1555,4 5 0,-4 13 0,3 7 0,-3 7-54,-2 9 1,6 5 0,2 7 0,0 5-506,0 4 1,5-1 0,-3-3 0,1-5-419,1-5 0,-2-11 0,3-8 0,-3-8-3663,-2-2 2531,5-13 0,-11 1 0,4-19 1428,-4-5 0,-10-13 0,-1-3 0</inkml:trace>
  <inkml:trace contextRef="#ctx0" brushRef="#br0" timeOffset="366">138 364 12628,'-15'-2'0,"1"-4"168,2-6 0,7 3 669,-7-3 0,10 0-589,2-5 1,10 5 0,15 2 0,10 1-317,9-1 1,17 4 0,7-3 0,9 1 29,9 4 1,5 2 0,-39 2 0,2 2 0,2 1-1,-1 2-64,4 2 1,-1 3-1,-5 2 1,-2 3-1,-1 3 1,-3 3-1,39 24 60,-11 5 1,-13 1 0,-11 11-1,-16-2 190,-16-4 0,-17 0 0,-17 1 0,-12 3-86,-14 2 1,-8-6 0,-5 2 0,-2-5 23,-3-7 0,-8 5 0,-1-6 0,-8-3-129,-4-7 0,-1 0 1,-6-8-1,-3 2-30,-3 0 1,12-13-1,-1-1 1,8-5-91,5-6 0,8-4 0,11-6 0,13-7-1108,12-9 0,13 1 1252,6-8 1,12 0 0,4-6 0</inkml:trace>
  <inkml:trace contextRef="#ctx0" brushRef="#br1" timeOffset="866">2199 1027 8326,'-12'-7'-29,"3"-5"206,1-4 1,-4-1 0,4-1-1,1 1 478,-1 0 1,-4-1 0,4 1 0,-1-1-320,-5 1 0,-1 5 1,-1 0-1,1-1-260,-3-3 0,5 7 0,-11 3 0,3 4-74,-2 2 1,1 0-1,-7 2 1,0 4-143,2 5 1,-4 11 0,8 3 0,1 2 38,3 4 0,3 4 1,3 4-1,3 0 124,2-6 0,2 1 0,8-6 0,4-1-38,6-4 1,11-5-1,6-7 1,6-5-121,6-4 1,2-2 0,5 0 0,-3-2-168,-3-4 0,-1-3 1,-6-9-1,-2 1 94,-4-1 1,-4-1 0,-9-3 326,-4-1 0,-5 0 0,-7 5 43,0 1 1,-2 7 0,-3 4-191,-7 4 0,4 4 0,2 4 1,4 6 42,2 3 0,8 5 0,4 1 0,5 2-182,7-1 0,5-9 0,11-1 0,7 2-361,3 1 0,-1-5 1,0-4 527,-1-4 0,14-2 0,-8 0 0</inkml:trace>
  <inkml:trace contextRef="#ctx0" brushRef="#br1" timeOffset="1182">3107 137 8246,'0'-28'69,"-6"3"0,0 8 0,3-1 438,1 1 0,0 1-292,-4 5 0,2 7 0,-8 15 0,1 13 110,1 7 0,-4 11 1,9 5-1,-1 5 230,-2 7 1,6 11 0,-4 11 0,4 4-173,2 3 0,8 5 0,4 2 0,3 0-238,3 0 1,-1-17 0,3-14-1,1-12-266,2-11 1,0-2-1,-5-18-963,-1-5 0,-1-9 0,-4-12 184,-7-7 0,-5-9 0,-5-5 0,-9-1-1118,-7-4 2018,1-2 0,-21-2 0,5 0 0</inkml:trace>
  <inkml:trace contextRef="#ctx0" brushRef="#br1" timeOffset="1332">2583 783 8246,'0'-10'1266,"2"2"1,6 8-762,9 0 0,9 6 0,10 0 0,5-2-490,6-2 1,9-2 0,6 0 0,2 0-351,2 0 1,4-2 0,-12-4 0,-3-4 334,-7 1 0,10-15 0,-3 5 0</inkml:trace>
  <inkml:trace contextRef="#ctx0" brushRef="#br1" timeOffset="1783">3945 975 8066,'10'-18'279,"4"7"1,-9-1 0,1 1 645,2 1 0,-4-6 0,6 5-610,-3-5 1,-1-1 0,-6-1 0,0 1-187,0-1 0,-8 7 0,-3-1 1,-7 0 107,-5 3 1,-4-5 0,-6 8 0,2 2-176,2 2-1,0 4 1,-6 4 0,0 6-113,0 3 1,6 9 0,2 1 0,1 2 85,5 4 0,4 8 0,5 2 0,6-3 50,4-1 0,4-8 0,4-1 0,7-3-93,9-4 0,5-3 0,8-5 0,0-3-109,0-2 1,0-4 0,0-8 0,0-4-114,-1-2 1,-1-1 0,-1-9-1,-5-1-37,-2-2 0,-8-3 0,-7 5 1,-2-2 306,-4 1 0,-2-3 1,-2 2 35,0 1 1,-2 11-233,-4 5 1,-2 8 0,-3 8 0,5 7 93,4 3 1,2-1-1,2-2 1,4 1 21,5-1 0,5 1 1,3-1-1,4 1-282,6-1 1,4-1 0,2-5 0,2-5-575,4-4 1,-4-2 895,4 0 0,3-8 0,1-1 0</inkml:trace>
  <inkml:trace contextRef="#ctx0" brushRef="#br1" timeOffset="2532">4819 835 8727,'0'-11'1700,"0"-1"0,0 0-1237,0-5 0,-2 1 1,-4 3-542,-6 1 1,-1 6 0,-1-3 0,2 1 53,-1 4 1,-5-4-1,-3 2 1,-2 2-107,1 3 1,3 1 0,1 1-1,1 3 101,0 2 0,5 8 0,2-3 127,2 5 1,3 1 0,7 1 0,3 1 3,7 5 0,4-5 1,3 4-1,2-3-40,3-3 0,1 2 0,-2 3 0,4 3 49,0 2 0,4-5 0,-7 3 0,-1-2 58,2 0 1,-11 6 0,1-5-1,-5-1 39,-6 2 1,-4-5 0,-6 3 0,-7-4-158,-9-1 0,1-3 0,-8-3 1,-2-6-155,-2-4 1,-2-2 0,0 0 0,2-2-474,4-4 1,4-4 0,7-9 0,3-2-430,3-3 1,4 1 0,8 6 0,2-1 316,4 1 1,9-1 0,9 1 0,-1 1 687,2 4 0,-5 5 0,5 7 0,-2 0-6,0 0 0,7 0 1,-5 0-1,0 0 206,0 0 1,6 6 0,-2 1 0,4 1 651,2 0 1,0-2-1,2-4 1,2 1-335,2 3 1,5 0 0,-5-6 0,0 0-276,1 0 1,-3-6-1,4-1 1,-4-3-94,-6-4 1,-4-1 0,0-3-1,-6 1 1,-3-1 0,-9 1 0,-1-1 0,-2-1-95,-4-4 0,-4 3 1,-6-3-1,-6 4-109,-3 1 1,-5 1 0,-3-1 0,-6 1-71,-4-1 1,4 9-1,2 3 1,-1 4-20,1 2 1,6 0 0,-2 2-1,3 4 88,3 5 0,5 7 0,2 3 1,3 4 287,3 2 1,4-3 0,7 5 0,9 0 73,5-2 0,10 4 1,-1-6-1,1 1-255,-2-1 1,4-2 0,-2-7 0,6-3-431,3-1 1,1-8 0,-6 2 0,0-4-58,0-2 1,0-8-1,-2-4 1,-2-3-266,-2-3 1,-8 1 0,3-1-1,-5 1 34,-2-1 0,1 1 0,-3-3 1,1-1 664,1-2 0,-3-2 0,9 1 0,-3 5 0,-3-6 0</inkml:trace>
  <inkml:trace contextRef="#ctx0" brushRef="#br1" timeOffset="2816">6041 311 8066,'0'-27'85,"0"-4"1,0 6-1,0 0 540,0-1 1,0 3 0,0 6 0,0-1 1557,0 1-1897,0 7 0,-2 4 1,-2 12-62,-2 6 0,1 11 0,5 6 0,0 6 262,0 6 0,0 11 0,0 12 0,0 6 178,0 6 1,0 3-1,2 9 1,3-1-422,7 0 0,-2-1 0,1-5 1,3-7-65,1-8 1,3-8 0,-1-11-1,-1-9-821,-4-7 1,3-13-534,-3-12 1,-5-6-1,-1-6-102,-4-6 1,-2-9 0,-2-4 0,-4-1-37,-5 1 1,1-6 0,-2 2 1311,-1-4 0,-10-10 0,-5-1 0</inkml:trace>
  <inkml:trace contextRef="#ctx0" brushRef="#br1" timeOffset="2949">5849 730 8066,'-10'-7'5016,"4"5"-4996,12-4 1,12 4 0,13 2 0,8 0-21,7 0 0,20 0 0,6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07.73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371 62 8211,'6'-11'-585,"0"-1"0,0 6 0,-6-5 4637,0-3-3405,0 6 0,0 10 0,0 16 1,0 9-66,0 6 0,0 10 1,0 5-1,0 8-223,0 8 0,0 12 0,0 6 0,1 3-320,5 2 0,-2-7 0,6-6 0,0-10-784,-1-12 1,-3-9 0,4-14-639,-2-6 1,-3-13-1,-5-12-1506,0-14 2889,0-9 0,0-10 0,0 0 0</inkml:trace>
  <inkml:trace contextRef="#ctx0" brushRef="#br0" timeOffset="183">39 551 8211,'-17'0'1718,"7"0"0,-2 0 1,12 0-1144,8 0 1,10 0-1,9 0 1,10 0-378,5 0 0,5-1 1,5-3-1,3-4-606,3-2 0,2-1 0,6-7 0,-2 1-3009,2-1 3417,2 8 0,2-13 0,0 4 0</inkml:trace>
  <inkml:trace contextRef="#ctx0" brushRef="#br0" timeOffset="566">965 482 8213,'0'-18'1053,"0"1"1,0 9-1,0 10-407,0 13 1,0 5 0,0 11 0,0 4-252,0 4 1,0 7-1,0-3 1,0 0-190,0-1 0,0-1 0,0-8 0,0-2 3,0-2 0,2-8 8,4 3 0,-4-15 0,5-9 0,-1-9-338,0-7 0,0-7 1,-6-2-1,0-2-264,0-5 0,0-1 0,0-1 1,0-1 49,0 0 0,0 0 1,2 0-1,2 2 0,1 4 0,7-2 1,-4 7-1,2 1-17,3-2 0,10 6 1,5-3-1,3 7-26,4 3 0,-4 8 0,11-2 0,-1 4-205,0 2 0,5 8 0,-5 2 1,0 1-923,2 1 1505,-7-8 0,15 12 0,-7-7 0</inkml:trace>
  <inkml:trace contextRef="#ctx0" brushRef="#br0" timeOffset="1216">1803 621 8083,'18'0'2352,"-7"0"0,-1-2-2011,-2-3 0,-2 1 0,-6-8-213,0-2 0,0-1 1,-2-3-1,-4 3 32,-6 3 0,-3-1 1,-5 5-1,-1 0-213,-2 0 0,-8 3 0,3 7 0,-1 3-69,0 7 0,8 4 0,-3 3 0,7 2 179,5 3 0,-1 5 1,7-4-1,2 2 140,2 4 0,10-4 1,4 0-1,5-1 48,6-5 1,-1-4 0,7-5 0,0-6-178,-2-4 1,6-2-1,-6 0 1,0-2-130,-3-4 0,1-4 0,-2-9 0,-1-2-172,-3-3 0,-4-5 0,-3 4 0,-4-2 9,0-4 0,-6 6 0,3 1 0,-3 5 96,-2 1 0,0 7-77,0-1 1,0 10 0,0 2 197,0 10 1,0 7 0,0 5 0,0 1 156,0-2 1,0 5 0,2-3-1,4 0 11,6 2 0,3-5 1,5 1-1,3-5 3,6-5 0,4-1 0,2 2 1,0-7-179,0-3 1,0-4 0,0-3 0,-2-7-197,-4-4 0,2-3 0,-8-2 0,-4-3-171,-5 3 0,0-6 1,-9 0-1,-1 0 232,-2 3 1,-2 5-1,0 1 235,0 1 324,0 7 1,-6 4-307,1 12 0,-1 4 0,6 9 0,0 3 194,0 1 0,8 6 1,5-4-1,7 1-110,3-1 1,8 4 0,-2-4 0,4 0-247,2 1 0,0-5 1,0-7-1,0-5-663,0-1 0,-8-2 0,-4-6 0,-3 0-2437,-3 0 3158,-7-8 0,5-9 0,-5-11 0</inkml:trace>
  <inkml:trace contextRef="#ctx0" brushRef="#br0" timeOffset="1415">2467 132 8220,'-10'-7'6893,"-5"-3"-7677,13 0 1,2 4 0,11 10 783,5 2 0,1 8 0,1-5 0</inkml:trace>
  <inkml:trace contextRef="#ctx0" brushRef="#br0" timeOffset="1816">2938 551 8296,'16'-7'915,"-5"-5"0,-1-3 364,-4-3 0,-4 6-417,4 1 1,-2 9-593,1 2 0,-3 13 1,4 13-1,-4 1 141,-2 4 0,0-4 0,2 2 1,2 2-299,2 2 0,5-4 0,-3-2 0,2-1-74,3-5 1,5-2 0,3-3-207,3-4 0,-1-7 0,-4-8 0,3-5-210,1-2 1,0-7-1,-5-9 1,-1-1 38,1-4 0,-3 4 1,-1 0-1,-5 2 144,-1 3 1,4 3 0,-6 1-13,-3 1 322,-1-1 0,-2 11 0,0 7 0,0 9 175,0 7 1,0 3 0,2 3 0,4 3-120,6 2 0,3-6 0,5 3 1,5-3-482,10 2 1,4-9 0,11 1 0,6-3 308,5-2 0,3-6 0,6 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06.74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0 140 8303,'0'12'681,"0"-1"386,0-7 0,0 12-581,0-5 1,0-1 0,0 2-158,0 1 0,0 3 0,0 3 1,0 3-83,0 1 1,0 2 0,2-2 0,2 5-112,2-1 1,7 0 0,1-6-1,5 2-60,5-1 1,1-9-1,-2-3 1,6-2-137,4-4 0,2-10 0,0-8 0,-2-5-78,-4-4 1,2-8-1,-8 2 1,-1-4-74,-3-2 1,-7 7-1,-2 3 1,-3 2 395,-3 0 0,-2 5 0,-4 7-52,-4-3 0,2 6 1,-7 4-1,-1 8-162,2 8 1,1 3 0,5 5-1,-2 3 62,2 6 1,4-2 0,6 0 0,6-1 86,3-5 1,10-2 0,5-1 0,4-1 8,7 1 0,-2-8 1,6-5-1,-1-3-48,1-2 0,-2-7 0,-1-5 0,-9-4-88,-6-1 1,-3-6-1,-7-3 1,-1-1-217,-5-4 1,-3 4 0,-8-2 0,-2-2 29,-4-2 1,-3 0-1,-9 2 1,-1 4 114,-5 1 1,3-3-1,-6 6 1,2 4-508,3 5 0,9 6-335,1 8 1,2 8 0,1 6 919,9 7 0,8 6 0,9 8 0</inkml:trace>
  <inkml:trace contextRef="#ctx0" brushRef="#br0" timeOffset="383">1310 245 9036,'0'10'1324,"8"-3"0,3-7 1,5 0-1114,1 0 1,1 0 0,1-2 0,2-3-105,3-7 1,-1-4 0,-4-1 0,1-3-134,-3-3 1,3 4-1,-14-4 1,-3 3 9,-1 3 1,-4-1 0,-3 3 0,-9 1 15,-7 2 0,-1 9 0,-7-1 0,0 8 112,2 7 0,-4 12 0,8 7 1,1 3 3,3 1 1,9 1 0,4 0-1,4 0-120,2 0 1,16-2 0,7-2 0,12-4-241,12-1 0,3-9 0,18-7 1,6-2 243,3-5 0,5-16 0,5-7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04.96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679 420 8223,'0'-18'-59,"0"1"1,0 0 0,0-1-1,0 1 615,0-1 0,0 1 1,0-1-1,0-1-218,0-4 1,-5 3 0,-3-5 0,0 2-151,0-1 0,-5-1 0,1 4 1,-3-3-125,-3 3 1,-5 4 0,-2 3 0,-3 4 10,-3 3 0,-2 1 0,-3 8 0,-5 6 30,-6 9 1,3 10 0,-1 14 0,0 5-75,1 5 0,11 9 0,0 6 1,4 8 226,1 7 0,15 5 1,1 1-1,10 0-174,8 1 1,12-7 0,13-3 0,7-6-82,9-10 0,3-16 0,3-11 0,-1-8-372,1-1 0,-1-15 0,-2 1 1,-1-8-438,-2-4 1,-9-14 0,1-3 805,-8-3 0,2-7 0,-6 0 0</inkml:trace>
  <inkml:trace contextRef="#ctx0" brushRef="#br0" timeOffset="534">1378 857 8289,'0'-12'908,"-2"2"1,-2 1-466,-2-1 0,-5 4 0,3-4-277,-2 3 0,-1-5 0,-9 4 0,-1 0-178,-2 1 1,-7 1 0,5 6 0,-2 0-41,-4 0 0,0 8 0,0 3 0,4 7-55,2 5 0,-5-2 1,7 10-1,2 4 218,1 4 1,5 2 0,3-6 0,6 0 217,4 0 1,12-2 0,6-4 0,7-6-190,4-4 1,8-9-1,6-4 1,0-6-72,1-6 0,-5-6 0,4-11 1,-4-4-201,-2 0 1,-2-8 0,-4 2 0,-6-6 33,-4 0 0,-7 8 1,-2 2-1,-2 0 276,-5 2 0,-1 7 0,-4 11 1,-3-1-32,-7 0 0,2 6 1,-1 1-1,-1 8-140,2 13 1,-3 1-1,7 10 1,2 0-266,2-1 0,4 5 0,4-6 0,6 2 69,3 0 0,10-8 0,4 3 0,6-7-135,6-5 0,4-3 1,7-5-1,0 2-370,1-2 0,-7-4 0,-1-4 0,-2-4 693,-4-1 0,-10-11 0,-4-7 0</inkml:trace>
  <inkml:trace contextRef="#ctx0" brushRef="#br0" timeOffset="916">2059 787 8261,'-10'-2'2652,"5"-4"-2323,3 4 0,2-4 1,0 12-1,0 6 16,0 3 1,0 5 0,0 1 0,0 4 111,0 2 0,7 2 0,3 6 0,2-2-184,-1-4 0,1 4 0,6-5 0,-1-1-312,0-4 0,1-5 0,-1-5 0,1-3-14,-1-2 1,7-5 0,-1-8 0,-2-7-431,-1-4 0,3-7 1,0-2-1,-1-2-21,-3-4 1,-7 0-1,-3 2 1,1 5 378,0 5 0,-6 1 324,1 1 1,-3 9-29,-2 8 0,0 8 1,0 11-1,0 5 269,0 5 1,8-2-1,4 0 1,5 0-510,7 0 1,5-5 0,11 1 0,9-5-1911,7-7 1979,6-3 0,8-8 0,0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11.56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486 175 8439,'-12'0'1333,"0"0"1,8-2-1,-1-4-781,3-6 0,-4 3 0,0-3-390,2-2 1,-4-1-1,1-3 1,-3 1-89,-4-1 1,3 7 0,-5-1 0,-3 1-107,-1 1 0,-5 2 0,0 8 1,-2 0-132,-4 0 1,-2 10-1,0 7 1,2 10 130,2 6 1,7 2 0,-1 2 0,3 2 53,3 2 0,7 1 0,6-5 0,8 0-103,8-4 1,11-10-1,8-1 1,6-9 139,4-7 1,7-6-1,-1-6 1,1-7 11,-1-9 1,-4 1-1,-8-8 1,-2-2-21,-4-2 0,-4 4 1,-8 0-1,-1 0-48,-4 1 0,-5 1 1,-7 6 10,0-2 0,-7 1 1,-5 11-1,-4 5-55,-1 4 1,0 4-1,-1 4 1,1 7-24,-1 9 0,3 5 0,3 8 1,6 0-10,4 0 1,4-6 0,4 0 0,8 0-110,7-2 1,8 4-1,12-10 1,5-5-250,5-8 0,3-6 1,0-2-1,1 0-514,-5 0 1,-11 0 944,-4 0 0,0-16 0,-8-3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12.46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1 575 8300,'0'-18'4098,"0"1"-3442,0 7 0,0 4 1,0 12-236,0 6 0,2 5 0,2 6 1,2 7-74,-3 3 0,5 1 1,0 1-1,0 0-245,-1 0 1,5-2 0,-4-2 0,0-4-119,-1-1 0,5-3 0,-4-6-139,2 1 1,1-10 0,7-8-66,-1-10 0,-5-11 0,-1-5 0,1-1-173,-2-4 1,5-2-1,-3-4 1,1 0 102,-1 3 0,4-5 0,-7 12 1,3-1 127,0 5 0,-3 4 1,5 3 5,-2 5 1,-7 3 0,5 12 277,-2 7 1,3 3 0,-5 15 0,0 2 342,2 2 0,-6 2 1,6-2-1,-3-2-155,1-2 0,2-2 0,-4 2 0,2-5-169,-2-5 0,5-3 1,3-5-208,3-5 0,3-4 0,-1-4 0,1-6-311,-1-9 0,7-3 0,-1-9 1,0-2-21,2-2 1,-5 0-1,3 2 1,-4 2 113,-1-2 1,-3 4 0,-1 0 0,-2 2 31,1 3 0,-5 9 258,-2 1 0,-4 10 1,-2 2 332,0 10 1,0 11-1,0 4 1,2 2-62,4 5 0,-3 0 0,9 3 0,2-2-77,1-3 1,5 1 0,1-6 0,4 0-630,2 0 0,8-9 1,6-10-1,0-4-786,1-2 1,1-2-1,6-4 1,-5-8-1417,-1-7 2628,-2-6 0,-6-8 0,0 0 0</inkml:trace>
  <inkml:trace contextRef="#ctx0" brushRef="#br0" timeOffset="400">1590 714 8355,'10'-11'627,"-4"-1"1,-4 6 0,0-3 0,1-1-152,3 0 1,0 4 0,-6-5-363,0-3 0,0-1 81,0-3 1,-8 3 0,-3 1-1,-7 4 23,-5 3 1,4 1 0,-7 6 0,1 0-143,-4 0 1,4 8 0,1 3 0,5 7 80,2 5 1,1-2-1,4 8 1,7 0-81,3-1 1,4 3 0,3-6 0,9 0-123,7 0 1,3-1-1,9-7 1,3-1-138,1-5 1,0-3 0,-2-8-1,0 0-70,0 0 0,-8-8 0,-4-5 0,-3-7-42,-3-3 0,-7-8 0,-4 2 0,-4-2 12,-2 2 1,-4-4 0,-6 6-1,-9-1 193,-6 5 0,-5 4 1,-4 3-1,1 5-208,3 5 0,-3 4 1,6 2-1,0 4-416,4 7 1,5 3 0,7 15 0,5 2 712,4 2 0,2 2 0,0 0 0</inkml:trace>
  <inkml:trace contextRef="#ctx0" brushRef="#br0" timeOffset="949">2428 697 8107,'12'-2'1094,"0"-4"1,-8-4-213,1-7 1,3 5-770,-2 1 1,0-1 0,-8-5-100,-4-1 0,-2 7 1,-7 1-1,-1 2 93,-3 4 0,-8-4 1,1 3-1,-1 1 18,-4 2 0,4 8 0,-2 1 0,0 5 133,2 7 0,1 1 1,9 9-1,1 4-55,5 6 0,-3-2 0,10 3 1,6-3-123,8-2 0,7-2 0,9-4 0,7-5-296,5-5 0,9-9 0,-4-6 0,-1-8-186,1-8 0,4-11 1,-8-6-1,-5-4 245,-3-2 0,-9-8 1,3-4-1,-2-1 359,1 1 0,-7-3 0,-7 3 0,-2-1-104,-5 1 0,-1-1 1,-4 7-1,-1 4 98,-3 6 0,-6 6 1,4 7-66,-1 1 1,3 5-305,-6 1 1,8 9-1,-2 2 1,3 9-21,-3 7 1,4 1 0,-6 1-1,2 1 408,0 5 1,-1-3 0,3 8 0,-2 2 184,2 2 1,2 8-1,2 1 1,0 1-379,0 0 0,10 3 1,5-3-1,9 0-357,3-1 0,2-1 1,6-8-1,0-4-620,0-5 0,5-13 0,1-5 1,-4-4 60,-6-2 0,0-14 1,-8-5-1,-1-4 893,-3-3 0,-9-12 0,-2 1 0</inkml:trace>
  <inkml:trace contextRef="#ctx0" brushRef="#br0" timeOffset="1284">3110 697 8334,'5'12'976,"1"-1"1,2-7-29,-2 2 1,-2-2-503,7 2 0,1-4 0,5 3 1,1-3-379,-1-2 0,7-5 0,-1-3 0,0 0-108,2 0 1,-5-5 0,3 1 0,-4-4-290,-1-1 1,-3 0 0,-1-1 0,-4 1 86,-2-1 1,-5 3-1,-8 1 1,-7 4 190,-4 3 0,-7-5 0,-2 6 1,-2 2 447,-4 2 1,4 10 0,-1 4 0,1 3 86,0 3 1,12 5-1,-1 2 1,4 2-146,3 4 1,5-3 0,2 1 0,10 2-304,9 2 0,12-6 0,2-2 0,8-4-444,8-3 1,3 1-1,2-13 1,3-2-520,3-2 1,-4-10 0,3-3-1,-9-5-569,-7-1 0,-4-7 1,-4-1 1495,-4-2 0,-4-2 0,-8-6 0</inkml:trace>
  <inkml:trace contextRef="#ctx0" brushRef="#br0" timeOffset="1533">4018 121 8107,'0'-18'-631,"0"1"1,0-1 1584,0 1 0,2 1 0,1 3 1450,3 1-2030,0 8 0,-6-2 1,0 14-1,0 10 227,0 9 0,0 8 0,-2 5 1,-2 7 118,-2 3 1,1 11-1,5 5 1,0 5-372,0 5 1,5 0 0,3-6 0,2-3-628,4-2 0,1-1 0,3-12 0,-1-9-963,0-10 1,1-8 1240,-1-8 0,9 1 0,1-1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22.629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210 854 8133,'0'-17'1161,"0"-1"0,-5 12 0,-3 10 1,0 16-496,0 11 0,2 8 1,6 15-1,0 4-313,0 6 0,0 10 1,0 4-1,2 1-312,4 5 0,-2-7 0,8-1 1,-1-6-830,-1-6 1,4-20 0,-7-15-81,3-7 0,-4-16 1,4-12-51,-3-16 0,-1-9 0,-6-5 0,0-3-959,0-2 1877,-8-8 0,-9 5 0,-10-9 0</inkml:trace>
  <inkml:trace contextRef="#ctx0" brushRef="#br0" timeOffset="282">1 924 8071,'6'-17'373,"-1"-1"0,9 1 1,-4-1 113,-1 1 1,7 5 0,-2 2 0,5 1-156,4-1 0,14 4 0,0-4 1,6 3 60,5 3 1,5 2-1,3 2 1,2 2-388,-2 4 0,-1 3 0,-5 9 0,-3-1-101,-7 1 1,-7 5-1,-9 0 1,-13 1-55,-7 1 0,-6-4 1,-4 8-1,-7 0 49,-8-1 0,-7 3 0,-8-8 0,-5-2-98,-6-1 0,-1-9 0,-1-1 0,5-2-280,1-4 1,2-2 0,8-2 0,4 0-123,6 0 0,5-2 1,7-4 124,5-6 0,17-3 0,9-3 0,7 3 475,10 3 0,-2-11 0,8 3 0</inkml:trace>
  <inkml:trace contextRef="#ctx0" brushRef="#br0" timeOffset="650">1031 959 12581,'18'0'406,"-1"0"1,1 0 0,-1-2-254,1-4 0,1 4 1,2-6-1,5 1-106,1-5 0,-6 2 0,2-1 1,-3-3-127,-3-1 1,-1-3 0,-5 1-1,-3 1-114,0 5 0,-6-5 0,2 4 0,-8-1 64,-8 1 1,-11-1 0,-6 7 0,-2 2 76,2 2 1,-4 10 0,4 5 0,-3 7 158,3 3 1,4 8-1,8-2 1,1 4 68,5 2 1,3-6 0,10 0 0,5 2 23,11 2 0,9-6 0,12-3 0,4-7-456,1-5 0,3-4 1,3-8-1,-1 0-754,-3 0 0,-1-4 0,3-6 0,-3-7-325,-2-3 0,-8-5 1335,-6 2 0,0-16 0,6 2 0</inkml:trace>
  <inkml:trace contextRef="#ctx0" brushRef="#br0" timeOffset="1033">1852 749 8363,'-2'-15'2248,"-4"3"-1916,4 4 1,-5 10 0,7 6 252,0 10 0,0 7 1,0 10-1,0 2-170,0 3 1,0-3 0,0 6-1,0-2-77,0-1 0,2-5 1,1-7-1,3-3-2,-2-4 0,-2-1-97,-2-3 1,6-9 0,2-8 0,-1-10-318,1-5 1,-2-5-1,-4-3 1,2-4-208,2 0 0,-1-6 0,-5 3 0,0-3 102,0-2 1,0 1-1,-2-1 1,-1 2-83,-3 4 0,0-4 1,6 5-1,2-1-209,4 0 1,3 2-1,9-4 1,-1 4 47,1 2 0,1 3 0,5 9 0,3 1 113,0-2 0,6 7 0,-4 1 0,4 4-174,2 2 0,0 0 0,0 0 0,-2 0-1341,-4 0 1828,-4 8 0,0-6 0,2 5 0</inkml:trace>
  <inkml:trace contextRef="#ctx0" brushRef="#br0" timeOffset="1433">2551 1029 7873,'0'10'785,"0"-1"41,0-3 0,0-2-93,0 8 1,0-7 1353,0 7-131,0-8-1012,0 4 1,-2-24-486,-4-7 0,4-2 0,-6-4 1,2-3-376,0-1 0,-5-9 0,5-5 0,2-5-166,2-6 1,2 1 0,0-5-1,4 0-419,8 0 1,1 6-1,16-2 1,4 5-275,6 7 0,0-3 0,8 8 0,-1 3 116,-1 1 0,3 4 0,-5 4 1,0 5 108,-1 5 1,3 9-1,-10 4 1,-8 6-1158,-6 6 1707,-3 4 0,-8 15 0,-3 2 0</inkml:trace>
  <inkml:trace contextRef="#ctx0" brushRef="#br0" timeOffset="1700">2533 802 8047,'-10'0'3056,"16"0"0,16 0-3184,9 0 0,7 0 1,15-2-1,1-2-465,4-2 1,-1-6 0,7 5-1,0-1-2367,-2 0 2960,-2 2 0,-8-1 0,1-3 0</inkml:trace>
  <inkml:trace contextRef="#ctx0" brushRef="#br0" timeOffset="2084">3581 872 8034,'0'-18'331,"0"1"0,6-1 0,0 1 577,-2-1 0,-3 7 1,-1-1-603,0-2 0,-1 5 0,-5-1 1,-6 0-317,-3 1 0,-3 5 0,-1-2 0,-3 4 201,-1 2 0,-8 2 1,4 4-1,-2 5-18,0 5 1,5 3 0,-3 5 0,2 5 70,4 4 0,3-4 1,6 0-1,7 2-120,3 2 0,4-4 0,5-2 0,11-2-98,9-3 0,14-9 0,5-3 0,3-2-536,-3-4 0,3-2 0,-8-4 1,-1-2 37,3-2 0,-14-8 0,0 1 0,-7-7 80,-5-3 1,-7-8 0,-4 2-1,-6-2 251,-6 2 1,-6-2 0,-11 6 0,-8-1 101,-8 1 1,0 2-1,-7 7 1,-1 5-111,3 5 0,-1 4 0,8 4 1,2 4-498,8 5 1,8 13-1,7 5 646,6 4 0,12 9 0,4 3 0</inkml:trace>
  <inkml:trace contextRef="#ctx0" brushRef="#br0" timeOffset="2483">4122 767 12182,'-2'17'530,"-3"1"0,3 1 0,-4 3 0,4 3-360,2 2 1,0 0 0,0 4-1,0-4-136,0-1 0,0-3 0,2-6 134,4 1 1,-2-7-201,7 1 1,-5-16-1,4-2-63,-3-7 0,-1-5 0,-6-1 0,0-2-120,0-3 1,0-7-1,-2 4 1,-2-2 101,-1 0 0,-1 6 0,6-5 0,0 1-52,0 0 0,0 6 1,2-3-1,4 5-186,5 2 1,7-1 0,3 3-1,4 3-286,2 6 1,8 4 0,8 2 0,2 0 636,3 0 0,3 0 0,1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20.96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104 628 12432,'0'17'0,"0"2"541,0 5 0,0 3 0,0 8 0,0 0-265,0 0 1,6 5 0,1 1 0,1-4-537,0-6 1,3 0 0,-3-8 0,0-1-1958,0-3 0,0-9 2217,-3-4 0,5-4 0,8-2 0</inkml:trace>
  <inkml:trace contextRef="#ctx0" brushRef="#br0" timeOffset="184">34 243 7998,'-8'-17'0,"6"-1"1,-4 1 4653,4-1-1556,-5 1-3970,5 7 0,-4 4 1,10 12-3388,2 6 4259,7 3 0,-3 3 0,7-1 0</inkml:trace>
  <inkml:trace contextRef="#ctx0" brushRef="#br0" timeOffset="467">418 86 8153,'12'-17'0,"-3"-1"664,-1 1 0,-2 5 356,-6 0 0,2 9-614,4-3 1,-4 12-1,4 7 1,-5 9 17,-1 7 0,0 9 1,0 7-1,2 4-61,4 5 0,-4 10 0,4 2 0,-2 8-77,2 7 0,3 5 1,9-1-1,-1-4-276,1-5 0,-1-14 1,1-9-1,-1-13-600,1-9 0,-1-7 0,1-13-230,-1-5 1,-7-12-1,-4-5 1,-4-5-373,-2-1 1,-2-7 0,-4-1 1191,-6-2 0,-11-2 0,-4-6 0</inkml:trace>
  <inkml:trace contextRef="#ctx0" brushRef="#br0" timeOffset="650">313 645 7999,'6'-12'2451,"2"3"-1754,2 1 1,-3 2 0,9 4 0,5-2-408,4-2 1,5 1-1,6 5 1,5 0-601,6 0 0,-3 0 1,1 0-1,0-2-3197,-1-4 3507,3 4 0,5-14 0,1 7 0</inkml:trace>
  <inkml:trace contextRef="#ctx0" brushRef="#br0" timeOffset="1001">1239 610 7999,'10'-8'2002,"-5"-3"1,-3-5-730,-2-1 0,0-1-1088,0 1 1,-2 7 0,-3 2 0,-7 2-214,-4 1 0,-1-1 1,0 6-1,-1 2-168,1 4 0,-1-3 0,1 9 0,1 2-8,4 1 1,5 3-1,7-1 1,0 1 179,0-1 0,2 1 1,5-1-1,9 2 203,5 5 1,10-5 0,-2 4 0,4-3 16,2-3 0,-6 1 0,-1-1 0,-1 3 67,0 3 1,-8-4 0,1 5-1,-9-5-78,-3-2 0,-4-5 0,-10 0 0,-7-1-179,-9-1 1,-7 4-1,-10-9 1,-3-1-451,-3-2 0,6-2 0,0-2 0,6-3-632,4-7 0,8-4 1,0-3 1075,7-4 0,6 3 0,8-5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17.510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18 864 8178,'-10'0'1367,"2"8"0,10-6 1,4 4-1,6-4-985,3-2 0,10 0 0,3 0 0,3-2-176,4-4 1,-4-4 0,9-7 0,-3-1-150,-2 1 1,-6-6 0,-2-3 0,-3 1-311,-9 0 0,1-4 1,-10 6-1,-4 1-220,-6 3 1,-6 3-1,-9 5 1,-5 5 110,-5 4 1,-4 4-1,-2 4 1,0 5 186,0 5 0,2 9 0,4 4 0,8 4 390,7 2 0,1 0 0,7 2 0,2 2 169,2 1 1,12-5-1,7-6 1,12 1-95,10-3 1,6-4 0,7-9 0,1-5-501,-1-1 0,6-4 0,0-10 0,-1-6-591,-3-3 0,-9-4 0,-5-3 0,-5-3-994,-5-2 1,-5-2 1794,-8-6 0,1 0 0,-1 0 0</inkml:trace>
  <inkml:trace contextRef="#ctx0" brushRef="#br0" timeOffset="336">891 602 12557,'10'18'688,"5"1"0,-3 4 1,3 7-496,3 3 1,-1 1 0,1-1 0,-1-1-14,1-3 1,-1-8-1,3 2 25,3-3 1,-4-11 0,5-5-1,-5-8-277,-2-7 1,-5-7 0,-2-3-1,-1-4-163,1-2 1,0-3 0,3-6 0,-1-3-311,2-2 0,1 0 1,3 6-1,-3 0 57,-3 0 1,3 2-1,-3 4 1,2 6-958,-3 4 0,-1 3 314,-4 5 0,-4 11 1131,4 11 0,-5 12 0,-1 5 0</inkml:trace>
  <inkml:trace contextRef="#ctx0" brushRef="#br0" timeOffset="803">1991 707 9791,'6'-12'823,"0"1"1,0-1-1,-6-5-783,0-1 0,-2 7 0,-4-1 0,-6 0-156,-3 3 0,-3-5 1,-1 6-1,-2 1 19,-3-1 0,-7 2 0,4 6 1,-2 0-26,0 0 1,7 8 0,-1 3-1,4 7 244,1 5 1,1-2-1,1 9 1,5 1 123,5 2 0,4 0 1,4-2-1,4-4-66,5-2 0,11-2 0,3-7 0,2-5-133,4-5 0,2-4 1,2-2-1,0 0-154,0 0 1,-6-9 0,0-7-1,0-5-57,-2-1 1,-3-3 0,-11 0-1,-3 0 50,-2-1 1,3 3-1,-5 6 1,-2-1 115,-2 1 1,-4 7-188,-4 4 0,4 6 0,-5 6 1,1 6 169,0 3 1,0 5-1,6 1 1,2 2 7,4-1 1,4 3-1,9-2 1,2-2-149,3-1 1,12-5 0,1-3 0,6-6-337,6-4 0,-1-2 0,1-2 491,-3-4 0,1-11 0,5-11 0</inkml:trace>
  <inkml:trace contextRef="#ctx0" brushRef="#br0" timeOffset="1086">2847 96 8093,'0'-18'832,"0"1"0,-2 7-522,-4 4 1,2 18-1,-5 7 1,-1 7 251,0 5 1,6 9-1,-3 7 1,1 5-119,0 7 1,0-1 0,6 10 0,0 4-160,0-1 1,0-1 0,2-6 0,4-6-145,6-3 1,-3-12 0,3-11 0,0-10-1013,-3-9 0,7-11-324,-5-2 0,3-7 1,-2-13 1194,-7-3 0,5 4 0,0-7 0</inkml:trace>
  <inkml:trace contextRef="#ctx0" brushRef="#br0" timeOffset="1453">3179 585 8076,'0'-18'371,"0"1"1,0-1 2202,0 1-2132,0 7 1,0 4-1,0 12 1,0 8-218,0 7 1,0 1 0,0 7 0,0 4-59,0 5 0,0-1 0,2 4 0,4-4-24,5-2 0,7-6 0,3-2 1,4-2-94,2-3 0,-3-5 0,5-5 0,2-6-111,2-4 0,0-2 0,-2-2 0,-4-6-154,-2-10 0,-1-1 0,-7-10 0,-1-2-91,-5-2 0,3-2 0,-8 0 0,-3 0-81,-1 0 0,-2 0 0,0 2 0,-2 4-255,-3 6 1,3 3 0,-6 3 3,0 0 1,6 9 0,-4 8-150,4 9 0,4 9 787,4 5 0,4 4 0,7 8 0</inkml:trace>
  <inkml:trace contextRef="#ctx0" brushRef="#br0" timeOffset="1969">4401 725 7938,'0'-18'0,"0"1"350,0-1 1,0 1 0,0-1 0,0 1 332,0-1 1,0 1-1,-2-1-480,-3 1 0,-5 1 0,-8 3 0,1 3-34,-1 2 0,-5-3 1,-2 5-1,0 2-118,-1 2 1,-5 4-1,4 4 1,-2 5-30,0 5 1,6 3-1,-4 5 1,1 5 108,5 4 1,7 0-1,5-2 1,1-2-27,4 2 0,2 2 1,4 2-1,4-2-67,6-4 1,5-4 0,4-7-1,5-3-287,1-3 1,2-4-1,6-8 1,-2 0-19,-4 0 0,4-10 0,-6-6 0,2-5-108,0 0 1,-9-6 0,-1-3 0,-5-1 266,-1 2 1,-5-2 0,-2 8 0,-4 2 516,-2 1 0,0 3-261,0-1 0,-8 9 0,-4 5-95,-3 8 0,5 7 0,4 11 1,4 3 79,2 2 1,0-4 0,2 4 0,4 1-112,6-1 1,3 0 0,5 2 0,3-4-171,6 0 0,10-11 0,2 2 1,-3-7-534,-1-5 1,0-2 0,0-4 0,0-4 680,-4-5 0,-2-20 0,4-6 0</inkml:trace>
  <inkml:trace contextRef="#ctx0" brushRef="#br0" timeOffset="2252">5100 78 7938,'0'-17'441,"0"-1"0,0 1 47,0 0 1,-6 9 0,0 8 0,0 9 17,-1 7 0,5 11 0,-6 6 1,2 10-25,0 7 1,0 1 0,6 13-1,0 4-31,0 5 1,0 1-1,0 6 1,2-3-291,4-3 1,4-6 0,7-8 0,1-11-591,-1-11 1,-5-1-1,0-15-736,1-7 0,-5-7 94,-2-14 1,-4-5 0,-2-11 0,0-3 1070,0-2 0,-8-2 0,-2-6 0</inkml:trace>
  <inkml:trace contextRef="#ctx0" brushRef="#br0" timeOffset="2418">4803 550 10463,'17'0'351,"9"-2"1,3-2 0,6-4-337,5-1 0,5 3 0,9-4 0,3 0-298,1 1 0,2 5 0,-6-2 0,1 4 283,-5 2 0,-1-8 0,3-1 0</inkml:trace>
  <inkml:trace contextRef="#ctx0" brushRef="#br0" timeOffset="2752">5606 690 7859,'10'0'1164,"0"0"-126,-4 0 1,-4 2 0,5 1-556,1 3 1,2 0 0,7-6-416,1 0 0,-1 0 0,1-2 0,-1-2-54,1-2 1,-1-5-1,0 3 1,1-2-163,-1-3 0,-7-3 0,-4-1-121,-4-1 1,-4 7 0,-6 1-1,-7 0 142,-7 1 0,-9 5 0,4-2 1,-2 6 289,0 6 0,2 5 0,-2 13 1,5 3 481,5 0 0,7 8 0,3-2 0,3 6-38,8-1 1,7 5 0,17-2 0,9-2-1026,9-2 1,9-4 0,5-4 0,6-8-2322,4-7 2739,2-7 0,7-14 0,3-3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15.344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489 419 12336,'10'-1'461,"-4"-5"1,-4-4-1,-4-7-518,-4-1 0,-4 1 0,-7 1 1,-1 3-155,1 1 0,-8 8 0,-3-2 0,-3 4 112,-4 2 0,4 8 0,-11 6 0,1 7 400,0 8 1,0 4 0,9 4-1,2 2-42,7 1 1,6 1 0,5-6 0,6 0-307,4 0 0,12-8 0,7-5 0,11-9-117,5-7 1,3-4 0,3-2 0,2 0-305,-2 0 0,3-2 0,-1-4 0,0-6 31,2-3 0,-12-1 1,2 3-1,-8 1-15,-10-1 1,3-1 0,-8 0-1,-1 3 452,-3-3 0,-4-1 0,-2-3 0</inkml:trace>
  <inkml:trace contextRef="#ctx0" brushRef="#br0" timeOffset="250">507 350 8584,'0'-12'1339,"0"0"0,0 10-953,0 2 0,0 8 0,0 10 0,0 1 44,0 4 0,0-1 1,0 7-1,0 0-152,0-2 0,6 6 0,1-4 0,5 2-81,7-2 0,-1-3 1,7-9-1,0 0-276,4 1 0,4-8 1,2-5-1,0-3-876,0-2 0,0-2 0,-2-3 0,-4-7 955,-6-4 0,-3-9 0,-3-2 0</inkml:trace>
  <inkml:trace contextRef="#ctx0" brushRef="#br0" timeOffset="700">943 350 13314,'0'17'0,"0"1"336,0-1 0,0 6 0,0 3 0,2-1-53,4 0 0,-2 4 0,8-4 0,1 1-106,3-1 0,1-2 0,1-5 0,1-3-184,4-3 1,-1 1-1,5-7 1,0-2-402,0-2 0,-4-10 0,5-3 0,-1-7-144,0-5 0,-6 1 1,3-5-1,-5 0 118,-2 0 1,-1 0 0,-2-4 0,-5 4 151,-1 1 1,-2 3-1,-6 6 801,0-1-323,0 1 0,-2 9 1,-2 8-1,-4 12 122,-1 9 0,5 0 0,-2 6 0,4 1 159,2-1 1,0-4 0,2 4-1,4-2-257,5-3 1,7-3 0,3-1-1,6-1-238,6 1 1,-2-9-1,10-3 1,-2-4-222,2-2 1,-4 0 0,3-2-1,-3-2-1147,-2-2 0,-8-5 1386,-3 5 0,-5-8 0,-2 5 0</inkml:trace>
  <inkml:trace contextRef="#ctx0" brushRef="#br0" timeOffset="1250">2428 542 10731,'0'-18'754,"0"1"0,0 5 0,-2 2-687,-4 3 0,2-5 0,-8 6 0,-3 2 103,-6 2 1,-1 2 0,-5 0 0,0 0-150,0 0 0,3 10 0,-3 6 1,2 7 41,4 4 0,7-4 0,4 6 0,3 3-133,3 1 0,12-4 0,9-2 0,12-2-131,10-4 1,0-9 0,7-6 0,3-4-151,1-2 0,-3-2 0,-2-6 0,-3-9-141,-3-11 0,-4-5 1,-4-1-1,-4-3 184,-2-4 0,-3 2 0,-11-6 1,-3 1 11,0-1 1,-6 4-1,2-5 1,-6-1-18,-4 3 0,-6 1 0,5 10 0,-1 2 341,0 2 1,-4 8 0,5-1 0,-1 7 2112,0 3-1173,2 8 1,4-4-1,-2 10-503,-1 4 0,-1-2 0,6 10 1,0 3 1,0 4 1,-2 5 0,-2-3 0,-2 8 96,2 8 1,2 0 0,2 7 0,0 5-77,0 5 0,6 4 0,2 6 0,0-4-743,-1-2 1,7-2 0,0-7 0,5-5-1753,4-5 0,3-14 2007,-3-9 0,4-1 0,8-7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29.876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35 18 8024,'-9'-2'374,"1"-1"709,0-3 204,6 0-703,-6 6 0,8 2-266,0 4 1,0 3-1,0 9 1,0-1 7,0 1 1,0 1 0,0 4 0,2 7-99,4 3 0,-4 1 0,4 1 0,-2 0-89,2 0 1,-4 0 0,5 0 0,-1-2-186,0-4 1,2-4-1,-4-7-69,1-1 1,7-3 123,-6-8 0,5-8 0,-5-16 1,0 1-6,2-1 0,-6 1 0,4 0 0,-4-1-69,-2 1 0,0-1 0,0 1-94,0-1 0,0 1 0,0-1-14,0 1 1,2-1-1,3 1-90,7-1 0,2-5 1,-1 0-1,-1 2 9,1 1 0,5 3 1,3-3-1,2-1 217,-1-2 1,-3 1 0,-1 9-27,-1 1 1,-1 10 0,-3 2 0,-3 10 179,-2 5 1,3 12-1,-5 6 1,0 8 305,2 4 1,-6-1 0,4 5 0,-3-4-16,3-3 1,-4 5-1,4-6 1,-2-4 30,2-6 0,-2-6 1,5-8-228,-1 1 1,6-9 0,-5-5-1,3-8-194,0-7 1,-1-13-1,7-3 1,-1-2-236,1 0 0,-7 0 0,1-6 0,0 0-110,-3 0 0,7 0 0,-6 2 0,1 2-11,1 2 1,-1 0 0,5-4 0,-2 4-161,-3 6 0,1-3 0,5 3 262,1 2 1,-1 11-1,-1 10 355,-5 10 1,3 7-1,-8 7 1,0 5 26,1 4 1,-5 2 0,4-1 0,-4 1 103,-2 0 0,6 0 0,0 0 0,-2-2-318,-2-4 0,-2-3 0,0-9-856,0 0 1,2-1 247,3-4 1,5-10 0,6-10 0,-3-2-2064,-1-3 2739,-8-3 0,11-9 0,-5-2 0</inkml:trace>
  <inkml:trace contextRef="#ctx0" brushRef="#br0" timeOffset="500">1555 263 8911,'0'-18'0,"0"1"1217,0-1 0,0 7-387,0-1 0,0 1-470,0-7 0,-2 8-385,-4 5 1,2-3-1,-8 2 1,-3 2 20,-6 2 1,1 2 0,-5 2 0,0 4-26,-4 6 0,1 5 0,-1 4 0,0 5 48,2 1 0,2 2 0,7 6 1,3 0 24,3 0 0,4-2 0,8-2 0,4-4-62,8-2 0,1-7 0,19-9 0,2-1-66,5-4 1,2-2 0,-6-4 0,0-4 62,0-6 1,-2-5 0,-4-4 0,-6-5 90,-3-1 0,-3 4 0,-1-4 0,-5 2 113,-5 3 1,-4-3 0,-2 2-45,0 1 1,-2 9 0,-4 3-210,-5 2 1,-5 10-1,1 10 1,3 5-63,6 7 0,4 1 0,2 6 1,2-4 68,4-2 1,4 4-1,9-3 1,4-1-34,6 0 0,6-2 1,4-7-1,2-3-146,-2-1 0,-2-8 0,-3 2 1,1-4-566,0-2 0,-7-2 0,-7-4 0,-8-6-1569,-7-3 2376,-4-3 0,6-7 0,2-2 0</inkml:trace>
  <inkml:trace contextRef="#ctx0" brushRef="#br0" timeOffset="916">2166 210 8098,'0'-17'1862,"0"0"0,2 7-1442,4 4 0,-4 12 0,3 6 0,-3 5-68,-2 6 0,0-1 1,0 7-1,0 2-85,0 2 1,2 4 0,2-1-1,4 1-164,2-4 0,1-9 0,7-1 0,1-4-111,4-1 1,3-9 0,5-3 0,-2-6-285,2-6 1,2-5 0,0-11 0,-4-3-59,-6-2 1,-3 4 0,-3-6 0,1 0 127,-1 1 1,-7-3 0,-4 8 0,-3 2 195,3 1 0,-4 9 0,2 1 148,-8 2 0,0 4 0,-7 10 34,-3 6 1,6 9-1,3 4 1,3 1-263,2-1 1,0 6-1,0-4 1,2 2-224,3 0 1,7-7-1,11 1 1,6-4-126,4-1 1,4-3-1,2-3 1,2-6-327,-2-4 0,3-2 0,-1 0 0,-4-2 780,-6-4 0,-6-4 0,0-15 0,3-2 0</inkml:trace>
  <inkml:trace contextRef="#ctx0" brushRef="#br0" timeOffset="1484">3406 333 8098,'10'-8'229,"-1"4"1,-5-8 380,2-1 1,0 3-1,-6-1 419,0-3 0,-2 4-737,-4-1 0,-4 7 0,-7-2 0,-1 4-169,1 2 1,-6 0-1,-3 2 1,1 2 41,0 2 0,2 7 1,5-1-1,1 3 120,-1 3 1,1-1 0,1 3 0,5 1-4,5 2 0,4 8 0,4-3 0,4 1-211,5 0 1,7-2 0,5 2 0,6-4-227,4 0 0,2-7 0,2 1 0,2-7-170,2-4 0,5-2 0,-3-6 0,-1-2-6,1-4 0,-2 0 0,-8-8 0,-2-1-51,-2 1 1,-13 1 0,-1-5 0,-3 1 298,-3-1 0,-5 7 0,4-1 523,0-2 0,-4 7 0,7-1-25,3 0 0,1 6 1,3-4-165,-1 4 1,7-3 0,-1-1-1,-2 2-229,-1 2 0,-3 2 0,1 0-115,-1 0 1,-5-6-1,-3-2 44,-1-1 0,4-3 0,-6-5 61,-2-1 0,-4 1 0,-6-1 0,-6 1 69,-3-1 0,-5 3 1,-3 1-1,-6 4 319,-4 3 0,-2 1 1,0 6-1,0 2-2,0 4 1,8 3 0,4 9 0,3 1-235,3 5 1,1 3 0,7 10 0,9 1-236,9 3 1,16 2 0,10-6 0,12 0-739,9-4 1,16-8-1,13 0 1,11-4-266,-45-12 0,0-2 0,42-1 0,5-2 719,-13-8 1,0-14-1,-5-9 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40.842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383 916 7965,'6'12'1125,"0"0"0,1-8-574,-1 1 0,-2-5 0,6-5-243,-3-7 0,5-6 0,-6-3 0,-2-2-119,-2 1 1,4-5 0,-1 0 0,-3-2-54,-6 0 1,1 6-1,-9-5 1,-4 1-88,-5 0 1,-6 12 0,-8-1 0,0 6-17,0 6 1,-2 3-1,-2 2 1,-1 7-70,1 10 0,4 9 0,6 14 0,6 5-3,3 5 1,10-5-1,5-1 1,5-2-12,5-5 1,7-1-1,13-6 1,10-7-104,10-13 0,3-9 0,1-8 0,-3-7 91,3-9 1,-6-1-1,-3-10 1,-3-4 81,-2 0 0,0-7 1,-2-1-1,-4-1 51,-5-1 0,-11 2 0,-3-3 0,0 1-132,-1-1 0,-5 5 1,2 2-1,-4 4-103,-2 3 1,-8-7 0,-2 0-1,-1 2 50,-1 2 1,6 10 0,-3 4 0,1 3 229,4 3-156,-6 7 0,8 4 0,-5 12 0,1 8 147,0 7 0,-6 6 1,5 10-1,-1 4 4,0 6 1,2 3-1,6 4 1,0 3-73,0 1 0,0 6 1,2-4-1,4 0-281,6 0 0,5-3 0,4-11 1,7-5-633,5-4 1,-2-12-1,9-7 1,-3-11-499,-2-5 0,-6-15 1372,0-5 0,-7-11 0,3 2 0</inkml:trace>
  <inkml:trace contextRef="#ctx0" brushRef="#br0" timeOffset="483">1291 724 7965,'0'-17'549,"2"1"138,4 5 0,-4-5 0,4 4-40,-4-3 1,-2 3 0,0 1-285,0-3 0,0-1 0,0-3-235,0 1 0,-8 5 1,-4 2-1,-3 3 108,-3 3 1,-7 2 0,-2 2 0,-2 2-113,0 3 0,-1 5 1,-5 10-1,3 3-52,2 6 1,-1 4 0,8 2-1,2 0 12,1 0 1,11 0-1,3 0 1,4 0-142,2-1 0,15-4 1,9-5-1,7-4-46,4-5 0,5-11 0,3-1 0,0-8-68,-1-7 1,-3-5 0,-8-3-1,-2-4-110,2-6 0,-11 1 0,-3-1 0,-3-2 172,-4-2 1,3 0 0,-7 2-1,-2 4 439,-2 2 1,-4 3 0,-4 9-191,-6 1 1,-3 8 0,-3 0 0,1 10-128,0 12 0,5 1 0,0 10 1,1 2-30,1 2 0,2 0 0,8-2 0,0-2-210,0 2 0,8 1 1,5-3-1,7-6-171,3-4 1,8-1 0,-2-3 0,6-3-223,6-6 1,-2-14 0,7-8 0,3-7-291,1-4 0,-5 4 0,-4-6 909,-4-2 0,-2-2 0,-1-2 0</inkml:trace>
  <inkml:trace contextRef="#ctx0" brushRef="#br0" timeOffset="766">2094 78 7965,'0'-17'0,"0"-1"622,0 1 0,-5 5-3,-1 0 0,-2 10 0,4 2-178,-2 10 0,-1 15 1,3 8-1,-4 8-69,-2 4 0,6 1 1,-3 9-1,1 3-204,0 6 0,-2 4 1,4 2-1,-2-2-276,3-4 1,1-4 0,2-10-1,2-3-340,3-6 1,3-12 0,6-8 0,-3-7-941,3-9 0,1-3 1,3-4 1387,-1-3 0,1-13 0,-1-9 0</inkml:trace>
  <inkml:trace contextRef="#ctx0" brushRef="#br0" timeOffset="949">1658 497 11193,'11'0'790,"3"0"0,5 0-766,9 0 0,12 0 0,7 0 1,3 0-341,3 0 0,5 0 1,0 0-1,-3 0-698,-7 0 1,3-6 0,-7-1 1013,1-3 0,5-2 0,-5-5 0</inkml:trace>
  <inkml:trace contextRef="#ctx0" brushRef="#br0" timeOffset="1399">2758 654 9486,'0'-17'2344,"0"5"-1798,0 1 1,0-1-417,0-5 1,0 5 0,-2 2 0,-4 1-69,-5-1 0,-5 6 0,-3-4 0,-5 2 57,-5 1 1,-4 1 0,-4 9 0,-1 7 54,-3 4 0,0 3 0,8 4 1,4 4 61,6 1 1,5 5-1,7-4 1,5 2-41,4-2 1,10 2 0,5-8 0,9-1-247,7-3 0,4-3 1,4-5-1,1-5-136,3-4 1,-6-4-1,-6-4 1,0-5-45,-2-5 0,4-3 0,-7-3 0,-3-3-48,-1-2 0,-5 5 0,-3-3 406,-6 0 0,-5 6 114,-1-5 1,-7 13-1,-5 7-152,-3 8 0,5 7 0,2 11 0,2 3-32,0 2 1,1-4 0,7 5 0,3-1-151,7 0 0,5-6 0,7 3 0,5-3-712,4 2 0,4-9 0,2 1 0,3-5-1210,3-6 2014,-6-2 0,11-10 0,-5-2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39.32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298 734 8005,'11'0'1341,"1"0"1,-2-2-242,1-3 1,-1 1-170,-4-8 1,-4 0-757,4-5 0,-4 0 0,-2-1-140,0 1 0,-6 5 1,-4 2-1,-3 3-27,-7 3 1,-7-4 0,2 2 0,-2 4 56,-4 6 1,0 6-1,-1 7 1,3 3 101,-2 3 1,6 4 0,2 8 0,5 2-13,7 4 0,3-5 1,10 7-1,6-2-108,9 0 0,16-8 0,12-10 0,3-6-245,5-5 1,-5-4-1,10-8 1,-5-4-75,-7-8 0,-3-1 0,-8-16 0,-4-2 52,-8-2 1,-1-4 0,-17-2-1,-1-2-6,-2 2 1,-11 2-1,-9 2 1,-9 2 45,-6 4 0,-4-2 0,-4 8 1,-3 4-160,-1 5 0,0 6 1,7 10-1,-1 4-275,6 6 1,0 11 0,10 8 0,3 6 36,7 4 1,5 5 0,8-3 0,2 0 576,4-1 0,11-1 0,10-6 0</inkml:trace>
  <inkml:trace contextRef="#ctx0" brushRef="#br0" timeOffset="383">839 1049 14184,'10'-18'1100,"-2"-1"0,-8-2-736,0-3 0,0-1 1,0 2-1,-2-6-57,-4-4 1,2-10 0,-8-4 0,-1-3-191,-3-2 0,5-7 0,-1-1 1,0 0-332,3 0 1,1 2 0,8 5 0,0 3-265,0 3 0,8 1 0,3 9 0,7 6-73,5 4 1,-2 3 0,9 7 0,1 1-294,2 5 0,7 3 1,3 8-1,0 0-65,-1 0 1,7 2-1,-4 4 1,-3 5 908,-7 5 0,0 9 0,-8 2 0</inkml:trace>
  <inkml:trace contextRef="#ctx0" brushRef="#br0" timeOffset="600">734 595 7965,'0'11'0,"0"1"761,0 2 0,2-7 0,4-1-241,6-4 0,17-2 1,8 0-1,7 0-692,11 0 0,5-2 0,12-2 0,1-3-945,3-3 1117,8-2 0,-5-13 0,8-2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37.74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245 499 7927,'25'10'-33,"-7"0"0,1-6 0,-5 1 267,-1-1 0,-3-2 0,2-2 290,1 0 0,-3 0 0,-1-2 0,1-2 5,0-1 1,-4-7 0,3 4 0,1-2-45,0-3 1,-6 3 0,2-1-365,-5-3 0,-2-2 0,-5-1-76,-6 0 1,-5 5-1,-5 2 1,-3 2-224,-2 5 0,-2 1 0,-4 2 0,2 2-104,2 3 0,5-1 1,-3 8-1,4 1 190,7 3 0,1 1 1,9 3-1,2 1 190,2 2 0,4 7 0,6-5 1,9 2 111,11 4 0,-1 0 1,0 0-1,0-2-126,0 2 1,-7-4-1,-1 1 1,-7-1-65,-5 0 0,5-4 0,-6 4 1,-4-3-98,-6-9 0,-6 3 1,-9-9-1,-4 1-175,-7-4 1,-3-4-1,-1-2 1,-1 0-96,0 0 0,2-6 0,4-2 1,5-1-146,5-5 0,9-2 1,4-3-1,4-2-192,2-3 0,2 3 1,4 7-1,6 3 684,3-3 0,3-1 0,-1-3 0</inkml:trace>
  <inkml:trace contextRef="#ctx0" brushRef="#br0" timeOffset="384">682 709 12351,'17'8'423,"0"-6"1,1 3-1,1-3-251,5-2 1,-3 0-1,6 0 1,0-2-10,0-3 1,1-5 0,1-8 0,-6 1-136,-4-1 0,-1 1 1,-3 0-1,-3-1-109,-6 1 1,-4-1-1,-4 3 1,-6 1-49,-9 2 1,-7 3-1,-7-3 1,2 6 5,-2 4 0,-2 10 0,-2 4 0,2 5 140,4 6 0,4 5 0,7 7 0,3-1 159,3 1 0,5 6 0,7 0 0,1-4-83,5-6 0,12 0 0,13-6 1,8-2-186,7-3 1,5-1 0,1-13-1,0-2-646,1-2 0,-3-10 0,-3-4 0,-6-3-215,-5-3 0,-3-7 0,-2-4 0,-3-2-767,-3 2 1720,-2-4 0,-5-2 0,-1-10 0</inkml:trace>
  <inkml:trace contextRef="#ctx0" brushRef="#br0" timeOffset="635">1485 115 7927,'0'-19'0,"0"-3"484,0-1 1,0 6 0,0 5 1739,0-2-1872,0 7 0,0 7 0,-2 11 0,-2 7 28,-2 5 0,0 4 0,4 10 0,-1 4 79,-3 5 0,0 7 1,6 5-1,0 4-69,0 0 1,0 6 0,0-4 0,0 2-396,0-2 0,0-6 0,2-9 0,4-6-226,5-7 1,5 1-1,1-15-1409,1-7 1,-7-7-1,-1-14 92,-2-6 1,-2-9-1,-6-4 1548,0-2 0,-8-2 0,-2-6 0</inkml:trace>
  <inkml:trace contextRef="#ctx0" brushRef="#br0" timeOffset="784">1205 517 8733,'18'-6'3037,"-1"0"-2212,1 2 1,1 2 0,3 2 0,5 0-618,6 0 1,0 0 0,13 0 0,3 0-1081,1 0 1,8-2-1,3-2 872,1-1 0,2-17 0,6 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35.511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455 105 8134,'17'0'1851,"0"0"1,-5 0 817,0 0-2342,-8 0 1,3-8 0,-9-2 0,-3-1-558,-7-1 0,-4 2 0,-3-3 0,-4 1 22,-6-1 1,-6 5-1,-4 2 1,-4 4-85,-1 2 0,5 0 0,-2 0 0,4 2 346,2 4 1,2 5-1,4 11 1,8 1 69,7-2 0,6 1 0,10-1 0,4 4 34,6 3 0,17-1 1,8 4-1,4-2-110,1 2 1,5 2 0,-6 2 0,-3 0-60,-1 0 0,-10-2 0,-3-2 0,-7 0 21,-5 6 1,-4-10-1,-10 2 1,-4-8-23,-6-3 1,-5-3 0,-7-3-1,-5-6-113,-4-4 1,-2-12 0,2-6 0,2-7-373,2-4 1,8-2 0,-2-4-1,3 2-511,3 2 0,7 0 0,4-4 1008,4 3 0,2 5 0,0 8 0</inkml:trace>
  <inkml:trace contextRef="#ctx0" brushRef="#br0" timeOffset="484">944 367 8134,'17'-10'457,"-5"-3"1,-3 5 491,-1-2 0,-2 4-107,-6-5 1,0 5-1,0-6-550,0-1 0,0 3 0,0-2-284,0-1 1,-8 3 0,-3 0 0,-7 2 8,-5 5 0,-2 1 0,-7 2 0,3 0-47,-2 0 0,-2 2 0,-2 3 1,2 7 29,4 4 0,2 9 0,8 4 1,-1 2 72,5-2 0,9 4 1,0-4-1,6 2 19,6-2 0,11-2 1,13-7-1,3-1-12,1-3 1,1-10-1,0-1 1,2-5-71,4-5 1,-10-1 0,2-10-1,-4-3 28,-2-1 0,-5-7 0,-1 0 0,-7 0-32,-9 4 1,3-3 0,-2 3 0,-2 2 105,-2 1 0,-4 9-173,-4-1 0,-4 8 0,-5 0-229,3 8 1,-1 12 0,7 9-1,2 2 221,2 4 1,4-4-1,4 1 1,7-1-47,9 0 1,-1-4 0,10 4-1,4-1-359,4-5 0,3-8 0,-3-3 0,4-2-798,2-4 0,-5-4 1,3-6 1271,-6-6 0,2-11 0,-12-4 0</inkml:trace>
  <inkml:trace contextRef="#ctx0" brushRef="#br0" timeOffset="1082">1590 262 8101,'-8'-10'1120,"6"-5"0,-6 15 1,8 0-1,0 9-595,0 7 1,2 1 0,2 3 0,4 3-37,2 6 0,-5 2 1,5 0-1,0-3-201,-1-3 1,-3 4-1,6-6 1,0-1-206,-3-3 1,7-4 0,-5-3-247,5-6 1,1-4 0,1-4 0,-1-6-344,1-9 1,-1-3 0,1-7 0,-1 0-21,1 0 0,-7 0 0,1-4 1,0 3 179,-3 3 0,5-4 1,-8 6 641,-2 1 1,-1 5-91,3 5 0,-4 6 0,6 12 0,-2 6 225,0 3 1,5 11 0,-3 1 0,0 2 33,0 0 1,3 0 0,-3 4 0,0-2-198,-1-2 0,5-7 0,-4 1 0,0-4-118,-1-1 1,7-8-313,-2-5 0,3-10 0,3-7 0,-1-4-69,1-1 0,-7-8 1,1-2-1,1-3-209,3 1 1,-1 6 0,-1-4 0,-2 2-107,1 3 0,-3-3 0,2 2 55,1 1 245,-5 3 1,2 9-1,-6 8 277,1 12 0,1 2 0,-6 13 0,0 0 724,0 4 1,2-2 0,2 3 0,2 1-355,-2 2 1,3-4 0,1-2-1,2-2-350,4-4 0,-5-3 0,3-5 0,1-3-732,3-2 1,1-2 0,1-8 0,1-2-870,5-2 0,-5-7 0,2-1 1550,-7-7 0,1 1 0,-5-5 0</inkml:trace>
  <inkml:trace contextRef="#ctx0" brushRef="#br0" timeOffset="1449">2760 437 8277,'11'-8'550,"1"-4"0,-6 4 1,4 1-1,-1 1-92,1 0 0,2-2 0,5 4 1,1-1-169,-1 1 1,1 0 0,-1 0 0,0-2-120,1 2 0,-1-3 0,-1-1 0,-3 0-18,-1 0 0,0-5 0,3 1-211,-3-4 1,-4 5 0,-8-1 0,0-1 24,0-3 1,-10 4 0,-6 3 0,-7 1 32,-4 4 0,-2 2 1,-4 2-1,2 0 181,2 0 1,2 14 0,-3 3 0,7 5 131,4 3 1,3 0 0,5 6-1,5-2-23,4 2 1,4 2 0,6 2 0,9 0-559,10 0 0,14-8 1,7-4-1,9-3-757,7-3 0,4-7 1,3-4-1,5-8 1025,6-10 0,-5-7 0,1-16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33.678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333 148 8319,'11'-17'-385,"-1"-1"1,-2 1 771,-4 0 1,0-1 1419,1 1 0,-3 5-1531,4 0 0,-4 10 1,-2 4-1,0 12 232,0 7 0,0 12 1,0 2-1,0 8-1,0 2 1,6 11 0,0-2 0,-1 6-158,3 6 1,-6 2-1,6 2 1,-2-2-291,0-4 1,5-4-1,-3-7 1,0-3-535,0-3 0,3-13 0,-3-12-4777,2-9 3178,-6-5 1,-1-16 2072,-14-3 0,-9-13 0,-15-3 0</inkml:trace>
  <inkml:trace contextRef="#ctx0" brushRef="#br0" timeOffset="216">36 602 8452,'-12'-17'0,"2"0"790,3-1 1,1 6-58,6 1 0,0 5 0,2-4 1,4 3-447,5 3 0,13 2 0,7 2 0,5 0-212,5 0 1,2 0-1,-2 0 1,5 0-400,5 0 0,3 0 1,0-2-1,1-2-599,-5-2 1,-1-2 0,3 2 0,0-3-1369,1-1 2291,-9-5 0,7-3 0,-7-9 0</inkml:trace>
  <inkml:trace contextRef="#ctx0" brushRef="#br0" timeOffset="649">961 26 8241,'0'-10'687,"-7"-5"0,5 21 1,-4 2-1,4 11-204,2 10 0,0 4 0,2 4 0,2 4-3,2 5 1,5 7-1,-3 5 1,0 6-49,-1 4 1,1 2 0,-2-2 0,4-4-167,-1-6 1,7-12-1,-4-7 1,3-8-142,3-7 0,-1-7 1,1-5-318,-1-7 1,0-10 0,-1-7 0,-2-5-259,-3-7 0,1-1 0,5-6 1,-1 2 57,-5-2 1,5 4-1,-4-2 1,3-1-183,3 3 1,-1-4-1,1 8 1,-1 2 457,0 1 1,1 9 0,-1 1 233,1 2 0,-6 4 0,-3 10 0,1 6 212,0 3 1,-6 10 0,3 4 0,-1 4 267,0 2 0,0 0 0,-4 0 0,2 0-535,1 0 0,3-2 0,-4-4 0,4-5-574,1-5 0,-3-4 0,6-3 0,2-6-119,1-4 0,3-2 0,1-2 0,2-4 630,3-6 0,-1-11 0,-6-4 0</inkml:trace>
  <inkml:trace contextRef="#ctx0" brushRef="#br0" timeOffset="1000">1992 707 8056,'15'-2'1095,"-3"-3"0,-2 3-446,-5-4 0,5-2 0,8 2-336,-1 2 0,1 2 1,-1 2-1,0 0-200,1 0 1,-1 0-1,1 0 44,-1 0 0,1-7-236,-1-5 1,-7-4 0,-4-1-1,-6-1 0,-6 1 1,-6 5-1,-11 3 1,-4-1 170,0 0 1,-6 6-1,4 1 1,-2 6 323,1 9 1,-1 5 0,8 5 0,2 3-3,1 2 0,11-3 0,3 5 1,4 0-282,2-2 1,15 4 0,11-8 0,11-1-615,9-3 0,18-2 0,8-1 1,4-4-2983,1-7 3463,7-3 0,-5-9 0,9-3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1:32.52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383 79 7908,'-12'-6'515,"0"0"0,6-6 0,-3 4 0,-1 1-287,0-1 1,4 2-1,-5 4 1,-3-2-156,-1-2 0,-3 1 0,-1 5 0,-2 0 87,-3 0 1,-5 2 0,4 3 0,0 7 109,-1 4 1,3 3 0,6 4-1,-1 6 54,1 4 0,7 2 0,4 0 1,6-2-191,6-4 0,6 2 0,11-5 0,6-3-87,4-4 1,4 1-1,2-14 1,3-3-333,3-1 1,-6-4 0,2-3-1,-4-9-43,-3-7 1,-4-1 0,-3-5 0,-4 0 119,-7 0 1,-7 4 0,-9-7-1,0 1 36,0 2 0,-8-4 0,-5 8 0,-7 1-49,-3 3 1,-8 9-1,0 3 1,-6 1-206,-4 0 1,7 2-1,4 10 1,1 6-39,2 3 1,2 4-1,9 5 1,5 3 463,5 0 0,4 6 0,2-6 0</inkml:trace>
  <inkml:trace contextRef="#ctx0" brushRef="#br0" timeOffset="451">819 26 8607,'0'-12'831,"0"1"0,0 9 0,0 2-350,0 10 0,0 7 1,0 6-1,0 6-61,0 4 0,6 2 0,2 0 0,1 0-108,5 0 1,-4 0-1,1-2 1,3-4-97,1-6 1,3-5 0,-1-6 0,1-7-218,-1-3 1,-3-4 0,1-3 0,5-7-449,-1-4 1,-5-9 0,-3-2 0,3-2-3,2 0 0,1 2 0,0-4 0,1 3 60,-1 3 1,1 2 0,-1 5 0,-1 1 119,-4 0 1,3 7 0,-3 6 609,3 8 1,1 6-1,-3 9 1,-3 4 247,-2 6 1,-2 4 0,-4 4 0,1 2-19,3 2 0,0-1 0,-4-7 0,2-3-581,2-7 1,1 2 0,-1-2-1701,6-1 0,5-11 1712,7-5 0,-5-19 0,6-7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4:21.393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0 243 6352,'10'0'4002,"-3"0"-3525,1-8 0,-6 5 0,6-7-87,0 2 0,-4-4 0,7 5-156,3-3 0,-4 4 0,1-6 0,3-1-68,1-3 1,9-1-1,1-1 0,2 1-217,4 0 0,8-1 0,2 3 0,-1 1-246,3 2 1,-8 8 0,2-1-1,-8 5 138,-4 5 1,-7 5 0,-9 10 0,-1 3 193,-4 6 1,-10 10-1,-7 3 1,-9 1 136,-7 0 0,0 3 0,-4-3 0,-4 2 10,0 3 1,0-5 0,4-2 0,2-6 18,2-6 0,2 2 1,-2-6-253,6 2 1,11-6 0,6 3-1,4-5-285,2-1 0,16-1 1,7 2-1,8 3-283,4 1 1,6 6-1,2-5 1,-1-1-693,1 2 0,-2-6 1311,-6 5 0,-1 3 0,1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4:21.875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176 88 7853,'-10'8'414,"0"-6"1209,4 4-1246,4-4 1,-5-4 0,7-4-524,0-6 1,0 2-1,0-1 148,0-3 0,0 4 0,-2 1 0,-2-1 301,-2 0 1,-8 6 0,3-1-97,-5 3 0,5 2 0,-1 2 0,-2 3-34,-1 7 1,3 4 0,3 1 0,1 1-226,4-1 1,2 1 0,4-1 0,4 0-102,5 1 1,5-3 0,3-1 0,3-4-68,1-3 0,0-1 1,-5-6-1,-1 0-58,1 0 0,-1 0 1,-1-2-135,-5-3 1,-3 1-66,-8-8 1,-8 2 0,-3-1-1,-5 5-992,-1 4 1469,7 2 0,-6-8 0,7-2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5.4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69 659 8268,'-11'6'1089,"-1"-1"0,7 3-342,-7-2 0,7-4 1294,-7 3-346,8-3-594,-3-2 0,9 0-753,3 0 0,-1 0 1,8-2-1,1-3-243,2-7 1,4 3-1,2-5 1,2-3-120,-2-4 0,5-3 1,3 1-1,5-6-125,6-3 1,-2-8 0,6-2 0,0-2-62,0-3 0,1-3 0,5 1 0,-7 3-11,-8 6 0,-3 4 0,-9 4 0,-2 3-799,-2 6 869,-10 4 0,-3 12-98,-12 7 0,4 7 0,-5 10 307,-1 1 0,6-1 1,-3 0-1,3 0 164,2 0 1,0 2 0,0 2 0,0 2 76,0-2 0,0 4 0,0-1 0,0 3-147,0 3 0,0 3 1,0 1-1,0 0-136,0 0 1,0 8-1,-2 4 1,-2 3-241,-2 3 1,-1-7 0,3-1 0,-2 0-78,2 0 1,2-8-1,2-2 1,0-9-43,0-6 1,0-2-1,0 0-335,0 0 0,2-7-630,4-4 535,-4-12 0,6-4-724,-8-7 0,0 6 1487,0-1 0,0 9 0,0-5 0</inkml:trace>
  <inkml:trace contextRef="#ctx0" brushRef="#br0" timeOffset="383">1062 950 8219,'0'-11'7595,"0"-1"-2863,0 9-4527,0-13-5681,0 14 5476,0-5 0,0 7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7.9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0 103 9902,'0'10'1274,"0"-2"1,2-10-1,4-4-1159,5-5 1,4 1 0,4-1 0,2-1-83,2 3 1,6-5 0,-5 7 0,3-1-36,4 1 0,-5-5 1,1 6-1,-2 3-133,-5 1 0,-1 4 1,-1 3-1,-3 7 121,-4 3 1,-3 4 0,-8 4 0,0 5 189,0 5 0,-13 1 0,-5 0 0,-1 0 36,0 1 0,-3-1 1,-1-2-1,2-3-92,2-6 1,2-4-1,1 0 1,3 0 84,2-2-553,7-4 0,-2-13 208,12 0 0,3 0 0,8-2 0,1-2 31,-1-1 1,6-7 0,1 7 0,3 1-28,3 2 0,1 2 0,-1 0 0,-3 2 128,-2 4 1,3 9 0,-5 10-1,-4 1 192,-6 5 1,-5 1-1,-8 2 1,-2 2 5,-4 4 1,-11-4-1,-11 4 1,-5-5 137,-1-7 1,-2-3 0,-2-10 0,-2-3-338,2-7 0,-4-5 1,2-5-1,2-9-582,2-7 1,9-5 0,4-9 0,6 1 590,6 0 0,-4 0 0,5-1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9.0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172 225 12815,'0'18'880,"2"6"1,3 7 0,5 7-434,0 7 1,5 11-1,-4 5 1,4 1-424,2 3 0,1 5 0,-1-11 1,-2-1-303,-4-7 0,3-13 0,-7-2 0,1-7-3093,0-5 2305,-3-8 1,-7-11 0,-3-10 1065,-7-7 0,-11-11 0,-3-3 0</inkml:trace>
  <inkml:trace contextRef="#ctx0" brushRef="#br0" timeOffset="350">1 225 8091,'0'-17'157,"0"0"624,0 0 1,0 6-1,2 1-378,3 3 0,5 1 0,7 6 0,2 0-20,4 0 0,0 0 0,11 0 0,8 0-112,5 0 0,7 2 0,3 3 0,5 7-174,5 3 1,1 10-1,-1 5 1,-4 6-182,-6 4 1,-11 14 0,-6-1 0,-6 6-82,-6 6 0,-10-5 1,-17 3-1,-8 0-25,-10-2 1,-18 2 0,1-10-1,-4-5 140,-4-5 1,4 3-1,-7-6 1,-3-4 62,-2-5 1,5-7 0,1-7 0,2-1 19,4-5 1,-2-3-1,6-10 1,7-4-500,6-5 1,6-6-1,4-4 466,5-2 0,4-15 0,2 2 0</inkml:trace>
  <inkml:trace contextRef="#ctx0" brushRef="#br0" timeOffset="917">1508 705 8190,'0'-17'1479,"0"0"0,0 0-1037,0-1 0,0 7 0,0 0-196,0-3 1,0 5-1,-2-1-138,-4 3 1,-3 1 0,-11 6-205,-2 0 1,3 0 0,-6 0 0,2 2-49,0 4 0,-5 9 1,5 10-1,0 1 118,-2 5 0,6 1 1,-4 2-1,6 0 133,6 1 0,3-1 0,8-2 1,0-1-51,0-3 0,0-7 1,2 2-1,6-6-41,9-5 1,2-5-1,8-7 1,-1-2-75,1-3 1,1-5 0,5-9-1,-3-2-133,-1-2 1,-3-5 0,3 3 0,-6 0 120,-4 1 0,-4-1 0,-2 4 1,-3-2 383,-3 2 1,-1 2-538,-6 2 0,0 9 155,0 8 1,-2 8-1,-2 9 1,-1 2 85,1 4 0,4-2 0,6 6 0,5-1-119,4 1 1,2-6 0,1 2 0,-1-4-286,0-2 0,7-6 0,5-1 0,1-3-217,-1-3 1,3-2 0,-5-4 0,2-4 602,-1-5 0,-7-12 0,4-4 0</inkml:trace>
  <inkml:trace contextRef="#ctx0" brushRef="#br0" timeOffset="1333">2261 20 8732,'-2'-13'959,"-3"7"1,3 8-1,-6 17 1,2 4-494,1 5 0,-1 12 1,4 6-1,-2 5-54,-2 6 0,1 6 0,5 11 0,0 6-179,0 4 1,2-8-1,3-6 1,7-9-43,3-7 1,2-1 0,-2-15 0,-1-6-610,-3-7 0,-1-12 1,3-3-739,-2-3 0,-7-3 0,2-9-36,-4-7 1,-2 3 1191,0-3 0,-15 1 0,-4-6 0</inkml:trace>
  <inkml:trace contextRef="#ctx0" brushRef="#br0" timeOffset="1517">1987 517 8219,'-9'0'2560,"1"-2"0,10-2-2121,4-2 0,5 0 0,12 6 0,5 0-761,5 0 0,1-1 1,0-3-1,2-2-2032,4 2 2354,-3 2 0,12-5 0,-5-3 0</inkml:trace>
  <inkml:trace contextRef="#ctx0" brushRef="#br0" timeOffset="2033">3049 636 11381,'9'0'1682,"-3"-7"-1575,-12-5 0,-3 5 1,-8 1-1,0 4-62,0 2 1,-6-6-1,-2 1 1,0 3-60,0 6 0,-5-1 1,3 11-1,-1 3 110,-1 4 0,8 9 0,0-1 0,8 5 49,7 6 1,5-4 0,1 4 0,0-6-35,0-5 1,7-4 0,6-8 0,8-2-128,8-4 0,-2-3 0,-1-8 1,1-2-63,-1-4 1,-3-3 0,4-8 0,-2-2-208,-4-4 0,-2 2 0,-2-6 0,0 1 84,0-1 1,-7 0-1,-3-1 1,-1 5 293,0 4 1,-1 2-210,-5 0 1,-2 9 1,-3 8 1,1 10-1,-6 11 1,3 1 272,3-1 0,2 4 0,2 0 0,2 0-51,4-1 0,-3-1 0,9-6 0,3 0-529,6 1 1,-2-7 0,6-1 0,-2-3-490,-1-3 1,7-2 909,-6-2 0,7-8 0,-3-1 0</inkml:trace>
  <inkml:trace contextRef="#ctx0" brushRef="#br0" timeOffset="2467">3734 619 8113,'0'-17'959,"0"0"0,0 0 0,-2 2-268,-4 3 0,4-3-652,-3 4 0,-5 1 51,-1-1 0,-4 7 1,-3-2-1,1 4-78,0 2 1,0 2-1,0 4 1,0 5 113,0 5 0,1 1 0,3 0 0,4 0 61,1 0 1,2 6 0,6 2 0,0-1-27,0 1 1,2 4 0,6-7 0,7-1-188,6-2 0,4-1 1,-2-1-1,5 0-205,4 0 1,1-6 0,-3 1 0,-1 1 64,1 2 0,-5 1 1,-2-3-1,-4-2 224,-2 3 0,-8 1 0,-3 2 88,-4 0 1,-6-2 0,-5-1 0,-10-5-180,-6-1 1,-4-1 0,-5-3 0,0 2-542,0-2 1,-1-4 0,3-4 0,2-4-148,1-1 1,10-3 0,0-5-1,8 0 721,3 0 0,2 0 0,6 0 0</inkml:trace>
  <inkml:trace contextRef="#ctx0" brushRef="#br0" timeOffset="2917">4128 739 12142,'17'0'834,"0"0"1,0 0-648,0 0 0,6-6 0,2-1 0,0-1-108,-1 1 0,7-7 1,-5 5-1,1-3-232,-4 1 1,-4 1-1,-4-3 1,-2 2-486,-1-3 1,-8-1 0,-1 0 240,-6 4 0,-14 3 1,-12 6-1,-3-2 246,-3-1 0,1 1 0,2 9 0,-1 7 183,-1 3 1,11 2-1,-5 2 1,7 2 351,4 2 1,2 7 0,3-1 0,6 3 14,5 3 1,4-1-1,9 0 1,11-2-257,7-3 1,6-4 0,2-10-1,4-4-669,2-5 0,-4-4 0,5-2 1,1-4-678,-2-7 1,-2-3-1,-8-14 1,0-3 1202,1-1 0,-9-2 0,-1 0 0</inkml:trace>
  <inkml:trace contextRef="#ctx0" brushRef="#br0" timeOffset="3217">4967 54 8022,'0'-9'1031,"0"3"0,0 14-504,0 9 1,0 7 0,0 13 0,0 3 17,0 5 0,0 12 1,0 8-1,0 5-79,0 5 0,0 6 1,2-4-1,2-5-142,1-9 1,3-10 0,-4-7 0,1-6-269,-1-4 0,4-10 0,-1-5-1275,3-7 1,-4-1 201,5-7 0,-1-3 0,3-6 0,-4-5-504,-1-2 1,-2-1 0,-6-6 1520,0 0 0,7 0 0,3 0 0</inkml:trace>
  <inkml:trace contextRef="#ctx0" brushRef="#br0" timeOffset="3383">4761 517 10054,'12'0'1257,"-1"0"0,6-2 0,8-2 0,2-4-2105,3-1 1,10-3 847,6-5 0,3 0 0,3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24.1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497 257 8335,'15'-17'61,"-3"0"1,-5 2 442,1 3 0,-4-3 1,5 4 381,-1-5 0,3 5-100,-5 0 1,2-1-293,-3-5 0,-3 0 0,2 0-250,-8 0 0,0 5 1,-7 3-1,-4 1-199,-6 4 1,-6 2 0,-7 2 0,-2 0-172,-4 0 1,2 10-1,-8 5 1,0 8-137,3 4 1,-1 1 0,8 8-1,0 2-41,3 2 1,5 8 0,1-2 0,10 1 211,9-1 1,6 1 0,6-5 0,8-2 99,10-4 0,9 2 1,5-11-1,4 0 172,6-4 0,3 1 0,3-1 0,-3 0 94,-3 2 0,-4-6 1,-8 5-1,-2 1-174,-3 4 0,-12-3 1,-11 1-1,-5 0-156,-1-1 1,-9 3 0,-6 3 0,-10-1-115,-7-3 1,1-7 0,-11 2 0,2-6-49,0-6 1,-5-3 0,5-8-1,0 0 61,-2 0 0,8-9 1,-1-9-1,11-8-365,5-7 0,3-1 0,5 0 0,5 0-1687,4-1 2208,2 1 0,0 0 0,0 0 0</inkml:trace>
  <inkml:trace contextRef="#ctx0" brushRef="#br0" timeOffset="367">788 805 8147,'17'-17'-73,"-7"6"0,-3 1 1,-1 1 1738,0-1 1,0 4-533,-6-5 0,0 9-835,0 2 1,0 10 0,0 12 0,0 7 99,0 3 1,0 12-1,0 7 1,0 10 81,0 6 1,1 11 0,3 8 0,2 7-501,-2 2 1,3-4 0,-1-11 0,0-7-152,1-9 1,-3-9-437,8-15 0,-9-17 1,3-23-228,-4-9 0,-2-14 1,0-6-1,0-3-653,0-2 0,-8-1 0,-5 1 1486,-8 0 0,-5-8 0,-9-2 0</inkml:trace>
  <inkml:trace contextRef="#ctx0" brushRef="#br0" timeOffset="633">771 874 8144,'8'-33'114,"1"5"1,3 5 271,-1 4 1,0 2 0,7 0 0,-1 0 376,0-1 0,8 3 0,3 4 0,4 5-483,3 4 0,5 2 0,0 0 0,-2 2-161,-2 4 0,-2 3 0,-2 8 1,-3 1-155,-6-1 0,-6 6 0,-6-1 0,-5 1-73,-4 2 0,-10 0 0,-5 3 0,-6-3 103,-4 0 1,-7-6-1,-1 5 1,-5-1-39,-4 0 1,-2 0 0,4-8 0,-2-2-221,2-1 0,-2-3 0,4 5 1,6-5-1225,3-1 0,4-2 1487,6-6 0,0-8 0,0-2 0</inkml:trace>
  <inkml:trace contextRef="#ctx0" brushRef="#br0" timeOffset="983">1644 137 8145,'10'-7'1799,"-4"-5"-1301,3-3 0,-7 7 0,4 8 1,-4 10 76,-2 5 0,0 12 0,0 7 0,0 10-43,0 5 1,2 5-1,1 3 1,3 7-36,-2 9 1,-2 3 0,0 6 0,2-4-318,1-2 1,3-10 0,-4-9 0,3-5-351,3-7 0,-6-10 0,3-12-546,1-4 0,-6-12 0,3-7-186,-3-9 0,-2-1 0,0-1 1,0-4-2980,0-6 3881,0 2 0,-7-6 0,-3 8 0</inkml:trace>
  <inkml:trace contextRef="#ctx0" brushRef="#br0" timeOffset="1266">2021 600 12615,'10'17'0,"-5"2"747,-3 4 1,-2 3-1,2 9 1,2-1-273,2 0 0,1 2 1,-3 2-1,4 2-492,1-2 1,-3-7 0,3-5 0,1-1-914,0-4 0,-5-2-904,7-2 1,-9-9-552,3-8 1,-6-10 2384,-6-13 0,-3-3 0,-8-8 0</inkml:trace>
  <inkml:trace contextRef="#ctx0" brushRef="#br0" timeOffset="1450">2090 309 8145,'0'-18'230,"0"1"0,0 0 0,0 0 532,0 0 0,0 6 0,2 1 1755,3 2-3292,-3 3 0,6 7-1106,-8 3 1881,0 5 0,-8 15 0,-1 1 0</inkml:trace>
  <inkml:trace contextRef="#ctx0" brushRef="#br0" timeOffset="1766">2552 0 8262,'11'0'762,"1"0"1,-8 2 0,1 4-1,-3 7-159,-2 8 1,6 8 0,0 11 0,-2 9-83,-3 12 1,-1 11-1,0 20 1,0 3-76,0 0 1,0 4-1,2-10 1,2-5-262,2-8 1,1-15 0,-3-11 0,4-12 23,1-8 1,-3-15-1283,6 2 1,-7-11 20,7 0 1,-9-12-1,3-5 1,-4-5-595,-2-1 1646,-8-7 0,-9-3 0,-9-7 0</inkml:trace>
  <inkml:trace contextRef="#ctx0" brushRef="#br0" timeOffset="1933">2312 600 10890,'8'-10'1063,"-2"1"0,9 5 0,6-2-778,4 2 0,5 2 1,10 1-1,7-3-1134,9-2 0,1-7 0,9 3 0,5-3 849,-1-4 0,1-4 0,-3-13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3.4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223 120 8248,'15'-11'1278,"-4"-1"0,3 7-564,-9-7 1,7 7-162,-6-7 0,-1 1-434,-5-6 1,0 5-1,-2 3-261,-3 1 0,-5 2 0,-7 6 1,-2 2-26,-4 4 0,2 3 1,-5 11-1,-1 2 1,0 7 0,6-2 0,-1 1 0,2 1 117,3-3 1,6 7 0,1-5 0,3 3 164,3-3 1,2-3 0,2-8-1,2 0-1,4 0 0,3-7 0,8-5 0,2-3 32,4-2 1,-4-2-1,4-3 1,-2-7-140,2-3 1,-4-4 0,4-2-1,-4-4-79,-2-1 1,0 3-1,-2-4 1,-1 3 59,-3 3 1,-5 4 0,3 3-18,-1 3 1,-3 3-24,-5 2 1,0 5 0,-1 16 0,-3 6 176,-2 3 1,0 5 0,6 5 0,0-1-144,0-5 1,8 3 0,3-9-1,5-1-276,1-2 1,2-3 0,2-5-1,3-5-1722,3-4 1,2-10 2014,5-3 0,0-12 0,0-4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0.3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343 170 8266,'0'-11'370,"0"-1"338,0-1 1,6 3 11,-1-1 1,1 0-148,-6-7 0,0 7-300,0 0 0,0 5 1,-2-4-170,-4 3 1,-3 1 0,-8 6-1,0 0-147,0 0 0,-8 2 1,-2 4-1,-1 5-55,-1 4 1,2 10 0,-3 4 0,3 3-59,3 2 0,1 0 1,8 1-1,1-1 46,3 0 1,7-1 0,-2-5 0,4-5 136,2-4 1,14-10-1,3-3 1,4-4 86,4-2 0,-1-8 1,7-3-1,-5-6-39,-1-6 1,4 2-1,-5-7 1,1-3-88,0-1 0,-2 3 1,-8 3-1,-2-1-48,-1 0 0,-7 6 0,5-1 147,-3 3 0,-3 9-266,-9 4 1,1 14 0,-6 9 0,1 10 280,-1 5 1,6 2-1,-1 3 1,3 1-80,2 2 0,0-1 0,2-4 1,3-3-138,7-3 1,3-5 0,2-7 0,2-1-218,4-5 1,-2-3 0,8-10 0,-1-6-1312,-1-9 1642,5 0 0,-5-23 0,7 4 0</inkml:trace>
  <inkml:trace contextRef="#ctx0" brushRef="#br0" timeOffset="400">805 50 8266,'0'-17'3416,"0"0"-3146,0 7 0,0 5 1,-2 12-1,-1 10-36,-3 10 0,-6 5 0,7 3 0,-1 1-5,-2 4 1,7-4-1,-5 4 1,4-4-95,2-2 0,0-1 1,2-5-1,4-5-20,5-4 1,4-4 0,4-3 0,4-8-149,6-8 0,3-8 1,4-11-1,2-5-246,2-4 0,-2-5 0,-7-1 0,-5-2-9,-1 2 0,4 2 0,-9 4 0,-2 3-81,-5 7 1,-9-3 345,1 2 0,-5 8 0,-5 11 133,-7 8 1,-3 11 0,0 10 0,2 1 94,1 5 1,6-5-1,-3 3 1,1 1-64,4 3 1,3-1 0,2-1 0,5-5-532,6-1 1,9-2-1,3-6 1,3-2 388,3-4 0,10-3 0,4-8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6.8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219 880 8219,'9'-12'134,"-1"3"238,0 1 1,-1-5 0,7 1 38,-3-3 0,-5 0 0,3 2 1,1 1-88,-1-1 0,-5-2 0,2-3 0,-4 1-1,-2 0 0,0-2 0,0-2-324,0-2 0,-8 3 0,-5 8 0,-6 6-124,-4 4 1,-8 4 0,5 6 0,-3 7-126,1 6 0,5 8 1,-4-5-1,2 3 102,5 4 1,2 3 0,7 2 0,3 2 155,1 0 0,5-11 1,-2 5-1,6-5 145,4-6 1,13-4 0,-2-6 0,4-5-29,4-4 0,-1-4 1,7-4-1,-3-7-55,3-8 1,-5 0-1,1-8 1,0-3-118,-1-6 0,-5 0 0,2-8 1,-4 1-95,-2 1 0,0-6 0,0 5 0,1-7-140,-1-5 1,0 10-1,0-3 1,-2 6 65,-3 6 0,1 2 0,-7 2 0,-3 2 339,-1 3 1,4 10 186,0 8 0,-2 9 0,-8 2-170,-2 9 1,-7 14 0,1 6 0,-3 5-8,-2 6 1,2 4-1,1 9 1,3 4 25,-2 6 0,3-2 0,1 0 0,1-1-265,4 1 1,2-4 0,2 2 0,2-5-83,4-11 1,3-8-1,9-11 1,1-8-443,3-7 0,-1-11 0,6-11 0,0-10-2132,-1-11 2761,-5 0 0,4-16 0,-8 6 0</inkml:trace>
  <inkml:trace contextRef="#ctx0" brushRef="#br0" timeOffset="467">990 691 8493,'5'-17'818,"1"0"1,0 0-1,-6 0-121,0 0 1,0 5-1,0 1-196,0-3 1,-2-1-587,-4-2 0,2 8 0,-7 3 0,-2 4-230,-3 2 0,-3 2 1,-2 4-1,-3 5 8,-3 4 0,6 4 0,-4 4 1,2 6 300,1 3 0,-1 2 1,6 0-1,1 1 130,5-1 1,3-2 0,8-1 0,0-5-67,0-1 1,8-4 0,5-10 0,6-5-114,4-4 0,8-4 0,-3-4 1,3-5 1,-3-4 1,3-4 0,-9-2 0,-1-4 36,-2-1 0,-1 3 1,-3-4-1,-4 2 277,-5 4 0,2 2 0,-3 2 122,-1 0 1,-4 2-505,-6 3 0,4 7 0,-5 10 0,-1 7 53,-3 3 0,3 8 0,2 2 0,5 1 125,1 5 1,0-5 0,0 1 0,0 0-73,0-1 0,1-5 0,5 0 0,6-6-261,3-3 1,4-8 0,2 1 0,3-3-472,3-2 1,-4-7-1,4-7 747,-3-7 0,7-5 0,-5-9 0</inkml:trace>
  <inkml:trace contextRef="#ctx0" brushRef="#br0" timeOffset="767">1623 109 8219,'0'-17'280,"0"0"0,-2 1 278,-3 5 0,1 3 0,-6 12-322,3 8 0,-5 1 0,5 16 0,-3 3 51,-3 6 1,-2 6-1,-3 9 1,1 4 117,0 6 0,0 3 1,0 3-1,2-1-241,3 1 0,-1-6 1,5-4-1,1-6-306,-1-9 1,2-12 0,8-7-270,4-6 0,-2-6 0,7-13 1,1-2-712,-3-3 0,5-7 0,-7-9 0,1-3 1122,-1-3 0,-1-2 0,-6-5 0</inkml:trace>
  <inkml:trace contextRef="#ctx0" brushRef="#br0" timeOffset="933">1229 486 11217,'17'0'681,"1"0"0,1 0 0,3 0-870,7 0 0,3 0 0,3-2 0,-1-4-624,0-5 0,6 1 0,2-3 0,0-4 813,0-4 0,5-10 0,-3 5 0</inkml:trace>
  <inkml:trace contextRef="#ctx0" brushRef="#br0" timeOffset="1400">1966 623 8838,'9'-8'1040,"-3"-3"1,-2 1-213,1-1 1,-1-1-186,8-5 0,-9 0-684,3 0 1,-4 6-1,-4 1-54,-4 2 0,-3 3 1,-8 5-1,-2 0-95,-4 0 0,-2 7 0,-5 5 0,1 3 27,-1 2 0,5 8 0,0 3 0,2 5 320,1 1 0,1-5 0,7-1 0,5 1-6,1-3 1,3 1 0,6-8 0,5 0-136,6-4 0,5-9 0,4 0 1,3-5-205,3-1 0,0-7 1,3-5-1,-3-5-110,-3-6 1,1 3 0,-4-7-1,0 0 134,-6 1 0,1 5 0,-9-2 0,1 4 132,-1 2 1,-1 0 157,-6-1 1,-2 11 0,-4 9 6,-5 13 1,2 4 0,-3 10 0,1 1 9,1 2 0,-3 1 0,7-3 0,2-1-66,2 1 1,4-5-1,2-2 1,6-4-159,5-2 1,-2-8-1,12-3 1,-2-4-410,0-2 0,5-4 0,-3-5 0,0-8-458,-1-2 0,1-2 1,-4-2 947,2-6 0,0 4 0,-6 1 0</inkml:trace>
  <inkml:trace contextRef="#ctx0" brushRef="#br0" timeOffset="1783">2548 606 8142,'0'-18'1210,"0"1"1,0 0 0,0 0-533,0 0 1,0 6 0,0-1-414,0-1 0,-2-1 0,-2 1-383,-1 2 0,-9 7 0,3-4 1,-4 3-155,-3-1 0,1 0 0,0 8 0,0 2-84,0 2 0,0 7 0,0-2 0,1 5 221,5 1 0,-2 6 0,7-1 0,2-1 269,2-2 1,2 0 0,0 2 0,2 2 102,4-2 0,3-2 0,9-2 0,-3 2-112,-4 4 0,4-4 0,-5 4 0,1-2-97,1 2 0,-8-4 1,1 5-1,-3-1 4,-2 0 1,-2 0-1,-3-8-96,-7-3 0,-3 1 0,-2-7 0,0-4-343,0-6 1,-1-6 0,1-7 0,0 0-402,0 0 1,8-2-1,1-2 1,2-2 807,1 2 0,-1 2 0,6 2 0</inkml:trace>
  <inkml:trace contextRef="#ctx0" brushRef="#br0" timeOffset="2200">2719 674 8006,'0'-11'528,"0"-1"1,0 7 1059,0-7-1059,0 8 0,8-3-332,3 7 0,4 0 0,3 0 0,-1 0-37,0 0 1,0 0 0,2 0-1,2 0-118,2 0 0,0-6 1,-6-2-1,0-1-131,0-4 0,0 3 0,-2-1-146,-3-3 1,1 5-1,-9-3 69,-6-1 0,-11 5 0,-12 3 0,-2 5 76,-3 5 1,-3 5-1,-1 7 1,2 2 238,3 4 0,-1-2 1,5 7-1,2 3 111,4 1 0,0-3 0,14-1 0,1 3-21,2 1 1,4-3-1,5-5 1,10-3-249,10-5 1,5-5 0,3 0 0,1-5-654,4-4 1,-4-2 0,4-2 0,-4-6-415,-2-9 1,1-2-1,-3-7 1,-2-1 1075,-1 0 0,-8-1 0,4-6 0</inkml:trace>
  <inkml:trace contextRef="#ctx0" brushRef="#br0" timeOffset="2450">3524 92 8006,'0'-23'55,"0"0"1767,0 2-797,0 2 0,-2 14-736,-4 10 1,3 12 0,-9 19 0,-1 3 6,-2 1 1,3 13 0,1 0-1,-2 6 102,-3 6 0,5 1 1,1 3-1,3-1-271,3 1 0,2-8 1,2-2-1,2-6-240,4-7 0,-3-4 1,9-25-1375,1-8 0,1-9-289,-3-11 0,-3-3 1776,-8-14 0,-8-1 0,-2-5 0</inkml:trace>
  <inkml:trace contextRef="#ctx0" brushRef="#br0" timeOffset="2583">3267 503 13520,'17'0'0,"2"0"338,4 0 1,6-2 0,13-2-339,9-2 0,16-15 0,11 2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4.2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429 443 8462,'0'-17'1094,"0"6"1,2 1-366,3 3 0,-3-7-303,4 3 0,-6-4-460,-6-2 1,2 7 0,-7 4 0,-2 3-32,-3-3 1,-3 4 0,-2-4-1,-1 6-191,1 6 0,2 2 1,2 5-1,-1-2-45,1 3 0,6 1 0,1 2 0,3 0 206,3 0 1,2 6 0,2 0 0,0-2 197,0-2 1,8 4-1,3 2 1,2-1 47,-1 1 1,3 9 0,-5-3-1,-1-1-20,-3 3 1,1-1 0,-1 2-1,-2-2-29,-2-3 0,-10 1 0,-3-7 0,-4-2-19,-3-2 0,-4-4 0,-3-3 0,-2-6-44,-3-5 0,3-2 0,0-5 0,3-6-341,3-3 1,2-4-1,4-2 1,3-2-1028,6 3 1,5-5 1328,1 2 0,7-8 0,3 5 0</inkml:trace>
  <inkml:trace contextRef="#ctx0" brushRef="#br0" timeOffset="684">651 546 8223,'15'-17'-59,"-1"0"229,-3 0 1974,-7 0-1625,4 0 1,-8 15 0,0 7-147,0 9 1,-6 5 0,-2 2-1,-1 3-73,-5 3 0,5 0 1,-2 3-1,-1-1-137,3 1 0,-5-3 0,7 1 0,-1 1-256,0-3 1,3-1-1,3-8 1,-2 0-1376,-2 1 1240,1-1 0,7-8 0,3-5 1,5-8 95,-1-7 0,6-10 0,-3-4 0,5 0-6,6 1 1,-4-7-1,4 3 1,-2-5 78,1-1 0,-2 6 0,4 1 0,-1 2-2,0 4 1,2 2 0,-4 4 41,1 4 0,1 3 1,-8 10-1,-1 4 321,-3 5 1,-7 12 0,2 5 0,-4 5 56,-2 1 0,0-2 0,-2-1 1,-2-3-80,-2 3 1,-5-7 0,5-1 0,2-4-390,2-2 0,-3-5-40,-1-1 0,0-9 1,8-2-1,2-9-85,2-7 1,13-6 0,-2-3 0,2-2 0,0-3 1,0-3-1,2-1 1,2 2 49,-2 3 1,3-1 0,-1 5-1,-2 0 66,-2 1 1,-2 3-1,0 7 1,1 5 90,-1 1 0,-6 3 0,-1 7 368,-3 3 1,5 10 0,-7 8-1,-1 0-25,-2 2 1,-8 1-1,-1 9 1,-1-1-18,0 0 1,-3-1 0,3-3 0,-1-1-299,-4 1 0,5-5 0,2-2 0,2-4-420,-1-2 1,5-8 61,0-3 0,2-6 1,9-6-1,2-7-924,3-8 0,1 2 1280,0-4 0,0-4 0,0 1 0</inkml:trace>
  <inkml:trace contextRef="#ctx0" brushRef="#br0" timeOffset="1167">1867 632 8088,'0'-17'476,"0"0"0,6-1 1,0 1 524,-3 0 1,-1 0-329,-2 0 0,-2 2-592,-3 3 0,-5-1 0,-9 7-188,-4 3 0,4 1 0,-5 4 1,1 3 44,0 7 0,-8 3 0,5 2 0,-3 2 45,1 4 0,1 2 1,-1 5-1,5-1 61,4 1 0,3 0 1,3 1-1,4-3 60,1 3 1,2-6 0,8-3 0,4-3-27,5-1 1,12-9-1,4-3 1,1-4-84,1-2 1,-1-2 0,7-4-1,-3-7-188,-3-8 0,1 2 0,-7-6 1,-2 2-16,-2 0 1,-2-5 0,0 5 0,-2 2 200,-3 2 1,-5 2 0,-5 2-1,2 1 41,2 3 0,-3 7 0,-6 0-69,-3 8 0,-5 6 0,3 7 0,0 0 8,1 0 1,-5 6 0,7 0 0,1 0-212,2 1 1,2-5-1,0 4 1,0-4-109,0-2 1,6 0 0,1-1 0,3-5-425,3-5 0,8-4 0,2-2 770,-2 0 0,5-8 0,1-1 0</inkml:trace>
  <inkml:trace contextRef="#ctx0" brushRef="#br0" timeOffset="1483">2518 84 8088,'0'-17'491,"-2"0"1,-2-1 155,-2 1 1,-1 8-395,1 3 1,2 14-1,-5 7 1,-1 8 28,1 3 0,3 5 1,-5 9-1,-3 5 21,-1 5 0,4 7 0,-1 2 0,1 0-189,1 0 0,-5 4 0,6-6 1,-1-4-285,4-5 1,5-8 0,1-10-1270,0-1 762,0-8 1,7-10-1,3-13 1,1-5-3,0-7 0,-1-1 1,3-2-1,-3 0 679,-3 0 0,14-8 0,-2-2 0</inkml:trace>
  <inkml:trace contextRef="#ctx0" brushRef="#br0" timeOffset="1700">2689 118 8088,'0'-17'142,"2"2"1,2 1 505,2 3 1,-1 5-150,-5-5 0,0 9 0,0 2-52,0 9 0,-2 9 0,-1 4 0,-5 9-101,-2 7 1,5 6 0,-7 7 0,1 0-269,1 1 1,-3 5 0,5 2 0,1 0-337,-1 0 0,-3-4 1,5-9-1,2-6-2130,2-4 2388,2-10 0,0 7 0,0-7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1.1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35 334 8293,'8'-29'-28,"3"1"0,-3 7 0,-2-2 307,-5 4 1,-1 2 1060,0 0-250,0 7-871,0 3 0,0 8 1,0 5-35,0 6 1,-5 9 0,-3 3 0,1 5 39,-1 7 0,0 6 0,5 11 0,-5 2-54,-2 2 1,7 8-1,-3-4 1,4 0-131,2-4 1,0-6 0,0-3-1,2-4-24,4-2 0,3-12 1,8-11-1,0-8-184,0-3 1,1-4 0,-1-10 0,0-7-32,0-8 0,0-6 0,0-7 1,0 0-65,0-1 1,-5 1 0,-3 0 0,-1 0 73,-4-1 1,3 1 0,-1 2 0,-2 3-170,-2 7 0,-2 2 290,0 3 1,-2 8 0,-2 5 81,-2 8 1,-7 13 0,4 13 0,-3 7 134,1 3 0,7 1 1,-2-3-1,4 4 244,2 2 0,0-6 0,2 2 0,6-4-121,9-2 0,2-7 0,10-6 0,3-8-203,6-7 1,0-14 0,8-9 0,-1-9-198,-1-7 0,2-7 0,-10-1 0,-6-1 37,-3 0 1,2-4-1,-7 6 1,-3 0 49,-5-2 0,-5 6 0,-5-6 1,2 0 8,-2-3 1,-3 3-1,-2 0 1,-5 2-111,-6 0 1,-1-7 0,0 3 0,3 0-28,3 4 0,-5 6 0,7 5 0,1 6-475,2 4 0,2 12 0,-2 7-1249,-4 9 1892,4 14 0,-5 11 0,7 10 0</inkml:trace>
  <inkml:trace contextRef="#ctx0" brushRef="#br0" timeOffset="350">874 642 8293,'12'-6'31,"-1"1"0,-7-9 0,4 5 1240,-1-1 929,-5-5-1688,6 13 0,-8 2 1,0 12-1,-2 5-163,-4 6 1,2-2 0,-5 5 0,1 1-300,4-1 0,2 1 1,1 4-1,-3-5-341,-2-1 0,0-2 1,6-6-2038,0 0 0,2-2-348,4-3 2676,-4-5 0,13-22 0,-5-4 0</inkml:trace>
  <inkml:trace contextRef="#ctx0" brushRef="#br0" timeOffset="517">1046 197 8293,'-10'-8'1573,"-3"4"135,7-7 1,-2 7-2535,3-2 0,3 6 0,-4 6-2877,4 6 3703,2-5 0,8 16 0,1-4 0</inkml:trace>
  <inkml:trace contextRef="#ctx0" brushRef="#br0" timeOffset="800">1371 111 8154,'0'-17'1334,"0"0"0,0 11 1,0 10-1013,0 11 0,0 16 1,0 3-1,0 10-93,0 5 1,-2 10-1,-2 4 1,-3 6-95,-3 5 1,6-6-1,-3 3 1,1-9-249,0-3 1,1-9 0,5-12 0,0-8-1577,0-7 602,0-4 1,0-11 0,0-8-1132,0-10 2218,0-5 0,0-10 0,0-1 0</inkml:trace>
  <inkml:trace contextRef="#ctx0" brushRef="#br0" timeOffset="1000">1165 539 12785,'18'0'481,"1"0"1,3 0-1,7 0-581,3 0 0,8-5 0,2-3 0,2-1-872,4-5 1,1-1 0,2-4 0,-1-2 971,-5-2 0,5 0 0,-6 6 0</inkml:trace>
  <inkml:trace contextRef="#ctx0" brushRef="#br0" timeOffset="1400">1919 214 8007,'0'-25'778,"0"12"1,0-4 108,0 2 1,2 5-588,4-1 0,-5 14 0,5 3 1,-4 9-23,-2 8 1,0 10-1,-2 8 1,-2 3-52,-1 4 0,-7 3 0,7 4 0,1 2-8,2-1 1,2-5-1,0-3 1,0-5-125,0-1 1,0-4-1,0-9 1,0-6-240,0-4 0,2-10 0,3-5-290,7-8 1,3-5 0,2-9 0,0-1-80,0-3 0,1-3 1,-1-6-1,0 5 108,0 1 0,6-5 0,0 3 0,-2 0 189,-2 5 1,-2 2 0,-2 3 0,-2 2 593,-1 4 0,-3-1 53,3 12 0,-3 12 1,-5 14-1,2 5 18,-3 3 0,-1-4 1,-2 10-1,0-3-344,0-3 1,0-2-1,2-3-1071,4-6 0,9-12 0,10-5 966,2-4 0,9-25 0,7-6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2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241 667 8238,'2'-17'913,"3"0"0,-3 5 56,4 1 0,-4 5-341,-2-5 0,0 5-363,0-5 1,-2 1-1,-4-1-368,-5 5 0,-4 4 1,-3 2-1,1 0-248,0 0 0,-2 8 0,-2 3 0,-2 4 60,2 2 0,2 3 1,4 0-1,2 5 33,2 2 0,1-6 0,-1 3 0,5-1 112,4 0 0,2 0 0,0-6 0,0 0 61,0 0 1,8-5 0,5-3 86,8-1 0,-2-4 1,6-8-1,-3-6 50,1-5 1,2 0-1,-2-12 1,3-1-17,1-5 0,5 3 0,-5-12 0,2 2-41,-1 0 0,1-7 0,3 1 0,-3-4-94,-7-1 1,3 7 0,-2 4 0,-2 2 50,-2-2 0,-2 6 1,-2 0-1,-1 7 56,-3 2 0,-5 6 0,3-3 0,-1 3 169,-4 1 0,-2 7 0,-2 0 400,0-3-491,0 7 1,-2 1-1,-2 12 1,-4 7-60,-1 8 1,-3 0 0,-3 7 0,2 5 169,1 5 0,1 0 1,-6 8-1,0 1 88,0 3 1,1 1 0,3 0 0,4 1-170,1-1 1,-3 4-1,5-1 1,2-5-166,2 1 1,10-9 0,3-3-1,6-7-897,6-8 0,-2-12 946,8-5 0,7-4 0,7-2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1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360 86 8418,'8'-9'-445,"-6"-1"3467,3 5-2315,-3 3 0,-2-8-185,0 4 0,0 3-318,0-9 0,-7 7 0,-5-5-239,-3 2 0,-2 3 1,-2 5-1,-2 0-93,-2 0 1,-5 2 0,3 3 0,0 7 0,0 3 0,-3 4 0,5 2 0,0 4 13,-2 1 1,8 3 0,-2 3 0,8-1-60,3-3 0,3-1 0,5 1 1,2-5 132,3-4 0,5-9 0,7-5 0,0-3 265,0-2 0,6-2 0,0-3 0,0-7-40,1-3 1,-3-8 0,6-1 0,0-3-152,-1-4 1,-5-1-1,2 0 1,-4 1-85,-2 3 0,-5 7 0,-3-2-268,-1 4 0,-3 6 174,-5 7 0,-7 8 0,-5 17 0,-3 6 195,-2 9 0,6 0 1,1 6-1,1-4-83,-1-2 1,6 3 0,-1 1 0,3 0-175,2-6 0,7-5 0,7-10 1,6-2-38,9-4 0,5-3 0,6-12 0,4-7 243,0-12 0,13-7 0,-4-5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7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478 556 8264,'0'10'4702,"0"-3"-4199,0-7 0,-5-7-654,-1-5 0,-7 5 0,1-1 14,-3 0 1,-4 7 0,-2-5 0,-4 4-174,-1 2 1,-5 8-1,-7 5 1,-2 6 136,2 4 1,2 9 0,2 2-1,-1 10 393,1 6 1,13-5 0,6-1 0,5-2-78,7-4 1,8-4-1,9-5 1,7-8-189,7-8 0,6-5 1,4-8-1,4 0-277,2 0 1,-6-8-1,2-3 1,-6-7-529,-5-4 0,1 1 0,-7-6 0,-2 0-854,-2 1 1704,-2-3 0,0-5 0,0 0 0</inkml:trace>
  <inkml:trace contextRef="#ctx0" brushRef="#br0" timeOffset="983">667 693 8264,'5'-17'425,"1"0"1,2 6-1,-5-1 507,3-1 0,6-2 1006,-7-3-1774,1 9 0,-14 1 0,-3 8 0,-4 0-167,-2 0 1,-1 14 0,-1 3-1,-1 4 25,-3 3 0,-6 3 0,6 7 0,2 2-97,2 4 1,4-3 0,2 3 0,3-4 77,3-2 0,3-7 0,10-5 0,7-4 3,8-7 1,5 2 0,11-9 0,1-4-125,2-4 1,0-11-1,-6 0 1,0-6-98,0 0 0,-7-4 0,-4 1 0,-6-3 125,-6-4 1,3 5 0,-9-1 0,-1 1 46,-2-1 0,-4 6 0,-3-4 0,-9 4 101,-7 4 1,0-4 0,-7 12 0,-1-1-105,3 4 1,-7 5 0,7 2 0,-3 5-109,1 6 1,7 5 0,-2 4-1,6 3 138,5 3 1,-1 0-1,7 3 0,2-3 93,2-2 1,10 3 0,4-7-1,5-4 115,5-4 1,5-9-1,7 2 1,1-6-254,-1-6 1,0-3 0,2-10 0,2-4-167,2-6 0,0-3 0,-7-2 0,-5 1 73,-5 5 1,2-3 0,-2 7-1,-4-1 61,-6 0 1,0 8-45,-7 6 0,0 9 384,-6 2 1,0 7 0,-2 12 0,-2 4 174,-2 6 0,-1-3 0,3 3 0,-4 1-76,-1 3 0,3 1 1,-4 0-1,3 0-211,3 1 0,2-9 0,2-3 0,0-4-132,0-2 1,2-7-1,4-4 1,5-5-88,4-1 1,8-7-1,2-5 1,0-5-84,-1-6 1,7-3 0,-3-8 0,5 1-57,1 5 1,-2-5-1,-3 7 1,-6-3 137,-4 1 0,2 7 0,-2-2 1,-6 4 85,-3 2 0,-5 5 106,-5 1 1,0 9-140,0 2 0,-7 2 0,-3 11 0,-1 4 342,-1 4 1,7 4 0,-5-2-1,1 3-1,-1 1 1,6 4 0,-1-7 0,3 1-79,2 0 0,0 0 1,2-5-95,3 3 0,5-8 1,7-9-1,2-4-167,4-2 0,-2-2 0,7-5 0,1-9-216,-3-5 1,5-9 0,-8 3 0,0-1-142,1-1 0,-5 3 0,4-5 0,-6 5-137,-5 1 0,1 2 674,-7 6-150,-1 0 0,-7 9 0,-1 8 0,-5 10 183,-1 5 1,3 2 0,-4 0-1,3 2 2,3 4 1,-4-4-1,3 4 1,1-2 27,2 2 1,9-4 0,3 3 0,3-4-337,4-7 1,-1 2 0,12-7 0,1-2-390,-3-2 0,7-2 0,-5 0 1,3-2-1022,-3-4 1,-3-1 1532,-8-5 0,0-11 0,0 4 0</inkml:trace>
  <inkml:trace contextRef="#ctx0" brushRef="#br0" timeOffset="1549">2157 573 7749,'-12'12'-895,"1"-3"1250,-3-1 0,5 5 0,-1-1 574,3 3 1,-1 2-1,4 0 1,-1 0-233,1 0 1,2 8 0,2 6 0,-2 7-313,-4 7 0,4 5 0,-3 1 0,3 2-219,2 4 1,-6-3 0,0 3-1,3-6-131,1-5 0,0-4 0,-2-10 0,-2-3-1666,2-7 1296,3-10 0,1-6 0,0-12 0,0-7-88,0-8 1,0-6 0,0-7 0,1-1 9,5 1 1,-2-6 0,7-2 0,1-1 31,-3-5 0,12-1 0,-4-3 0,2 3 165,0 3 1,0-3 0,2 3-1,4-2 192,2 3 0,-1 9 0,5 11 0,-3 4 322,3 6 0,-5 9 0,1 0 0,-2 6 34,-4 6 0,-2 5 0,-2 12 0,-2 4 27,-3-1 1,-5 7-1,-7-5 1,-2 5-39,-3 1 0,-5 0 0,-9 0 0,-4-1-137,-5-5 1,-5 3 0,-1-8 0,0-2-342,0-2 0,-1-10 1,1-3-1,0-4-586,0-2 0,7-4 0,4-6 0,6-7-90,5-2 1,5-5 0,9-1 0,3 0 832,7 0 0,11-5 0,3 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7.3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67 442 10778,'0'17'964,"0"1"0,-2 1 1,-2 3-623,-1 7 0,-3 11 0,4 4 1,-3 1-193,-3 1 1,6-8-1,-1 2 1,3-6-5,2-5 1,-2-4-1,-2-8 117,-2 0 1,2-10-1,8-7-221,2-9 0,7-12 1,-3-4-1,1-1-494,1-5 1,-1-1 0,4-2-1,-1 1 136,-3 5 1,0-5 0,5 7 0,-3-3-141,-2 1 1,1 5 0,5-4 0,0 4 105,0 8 1,-5 0 0,-1 9 382,2 2 0,-5 10 1,-2 7-1,-3 8 272,3 8 1,-4 3 0,4 2 0,-4 1 265,-2-1 1,0 0 0,0 0-1,0 1-178,0-1 1,-6-7-1,0-5 1,2-3-346,3-1 0,1-7 0,1-1-20,5-3 1,4-3 0,7-10 0,0-7-139,0-8 1,6 0 0,2-7 0,1-3-304,5-1 0,-5-3 1,1 1-1,0 0 43,-1 0 1,-3 5 0,4 3-1,-3-1 67,-3 0 0,-3 12 0,-5-2 187,-2 2 0,-5 7 0,3 4 0,-1 8 312,-4 7 1,-2 12 0,-4 6 0,-2 3 335,-2 2 0,-5 1 0,3-1 0,1 2-59,-1 4 1,-3-4-1,5 2 1,2-5-352,2-5 0,2-7-776,0 2 1,8-12 0,3-5 0,6-6-505,6-6 1,2-5 0,4-10 0,-5-4-1437,1-1 2594,-14-3 0,20-5 0,-12 0 0</inkml:trace>
  <inkml:trace contextRef="#ctx0" brushRef="#br0" timeOffset="433">1283 631 8131,'0'-17'1339,"2"-1"1,2 1-107,1 0 1,1 6-938,-6-1 0,0 7-460,0-7 1,-8 8-1,-5-1 1,-6 3 42,-4 2 1,-5 7 0,3 5 0,-2 5 118,-3 6 0,-2-2 1,-1 7-1,5 3 185,5 1 1,0-3-1,4-1 1,6 1 113,3-3 1,4 5 0,8-8-1,6-2-260,9-2 1,10-10 0,11-3 0,4-4-155,1-2 0,3-8 1,4-3-1,-3-5-226,-1-1 1,-10-7 0,-2-3 0,-7-2 77,-2 1 0,-14 1 1,0-3-1,-7 3 164,-4 2 1,-9-3 0,-7 5 0,-8 2 63,-9 2 0,1 8 0,-14 1 0,1 3-19,1 3 1,-4 4 0,8 5 0,4 7-378,6 3 0,-1 12 0,10 5 0,6 6-131,8 0 0,7-2 0,7-1 0,10-1 564,10 0 0,5-7 0,10-3 0,2-6 0</inkml:trace>
  <inkml:trace contextRef="#ctx0" brushRef="#br0" timeOffset="1017">1985 631 8131,'-11'0'0,"1"-2"2420,3-4 1,1 2-1514,6-7 0,-2 7 0,-2-4-1018,-2 1 1,-1 3-7,1-7 0,-3 7 0,-9-2 0,1 4-109,0 2 1,-6 0 0,1 2 0,-1 4 161,-2 5 1,4 6 0,-6 4 0,3 4 216,3 2 0,7-4 1,5 3-1,1 1 13,4-1 0,4-5 1,6 2-1,7-4-341,8-2 1,6-7 0,7-4 0,2-5-222,4-1 0,-2-7 1,6-5-1,-2-5 165,-4-6 0,-7 3 0,-3-7 1,1 0 290,-3 1 0,5-3 1,-8-5-1,-2 0 264,-2-1 0,-2 1 0,-2-2 0,-2-2-32,-1-2 0,-3 0 0,4 6 0,-1-1-234,1 1 1,1 2-1,-1 1 1,-2 5-205,3 1 0,-7-3 0,-1 5-215,-4 2 0,-2 7 274,0 3 1,-2 7-1,-4 0 1,-5 8 297,-4 8 1,-3 9-1,1 3 1,-2 3 350,-4 3 0,6 10 0,-4 4 0,6 4 61,2 3 1,-6-3 0,9 9 0,1-4-312,3-2 1,4 3 0,2-1 0,0 0-614,0-3 1,10-16-1,5-2 1,8-7-469,3-10 1,-3-5-1,4-10 1,-2 0-338,-4 0 0,-2-8 0,-2-5 0,-2-6-1097,-4-4 0,-3-2 2203,-8 2 0,0-3 0,0-9 0</inkml:trace>
  <inkml:trace contextRef="#ctx0" brushRef="#br0" timeOffset="1383">2636 648 13473,'2'-10'1204,"3"5"1,-1 3 0,8 2 0,3 0-1120,6 0 1,-2 0-1,4 0 1,-2 0-264,1 0 1,-3-6 0,4-2-1,-4 1-550,-2-1 1,-5-5-1,-3 1 263,-1-3 1,-4-2 0,-10 2 0,-5 2 214,-5 1 0,-8 8 1,-5-1-1,-5 3 332,-6 2 1,4 4-1,-2 5 1,5 8 237,5 2 1,5 8 0,-2 1 0,6 5 148,10 1 0,5 0 1,6 0-1,4 1-471,5-1 0,14-2 1,9-5-1,10-8-342,5-6 0,8-9 1,0 2-1,-1-4-478,-3-2 1,-2-14 0,1-5 0,-1-5-419,0-7 1,-13 5 0,-5-3 1239,-7-1 0,5-10 0,-5-4 0</inkml:trace>
  <inkml:trace contextRef="#ctx0" brushRef="#br0" timeOffset="1616">3578 14 8437,'-10'-7'1567,"1"5"1,3-2-1,-4 8-783,1 7 1,-8 18 0,2 7-1,-6 8-325,0 9 0,-4 8 0,2 13 1,2 8-194,2 7 0,10-9 1,3-2-1,4-11-889,2-10 0,10-13 1,5-10-1,8-11-822,3-10 1,-3-5 1444,6-8 0,-8 0 0,3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5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77 8445,'2'-16'326,"4"5"0,-5-4 875,5 3 1,2 3-96,-3-2 1,1 9-636,-6 2 1,0 11-1,-2 16 1,-3 9 162,-7 6 0,-3 11 0,0 10 0,1 5-245,3 6 0,0 4 0,-5 8 0,3-2-557,2-4 0,7-4 1,-2-10-1,4-5-903,2-9 1,2-18-1,4-17-509,5-9 0,4-8 0,3-8 0,-3-9 1580,-4-10 0,4-5 0,-5-2 0</inkml:trace>
  <inkml:trace contextRef="#ctx0" brushRef="#br0" timeOffset="383">257 745 8445,'0'-18'0,"0"1"788,0 0 0,0 6 1,0-1 279,0-1 0,0 4-390,0-3 0,8 8-89,3-1 0,4 8 1,2 3-1,1 0-117,-1 1 1,0-5 0,0 4 0,0-4-368,0-2 0,6 0 0,2-2 0,-1-4-349,1-5 1,0-4 0,-4-2 0,0-1-252,-6 1 0,0-5 0,-9-1 0,-2 2-117,-2 2 0,-10 7 0,-3 3 1,-7 1 569,-4 4 1,-5 6 0,-7 8 0,0 9 197,-1 6 1,3 3 0,3 6-1,7 1 203,3-1 0,3 2 0,5 2 0,5 2-320,4-2 1,17-4-1,8-3 1,10-5-866,7-1 1,3-10-1,9-9 1,-1-4-488,1-2 0,3-8 1,-2-5 1312,-4-8 0,-9-6 0,2-7 0</inkml:trace>
  <inkml:trace contextRef="#ctx0" brushRef="#br0" timeOffset="650">959 488 8562,'0'-17'1548,"2"15"0,4 7 0,3 11-1023,1 6 1,5 5 0,-4 9 0,5 2-338,1 2 0,2 6 0,2-4 0,3 2-121,3 3 0,-6-5 1,4-4-1,-2-8-1160,-1-7 0,1 0 0,-6-6-1431,1-7 1,-3-8 2523,-4-8 0,4-4 0,-5-7 0</inkml:trace>
  <inkml:trace contextRef="#ctx0" brushRef="#br0" timeOffset="833">1233 505 12070,'-11'6'1107,"-1"-1"0,1 10 0,-6 3 0,-2 8-798,-4 7 1,2 8 0,-8 7 0,-1 5-854,-2 4 1,-1 0 0,5-5 0,7-3 543,8-3 0,-3-4 0,7-8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5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12440,'0'-10'1449,"0"5"-784,0 10 1,0 5 0,0 9-231,0 4 1,0 3-1,0 11 1,0 1-236,0 2 1,0 7 0,0-3 0,0 0-106,0-4 0,0 0 0,0-4 0,2-6-230,4-3 1,-3-6 0,9-8 0,1-3-185,2-3 0,2-1 0,1-8 0,-1-4 133,0-5 1,0-4 0,0-4 0,0-4 16,0-6 0,-1 3 1,-3-3-1,-2-1 59,3-3 1,-5-1 0,1 2 0,-1 1 170,1 3 1,-7 7 0,3-2 0,-2 4 1011,2 2-963,-4 7 0,3 5 1,-8 12-96,-3 10 1,-6 2 0,7 10-1,-1-1 104,-2-1 0,6 5 0,-3-3 0,3 3-23,2 3 1,7-1 0,5-2 0,5-1 34,6-3 0,3-3 0,9 0 0,-1-8-178,0-2 1,6-7 0,2-5 0,0-6-151,0-9 0,-2-5 1,-8-6-1,-3-5-38,-7-5 1,3-1 0,-4-2 0,-6-2 71,-7-2 1,0 0 0,-3 6 0,-1-1 112,-2 1 0,-10 0 1,-3 2-1,-4 3-6,-2 6 1,-1 6 0,1 4-265,0 1 1,0 11-1,0 1 1,2 11-441,3 10 0,5 0 0,7 7 0,0 1-459,0-2 0,9 3 1219,8-7 0,8 0 0,9-6 0</inkml:trace>
  <inkml:trace contextRef="#ctx0" brushRef="#br0" timeOffset="433">1234 241 9371,'-10'-8'2615,"3"6"1,9-6-2195,3 8 1,5 0 0,9 0-1,4-1-346,5-5 0,3 2 0,-1-7 0,-1-3-80,1-1 0,-3-2 1,0-2-1,-3 0-200,-3 2 0,-7-10 0,-5 10-29,-1-2 0,-6 2 0,-14 5 1,-11 7-94,-7 3 0,-4 4 0,-3 5 0,-1 9 456,-2 5 1,2 9-1,10 0 1,5 7 254,4 3 1,9 1 0,5-3 0,5 2-195,5-2 1,20-9 0,15-6 0,10-6-759,7-6 0,6-3 568,11-8 0,4-8 0,7-1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6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 10488,'0'-10'3416,"2"4"-2836,3 12 1,-3 6-1,4 10 1,-4 7-54,-2 3 1,6 10 0,-1 2 0,1 2-247,2-1 0,-6-1 0,5 2 0,-1-8-171,0-8 0,-1-5 1,-5-8 129,0 0 0,2-7 0,4-8-320,5-12 1,3-7 0,-1-14 0,-4 3-272,-1-3 0,5-1 0,-3-4 0,1 0-212,1 2 0,-3-4 0,5 11 0,-3-2-91,2 1 1,-3 7 0,1-2 217,3 4 1,1 9-1,2 7 451,0 6 1,-2 13 0,-1 8 0,-5 5 458,-1 7 1,-1-2 0,-3 6 0,2-4 122,-2-1 1,-1-1-1,1 0 1,2-1-198,-2-5 1,3-3-1,1-10-380,1-3 0,-3 1 1,6-9-1,1-6-219,2-8 1,2-13 0,0-5 0,2-5-94,4-1 1,-4-2 0,4-2 0,-4-2-152,-2 2 0,-2 2 0,-1 2 1,-3 1-158,3 5 0,-5 3 569,2 8 1,-5 7 0,4 8 0,-3 12 257,-3 13 1,-2 9-1,0 6 1,2 4 348,1 2 0,1-4 0,-4 4 0,2-3-15,2-3 1,-1-1 0,-3-5 0,2-2-782,2-1 0,1-10 1,-1-2-599,5-9 1,-1-6 0,1-4-1,1-4-879,-3-5 1,5-7 1696,-9-4 0,1-5 0,-6-7 0</inkml:trace>
  <inkml:trace contextRef="#ctx0" brushRef="#br0" timeOffset="549">1474 170 8878,'9'-2'2440,"-3"-4"0,-4 2-2193,-2-7 0,0-1 1,-2-5-194,-4 0 0,-2 6 0,-5 1 0,2 1-4,-3-1 1,-7 6 0,-1-1 0,-1 3-175,-2 2 1,-2 2 0,-5 5 0,2 11 49,1 8 1,6 3 0,-3 3-1,1 4 263,4 0 0,9 0 1,7 1-1,3 1-92,2 2 0,7-8 0,5-9 0,5-4-45,6-2 1,2-7-1,5-5 1,-1-3-203,1-2 1,2-9 0,1-7 0,-3-6-28,-1-5 0,-8-2 0,1-5 0,-2 0 81,-3 0 1,0-1 0,-2 1 0,-4 2 477,-5 3 1,2 4 48,-3 8 1,-1 8 0,-9 5-442,-7 8 0,3 7 1,-1 12-1,2 6 87,5 3 1,1 0-1,2-1 1,0-3-71,0 3 1,7-1 0,5 1-1,3-5-341,2-1 1,6-8 0,2-7 0,-1-3-687,1-3 0,0-2 1,-4-4-1,2-4-114,-2-5 1,-8-6 0,-4-4 1133,-1-2 0,-2-7 0,-6 3 0</inkml:trace>
  <inkml:trace contextRef="#ctx0" brushRef="#br0" timeOffset="1049">1970 101 8158,'0'-17'1604,"0"0"0,0 6 185,0-1-1306,0 8 1,0 1 0,0 12 0,0 10-38,0 6 0,0 3 0,2 7 1,2-1-173,2 0 1,7 0-1,-2 1 1,5-3-294,1-3 0,2-5 0,3-7 0,7-1-233,3-5 0,-3-3 0,-1-8 1,1-2-209,-2-4 1,3-9 0,-7-10 0,-2-2 109,-2-3 1,-2 3-1,-2 1 1,-1-1 221,-3 0 1,-7 5-1,1-5 1,-3 2 225,-2 4 0,0 8 0,0 2 0,-2-1 632,-3 3-789,3 1 1,-8 10-1,7 4 1,-3 5 456,2 4 0,2 10 0,2 2 1,0 1 246,0 1 1,6 5 0,0 8 0,-3 2-73,-1 3 1,-2 3 0,0 3 0,0 2-246,0 2 0,0 8 0,-2-6 1,-1-2-177,-3-6 0,-9-9 0,-1 0 0,-6-4-529,-5-6 0,2-11 1,-7-2-1,-4-7-390,0-5 1,-8-1 0,0-8 0,-2-3-521,1-7 0,7 3 1,-2-3-1,4-1-1496,1-2 2783,16-3 0,-4-6 0,14-3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27.8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326 565 8507,'1'-11'364,"5"0"0,-4-1 1,6-3-1,-3 2 322,1 1 1,0 7-1,-6-7 111,0-1 1,0 3-552,0-1 1,-2 5 0,-4-3-185,-5 1 1,-4 2 0,-5 8 0,0 2-106,-3 2 1,-6 7 0,4 0 0,1 6-123,-1 4 0,-5 8 1,3-3-1,0 7 213,4 4 0,6-2 0,6 3 0,5-2 106,4 2 1,4-4 0,4 2-1,7-8-64,8-7 0,8-6 0,9-5 0,4-7-69,1-3 0,-5-9 1,2-5-1,-3-5-141,-3-6 1,-2-3 0,-5-9 0,-8-1-59,-6-4 0,-9 4 1,2-4-1,-6 4-8,-6 2 0,-9-1 0,-12 3 0,-3 4-146,-7 5 1,-6 11 0,1 7-1,0 5-47,0 5 0,-4 7 0,8 11 0,6 5-167,7 4 0,8 10 1,6 2-1,5 2-1098,4-1 1644,10-14 0,9 9 0,10-14 0</inkml:trace>
  <inkml:trace contextRef="#ctx0" brushRef="#br0" timeOffset="417">668 514 8105,'10'-7'0,"-3"-5"759,1-3 1,-6 3 121,3 1 0,-1 7-397,2-1 1,-4 5 0,4 7 0,-3 8 104,3 6 0,-4 10 0,4-3 0,-4 7-166,-2 4 1,5 0 0,1 4 0,0-1-251,1-4 1,-3-2 0,6-1 0,-1-3-127,1-3 1,-5-5 0,7-9-204,1-3 0,4-8 0,4-16 0,2-11-102,-2-7 0,-8-4 0,-1-2 0,1-4-11,2-6 0,2 4 0,0 0 1,-1 2-164,-5 0 0,4 0 0,-5 8 0,1 3-901,1 7 1,-9 3 343,3 1 1,-4 13-1,-2 9-989,0 11 1978,-8 6 0,-1-4 0,-8 0 0</inkml:trace>
  <inkml:trace contextRef="#ctx0" brushRef="#br0" timeOffset="800">1285 737 11475,'7'9'644,"5"-3"1,-3-4 0,2-2 0,5 0-369,5 0 0,0-2 1,5-4-1,1-3-197,-1-1 1,-3-5-1,6 4 1,-1-5-103,-1-1 0,-2-2 1,-10-2-1,-2-2-122,-1 3 1,-8 0 0,1 3 0,-3 0-130,-2 0 0,-13 6 0,-6 1 0,-6 3 9,-5 3 0,-3 4 0,-1 4 1,0 5 176,0 6 1,1-1-1,3 10 1,3-1 49,2 0 0,8 7 1,8-1-1,1 1 267,4-1 0,4 3 0,6-5 1,7 2-107,8-1 1,6-7 0,9 0-1,2-8-334,2-7 0,6 2 1,-4-3-1,-1-3-514,1-6 0,-2-5 0,-5-10 0,-1-4-1419,0-6 2144,-7-3 0,5-2 0,-5 0 0</inkml:trace>
  <inkml:trace contextRef="#ctx0" brushRef="#br0" timeOffset="1183">1952 514 13386,'0'17'728,"2"0"0,2 0 0,4 3-350,1 2 1,-3 11 0,5 9 0,1 1-47,-3 5 0,5-4 1,-7-1-1,1-1-239,-1-4 0,5-9 1,-6-6-1,-3-4-89,-1-2 1,0-8 0,2-5 0,2-8-52,-2-7 1,-3-6 0,-1-6 0,0-6-175,0-3 0,0-2 1,0 0-1,0-1-208,0 1 0,0 2 1,0 1-1,0 3-65,0-3 1,0 7 0,0 1 0,0 4 31,0 2 0,2-1 0,4 3 1,5 4 60,5 5 1,1 2 0,2 1-1,4-3 106,5 2 1,6 2-1,4 0 1,4-2-130,2-1 0,-4-3 0,6 2 0,-1-3-1224,-1-1 1648,-10-5 0,-1 13 0,-7-5 0</inkml:trace>
  <inkml:trace contextRef="#ctx0" brushRef="#br0" timeOffset="1533">2723 1011 8097,'0'11'4663,"0"1"-3269,0-9 1,2 5-616,4-8 1,-3-4-597,9-7 0,-8-3 0,1-14 1,-1-3-92,2-1 0,-4-10 1,4-5-1,-5-8-40,-1-8 0,-7-6 1,-3-3-1,1-2-126,3 1 0,-2 9 0,3 3 1,1 2-318,2 4 0,10 9 1,5 6-1,8 6-29,7 5 0,-1 6 0,2 12 0,1 5-165,2 4 1,3 2 0,-3 2 0,-2 4-1224,-1 5 0,-8 7 1808,2 4 0,-4-3 0,-2 6 0</inkml:trace>
  <inkml:trace contextRef="#ctx0" brushRef="#br0" timeOffset="1800">2637 668 8028,'-11'6'4034,"0"0"-3568,7 7 1,0-11-1,13 4 1,11-5-383,4-1 1,5 0 0,5 0 0,0 0-587,1 0 0,1-5 0,2-3 0,2 1 502,-2-1 0,6-5 0,-1 3 0</inkml:trace>
  <inkml:trace contextRef="#ctx0" brushRef="#br0" timeOffset="2050">3340 668 9032,'9'-9'1494,"-1"3"0,-8 12 1,0 7-1201,0 8 0,0 0 0,0 7 0,0 3-465,0 1 1,0 2-1,0-1 1,0-5-479,0-5 0,5-4 0,1-2 0,-2 0-1642,-2 1 995,-2-9 1,0-9 1295,0-11 0,0-12 0,0-4 0</inkml:trace>
  <inkml:trace contextRef="#ctx0" brushRef="#br0" timeOffset="2200">3408 377 8028,'-11'-8'4731,"-1"-3"-2307,8 3-3891,-11 1 0,15 7 1467,0 0 0,0 7 0,8 3 0</inkml:trace>
  <inkml:trace contextRef="#ctx0" brushRef="#br0" timeOffset="2500">3836 52 8311,'0'-10'1529,"0"5"1,0 10 0,0 9-823,0 6 0,0 9 0,0 11 1,0 6-231,0 3 0,0 10 1,0 6-1,0 5-229,0 4 1,0 1 0,0-7 0,0-1-225,0-4 1,6-6 0,0-14 0,-1-6-1278,3-7 0,-4-15 47,7 2 1,-7-13-1,4-4 1,-3-9-624,1-7 0,0-3 1829,-6-3 0,-8-5 0,-1-7 0</inkml:trace>
  <inkml:trace contextRef="#ctx0" brushRef="#br0" timeOffset="2650">3648 583 11906,'4'0'4336,"9"0"-4594,10 0 1,7 0 0,10 0 0,8 0-2138,7 0 1,21-10 2394,15-7 0,-41 2 0,-1-2 0,3-5 0,-1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1.15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590 0 8087,'-15'2'841,"2"2"0,3 4-90,2 1 0,-5 4 0,2 12 0,-5 9-191,-1 10 1,2 13 0,2 8-1,3 7-166,3 8 1,-5 10 0,7-1 0,1-7-264,2-12 1,4-9 0,3-11 0,5-7-559,-1-8-2277,7-16 1631,-7-12 1,1-9 0,-6-1-1,-8-5 1073,-8-2 0,-11-1 0,-3-6 0</inkml:trace>
  <inkml:trace contextRef="#ctx0" brushRef="#br0" timeOffset="183">25 600 8176,'-11'-2'1903,"-1"-4"0,10 4-1456,2-4 0,10 4 0,14 2 0,9 0-265,5 0 0,9-1 0,1-3 0,5-4-346,4-1 1,8-3-1,-2-5 1,2 0-1199,-3 0 0,3 0 0,-8-2 1362,-2-4 0,-1 4 0,-3-6 0</inkml:trace>
  <inkml:trace contextRef="#ctx0" brushRef="#br0" timeOffset="650">1001 103 8176,'0'-17'1303,"0"0"0,0 9 0,0 10-854,0 13 1,0 10 0,-2 11-1,-2 2-100,-1 2 0,-3 13 1,4 1-1,-1 3 8,1 2 0,-4 5 1,2-3-1,3 0-116,1-4 0,2-5 0,0-5 0,0-5-195,0-6 1,5-5 0,3-16-307,2-4 0,1-3 0,6-10 1,0-6-332,0-9 1,0-5 0,1-9-1,-1 3 144,0-3 0,0 1 0,0-1 1,0 3 73,0-3 0,0 1 0,1-1 1,-1 5 158,0 1 0,0 2 0,0 6 0,0 0 327,0 0 1,-5 7-1,-1 6 75,2 8 0,-5 8 1,-2 10-1,-4 7 159,-2 3 1,-2 3 0,-4 1-1,-3 2 165,-1 2 0,-3-6 1,5-5-1,1-1-483,-1-1 1,2-3 0,6-6-621,0-1 1,2-8-1,4-3 1,5-4-73,4-2 1,3-4 0,-1-5 662,0-9 0,0-3 0,0 4 0</inkml:trace>
  <inkml:trace contextRef="#ctx0" brushRef="#br0" timeOffset="1000">1652 651 12089,'7'-10'1024,"3"3"0,7 5-900,0-4 0,2 4 1,2-3-1,2 1-169,-2-2 1,-2 2 0,-2-5 0,0-1 7,0 1 1,0-3 0,-1-5-252,-5 0 1,-3 0-1,-8 0 152,0 0 0,-14 7 1,-5 3-1,-5 1 84,-7 0 0,1 0 1,-1 8-1,5 4 174,1 6 1,-4 5 0,7 4 0,1 3 263,2 3 1,9 1 0,4 7 0,6-1 55,6 0 0,4 0 1,11-1-1,5-5-709,8-5 0,12-4 0,2-4 1,7-3-897,8-6 1163,-4-5 0,15-8 0,-4-3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3.18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309 718 8140,'9'0'1067,"1"2"863,-4 3-264,-5-3-1153,7 6 0,-8-10-432,0-4 1,0 3 0,0-9-253,0-1 1,-8 5-1,-5 3 1,-6 1 56,-4-2 0,-1 4 0,1-2 1,-4 8 35,0 8 1,-5 5 0,5 4-1,-1 3 271,-1 3 1,10 1 0,0 7-1,8-1-8,3 0 1,3-1 0,6-5 0,5-7-81,6-8 0,10 1 1,7-9-1,1-1-65,-1-2 0,3-9 0,-3-7 0,3-5-113,2-4 1,-5-7 0,-2 1 0,-1-3-54,1-2 0,-4-2 0,5-2 0,1-4 98,-3-2 0,-1 6 0,-6-4 1,2 0-87,2-4 0,0 3 1,-6-1-1,-2 2-66,-3 4 0,1 0 0,-7 2 0,-3 0 98,-1 3 1,-2 10 0,0 1 277,0 3 0,-2 9-180,-3 4 1,-5 14 0,-7 7 0,0 8 47,0 4 1,0 3 0,0 10 0,-1 6 337,1 3 0,0 3 1,2-1-1,2 0-37,1 1 1,8 1-1,-1 2 1,3 0-306,2-5 1,0-6-1,2-10 1,3 0-647,7 0 1,9-15 0,2-7 0,-2-8-648,-2-4 0,-2-2 0,0-4 0,0-5-1240,0-5 2473,-7-8 0,5-3 0,-6-7 0</inkml:trace>
  <inkml:trace contextRef="#ctx0" brushRef="#br0" timeOffset="750">1097 701 8107,'0'-17'1568,"0"-1"0,5 1-896,1 0 1,0 6-548,-6-1 1,0 1-138,0-6 1,-2 7-1,-4 5 1,-5 3-30,-5 2 1,-6 0-1,-3 0 1,0 2 49,0 3 1,-5 5-1,3 7 1,-1 0 33,-1 0 0,8 6 0,-1 2 0,2 1 90,3 5 0,2-4 0,4-1 0,5-1 18,4-4 0,4 4 1,6-3-1,7-3-84,6-5 0,4-5 0,-3-5 0,5 2-136,0-2 1,-1-4-1,-5-6 1,2-6-50,-2-3 0,0-2 1,0-2-1,2-2 39,-2-2 1,-2-5 0,-2 5 0,-2 0-66,-4-2 0,3 6 0,-7-3 132,3 2 1,-6 3-93,1 0 1,-10 8 0,-7 5 127,-3 8 1,4 3-1,1 7 1,1-3 142,-1 2 0,4 3 0,-3 1 366,1 0 1,2 0 457,6 0-755,0 0 1,2-7 0,4-5-122,6-3 0,-3-4 1,1-3-209,-3-7 0,1-3 1,-4-2-1,1 0-202,-1 0 1,-2 0 0,-2-1-529,0 1 1,0 6-575,0 0 1628,0 7 0,-2-4 564,-4 8 0,4 8-161,-3 3 0,3-1-424,2 1 0,-2-1-435,-4 1 42,4 4 1,-5-5-1,7 7 207,0 0 0,5 0 0,3 2 0,2 2 61,3 2 0,4 2 1,6-4-1,5 3-282,5 3 1,1-6 0,2 2 0,2-6-603,2-6 1,0-3-1,-6-10 1,-1-4-2420,-5-5 3218,-3-12 0,0-4 0,1-7 0</inkml:trace>
  <inkml:trace contextRef="#ctx0" brushRef="#br0" timeOffset="1084">1850 67 8098,'0'-17'293,"6"0"731,0 0-775,-1 7 0,-5 5 1,-2 10-1,-1 9 342,-3 6 0,-6 1 0,5 10 0,-3 5 341,-3 8 0,3 5 0,1 5 0,1 3-347,5 5 0,1 5 0,2 1 0,0 1-544,0-1 0,0-5 0,2-4 0,3-5-399,7-11 1,-3-12 0,3-10 0,-1-6-1269,-2-4 0,5-9 115,-8-2 1,-1-7-1,-7-12 1511,-3-4 0,-5-4 0,-7-7 0</inkml:trace>
  <inkml:trace contextRef="#ctx0" brushRef="#br0" timeOffset="1250">1473 529 12093,'25'0'1436,"4"0"0,5 0-1684,6 0 0,4 0 0,9 0 1,2 0-771,2 0 0,2-1 1,-4-3 1017,2-2 0,8-15 0,-4 2 0</inkml:trace>
  <inkml:trace contextRef="#ctx0" brushRef="#br0" timeOffset="1684">2432 701 8001,'12'-6'967,"-3"-2"-54,-1-1 0,3-3 1,-3-3-317,1 4 1,-3-4 0,4 3-336,-3-3 1,-1 4 0,-6-1-284,0-1 0,-2 3 0,-4 1 0,-7 1 12,-8 4 1,-6 2 0,-7 4-1,0 4 117,0 6 0,1 3 0,3 4 0,3 2 112,3 2 0,1 7 1,8-1-1,1 1 0,3-1 1,7 1-1,0-7 1,8-2-101,7-2 1,10-4-1,4-2 1,2-3-147,3-3 1,-3-3-1,1-9 1,1-5-198,-3 0 1,5-5 0,-8 4 0,-2-6-99,-2-6 0,-2 4 0,-2-4 611,-3 4 1,1 2-142,-7 0 0,-3 9-84,-8 8 0,3 8 1,-6 9-1,2 2 50,1 4 1,1-4-1,8 5 1,3-1-421,3 0 1,3 0-1,10-8 1,6-1-3062,3-3 3366,10-7 0,9 3 0,10-7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4.2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343 223 7251,'9'-2'-271,"-3"-4"702,-4 4-109,5-5-253,-5 7 1004,6 0-951,-8 7 0,0-3 0,-2 8-38,-4 1 1,4 2 0,-3 2 0,3 1-4,2-1 0,-2 5 0,-2 3 0,-2 0-77,3 0 0,1-1 1,2-1-1,0 4 25,0 0 1,0-1-1,0-5 1,0 4 33,0 1 0,0-3 0,0 4 0,0 0 11,0-1 1,0-5 0,0 4 0,0 0-8,0 3 1,0-1-1,0-1 1,0 1-29,0 0 1,0-1 0,0 5 0,0-5 25,0-1 0,0 6 1,0-3-1,0 3-33,0-3 1,2 3 0,1-7-1,3 3-8,-2 3 0,-2-3 0,-2 0 0,0-1-16,0 1 0,0-4 1,0 5-1,0 3 31,0 1 0,0 2 0,0 1 0,2-1 24,3 0 0,-3 0 0,4 1 1,-4-1 21,-2 0 0,0 6 0,0 2 0,0 0-6,0 0 1,0-2 0,0-6 0,0-2-50,0-3 0,0 7 0,0-6 0,0 1 6,0 1 1,0-5 0,0 1 0,0 3-28,0 1 0,2 0 0,2-1 0,1-3-4,-1 3 1,0 5-1,0 0 1,1-2 73,-1 5 1,4-5 0,-2 6-1,-3-4-12,-1-2 0,-2-2 0,0-1 1,0-4 31,0-3 1,0 7 0,0-5 0,0 3-50,0-1 0,-2-5 0,-1 4 0,-3 0-38,2-1 1,2 3-1,2 5 1,0 0-3,0 1 0,0 4 0,0 3 0,0 0-2,0 0 0,0 6 1,0-3-1,0 3 100,0-2 1,0-5 0,2-6 0,2-1-12,2 0 0,-1 4 0,-5-2 0,0-3 3,0-1 1,0-5 0,0 1 0,0 1 6,0-3 1,6 7 0,0-5 0,-1 5-22,3 1 0,2 8 1,5 3-1,-2 5-70,-2 1 0,1-5 0,5 0 0,-2 1 71,-3 3 0,1-7 0,-7-3 1,-2-3 46,-3-3 1,-1-2 0,0-1 0,0-5-53,0-1 0,0 0 0,0-4 1,0 1-52,0-1 1,0 0-1,0 0 1,0 2-3,0-2 0,0 6 1,0 1-1,0 5-119,0 1 0,6 0 1,0 0-1,0 1 5,1-1 1,-5-2 0,4-1-1,-4-5 95,-2-1 1,0 3-1,0-5 1,0-2 48,0-2 0,0-2 1,0 2-1,-2 2 80,-4 2 0,4 0 1,-4-4-1,3 2-40,-3 2 1,4 7 0,-4-3 0,4 1-62,2 1 1,0 1-1,2 9 0,2 2-40,2 3 1,1-6 0,-3 2 0,2-4-38,-2-1 1,0-1 0,-1-2 0,3-1 57,-2-3 0,-2-7 0,-2 4 0,0-2 31,0-1 1,0 1 0,0-6 0,0 1 23,0-1 0,0 0 0,0 2 0,0 2-17,0 2 1,0 7 0,0-1 0,0 3-41,0 2 0,0-3 0,0 1 0,2 4 1,3 0 0,-3 0 0,4-1 0,-4-1 19,-2 0 0,6-1 1,-1-3-1,-1-1 4,-2 1 0,-2-5 0,0-1 1,0-1-29,0 0 0,0 6 0,0-7 1,0 1-20,0 2 1,0-4 0,0 8-1,0 1-20,0 2 1,6 4-1,-1 3 1,-1 0 7,-2 0 1,4 2 0,0-1-1,-3-2 38,-1-1 0,-2-3 1,0 0-1,0 0 64,0 1 0,0-7 0,0-1 0,0-1-54,0 1 0,0-4 1,0 3-1,0 1-52,0 0 1,0-4-1,0 5 1,0 1-61,0-3 0,0 7 0,0-5 1,0 5 35,0 1 0,0 0 0,0-2 0,0-1 45,0-3 0,0-1 1,0 3-1,0-3 9,0-2 1,-5 3-1,-1-5 1,2 0-29,2 2 0,2-4 1,0 5-1,0 1-63,0 0 0,0-5 0,0 7 1,0 1 16,0 3 0,0-1 0,2-1 1,2-5 36,2-1 1,-1 4-1,-3-7 1,2-1 83,2-2 0,-1 0 0,-5 2 0,0 2 13,0-2 0,0-2 0,0-2-63,0 0 1,0 0-1,0 1-28,0-1 0,0 0 0,0 0 0,0 0-32,0 0 0,0 0 0,0 0 0,0 1 28,0-1 1,0 7 0,0 3 0,0 2 6,0-1 1,2-7 0,2 4 0,2-2 22,-2-1 1,-1 1 0,1-6 31,2 1 0,0-1 27,-6 0 1,0-6-47,0 1 1,0-7-26,0 7 1,0-1 0,2 4-10,3-3 0,-3 3 1,4-4-34,-4 5 1,-2-5-300,0 1-1059,0-1-986,0-2 2395,0-1 0,0-8 0</inkml:trace>
  <inkml:trace contextRef="#ctx0" brushRef="#br0" timeOffset="1999">17 446 10174,'-9'0'492,"1"0"1,10-6 0,4 0-352,5 2 1,-1-5 0,1-1-1,1-1-198,-3 0 1,6-1 0,-3-7 0,5-2-23,6-2 1,-4-1-1,3 3 1,-2-4 45,-3-2 0,2 4 1,0-3-1,0 1 48,-4 4 1,-2-4 0,3 3 17,-5 1 0,2 2 6,-7 1-208,0 9-127,-6 1 0,0 10 299,0 4 0,0-2 44,0 7 1,2-5 20,3 5 1,-3-5-1,4 5 1,-2 1 70,1-3 1,3 7-1,5-5 1,-3 4-58,-3 2 0,7 1 1,-5-1-1,3 0-37,-1 0 0,1 0 1,3 0-1,-2 0-126,-2 0 0,1 1 0,5-1-392,0 0 0,-5-8 0,-3-1 473,-1-1 0,5-5 0,-3 6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8.4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18 326 8413,'-10'0'1161,"2"0"-363,8 0 0,14 0 0,3 0-753,2 0 0,0 0 0,0 0 0,2 0-58,2 0 1,5 0 0,-3 0-1,0 0-86,-1 0 0,7 0 1,-3 0-1,3 0 14,-3 0 0,3 0 0,-6 0 0,-1 0 44,1 0 1,6 0 0,-5 0 0,3 0 55,-1 0 0,1 0 1,5-2-1,0-2 37,1-1 1,-1-1 0,2 4-1,2-2-22,2-1 0,6-1 0,-5 4 0,3-2-35,4-1 1,1-1 0,3 6 0,-1 0-44,0 0 1,1 0-1,1 0 1,2 0-38,2 0 0,6 0 0,-4 0 0,0 0 37,0 0 0,10 0 0,-5 0 0,1 0 67,2 0 1,-1-6 0,3-1 0,-1-1 12,1 0 0,-7 3 1,-1 5-1,0 0 17,0 0 1,0 0 0,4 0 0,-2 0-99,1 0 1,1 0-1,2 0 1,-1 0-50,5 0 1,-5 1 0,-3 3 0,2 2 30,1-2 0,8-2 1,1-2-1,-3 0 45,-2 0 0,-1 0 0,1 0 0,3 0 75,1 0 1,0 0 0,-4 0 0,3-2 46,1-4 1,6 2 0,-4-5 0,0 1-32,0 4 1,4 2 0,-4 2-1,2 0-61,4 0 1,-4-5 0,2-1 0,0 2-86,-2 2 0,9 2 0,-5 0 1,-2 0 17,-2 0 0,4 0 1,-2 0-1,4 0 44,1 0 1,-5 0 0,0 0 0,0 0 21,-2 0 1,9 0 0,-5 0-1,-2 0 60,-2 0 0,4 0 1,0 0-1,4 0 74,-1 0 0,-1 0 1,-12 0-1,4 0-110,2 0 0,2 0 0,4 0 0,-2 2-96,-2 4 0,0-4 1,5 4-1,-1-5-79,-4-1 1,4 0-1,-5 0 1,7 0 81,5 0 1,1 0 0,1 0-1,-7 0 164,-3 0 1,3 0 0,5 0 0,4 0 80,1 0 1,-3-5-1,-8-1 1,1 2-119,0 2 0,5 2 0,0 0 0,-1 0-115,-3 0 0,1 0 0,1 0 0,3 0-110,-3 0 0,-7 0 0,-2 0 0,2 0 60,1 0 1,9 0 0,-3 0 0,-3-2 113,-4-3 0,-10 3 1,4-6-1,-4 2 34,-3 1 1,1-3 0,-13 4-1,-2-1-104,-1 1 1,-5 0-1,-3 0 1,-8-1-323,-8 1 0,1 2 1,-6 2-1,-1 0-565,1 0 1,-2 0 942,-6 0 0,0 0 0,0 0 0</inkml:trace>
  <inkml:trace contextRef="#ctx0" brushRef="#br0" timeOffset="784">11611 1 8453,'-17'0'-344,"6"0"103,-1 0 1,7 0-274,-7 0 1204,8 0 1,-3 0-102,7 0 0,2 6 0,3-1-451,7-1 1,-3-2 0,3 0 0,1 2-68,2 1 1,4 3 0,4-4 0,4 1-81,-1-1 1,7 4 0,-5-2 0,3-3-51,-3-1 0,3 4 0,-7 0 0,-1-1-182,-4 3 0,2-6 6,-9 4 0,-5-3 0,-3 1 363,-8 2 0,-11 5 0,-10-3 0,-1 0 26,-5-1 0,-1 7 0,-2-3 0,-1 4-86,1 2 1,-6-1 0,0-3-1,2-2-14,2 3 0,2-1 1,-1 0-1,3-3-219,4-3 1,-3 5 132,8-7 1,8-1-1,9-9 24,4-7 0,2-3 0,0-2 0,2 0 80,4 0 1,-4-1 0,4 1 0,-4 0 246,-2 0 0,2 2 0,1 2-83,3 1-1565,0 8 1006,-6-3 0,0 5 0,2-2-165,3-2 1,-3-1 0,4 1-364,-4-5 1,4-5 850,-1-1 0,1 0 0,-6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5.98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172 189 8296,'0'-12'0,"0"1"367,0-2 0,0-3 1,2-1 120,4 0 1,-5 0 0,5 0-253,-4 0 1,-4 2-1,-2 1 1,-3 5-198,-3 1 1,5 2-1,-7 6 1,-1 0-94,-2 0 1,-3 2-1,1 4 1,0 5-129,0 5 0,2 8 0,2 3 1,3 2-7,2-1 1,3 1 0,5 5 0,0 0 242,0 0 0,7-7 0,5-4 0,5-4 60,6-2 1,3-7 0,9-5 0,-3-5-30,-4-5 1,5-5 0,-5-9 0,3-2-24,-3-2 0,-5-7 0,-10 3 0,-3-1 2,-2-1 1,-3 8 0,-7-4 0,-3 3 30,-7-1 0,-5 6 0,-6 5 0,-5 1 61,-5 1 1,5 3 0,-1 7 0,1 2-117,1 3 1,-3 5-1,9 7 1,4 2-133,3 4 0,11 3 0,-3 7 0,4-3-98,2-1 0,13-8 0,6 1 0,6-4 122,5-7 1,3-3 0,3-8-1,2-2 27,2-4 0,0-3 1,-8-9-1,-3 1-35,-6 0 0,-12-6 1,-3 0-1,-3 1 53,1-3 0,-2 6 1,-12-4-1,-7 6 2,-6 5 0,-9-1 0,1 6 0,-3-1 41,-2 0 0,1 5 1,3 8-1,1 5 31,-1-1 0,5 6 1,4-1-1,8 5-195,7 4 0,4 0 0,4-6-52,4 0 0,5-8 1,10-3-1,4-4-531,2-2 1,-1-8 725,3-3 0,3-4 0,-5-2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7.15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221 138 10084,'10'-8'2432,"-3"4"-1756,-7-7 0,0 5 1,0-5-692,0-3 0,0-1 0,-1-2-41,-5 0 1,2 5 0,-7 3 0,-3 1-142,-1 4 0,-2 3 0,0 2 0,-2 5 13,-4 6 1,4 5 0,-4 4 0,4 3 214,2 3 1,7 0 0,5 3 0,3-3 108,2-3 1,2-1 0,3-6 0,9 1 71,7-1 0,3-8 0,7-3 1,-3-4-106,3-2 1,-1-8-1,1-3 1,-5-4-86,-1-3 0,-2 1 1,-8-2-1,-2-2 68,-1-2 0,-8 1 0,1 5 0,-5-1 22,-5 1 1,-7 0 0,-9 2 0,-3 4-109,-3 5 0,-2 4 0,-3 2 0,2 2-81,1 4 0,2 3 1,-1 8-1,5 0-184,4 0 0,2 8 1,2 2-1,3 1 3,7 1 1,5-8 0,5 2 0,9-4 79,7-2 0,5-2 0,8-4 0,3-5 456,3-4 0,-4-10 1,4-3-1,-6-4 28,-6-2 1,1 0 0,-10-2 0,-4-2-82,0-2 0,-7 0 1,-2 6-1,-4 0-170,-2 0 1,-8 5 0,-3 1 0,-6-1-217,-6 3 0,-2 1 0,-5 8 0,1 0-29,-1 0 0,-1 2 1,1 4-1,3 5 105,2 4 0,2 3 1,6-1-1,2 2 43,4 4 1,3-4 0,10 3-1,4-1 134,5 2 1,6-11 0,6-1 0,6-7 142,3-4 1,2 0 0,0 0-1,-1-2-82,-5-4 0,-3-3 1,-8-8-1,0-1-325,0 1 0,-7 0 0,-4 0-232,-4 0 0,-10 5 1,-3 1-1,-7 0-437,-4 1 1,1 3 0,-8 7 0,-1 0 194,-3 0 1,7 0 0,3 0-1,4 0 109,2 0 0,1 7 537,5 5 0,-4 3 0,5 2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8.20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292 189 8618,'0'-17'1133,"0"0"1,0 5-1,0 1-968,0-3 0,0-1 0,0-2-321,0 0 1,0 5-1,-2 1 101,-4-2 0,-3-1 0,-8 3 0,0 5 24,-1 4 1,-4 4 0,-1 4-1,0 5 129,-2 5 0,6 8 0,-2 3 0,6 2 44,4-1 1,7 1 0,-2 3 0,4-2-25,2-1 1,14-8-1,3 2 1,4-6 10,3-6 1,1-3-1,5-8 1,-1 0-1,1 0 1,-3-8-1,0-5 1,-4-6-43,-8-4 0,0-5 0,-7 3 0,-1 0 53,1 0 0,-4-3 0,-10 3 0,-5 0-45,-5 1 1,-3 3 0,-4 7 0,-5 5-226,-4 1 1,-3 3 0,1 5 0,0 1-29,0 5 0,7 9 0,4 8 1,4 0-18,2 2 1,7 1-1,5 7 1,3-3 217,2-1 1,9-8-1,8 0 1,10-6 139,5-4 1,3-7-1,-1 2 1,0-4 103,0-2 0,-1-8 1,-3-3-1,-3-7-166,-2-4 0,-3 3 0,-4-6 0,-3 2-96,-4 0 1,-3 0-1,-8 4 1,-2-2-230,-4-1 1,-5 1 0,-12 7 0,-6 5-155,-3 1 0,-2-3 0,0 5 0,-1 2 260,1 2 0,2 10 0,1 3 0,5 5 168,1 1 1,4 2 0,10 4-1,5 3 131,4 1 0,2 3 0,4-5 1,5 0 155,8 0 0,12-5 0,-1-8 0,5-6 18,1-4 0,0-2 1,1 0-1,-3 0-252,-4 0 1,3-8 0,-8-4 0,-2-3-54,-2-2 1,-10 0 0,-3-2 0,-4-2-169,-2-2 1,-8 0 0,-3 8 0,-6 2-320,-6 1 1,-4 9 0,-7-3 0,0 4 2,-1 2 0,7 0 0,1 2 0,3 4 162,3 5 0,2 4 0,1 2 0,3 1 175,4-1 1,3 0 0,8 0 0,0 0-37,0 0 1,8-7 0,3-3-1,4-1-554,3 0 0,-1-1 0,0-5-2102,0 0 2769,0 0 0,-7-7 0,-3-3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9.1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258 359 8000,'6'-17'449,"-1"-1"0,7 1 0,-7 0 1,-1 0-113,-2 0 0,-2 0 0,0 0 1,0 0 9,0-1 1,0-4 0,0-1 0,-2 2-144,-4 2 1,-3-4 0,-8 2 0,0 4-241,0 4 0,-6 7 0,-2-4 1,0 3-34,1 3 1,-1 4-1,4 6 1,-2 7 47,2 8 0,4 6 0,6 9 0,5 2 156,4 2 0,2 2 1,2-4-1,4 2 79,5-2 1,10-10 0,4-5-1,1-4-87,5-2 0,7-7 1,2-5-1,-2-3-160,-2-2 1,-8-9 0,-1-6 0,0-8-108,-1-4 1,-10 0-1,-1-3 1,-6 1 112,-5-1 1,-2 0 0,-4 1 0,-4 4 77,-5 1 1,-6 5 0,-6-4 0,-4 6-13,1 5 0,-7 5 1,7 7-1,-3 0-2,1 0 1,7 3 0,-2 7 0,4 7 54,2 2 1,7 8 0,3 1 0,1 5 75,0 1 1,2-2 0,10-3 0,6-6 27,3-4 0,4-4 1,4-4-1,5-5-75,5-4 0,1-10 1,0-5-1,-2-6-255,-3-4 1,-4-7-1,-8 3 1,0-2-67,0 1 0,-7 5 0,-5-4 0,-3 3 92,-2 3 0,-7 2 0,-5 2 0,-5-1 6,-6 1 1,2 8 0,-7 3-1,-1 4 57,3 2 0,-5 8 1,8 3-1,2 6 97,2 6 1,4-2 0,2 8 0,3-1 12,3-1 0,1-2 0,6-8 0,2 0 201,4 0 0,5-2 0,10-3 0,4-7-122,1-3 0,1-8 0,3-1 0,-3-5-160,-2-7 1,-2 6 0,-8-8 0,-2 0-156,-1 2 0,-9 0 1,3 2 38,-4 0 1,-4 2 0,-4 1-1,-5 5-140,-4 1 1,-8 3-1,-2 5 1,0 1 80,1 5 0,1 4 0,6 9 0,0 2 116,-1 1 1,3 1 0,4-4 0,5 2-64,4 2 1,4 0 0,4-8-804,5-3 1,4-5 940,3-7 0,6 0 0,3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0.2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326 275 8178,'6'-17'-1299,"1"0"1442,3 0 1,-4-1 1067,5 1-581,-7 8 0,3-1-77,-7 5 1,-1-5 0,-3-7-129,-2 0 1,-2 5 0,3 1 0,-7-2-212,-3-3 1,-2 1 0,0 2 0,0 3-150,0 3 0,-6-5 1,0 7-1,0 1-9,-2 2 1,6 4 0,-4 3-1,4 9-193,2 7 0,2 0 1,4 7-1,5 3 184,4 1 1,2 0-1,2-1 1,4-5 185,5-1 0,6-2 0,6-6 1,4-2-43,-1-3 0,7-5 0,-5-7 0,3 0-153,-3 0 0,-1-2 1,-6-3-1,2-9-81,-2-6 0,-10 1 1,-5-6-1,-4 2 8,-2 0 0,-2-2 0,-4 4 0,-7-1 19,-8 1 1,-6 2-1,-7 3 1,0 5 19,-1 5 1,1 4 0,0 4 0,0 4 28,-1 5 0,9 7 0,3 4 0,6 5 8,5 0 0,5 5 1,9-5-1,3 1 88,7 1 0,9-10 0,3 0 0,5-8 29,7-3 0,-2-2 1,6-6-1,-4-2-120,-1-4 0,-1-4 0,-2-7 0,-3 0-52,-6 0 1,-10 0-1,-3-2 1,-3-2-27,-3-2 1,-4 0 0,-6 6 0,-7 0-134,-8 0 1,-6 5 0,-7 3-1,-2 1 15,-4 5 1,4 1-1,-4 2 1,6 2 236,5 3 0,-1 10 0,7 10 0,4 0 24,5 0 1,7 3 0,7-3 0,0 0 116,0-1 1,9-3 0,8-7 0,10-5 40,5-1 1,3-2 0,-1-8 0,0-4-233,0-6 0,-5-3 1,-2-2-1,-3 0-215,-3 0 0,-9-6 1,-7 0-1,-3 2-228,-2 2 0,-2 2 1,-5 2-1,-10 2-397,-10 1 1,-5 8-1,-4-1 1,-2 3-273,-2 2 1,1 2 0,11 1 1082,5 3 0,-4 15 0,1-2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1.7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69 8306,'-15'-2'1188,"2"-2"-343,1-1 0,7-3 0,-7 4-584,-1-1 1,3-7 0,-1 5-271,-2-3 1,-3 6 0,-1-1-170,0 3 1,2 9-1,2 5 1,3 3 141,2 2 0,3 2 0,5 4 0,0 5 139,0 5 0,2-1 0,5-1 0,8-5 108,6-1 1,8 4 0,-4-9-1,1-2-97,5-5 0,-5-9 0,1 1 0,-2-3-48,-4-2 0,-2-7 0,-4-5 0,-4-5-35,-5-6 1,2 2-1,-3-7 1,-3-1 58,-6 3 0,-7-5 1,-10 8-1,-2 2 97,2 2 0,-3 4 1,-1 2-1,0 3-73,0 3 1,1 1-1,3 8 1,-2 4-70,2 5 1,10 12 0,5 5 0,4 5-100,2 1 0,0-5 0,2-3 1,4 1 47,5 0 0,10-7 1,4 3-1,-1-6 212,1-5 1,4-5 0,-7-7 0,1 0-76,2 0 0,-6-7 1,2-6-1,-6-7-92,-3-2 0,-7-3 1,5 2-1,-3-4-233,-3 1 1,-4-1-1,-4 6 1,-3-2-73,-3 2 0,-3 2 0,-8 4 0,-2 2 167,2 1 1,-5 9 0,-1-3 0,0 4 66,5 2 0,3 2 0,3 6 0,3 7 150,2 6 0,7 7 1,-2-3-1,4 0 67,2-1 0,8-1 0,3-6 1,4-1 112,3-5 0,4 2 1,1-7-1,0-2-101,2-2 1,-6-10 0,4-1 0,-6-5-139,-6-3 0,3 4 1,-9-10-1,-1 4-337,-2 2 0,-2 0 1,-2 0-1,-4 0-153,-5-1 1,-6 3 0,-4 2 0,-2 3-188,2 3 0,0 1 0,0 6 226,-2 0 0,2 2 0,10 4 0,5 5-199,4 4 1,2 2-1,0 1-521,0-1 0,8 0 1112,3 0 0,12-8 0,4-1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8.7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154 103 8316,'17'0'229,"-5"0"205,-1 0 0,-5 0 1,4-2 455,-3-4 1,1 2-181,-3-7 1,-3 0-261,4-7 1,-4 1 0,-4 2-356,-4 4 1,1 3-1,-11 8 1,-3 0-219,0 0 0,-2 0 0,0 0 0,-1 2-50,1 4 0,2 3 0,2 8 0,1 0 72,5 1 0,-2-1 0,7 0 0,2 0 142,2 0 0,2 0 0,2 0 1,4 0 199,5 1 0,10-7 0,4-2 0,2-1-92,3-4 1,2-2 0,1-4-1,-5-2-22,-5-2 1,2-7 0,-4 2-1,-4-5-8,-4-1 1,-9 0-1,2 0 1,-4 0 49,-2 0 0,-8 0 0,-3 0 0,-7-1-213,-4 1 0,-3 8 0,-6 3 0,3 4 57,-3 2 1,1 0-1,1 2 1,7 4-91,3 5 0,1 6 1,3 4-1,4 4-45,5 2 1,4-5 0,2 5-1,4-2 203,7-4 1,3-4-1,14-4 1,3-3 65,1-3 1,2-1-1,-1-8 1,-3-2-36,-1-1 0,-8-9 1,1 3-1,-3-4-117,-1-2 1,-9-1 0,-3 1 0,-4 0-95,-2 0 0,-4 0 0,-6 0-57,-7 0 1,-9 5 0,1 3 0,-2 1-20,-3 4 0,-3 2 0,1 2 0,2 0 190,1 0 1,8 8 0,-2 3-1,6 7 194,6 4 1,3-3 0,8 6-1,0-2 104,0 0 0,10 0 1,5-8-1,8-2 7,3-1 1,3-9 0,3 3 0,-1-4-56,-3-2 1,-7-2-1,2-2 1,-6-3-184,-5-3 1,1 5-1,-7-7 1,-3-1-262,-1-2 0,-4 3 0,-3 1 0,-7-1-78,-3 3 1,-8-5-1,-1 9 1,-3-1-116,-4-2 1,7 7 0,-1-5 0,2 4-51,0 2 1,6 6 0,8 1-264,1 3 0,4 1 0,10 4-2427,5-3 3112,5-5 0,8 1 0,3 2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5.3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480 257 8188,'0'-17'316,"6"5"1,0 1 538,-2-2 0,-3 3 0,-1-1-239,0-3 1,0 5-161,0-2 0,0 5-369,0-6 0,-7 9 0,-5-5-107,-3 0 0,-2 6 1,-2-1-1,-4 6 19,-5 9 1,-5 5 0,-1 6 0,-2 5 105,-4 5 0,4 1 1,-4 2-1,4 4 87,1 6 0,9-2 1,3 1-1,6 3-97,5 1 0,5 1 1,9-5-1,5-5-41,10-3 0,8-5 0,11-6 0,4-6-135,6-7 0,2-9 0,-1 1 0,-3-3-141,-2-2 0,-2-5 0,-6-3 0,-2-2-519,-3-3 1,-4-2-1,-10-2 1,-2 0-401,-1 0 0,-9-3 1141,3-2 0,-4 3 0,-2-6 0</inkml:trace>
  <inkml:trace contextRef="#ctx0" brushRef="#br0" timeOffset="367">823 0 8357,'0'10'1999,"0"-1"-1385,0-3 1,0-2-1,-2 7-149,-4 2 1,4 5 0,-3 4 0,3 7-48,2 3 0,-6 10 1,0 4-1,3 5-329,1 6 1,2-2 0,0 6-1,0-2-436,0-4 1,0-7 0,0-6 0,0-2-457,0-2 0,2-15 1,1 1-1,5-10-947,1-7 1,-3-1 1749,6-6 0,-1-15 0,6-4 0</inkml:trace>
  <inkml:trace contextRef="#ctx0" brushRef="#br0" timeOffset="867">1337 463 8936,'0'-12'1475,"0"1"1,0-1-1123,0-5 0,0 6 0,0-1-408,0-1 1,-2 5-1,-4 3 1,-4 1-59,1-2 1,-8 4-1,2-3 1,-6 3 57,0 2 0,0 7 0,0 5 0,-4 5-14,-1 6 0,5-2 0,-2 7 0,6 1 139,5-3 1,-1 5 0,7-7 0,2 1 71,2 0 0,2-2 1,2-6-1,6-2-48,9-3 1,2-5 0,8-7 0,-1 0-101,1 0 0,-4-6 0,4-3 0,-1-4-168,1-6 0,-6-2 0,2 4 0,-6-1 107,-6 1 0,2 0 1,-7 0 289,-2 0 1,-2 0-46,-2 0 0,-2 7 0,-4 6-369,-5 8 0,-2 6 0,1 7 1,4 0 95,1 0 1,5 0 0,-4 0-1,4 0-22,2 1 1,8-1-1,3 0 1,5 0-297,1 0 0,2-7 0,2-5 0,3-3-579,3-2 0,-4 0 992,5 0 0,1-15 0,5-4 0</inkml:trace>
  <inkml:trace contextRef="#ctx0" brushRef="#br0" timeOffset="1367">1970 325 8223,'-2'-11'283,"-1"0"468,-3-3 0,0 5 0,6-3-319,0-1 0,0 4 1,-2-1-177,-3 2 0,3 1-268,-4 1 0,2 4 0,-2-3-24,-5 3 0,-4 4 1,-2 1-1,-1 5-94,1 1 1,0 1 0,0 3 0,0-1 49,0 1 1,0 2-1,2 2 1,1 0 63,3 1 1,7-7-1,-2 0 1,4 3 40,2 1 0,8 2 0,5-2 0,8-1-85,8-3 0,-3-1 1,3 3-1,1-4-43,3-1 0,-7 5 1,-1-3-164,0-1 0,-8 7 288,0-5 0,-9 2 1,-14 1-1,-7-5 17,-8-1 1,-6-1-1,-7-3 1,0 4 6,-1 1 0,3-5 0,2 4 0,3-3-686,2 1 0,2 0-1301,6-6 1941,8 0 0,9 0 0,9 0 0</inkml:trace>
  <inkml:trace contextRef="#ctx0" brushRef="#br0" timeOffset="1750">2535 291 8223,'-9'-7'1733,"1"3"-215,8-8-1225,0 1 1,-2-4-406,-3 3 1,-5 3 0,-7 5 17,0-2 0,0 1 0,0 7 0,-2 1-16,-4 3 1,2 5 0,-6-3 0,2 2 100,5 3 1,2 2 0,7 2 168,5 0 1,4 0-1,4 1 0,4-1-33,5 0 0,10-6 0,4 1 0,2 1-91,3 2 0,2-3 1,1-1-1,-3 2-120,-1 3 0,-8-5 0,0 0 0,-6 1 98,-4-3 0,-7 7 0,0-5-8,-8 4 1,-11-3-1,-10-3 1,0-1-327,1-4 1,-5-2 0,6-2 0,0 0-1120,-1 0 1439,5-8 0,-6-2 0,8-7 0</inkml:trace>
  <inkml:trace contextRef="#ctx0" brushRef="#br0" timeOffset="2283">3032 463 14596,'11'0'1160,"1"-2"-985,1-4 0,-3 2 0,1-7 1,2-3-166,3-1 1,6-4 0,1-4 0,0-3-240,2-1 1,-6-5 0,4 3-1,-2-3-76,1-3 0,-4 1 0,1 2 0,-6 3 75,0 7 1,-5 2 35,-2 3 0,-4 10 264,-2 7 0,-6 15 0,-2 14 0,1 3 269,-1 2 1,-3 8 0,5 2-1,0 1 45,-1 1 1,5 0 0,-4 3 0,4 1-494,2 1 0,0-11 1,2 6-1,4-10-966,5-8 1,4 3 0,2-10 0,1-6 1074,-1-7 0,0 1 0,0 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3.35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120 69 7803,'10'-8'967,"-2"6"0,-7-6 0,3 7 438,2-5-989,0 4 0,-6-8-250,0 5 0,0 1-326,0-8 1,-2 9 0,-4-3-106,-5 4 0,-5 4 1,1 4 124,4 5 1,-3 10 0,9 2 0,1 0 355,2 1 1,2-3 0,0 6 0,2-2-52,4-4 1,5-8 0,10-4 0,4 1-104,1-1 1,-5-5 0,4 2 0,-2-6-36,0-6 0,0-3 0,-8-8 0,-2-2 41,-1-4 1,-9 4 0,3-4 0,-4 2 10,-2-2 1,-2 8-1,-4-4 1,-7 2 15,-8 3 1,0 3 0,-7 0 0,-1 5-64,2 4 0,-3 2 0,5 2 0,1 6-25,-1 9 1,2 2-1,6 9 1,2 3-66,3 1 0,5 0 1,7-1-1,1-5 76,5-1 0,9-4 1,10-9-1,2-7 55,3-3 0,3-2 0,1-2 0,-2-3-137,-3-7 1,1-3 0,-7-2 0,-2 0 60,-2 0 0,-4-6 0,-3 0-5,-7 2 1,-3 2-1,-4 2 1,-3 2-32,-7 3 1,-5-1 0,-4 7 0,-4 2 27,-1 2 0,-3 2 0,-3 0 0,1 2 32,3 4 1,5-2-1,-4 9 1,3 4 51,3 4 1,9 4 0,7-2 0,3 3 33,2 1 0,2-2 0,5-8 1,8-2 14,6-3 0,10-5 0,-3-7 1,5 0-123,1 0 0,-6-7 0,-1-5 1,-2-3-18,-4-2 0,-2-6 1,-4 0-1,-4 2 54,-5 2 0,-4 2 1,-4 0-29,-4 0 0,-3 5 0,-10 3 0,-2 1-70,-2 4 0,-7 3 0,3 2 0,0 3 50,5 2 1,-3 7 0,2 1-1,4 5 20,6 3 1,-1 1 0,9-6 0,1 1 115,2-1 1,10-2 0,3-4-1,6-5-6,6-4 1,2-2 0,5-2 0,-3-4-68,-3-5 0,-1-2 0,-6-1 0,1 3-531,-1-2 1,-8-3-225,-3-1 1,-6 8-1,-8 3 1,-7 4-961,-6 2 0,-4 2 1663,3 4 0,-5 3 0,-7 8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5.13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223 101 8266,'-10'0'2345,"1"0"-1552,3 0 1,4-2-615,-3-4 1,3 3 112,2-9 0,0 6-217,0-5 0,0 0-223,0-6 0,-8 7 0,-2 2 51,1 1 0,-6 5 0,3-4 0,-3 6 120,-2 6 1,0 3 0,0 9 0,2-1 45,3 0 0,-1 6 0,7 1 0,2 1 42,2 0 1,2-2 0,2-6 0,4 0 49,5 0 1,5 0 0,3-2-1,2-3-28,1-6 0,7-5 0,-4-1 0,-1 0-30,1 0 0,-2-7 0,-6-5-43,0-3 0,-2-2 0,-3 0 1,-6 0-21,-5 0 1,-1 0-1,-1-1 1,-5 1 6,-6 0 1,-3 0 0,-2 2 0,-2 3-41,-4 7 1,2-3-1,-5 2 1,1 3-96,4 1 1,-4 4-1,2 1 1,3 7 34,0 5 0,5-2 0,4 12 1,5 0-29,4 3 0,2-1 0,2 0 1,4-3 81,5-3 0,12-2 1,6-1-1,3-3 144,2-4 0,0-3 1,-1-8-1,-3-2 12,-1-4 0,-3-3 1,3-8-1,-6-1-74,-4 1 0,-10-6 0,-3 1 0,-4-1-131,-2-2 0,0 6 0,-2-4 1,-4 4-67,-5 2 1,-10 6 0,-4 1 0,-1 1 65,-5-1 0,1 6 0,-1-1 0,3 3 83,-3 2 0,7 5 1,1 5-1,4 3 13,2 6 0,1 8 0,5-2 0,5 1-30,4 5 0,4-7 0,4 1 0,5-4 13,5-4 0,8 2 0,5-13 0,3-2 48,2-2 0,-1-2 0,-3-2 1,-3-4-2,-2-5 1,-4-5-1,-8-1 1,-4 0-70,-1 0 0,3 0 0,-5 0 0,-4 0-32,-6 0 0,-1 1 0,-11 5 0,-3 3-118,0 1 1,-7 5-1,-1-4 1,0 4 140,5 2 0,-3 0 0,2 2 0,2 4 87,2 5 1,4 4-1,1 3 1,5-1 19,1 0 0,3 0 1,5 0-1,2 0 77,3 0 0,5-7 0,9-4 0,2-5-40,2-1 1,5-1-1,-5-3 1,-2-4-154,-2-1 1,-2-3-1,0-3 1,-2 2-451,-3 1 0,1 1 187,-7-6 0,-2 1 0,-10 3 11,-6 2 1,-3 7-1,-2-2 1,0 6 161,0 6 0,0-2 0,0 5 1,1 1 42,5-1 0,-2-3 1,5 3-466,-1-1-210,5 5 1,-2-11 0,12 4 730,5-4 0,12 6 0,4 1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6.3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223 103 8243,'-2'-11'1417,"-4"-1"0,3 1-1026,-9-6 1,8 5 0,-3 3-310,-1 1 1,4 0-1,-7 5-8,-2-3 0,3 0 0,-1 6 0,-3 0 21,-1 0 0,0 8 1,2 3-1,1 4 99,-1 3 1,0 6 0,-1 5 0,5 3 14,1 2 0,2 6 0,6 0 1,2-2-147,4-1 1,4-11 0,9-3-1,2-4-28,1-2 1,7-7 0,-4-5-1,-1-3-30,1-2 0,4-7 1,-7-7-1,-1-5 55,-2-3 1,-9-7 0,-2 4-1,-3 1 64,1-1 1,0-4 0,-8 6 0,-4 2 30,-5 2 1,-5 2 0,-3 0 0,-2 2 43,-1 4 0,-3-3 0,4 9 0,-2 1-245,2 2 1,2 4 0,2 3 0,0 7-162,0 3 1,7 4 0,5 2-1,3 4 91,2 1 1,0 1-1,2 2 1,3-7 69,7-3 0,3-1 0,2-3 0,2-4 96,4-5 0,2-4 1,5-4-1,-3-4 15,-3-5 1,-1-4 0,-6-3-1,-1 1 43,-5 0 0,2 0 0,-7 0 0,-2 0 60,-2 0 0,-2 0 0,-2-1 0,-4 3-60,-5 4 1,-6-3-1,-4 9 1,-4-1-148,-2-2 0,6 7 0,-3-5 0,1 4-147,0 2 0,0 8 0,8 3 1,2 4 96,1 2 1,7 2-1,-5 2 1,2 4 146,5 2 1,3-6 0,5 1 0,7-3 24,3-1 0,8-7 0,2-2 0,1-1-83,5-4 1,-5-4 0,1-4 0,0-4-26,-1-1 1,-7-2 0,0-7-1,-7 1-6,-5 0 1,1 0-1,-4 0 1,1 0 117,-1 0 0,-10 5 0,-5 3 0,-6 1-4,-6 4 1,2 2 0,-5 2 0,-1 0-39,0 0 0,6 2 0,-2 4 0,4 5-142,2 5 1,8 1 0,1 0 0,2 0-169,1 0 0,1-2 0,8-1 0,3-5-514,3-1 1,3-2-1,8-6 1,2 0 778,-2 0 0,6-8 0,-1-2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7.4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171 86 8084,'8'10'2701,"-6"-3"-927,5-7-1450,-7 0 1,0-7 0,0-5-75,0-3 1,0 4-1,-1-1-101,-5-1 1,2 3 0,-7 1 0,-3 1-67,-1 4 0,4 2 0,-1 2 0,-1 0-110,-2 0 1,-2 6-1,1 4 1,3 3 115,2 6 0,1 4 1,-1 0-1,5 3-56,4 1 1,4 5 0,4-5 0,5 0 0,4-5 1,4-3 0,2-3-1,4-3-95,2-2 1,-6-7-1,3 0 1,-1-8-10,0-7 0,0-6 0,-6-4 0,-2-4 73,-3-2 1,-5 1 0,-7-5 0,0 3 127,0-3 1,-2 7 0,-3 1 0,-7 6 34,-3 5 1,-2-1-1,0 7 1,-2 2-113,-4 2 0,4 4 0,-4 4 0,4 5-87,2 5 0,2 3 0,1 2 0,5 3 10,1 3 0,2 2 0,6 5 0,0-2 25,0-3 1,8 1 0,4-7 0,3-2-1,2-2 1,6-10 0,1-3 0,3-4-27,4-2 1,-5-8 0,1-5 0,-2-6-63,-5-4 1,-1-5 0,-3 3 0,-3 0-24,-2 1 1,-7-5-1,2 6 1,-6 2 156,-6 2 0,-3 8 0,-10-1 0,-2 1 13,-2 1 1,-8 3-1,5 7 1,-3 0 24,1 0 0,5 2 0,-4 3 0,4 7-7,8 3 0,-2 8 1,8 2-1,-1-1-18,4 1 0,4-2 0,4-4 0,4 2 16,6 2 0,3-6 0,4-8 1,2-1-68,2-4 1,5-4 0,-5-6 0,-2-5-71,-2-5 1,-2-6 0,0-3 0,-2 0-186,-3 0 0,-5-3 0,-7 5 0,0 0-19,0-2 1,-9 6-1,-8-2 1,-8 8-190,-2 7 0,-5 5 0,3 1 1,-1 1 51,1 5 0,-1 4 0,9 7 1,4 2-500,4 4 0,9-2 0,-2 5 900,4-1 0,10-2 0,1-6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8.5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292 138 8870,'0'-12'1338,"0"1"0,0 5-998,0-5 0,0 0 1,-2-7-128,-4 1 1,2 6 0,-7 1 0,-2 1-74,-3-1 0,-1 7 1,0-3-1,0 4-55,0 2 1,-6 0-1,0 2 1,2 4-52,2 5 0,2 10 0,2 4 0,3-1 40,7 1 0,3 4 1,2-7-1,0 1-12,0 2 1,7-6 0,5 4 0,5-6-12,6-6 1,-2-1-1,5-6 1,1 1-45,0-1 1,-6-2-1,1-4 1,-3-3-3,-1-7 1,-3 3-1,-2-3 1,-3-1 35,-3-2 1,-1-2-1,-6-1 1,-2 1 89,-4 0 0,1 2 0,-11 2 0,-3 3 15,0 2 1,-5-3-1,-1 5 1,0 3-58,0 1 1,-3 2 0,3 2-1,0 3-61,1 7 0,3 3 0,7 4 0,5 2-102,1 2 0,3 5 1,5-3-1,2 0 136,3-1 1,7-3 0,9-7 0,3-5-34,3-1 1,1-2-1,7-6 1,-3-2-41,-3-4 0,1-4 0,-5-9 1,-2-2-116,-4-1 0,0-3 0,-14 4 0,-1-4 40,-2-1 1,-2 5 0,-2-2 0,-4 4 50,-5 2 0,-10 7 0,-4 3 1,-1 1 106,-5 0 1,5 0-1,-1 8 1,0 4 2,1 5 0,5 5 0,0 3 0,6 2-121,3 1 1,8 7-1,-1-4 1,3-1 25,2 1 1,7-4 0,5-9 0,5-7-192,6-3 0,-4-2 1,6 0-1,-3-2-694,1-3 1,0-5-1,-6-5 1,-2 2-3047,-3 1 3951,-5 1 0,1-14 0,2-2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9.90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290 86 9626,'-10'0'1763,"-3"-8"-1531,7-3 0,-5-4 0,3-1 1,-2 3-69,-3 2 1,-2 7-1,-2-2 1,0 4 22,0 2 0,-2 0 1,-2 2-1,-2 4 17,2 5 1,2 4 0,4 4-1,1 2-38,3 2 1,7 8 0,-2-3 0,6 3-106,6-3 1,5 3 0,10-9 0,4-1-67,2-2 0,-4-9 0,3-4 1,1-4 65,0-2 0,-7-2 0,3-4 0,-4-7-47,-2-8 0,-7 0 1,-4-6-1,-4 2-20,-2 4 1,0-3 0,0 1 0,-2 2 20,-4 2 1,-4 4 0,-9 1 0,-2 5 20,-1 1 1,-3 3-1,4 5 1,-2 0-21,2 0 0,-2 7 1,4 5-1,4 3-25,0 2 1,7 6 0,3 2 0,3-1 42,2 1 0,2 4 0,3-5 0,9 1-4,7 0 0,-1-4 0,9-8 1,1-4-33,3-1 0,-1-2 0,-1-8 0,-5-4 5,-1-5 0,4-10 1,-7-2-1,-3 0-44,-5-2 1,-7 6 0,-7-5-1,0 1-25,0 0 1,-2 0 0,-3 8 0,-9 2 42,-7 1 0,-3 7 0,-7-5 0,3 2 29,-3 5 1,1 1 0,1 4-1,5 3 51,-1 7 0,8 3 0,-2 4 0,7 2 100,5 2 1,1 5 0,6-3 0,2 0 19,4-1 1,3-1 0,10-6 0,2-1-133,2-5 1,5-3-1,-3-8 1,0 0-57,0 0 1,-3-8 0,-4-3 0,-3-5-82,-4-1 1,3-6 0,-9 1 0,-1 1-199,-2 2 1,-4 2 0,-4-1 0,-5 3-30,-4 4 0,-2-3 0,-2 9 0,-2 1 201,-2 2 0,0 2 0,6 0 0,2 2 165,3 4 1,-1 3 0,7 8 0,2 2-209,2 4 1,2-4 0,0 4 0,2-6-586,4-5 0,4 1 0,7-7 746,0-3 0,8-8 0,1-5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1.08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223 154 7806,'10'-7'668,"-3"3"62,-7-7 1,0-1-160,0-5 0,0 0 0,0 0-176,0 0 1,-1 5 0,-5 3-269,-6 1 1,3-3-1,-2 5 1,-3 2 23,-1 2 0,-2 2 0,0 2 0,0 4-155,-1 5 1,1 5-1,0 3 1,2 2 20,4 1 0,-3 7 0,9-4 0,1-1 54,2 1 1,4 4 0,3-5 0,7 1-29,3 0 1,4-2-1,2-8 1,4-4-31,1-5 0,-5-4 0,2-2 0,-4-2 113,-2-4 0,0-3 1,-1-10-1,-3-4 2,-2-6 0,-7 3 0,2-1 1,-4 0 3,-2 1 1,-8 5 0,-3-2 0,-4 4 50,-3 2 1,-1 2-1,-1 1 1,-5 5-169,-2 1 0,6 3 0,-4 6 0,3 5-65,-1 6 0,0 9 1,8 3-1,3 3 59,7 3 1,3 8 0,2 2-1,0-3 17,0-7 1,9 0 0,6-7-1,8-2-48,4-2 0,1-4 0,7-3 0,-1-8-81,0-8 0,0-8 1,-1-9-1,-3-3 1,-1-3 0,-14-1 0,0-7 1,-3 1 53,-3 0 0,-5 7 0,0 4 1,-8 4 111,-7 2 0,-7 0 0,-2 2 0,-5 3 91,-2 7 0,-1 3 1,-5 2-1,3 0-72,1 0 1,3 7-1,-3 5 1,8 3-32,8 2 1,0 8 0,7 2 0,2-1-18,2-3 0,2 2 1,2-2-1,6-2-133,9-2 1,2-10 0,9-3-1,1-4-510,-3-2 1,7-2-1,-7-2 1,1-4-380,-4-1 1,-6-3-1,-4-5 987,-1 0 0,-1-8 0,6-1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2.28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189 120 9333,'-9'8'1053,"1"-6"1,8-2-1,0-12-898,0-3 0,0-2 0,0 0 19,0 0 0,0 5 0,-2 3-81,-3 1 0,-5-3 1,-7 5-1,0 2-4,0 2 0,0 10 0,-1 3 0,3 5-65,4 1 0,-2 7 0,7 3 1,2 2 38,2-1 0,4-7 0,4 4 0,5-2 16,4-1 1,4-4-1,2-9 1,2-1-34,-2-4 1,4-3 0,-2-2 0,-2-5 9,-2-6 0,-8 1 0,-1-4 0,-3-4-14,-3 0 0,-2 0 0,-2 2 0,0-1-31,0 1 1,-8 2 0,-3 2 0,-4 1-27,-3-1 1,-1 5-1,-1 3 1,-3 3 12,2 2 1,-4 2-1,2 3 1,2 7 88,2 3 1,8 4-1,1 2 1,3 4-47,3 1 0,2 1 0,4 2 1,4-7 181,5-3 1,12-1 0,5-3-1,5-4-155,1-5 0,-5-4 0,-1-2 0,1-2-175,-3-4 0,5-9 0,-10-8 1,-4 2 24,-4 2 0,-9-4 1,2 0-1,-5 1 46,-1-3 0,-9 12 0,-6-5 0,-8 3 40,-4 0 1,-1 6 0,-7 3-1,1 4-19,0 2 0,5 2 0,3 2 0,1 5-89,4 6 0,4-1 1,6 9-1,5-4-408,4-2 1,4 0 0,4 0 0,7-2-1315,8-3 1,5-5 1825,9-7 0,7-15 0,1-4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6.8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33 69 12723,'11'-9'1684,"-1"1"-1392,-3 1 1,7 3 0,-3-6-152,4 3 0,2-1 0,2 4 0,2-1-24,2 1 0,0 2 0,-4 4 1,2 3 59,2 7 1,-2 5 0,-10 4 0,-3 4 97,-1 1 0,-5 5 1,2 9-1,-10 5-76,-11 5 1,-6-5 0,-9 1 0,0 2-214,-4 1 1,-1 1 0,7-5-1,3-5-187,3-4 0,1-9 0,8-4 1,3-4 21,6-2 0,6-7 0,6-5 1,6-3 74,3-2 1,10 0 0,3-2-1,4-2 49,3-1 0,-1-7 1,0 5-1,0-1 16,1 1 1,-1 1 0,0 4-1,0-2-528,1-2 1,-9 1 0,-3 5-1844,-4 0 1,-7 0 2409,-1 0 0,0-8 0,7-1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4.46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392 566 8136,'10'-2'603,"-3"-2"199,1-2 1,-4-1-139,7 1 1,-7 2-299,2-7 1,1-1 0,-1-5-54,-2 0 0,-2 0 0,-2 0 0,0 0 82,0 0 0,-2-2 1,-4 0-1,-5 0-192,-5 3 0,-1 3 0,-2-2 1,-4 2-48,-5 1 0,-4 8 1,-3 0-1,1 10-27,0 11 1,-6 8 0,2 11 0,3 4-172,5 6 1,11 5-1,0 6 1,8 4 35,3 0 1,4 0-1,10-6 1,7 2-55,8-2 0,11-9 0,8-8 0,0-9-201,2-12 0,-4-2 1,8-9-1,0-4-355,-3-6 1,-1-11-1,-9-10 1,-5-2-492,-5-3 0,-4-1 0,-4 1 0,-3 1-909,-7-1 2016,-3-2 0,-2-3 0,0 1 0</inkml:trace>
  <inkml:trace contextRef="#ctx0" brushRef="#br0" timeOffset="384">957 1 11315,'-5'11'383,"-1"1"1,0-1-1,4 8 1,-2 6-113,-1 9 0,-9 10 1,5 13-1,-3 7 49,1 9 1,0-1-1,-5 6 1,3-2-245,2-3 0,7-5 0,-4-7 1,3-12-754,-1-12 0,0-11 0,8-9-112,4 0 0,3-7 1,8-6-1,1-8-2790,-1-7 3579,0-5 0,-8-8 0,-1-3 0</inkml:trace>
  <inkml:trace contextRef="#ctx0" brushRef="#br0" timeOffset="850">1300 720 8151,'2'-15'166,"1"1"1,3 3 713,-2-2 0,-2 3 0,-2-1-6,0-3 1,0-1-290,0-2 0,0 0-456,0 0 1,-8 7 0,-3 5 0,-4 3 23,-2 2 0,-3 0 0,0 2 0,-3 3-200,2 7 0,-4 11 0,2 5 0,2 4-8,2 3 1,4-1-1,2 0 1,3 0-45,3 1 1,1-7 0,8-1-1,3-2-42,7-4 0,9-4 1,4-6-1,-1-5-151,1-4 0,4-10 1,-5-3-1,1-5 64,0-1 0,-2-6 0,-8-1 1,-2-3 82,-1-3 0,-3 5 1,3 2-1,-7 4 700,-3 2 1,-2 0-268,0 0 1,-2 9 0,-2 10-176,-1 13 0,-1 4 0,6 10 0,0-1-108,0-1 1,0 5-1,2-3 1,4 1-239,5-1 0,4-4 0,2-8 0,2-2-421,4-4 1,2 3-1,4-9 1,-5-3-1248,1-6 1901,-6-5 0,6-16 0,-8-1 0</inkml:trace>
  <inkml:trace contextRef="#ctx0" brushRef="#br0" timeOffset="1250">2002 617 8151,'-6'-17'1011,"0"0"-316,3 0 1,-1 2 0,0 1-1,-2 3-320,3-2 1,1 3 0,0 1-1,-2-1-337,-2 0 1,-1 7-1,1-3 1,-6 4-135,-3 2 0,-2 0 1,0 2-1,0 4-95,0 5 0,-6 4 1,0 4-1,2 2 120,2 2 0,8 2 0,1-4 1,3 2 187,3-2 0,2-1 1,2 1-1,2 2-47,3-2 0,7-2 0,9-2 0,4-1-207,1-5 0,1 4 0,3-3 1,-3 3-45,-2 2 0,1-6 1,-7 1-1,-5 1 169,-5 2 1,-3 2 0,-6 1 0,-2-1 120,-4 0 1,-5-6 0,-14 1-1,-7-1-143,-6-1 1,-2-3-1,6-7 1,-1 0-537,1 0 0,2 0 1,3 0-1,8-2-1794,8-3 2364,-2-5 0,13-15 0,-6-1 0</inkml:trace>
  <inkml:trace contextRef="#ctx0" brushRef="#br0" timeOffset="1667">2447 549 7830,'12'-16'-965,"-3"3"2632,-1 2 1,-3 5-1164,-5-5 1,-2 7 0,-3-2 0,-7 4-270,-3 2 1,-2 0 0,0 0-1,0 0-139,0 0 0,-6 0 0,0 2 0,2 2-172,2 2 1,-4 7 0,2-2-1,4 5-161,4 1 0,3 0 1,-1 0-1,5 0 67,4 0 0,2 0 0,2 0 0,4 1 223,5-1 1,10 0-1,4 0 1,2 0 1,3 0 1,2 0 0,1 0-1,-5-1 8,-5-5 1,2 4 0,-4-3-1,-4 3 40,-4 2 0,-9 0 0,0 0 1,-8 0-108,-7 1 1,-7-7-1,-2-2 1,-5 1-480,-2 0 0,4-7 0,-5 3 1,-1-4-834,3-2 0,1 0 1316,8 0 0,0-8 0,0-1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16.864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5343 3973 7557,'0'10'-910,"0"-2"4707,0-8-3321,0 7-386,0-5 1,0 8-14,0-5 0,-2-1 147,-3 7 1,1-5 11,-8 6 0,7-7-85,-7 7 0,3-1 0,-4 4 15,1-3 1,1 3-85,-6-4 0,-1 5 0,1-1-88,0-4 0,0 5 0,0-5 57,0 4 1,5-5 0,3-3 0,-1-1 117,1 0 0,-1 1 0,-3-3-79,2 2 0,5 0 1,-4-5-89,3 5 0,-5-2 1,5 5-68,-3-1 0,1 0 0,-5-5 0,3 5 41,-2 2 0,3-7 0,-1 5 0,-3-2 60,-1-1 1,-2 3 0,0-4 0,0 2 136,0-3 1,0 5 0,-1-2-4,1-2 1,0 3 0,0-1 0,2 0-64,3 1 0,-3-5 0,4 4 0,-4-4-44,-3-2 1,7 2-1,0 1 1,-3 3-76,-1-2 1,-2 0 0,0-1 0,-2 3-18,-4-2 0,4 4 0,-6-3 0,2 1 77,1 2 1,-7-6-1,4 5 1,1-1 207,-1 0 0,2-1 1,6-5-1,0 0 179,0 0 1,-1 0-143,1 0 0,0 0-331,0 0 1,8-2 0,1-1-287,0-3 0,5 0 90,-9 6 0,1 0 0,-6-2 106,-1-3 0,1 3 0,0-4 0,0 4 295,0 2 1,0 0-1,0-2-83,0-4 1,-1 5 0,1-5 0,0 2-54,0-2 1,6 2-1,-1-5 1,-1-1-26,-2 1 1,-2 3 0,-1-3-17,1 1 1,6-3 0,1 3 0,1 0-14,-1 1 0,5-5 0,-5 5 13,3-3 1,-1 1-1,4-5 1,-2 3-54,3-2 1,-1 3-1,0-1 1,-4-1 15,-1 3 0,5-6 0,-2 3 0,3-1-67,-3 2 1,4-5 0,-6 5-3,1-4 1,5-2-1,-4-1-4,4 1 1,-4 0 0,1 0-7,1 0 1,2 0 0,2 0 0,0 0 1,0-1-1,0 1-8,0 0 0,0 0 0,0 0 54,0 0 0,0 0 0,0 0-103,0-1 0,0 1 89,0 0 1,0 0-1,2 2-23,4 3 1,-4-3 113,3 4 1,-1-3 0,0 1 23,2 2 1,1 1 0,-3-3-14,2 1 1,1 3 0,-3-4-54,2 1 0,1 6-70,-1-5 1,-2 2 0,5-5 53,-1 3 1,4 5 0,-5-3 37,3 1 1,-5-3 0,5 3 34,-3-2 0,5 5 1,-4-5-58,1 3 0,-3-1-54,5 2 1,-1 2-1,3-5-42,-2 1 0,1-3 69,5 5 0,-6-5 42,1 5 1,-1-5 91,6 5 1,-5-5-1,-1 3-58,2-2 1,-3 5 0,1-7-120,3-1 0,-5 3 0,3-1-24,1-2 1,-4 5-71,3 2 1,-6-1 185,5 1 137,-7 0 1,5 5 0,-3-3-67,5-2 0,-1 0 0,-1 4 0,1-1-41,0-3 1,1 0-1,4 4 1,-2-2-34,-1-1 0,-3-3 1,5 4-36,-3-1 1,1-1-1,5 6-21,0 0 1,-6 0 58,1 0 0,-1 0 115,6 0 0,0 0 0,0 0 41,1 0 0,-3-2 1,-2-2-1,-1-2-115,1 3 1,4 1 0,4 0 0,2-2-16,-2-2 1,-2 1 0,-2 5 0,0 0-111,0 0 0,0-2 0,0-2 36,0-2 0,-5 1 0,-1 5 47,3 0 0,-5 0 0,3 0 120,1 0 0,-4 0 0,3 0 0,1 0-2,2 0 0,-3 0 0,-1 0 0,2 0-37,3 0 0,1 0 1,0 0-1,0 0-42,0 0 0,0 0 1,0 0-1,1 0-16,-1 0 1,0 0 0,0 0-1,0 0 31,0 0 1,6-6 0,0 0-1,-2 0-5,-2-1 0,-2 5 0,2-6 0,2 3-12,2-1 0,0-6 1,-6 5-1,0-1 8,0 1 0,0-5 1,0 5-1,0-1-35,0 0 0,2-3 0,2 3 0,2 1-15,-2-1 0,-2 0 0,-2 5 0,0-3 45,1 2 1,-1-3-1,0 1 1,0 0 18,0-1 0,-6 5 1,1-6-1,1 2-26,2 1 0,3-3 1,-1 4 0,0-2 1,0-5-1,0 3 1,0 1 6,0-1 1,-1 1 0,-3 1-1,-2-4 18,3 1 1,1-4-1,2 5 82,0-2 0,0-1-75,0-6 1,-1 0-1,-3 2-9,-2 3 0,-5-1 0,4 5-45,-3-1 0,6-1 1,-3-3-1,1 1 23,1-1 0,-7 4 0,5-3 0,0 1 86,-1 1 1,-3-5 0,5 4 16,2-5 0,1 5 0,-1 0-34,-1-3 1,-7 5 0,5-3-45,-3-1 1,5-2 0,-5 0-70,3 3 1,-4-3-1,3 3 52,-1-3 0,-1 0 1,-3 2 81,2 1 1,1 3-1,-3-5-64,2 3 1,0 5-41,-6-5 1,0 5-229,0-5 1,2 5-86,3-5 150,-3 7 174,6-4 0,-2 6-34,-1-3 0,3 3 0,-2-4-36,5 4 1,-1-4-1,1-1 1,2-1 2,2 1 1,3-5 0,-1 5-1,0-1 10,0 0 0,0-3 1,0 3-1,0 1 51,0-1 0,-1 0 0,-3 5 1,-2-3 9,3 2 0,1 2-33,2 2 0,-5 0 1,-1 0 52,2 0 1,-3 0-1,1 0 0,2 0 80,3 0 0,1 0 1,0 0-1,0 0 2,0 0 0,0 0 0,0-2 0,1-1-48,-1-3 1,0 0 0,0 6 0,0 0-22,0 0 0,0 0 0,0 0-123,1 0 1,-1 0 0,0 0 69,0 0 0,0 0 1,0 0 24,0 0 1,0 0-1,1 0 1,-1 0 0,0 0 0,6-6 0,0 1 1,-3 1 6,-1 2 1,-1 2-1,-1 0 1,0 0-27,0 0 1,0 0-1,0 2 1,0 2 10,0 1 1,2 1 0,2-6 0,2 0 48,-2 0 1,-2 0-1,0 0 1,4 0-16,6 0 1,-3-6-1,1-1 1,0-1-37,-1 1 1,-3-5 0,4 6 0,-3 1 27,-3-3 1,4 6-1,-2-3 1,-2 3-26,-2 2 1,-2 0-1,0 0 32,0 0 1,0 0-1,0 0 1,1 0 56,-1 0 1,0-6 0,0 0 0,0 1-12,0-3 1,6-2 0,0-5 0,-2 2-15,-2 1 0,-2 1 1,0-4-1,0 1-13,0 3 0,-5 0 1,-1-5-1,3 3 9,1 2 0,-4-1 0,-1-5 1,-1 2-60,1 4 0,-5-5 0,7 5 0,-1-4 25,-1-2 1,3-1 0,-5 1 0,1 0 139,5 0 0,-5 0 0,1 0 40,-3 0 0,5-6 0,-7 0 1,1 2 97,2 2 1,-7 2-1,5 0 1,-4-2-79,-2-4 0,6 2 0,0-6 0,-3 3-87,-1 3 1,-2-4 0,0 0-1,0 0-114,0 1 1,0-5 0,0 4 0,0-1-79,0-5 1,0 1 0,0-1 0,-2 5-66,-3 1 0,3-5 0,-4 3 0,4 0 42,2 5 1,-6-3 0,1 2 0,-1 2 88,-2 2 0,5 2 1,-7 0-1,1 0-31,-1 0 1,1 5 0,-5 1 0,3-3-113,-3-1 0,-1 0 0,-2 2 0,0 1 23,0-1 0,-6-2 1,0-2-1,2-1-33,2 1 0,0 0 0,-2 0 0,-2 0 24,3 0 1,0 0-1,3 0 1,0-3 51,0-2 1,0 3 0,0-4 0,-2 4-36,-4 2 0,4 0 0,-6-1 0,2 1-52,1 0 1,-9 2 0,3 2-1,-5 1-90,-1-1 0,-2 0 0,-2-1 1,-4 5 40,-2 1 0,4-5 0,-4 3 0,1-1 98,-1-1 1,6 1 0,-2-6-1,4 0 157,1 0 0,3 0 1,2 1-1,3 3 92,2 2 0,1-1 1,3-3-1,-2 2-334,2 1 0,-6 3 0,-1-3 0,-5 5-173,-1-1 1,0 6 0,-2-5 0,-4 1 61,-6 0 0,-3 0 1,-3 6-1,1 0 229,-1 0 0,-5 0 1,0 0-1,0 0 152,-2 0 1,4 0-1,-6 0 1,2 0-8,4 0 0,0 0 1,0 0-1,-1 0-106,7 0 1,-2 6 0,5 0-1,-5-2-109,-7-2 0,5 3 1,-4 1-1,4-2 5,1-2 0,-7 3 0,-1 1 1,-1 0 114,4 1 1,3-5 0,1 6 0,-2-2-12,-2-1 1,-2 3 0,4-4 0,-2 3 21,1 3 0,1-4 0,0 3 0,-2 1-103,2-1 0,1-3 1,3 5-1,-2 3-55,-4 1 1,2-4-1,-6-1 1,0-1 107,0 1 1,4-1 0,-2 3 0,2-5 34,2 1 1,11-6 0,-8 5 0,1-1 107,-4 0 1,7 0 0,-3-6-1,1 1-79,1 5 0,-2-4 1,-1 4-1,1-4-70,-1-2 0,1 0 1,0 0-1,-1 0-45,1 0 0,0 0 1,-1 0-1,1 0 109,-1 0 0,5 0 1,-1-2-1,1-2 76,5-2 1,4-5 0,4 3 0,-1-1-4,1-5 1,0 1-1,1 0 1,3 1-54,1-1 1,3 3 0,-5-1 0,5 0 1,1 1 1,0-3-1,4 5 1,-1 1-50,1-1 0,2-5 1,1 3-1,1-1-40,0-1 1,0 8 0,0-3 0,0 1-57,0 0 0,-2 1 0,-4 5 0,-6 0-44,-3 0 1,1 0 0,-1 0 0,-4 0 74,0 0 0,0 2 1,1 1-1,1 5 104,0 2 1,0-5 0,1 5 0,3-1 21,1 1 0,3-1 0,-5 5 0,5-5 24,1-1 0,-6 5 0,5-1 0,-1 3-50,4 2 0,-1-6 0,-1 1 0,-2 3-43,-3 6 1,-1-2 0,1 4 0,3-4-23,3-2 0,-7 8 1,3 1-1,-5 3-32,-1-1 1,0-5 0,1 4 0,3-1 90,1 1 1,3-4 0,-3 4-1,4-1 116,1 1 1,5-4 0,-4 3 0,4 1-61,2 0 0,0-6 0,-1 3 0,1 1-59,0 4 1,0-3-1,0 1 1,0-1-84,0 1 0,0 0 0,-1 3 1,1-3 0,0-2 0,6 3 0,-1-3 0,-1 1 74,-2 5 0,3-4 1,1 1-1,0 3 7,1 1 1,1 2-1,5 0 1,-2 1 16,2-1 0,2 0 0,2 0 0,0 3-28,0 3 0,-2-4 0,-1 2 1,-3-4 17,2 0 0,-4-7 0,1 9 0,-1-2 3,1-3 0,-1-7 0,4 3 0,-2 0 7,3-1 1,1-3-1,2 4 1,0-1-16,0 1 1,2-2 0,1 5-1,3 3 35,-2-3 1,4 1 0,-3 5-1,-1 2 60,-2 2 1,4 2 0,-1-4 0,-1 2-41,-2-2 0,-4 0 0,-2-2 0,-3 0-73,-3-4 1,5-3-1,-5 1 1,2-1-17,5 1 0,-5-5 0,2 0 1,1-2 22,-3-1 1,6 9-1,-4-4 1,5 1 39,1 1 1,0-1-1,0 4 1,0 1 75,0 1 0,0-9 1,1 9-1,3-2-65,2 1 1,2 1-1,-5-2 1,3-1-31,-2-3 1,0-5 0,-1 4 0,3-1-76,-2 1 1,-2-6 0,0 2 0,2-4-18,1-2 0,7 6 0,-5 0 1,1 0 37,0 1 1,5-3-1,-4 8 1,3 1 74,-1 3 1,1-5 0,3 1 0,-2 1 43,-1 2 0,-7-3 0,5-1 0,-1 1-76,1-2 0,-1 3 0,3-7 1,-5 0-67,1 2 0,0-6 0,5 1 0,-2-4 22,3-5 1,-5 1 0,3 5 0,1 0 15,2 0 0,2 0 1,0 2-1,1 2 19,-1 2 1,0 2 0,-2-5 0,-2 3-6,-1-2 1,-1 4 0,4-2 0,-1 0-4,-3 1 1,-5-3 0,3 6 0,-1 0-4,-4-1 0,3-5 1,-1 4-1,-2-2-25,-2 0 1,3 1-1,1-3 1,0 4-8,2 2 0,-7-5 0,7 7 0,-2 1 55,-1 3 1,7 1 0,-6 0 0,-3 1 10,-1-1 0,-2 0 1,0 0-1,0-1-42,0-5 0,0 5 1,0-7-1,0 3-139,0-1 1,-2-7-1,-1 2 1,-3-4 7,2-2 0,-4 2 1,1 2-1,-1 2 124,1-2 1,-1-2 0,4 0-1,-3 2 163,-3 2 1,4 5-1,-3-3 1,-1 2-33,1 3 0,3-3 1,-3 1-1,-1 3-184,1 1 1,3-3 0,-4-1-1,1 3-19,-1 1 0,1-5 0,-5-3 1,3-1-13,-2 0 0,3 2 0,-1-4 0,-1 3 140,3 3 0,-4-4 0,5 3 0,0 1 141,1 0 1,-5-1-1,5 5 1,-1-3-135,0 3 0,1 1 0,3 2 1,-4-1-120,-1-5 0,3 5 1,-3-5-1,-1 5-19,1 1 0,-3-2 1,-5-1-1,2-3 110,4 3 0,-5-5 0,5 3 0,-2 1 2,1 3 1,-1-5 0,5 1 0,1 1 26,-1 2 1,-3-3-1,5 0 1,0 1-75,-1 2 0,3 3 0,-6-3 1,1-2-39,-1-1 1,1-2 0,-5 3 0,3-1 62,-2 1 0,3-3 0,1-1 0,1 1 7,4 0 0,-3-1 1,-1 5-1,0-5 17,1-1 0,-5 5 1,7-3-1,-1 2-22,-2-1 1,6-5-1,-3 4 1,1-1 62,-2 1 1,4-4 0,-3 3 0,1 1-28,-2 0 1,4-5 0,-4 7-1,5 1-12,1 3 0,-6 1 0,0-2 0,2-1 7,2-3 0,-3 1 1,-1 5-1,2 0 10,2 1 0,2-7 1,0 1-1,0-1 2,0-1 0,0 3 0,0-7 0,2-2 24,4-2 1,-2 4-1,7 0 1,2-2 14,3-2 0,1 4 0,2-1 0,2-1-48,2-2 1,1-1 0,-3-1 0,4 0-18,2 0 0,-5-6 0,5-1 0,0-1-41,-1 1 1,-3-4 0,6 3-1,-1 1 11,-1-1 1,3-3 0,-5 3 0,0 1 1,0-1 1,-1 1-1,-3 3 1,2-3 7,-2-3 0,4 1 1,-2-4-1,-1 1 4,3-1 0,0-2 0,5-2 0,-1-2 55,1-3 0,3 1 1,1-6-1,0 1-43,0-1 1,1 1 0,-1-3 0,2 5 114,4-1 1,-10 6 0,5-4-1,-5 5-157,-3 1 0,3 0 1,-5 0-1,0 0-133,-1 0 0,-1 0 0,-6-2 0,1-2 120,-1-2 0,0-1 1,0 3-1,0-4 84,0-1 1,0 3-1,2-6 1,2-1-13,2-2 0,0 0 1,-6 1-1,0 3 137,0-2 1,0-3-1,1-1 1,-1 2-129,0 4 1,0-5 0,2 5-1,2-2-145,2 1 1,0-3 0,-6 6 0,0-3-10,0 1 1,0 1 0,0-3 0,-2 1 118,-3-1 1,3 4 0,-5-3 0,1 1 69,0 1 0,-5-3 0,4 5 0,-3-1 10,-3-4 0,4-3 1,-3-1-1,1 0-66,2 0 1,-6-6 0,3-2 0,-1-1-18,2-5 1,-4 5 0,3-1-1,-3 0 38,-2 1 0,0 3 1,0-4-1,0 3 67,0 3 0,0 2 0,-2 0 1,-1-2-57,-3-2 1,-2 0-1,3 6 1,-5 0-62,1 0 1,-7-6 0,7-2 0,-3 0-71,1 1 0,5-5 1,-3 4-1,-1-1-19,1-5 0,5 1 0,-2-1 1,2 5 104,-1 1 0,3-6 0,-4 5 1,4-1 45,2 4 0,0-1 1,0 1-1,0 2-33,0 2 0,0 2 0,0 0 0,0-1-38,0 1 0,0 0 0,0 0 0,0-2-43,0-4 0,0 4 0,0-4 0,2 2-72,4-1 1,-2 3 0,5-4 0,1 2 126,-1-2 0,-3 4 0,3-4 0,1 2 92,-1-2 1,-3 4 0,4-4-1,-1 6 3,1 6 0,-5-2 1,5 5-1,-1-2-97,1-3 1,1 4 0,6-1 0,1 1-120,-1-1 1,6-1-1,1-6 1,1-1 40,0 1 1,5 0-1,-1 0 1,3 2 64,2 3 1,-1-3 0,-3 4 0,-1-3 60,1 3 1,-3 2 0,-1 5 0,1-2 70,0 2 0,-6 2 0,1 2 0,-1 0-90,2 0 0,-2 0 1,6 0-1,-1 0-64,1 0 1,-4 0 0,3 0 0,1 0 18,0 0 1,-6 0 0,3 0 0,-1-2 44,0-3 1,2 3 0,-4-4-1,2 4 39,-2 2 0,-2 0 0,-2 0 0,0 0 34,0 0 0,0 0 0,0 0-67,0 0 1,0 6 0,1 0-1,-1-3-29,0-1 1,-6 0-1,1 2 1,1 2-63,2-2 0,2-3 0,0-1 58,1 0 0,-1 2 0,0 2 29,0 2 0,0 1 0,0-3 48,0 2 0,0 2 0,1-5 1,-1 3-4,0-2 1,0 4-1,0-3 1,0-1-44,0-2 1,0-2 0,2 2-1,2 2-12,2 1 1,0 1 0,-6-6 0,0 0 10,0 0 0,1 0 0,-1 0 0,0 0 18,0 0 1,0 0 0,0 0 0,0 0-23,0 0 0,1 0 0,-1 0-4,0 0 1,0 0 0,0 0 0,0 0-24,0 0 1,0 0 0,1 0 66,-1 0 1,0 0 1,0 0 0,0 0 1,0 0-45,0 0 0,-5 0 0,-1 0 0,1-2-2,-3-4 0,6 5 0,-5-7 0,1 2-22,1 1 1,-1-1 0,4 4-1,-1-2 0,-3-2 0,0 1 0,7 3 2,-1-4 1,0 4-1,0-4 1,0 5 0,0 1 0,0 0 7,0 0 1,1-6 0,-1 0 0,0 2-19,0 2 0,0 1 0,0-3 0,0-4-73,0-1 0,1 3 0,1-4 0,2 1 60,1-1 1,1 1-1,-6-4 1,0 1 56,1-1 1,-3-2 0,-2-3-1,-1 1 132,1 0 0,0 0 1,0 2-1,-3 2-22,-2 1 1,-3 1 0,-3-6-132,4-1 0,-4 1 0,4 0 0,-5 0-98,-1 0 1,0-6-1,0 0 1,0 2 153,0 2 0,-1-4 1,-3 1-1,-2 1 77,2 2 1,2 2 0,2-1-128,0 1 0,0 0 1,0 0-64,0 0 1,0 6 0,0-1-73,0-1 0,0-2 0,0-3 55,0 1 0,0 0 1,0 0-1,0 0 42,0 0 0,0 0 0,0 0 0,0-1 84,0 1 1,0 0 0,2 2-1,2 2 189,2 1 0,-1 1-339,-5-6 0,2 1-223,4 5 1,-2-2 193,7 7 1,1-5-1,5 5 80,0 2 0,0 2 1,0 2 41,0 0 1,0 0 0,1 2-1,-1 2 36,0 2 0,0 7 0,0-4-30,0 1 1,0 3 0,0-5 0,1-1-5,-1 1 1,0 4 0,0-7 0,0 1-17,0 2 0,6-7 0,0 7 0,-2-2-3,-2-1 0,-2 1 1,2-4-1,2 2 21,2 2 0,0 1 0,-6-1 0,0 3 20,0 1 1,0 5 0,0-5-1,0 1-18,0 1 1,1-3-1,-1 4 1,0-1-29,0 1 1,0 0 0,0-1 0,0-5 17,0 1 1,1-4-1,-1 5 1,0-1 75,0-4 0,2 0 0,2-1 0,2 3 67,-2-2 0,-2-2 1,-2-2-1,2 0-109,4 0 0,-4 0 1,4 0-1,-4 0-15,-2 0 0,6 0 1,-1-2-1,1-4-71,2-5 0,-6 1 1,6-1-1,-2-2 44,-1-3 1,1 1 0,-6 2-1,2 1 57,4-1 1,-4-2-1,4-2 1,-4 0 64,-2-1 0,0 1 0,0 0 1,1 0-52,-1 0 0,0 0 0,0 0 0,0 0-80,0-1 0,0 1 0,-1 0 0,-3 0-88,-2 0 1,1 0 0,3 0 91,-4 0 0,3-6 0,-9 0 0,1 2 64,2 2 0,-6 0 0,3-2 1,-1-4 43,2-1 0,-4 3 0,3-4 1,-3 0-49,-2 1 0,0 3 0,2-4 0,2 3-28,2 3 0,-1-4 0,-5 2 0,0 0-9,0-1 1,0 5 0,0-4 0,0 4-5,0 2 1,-5-1 0,-1 1 0,2-2-35,2-4 0,-3 4 1,-1-3-1,0 3-53,-1 1 1,3-4 0,-6-1 0,1 0 53,-1-2 0,5 4 1,-7-5-1,1 1 32,1 4 0,-5 2 1,5 0-1,-1-2 50,0-2 1,1 0 0,-3 8 0,1 2 1,-1 1 1,4 3 0,-3-5-49,-1 3 0,-2 0 0,-3-5-55,1 5 0,2 2 0,2 5 1,1-4 32,-1-1 1,-2 3-1,-2-4 1,1 1 31,5-1 1,-4 5 0,3-7 0,-3 1 10,-2 1 1,2 1-1,2 5 1,1-2 115,-1 2 0,-2-3-133,-3 1 1,1-1 0,0 3-65,0-2 0,6 0 0,-1 4 17,-1-3 1,3 3 0,-1-4 24,-2 4 1,-3 2-1,-1 0-15,0 0 0,0 0 0,0 0 22,0 0 1,0 0-1,0 0 1,-1 0 9,1 0 0,0 0 1,0 0 50,0 0 1,6 0 0,-1 0 97,-1 0 1,5-2-257,2-3-241,-3 3 0,5-6 8,-7 8 0,-1 0 286,-5 0 1,6 0 0,-1 0 282,-1 0 1,4 0-124,-3 0 0,6 0 0,-5 0-96,-2 0 1,3 6-181,-1-1 1,-1 1 136,-5-6 0,6 2 411,-1 4 0,7-4-158,-7 3-233,8-3 1,-5-2-50,3 0-565,4 0 399,-13-7 1,11 5-21,-7-4 0,7 2 0,-4 0 0,3-3-1282,-1-3 0,0 5 1531,6-7 0,-7 1 0,-3-6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0.813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18 1028 7701,'-8'9'-749,"6"-1"1183,-5-8 0,9 0-266,3 0 1,5 0-158,7 0 0,0-6 0,0-2-98,0-1 1,0 5 0,1-2 36,-1 5 1,2-5 0,2 0 0,2 0 75,-3-1 0,7 3 1,2-6-1,5 1 54,6-1 1,-2 1 0,8-4 0,1 1-21,3-1 1,1-2 0,0-1 0,-1 3-40,-5 2 0,5 1 1,-4-3-1,1 3-59,-1 3 1,1-1 0,-5 4 0,0-1-34,0 1 0,6 0 0,-5 0 0,3-3 87,0-3 1,-3 6 0,5-3-1,-2 1 56,1 0 0,-5 1 0,0 5 0,-2 0-39,0 0 0,6 0 1,-6 0-1,-2 0-19,-2 0 0,0 0 0,4 0 0,4 0-10,-1 0 0,7-2 0,-4-2 0,5-2-17,6 2 0,2 0 1,4 1-1,-6-3 8,-4 2 0,-2-3 0,3 1 1,1 2-39,2 2 1,-6 2 0,-5 0-1,2 0 38,1 0 1,3 0-1,-1 0 1,0 0 28,1 0 1,1 0-1,4 0 1,4 0-1,0 0 1,0-6 0,-4-1-1,6-1 50,3 1 1,3-7 0,-3 5-1,-1-3 56,-2 1 0,-6 7 0,4-2 0,-2 3-101,-4-3 0,-4 4 1,-3-4-1,-3 4 35,3 2 1,0 6-1,-1 0 1,-1 0-20,1 1 0,1-5 0,0 4 0,-3-2-65,3 1 0,-6-3 0,-2 4 0,-4-4-38,-2-2 0,-2-2 0,-3-2 0,-6-2-91,-4 3 1,-8 1 0,-1 0-683,-3-4 1,1 4-659,-2-4 1489,-4 5 0,13 1 0,-6 0 0</inkml:trace>
  <inkml:trace contextRef="#ctx0" brushRef="#br0" timeOffset="584">4984 377 7411,'8'9'1723,"-4"-1"-1426,7-8 1,-5 0-101,5 0 1,-5 0-1,5 0-89,3 0 0,1 0 0,2 0 0,0 0-136,0 0 0,0 6 0,0-1 0,1-1-60,-1-2 0,0-2 0,0 0 0,0 2-30,0 4 0,-7-2 0,-5 7 164,-3 2 1,-4 3 0,-3 1 0,-7 0 77,-3 0 1,-8 0 0,0 2 0,1 2-95,-3 2 1,4 2 0,-6-5 0,2 3 29,5-2 1,1 0-1,1-2 1,3 0 4,4-4 1,-3-1-159,9 3-9,-1-8 0,6-9 0,0-11 0,-2-4-135,-4-2 0,5 0 1,-7-1-1,2 1 176,0 0 1,-5 0 0,3 0 0,1 0 102,-1 0 1,-3 0-1,3-1 1,1 1-70,-1 0 0,2 0 0,6 0 0,0 0-537,0 0 1,0 5 563,0 1 0,8-1 0,1-5 0</inkml:trace>
  <inkml:trace contextRef="#ctx0" brushRef="#br0" timeOffset="1450">6217 154 8257,'0'10'125,"0"-1"734,0-3-389,0-4 0,6 4 63,0-12 1,5-4-67,-5-7 1,-1 0 0,-5 0-409,0 0 1,-2 7-1,-3 3 1,-7 1-178,-3 0 0,-8 1 1,-1 7-1,-3 3-65,-4 7 0,-1 5 0,-2 6 0,2 7 123,3 8 1,-1 0 0,7 10 0,2 5 65,2 8 0,11 0 0,8 0 0,10-2-53,5-4 1,12-11 0,5-10 0,6-11-36,0-10 1,6-5 0,1-8 0,3-2-337,-2-4 1,1-9-1,-9-10 1,-3-2-856,-5-3 1,-9 1 1272,2-5 0,-12 4 0,-3-12 0</inkml:trace>
  <inkml:trace contextRef="#ctx0" brushRef="#br0" timeOffset="1950">6611 0 8321,'-6'12'-366,"1"-1"1,-3-7 0,4 3-150,-2 1 1,1-4 236,5 7 192,0-7 155,0 4 0,0-10 834,0-4 1,2 4 1148,3-4-1575,-3 5 1,6 2-1,-8 5 1,0 6 52,0 3 0,-6 4 0,0 6 0,1 9-364,-3 10 0,4 5 0,-5 2 0,1 1-314,4-1 0,3-5 0,1-2 1,0-3-63,0-3 1,7-3 0,5-7-681,3-5 1,2-11-1,0-7-196,0-3 1,-7-4 0,-5-3 1085,-3-7 0,6-3 0,1-2 0</inkml:trace>
  <inkml:trace contextRef="#ctx0" brushRef="#br0" timeOffset="2434">6919 497 8321,'0'-17'736,"0"0"1,0 5-1,0 1-256,0-3 1,0 5-456,0-3 1,0 1 36,0-6 1,0 5-1,-2 3-88,-3 1 1,1 3-1,-8 5 1,-1 0-60,-2 0 0,-2 5 0,0 3 1,0 1 20,-1 5 0,1 3 1,0 4-1,0 4 159,0 1 1,7-3 0,5 4-1,3-3-44,2-3 1,2 0-1,3-2 1,7 0-78,3-3 0,4-11 0,2 1 1,4-4-97,1-2 1,-3 0 0,4-2 0,-2-4-90,-4-5 1,-2-4-1,-4-4 1,-2-2 236,-2-2 1,-7 0 0,4 6-1,-2 0 268,-1 0 1,1 5-277,-6 1 0,-8 7 0,-1 0-86,-1 8 0,3 6 0,7 9 1,0 1 0,0 3 0,0 0 1,0-6-1,2 0-13,3 1 0,7-1 1,9 0-1,2-2-116,-2-4 1,3 3 0,1-9 0,0-1-695,-1-2 0,1-4 890,-2-3 0,-4-5 0,6-7 0</inkml:trace>
  <inkml:trace contextRef="#ctx0" brushRef="#br0" timeOffset="2817">7536 428 8321,'0'-11'242,"-2"1"0,-2 1 524,-2-1 1,1 5-538,5-7 0,-2 3 0,-2-5-530,-2 3 0,-7 7 0,2-3-104,-5-1 0,-1 6 1,0-2 322,0 8 1,0 0 0,0 7 0,1 3 244,5 1 1,-2 2 0,7 0 30,2 0 1,2 0 0,2 0 0,2 1 52,4-1 0,3 0 0,9 0 0,-1 0-327,0 0 0,6 0 0,1 0 0,1 1-134,0-1 0,-2 0 0,-6 0 125,0 0 0,-8 0 0,-3 0 63,-4 0 0,-10-7 0,-5-4 0,-6-4-59,-4-2 0,-5 0 0,5 0 0,2 0-505,2 0 0,2-2 0,2-4 590,3-6 0,-3-10 0,5-5 0</inkml:trace>
  <inkml:trace contextRef="#ctx0" brushRef="#br0" timeOffset="3233">8067 428 8321,'0'-11'132,"0"-1"0,-2 1 139,-4-6 0,-3 5 0,-9 3-239,1 1 0,0 3 1,0 5-1,0 0-111,0 0 0,0 0 0,0 0 0,-1 2 111,1 3 1,2-1 0,2 7 0,1 3 35,-1 1 0,5-4 0,3 1 0,3 1-17,2 2 0,0 3 1,0-1-1,2 0-58,3 0 1,3-6-1,5 1 1,1 1-230,5 2 1,-2 2 0,6 1-1,-4-3 66,-2-4 1,6 4 0,-1-3 0,-3 3 196,-5 2 0,1-5 0,-5-1 0,-1 2 234,-3 3 1,-4-5 0,-4-2 0,-4 1-60,-5-1 1,-6-5 0,-4 2 0,-2-4-606,2-2 0,-4 0 0,0 0 0,1-2 403,-1-4 0,2-11 0,6-9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5.58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17 136 8313,'-9'-17'190,"3"0"1,4 5 0,2 1 342,0-3 1,0-1-86,0-2 1,2 8 0,2 1 184,1 0 1,3 6-281,-2-3 0,-4 5-67,3 5 0,-3 11 1,-2 8-1,-2 5 2,-3 7 0,3 0 1,-6 12-1,2 3-64,1 4 1,-1 8-1,6-4 1,0 0-136,0 0 0,2-4 0,2-7 0,3-6-80,3-6 1,-6-6-1,3-14-247,1-5 1,-6-5 185,4-12 0,-5-9 1,-1-8-1,0 0-224,0-2 0,0 6 0,0-5 1,0 1-215,0 0 1,0 0 0,2 6-1,2 0-27,2 0 0,1 0 0,-1 1 0,4 3 114,-1 2 1,6 7 0,-1-2 0,5 4 258,4 2 0,5 0 0,-3 2 0,2 6 196,3 9 1,-5 2 0,-1 9-1,-1 3 204,0 1 0,-2-3 0,-10-3 0,-5-1 11,-4-4 1,-2 4 0,-2-2 0,-5-4-123,-11-6 1,-1 0 0,-9-7 0,-3-2-259,-1-2 0,-2-2 0,0 0 1,1 0-480,5 0 0,-3 0 1,8-2-1606,2-4 2197,2 4 0,18-5 0,2 7 0</inkml:trace>
  <inkml:trace contextRef="#ctx0" brushRef="#br0" timeOffset="433">771 615 8321,'0'-11'1242,"0"0"1,0 5-903,0-6 0,-6 1-314,0-6 0,-7 7 1,2 5-220,-5 3 0,-1 2 1,0 0 18,0 0 1,-2 2-1,-2 3 1,-2 9 267,2 7 0,8 0 0,1 5 0,1 1 177,2-1 0,1 3 1,8 3-1,0-3-38,0-6 0,8-4 0,5-2 0,8-2-170,7-3 0,-1-5 1,2-7-1,1 0-193,2 0 1,3-9 0,-3-9 0,-4-8-126,-5-6 0,-6-3 1,-5 1-1,-6 0 54,-5 0 0,-2-1 1,-7 3-1,-9 1 201,-10 3 1,-7 9-1,-4 2 1,-2 9-101,2 6 0,-4 4 1,2 4-1,4 7-70,5 8 1,7 6 0,8 7 0,5-2-202,5-3 1,4 3-1,4-5 1,4 1-566,5 1 0,12-10 936,6-2 0,11 0 0,4-7 0</inkml:trace>
  <inkml:trace contextRef="#ctx0" brushRef="#br0" timeOffset="816">976 530 8321,'17'0'-49,"-7"0"357,-3 0 1,-7 2 0,-1 3 0,-3 7-54,-2 3 1,-5-4-1,5 1 1,2 3-108,2 6 1,2-2 0,2 4 0,2-2-18,2 2 0,9-4 0,0 3 1,6-4-86,0-7 1,0 2 0,0-7 0,4-2-108,1-2 1,-3-4-1,4-4 1,-3-5 4,-3-4 1,-2-5 0,-2-2 0,-1-7-61,-5-3 0,-3 5 0,-8 2 0,0 3-58,0-1 0,0 0-592,0 6 1,-2 2-97,-4 3 0,-2 12 0,-3 12 862,5 3 0,4 9 0,2 3 0</inkml:trace>
  <inkml:trace contextRef="#ctx0" brushRef="#br0" timeOffset="1516">1456 530 9050,'2'-10'1720,"1"3"-1241,3-1 0,0 8-282,-6 0 1,0 8 0,0 9 0,0 0-146,0 0 1,0 0-1,2 0 1,2 0 68,1 1 0,1-1 0,-4-2 0,2-2 153,1-1 1,9-3-189,-3 3 1,-1-5-1,1-7-312,2 0 0,1-2 0,-1-2 0,-4-3-150,-1-3 0,5-1 0,-1-6 0,1 0-278,-1 0 1,3-1 181,-4 1 0,-1 2 502,1 4 1,-7-1 382,2 12 0,-4-2 0,-2 14-156,0 1 1,0 2 0,1 2-251,5 1 0,4-3 1,9-2-1,2-3-278,1-3 0,7 5 1,-4-7-1,1-1-624,5-2 0,-1-2 1,-1-2-1,-4-2 895,-1-1 0,3-16 0,7 2 0</inkml:trace>
  <inkml:trace contextRef="#ctx0" brushRef="#br0" timeOffset="2100">2398 615 8377,'9'-7'749,"4"3"-290,-7-7 0,0 5 138,-6-6 0,0 7-419,0-7 0,0 7 0,-2-5 1,-2 1-154,-2-1 1,-7 6 0,2-1 0,-5 3-202,-1 2 1,-6 0-1,1 0 1,-1 2 120,-2 3 1,6-1 0,-4 7-1,4 5 243,2 5 1,6-2-1,1 3 1,3-2 3,3-3 0,2 5 1,2 1-1,2-2-201,3-2 1,11-7-1,8-3 1,3-1-216,3-4 0,-3-2 0,2-2 0,-1-2-30,-1-4 1,5-4 0,-5-9 0,-1-2 1,-3-1 1,2-9 0,-2 3 0,-2-5 153,-2-1 1,-10 0 0,-1 0-1,-2-3 197,-1-3 1,1 4 0,-6-4-1,0 6 57,0 5 0,0-1 0,0 7 0,0 2-78,0 2-60,0 2-256,0 8 1,-2 3 0,-2 12 245,-1 5 1,-1-1 0,6 3 0,-2 4 175,-4 4 0,4 9 0,-3-1 0,3 5 110,2 6 1,0-2 0,0 6-1,0 0-272,0-1 1,0-3 0,2 4 0,3-4-183,7-8 0,3 1 0,2-10 1,0-2-438,0-2 0,6-10 1,2-3-1,2-6-1712,3-6 2309,2-3 0,3-8 0,-1-1 0</inkml:trace>
  <inkml:trace contextRef="#ctx0" brushRef="#br0" timeOffset="2566">3339 513 7635,'10'-8'757,"-4"-3"1,-4 1-768,-2-1 0,-8 1 0,-5-1 0,-6 3 38,-4 1 1,0 5 0,4-6 0,-2 2-105,-2 1 0,0-1 0,6 8 0,-2 2 148,-4 1 0,4 9 0,-4-1 0,4 6 211,2 4 0,0 7 1,0-3-1,2 1 126,3 1 0,-1-2 1,7 1-1,3-5-211,1-4 1,4-4 0,5-1 0,8-5-157,6-1 1,10-3 0,-5-5 0,3-2-361,0-3 0,-3-5 1,5-7-1,-5 0-49,-1 0 1,4 0 0,-9 0 0,-2 0 202,-5-1 0,-7 7 0,3 0 0,-1-3 118,-4-1 1,-3 4 0,-2 1-132,-5 2 1,2 3 0,-7 5 137,-3 0 1,1 7-1,2 5 1,5 3 148,4 2 1,2 0-1,2 0 1,4 1-177,5-1 0,4 0 1,4 0-1,4 0-42,6 0 0,3-2 0,4-3 108,4-7 0,-4 5 0,6 0 0</inkml:trace>
  <inkml:trace contextRef="#ctx0" brushRef="#br0" timeOffset="2983">3819 427 9364,'0'17'480,"-6"0"1,1 0-1,-1 2 58,-2 4 1,6 2 0,-3 5 0,3-1-299,2 1 1,0 3-1,0 1 1,2-2-44,3-3 0,-1-4 0,8-8-124,1 0 1,-4-8-1,3-5-352,1-8 0,-5-7 0,-3-10-64,-3-2 1,-2-2 0,0 5 0,0-5 167,0-2 0,0 4 0,-2-3 0,-1 1-63,-3 4 1,0 0 0,6 0-318,0-2 1,0 1-1,2 4 153,4 1 0,3 8 0,8 3 0,1 4 201,-1 2 0,2 0 0,2 0 0,3 0 117,3 0 1,-6 2 83,2 4 0,3-4 0,1 5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9.39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17 258 8141,'0'9'1041,"-1"-1"0,-3-6-522,-2 3 1,0-1 0,6 8-284,0 1 0,0 2 0,0 2 0,0 0-127,0 1 0,6-1 0,2 0 1,1 0-250,4 0 0,8 0 0,2 0 0,-2 0-371,-2 1 1,-2-7 0,0-2 0,1-1-871,-1-4 1381,0-2 0,0-10 0,0-1 0</inkml:trace>
  <inkml:trace contextRef="#ctx0" brushRef="#br0" timeOffset="183">17 35 8748,'10'-8'2209,"-1"6"-2295,-3-3 1,-2-3 85,7 2 0,1 1 0,5 5 0</inkml:trace>
  <inkml:trace contextRef="#ctx0" brushRef="#br0" timeOffset="533">309 378 8596,'17'0'262,"-6"0"0,1 0 1,1 0 153,2 0 1,4 0-1,2 0 1,2 0 119,-2 0 1,0 0 0,0 0 0,2 0-511,-3 0 0,-1 0 0,-1-2 1,-1-2-266,0-2 1,0-7 0,-2 1 52,-3-3 1,-5-2 0,-7 0 0,0 0-144,0 0 0,-7 1 0,-5 3 0,-5 4 219,-6 1 1,2 2 0,-5 6-1,1 0 107,4 0 1,2 8 0,2 3-1,0 6 157,0 6 0,1-4 0,3 6 0,4-2 105,1 0 0,2 7 1,6-3-1,2 1-412,4 1 0,9-8 0,10 2 0,1-4-2521,5-2 2674,1 0 0,2 0 0,1 0 0</inkml:trace>
  <inkml:trace contextRef="#ctx0" brushRef="#br0" timeOffset="917">1011 223 7603,'9'-9'731,"-3"1"-494,-12 8 0,-3 0 9,-8 0 0,7 2-111,4 4 1,4-2-1,2 7 1,2 1-80,4-3 1,4 6 0,7-3-1,-2 3-78,-4 2 1,6 0 0,-3 0 0,3 0 84,-2 1 0,-3 1 0,1 1 1,-4 3 224,-1-2 1,-2-2-1,-8 0 1,-4 2-59,-5 2 1,-12 0 0,-4-6 0,-1-2-243,-1-3 1,2 1-1,-3-5 1,3-1-901,3 1 912,1-2 0,6-14 0,0-2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31.229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189 754 8086,'0'18'-1836,"0"-7"1578,0 0 1,2-1 257,3 1 0,-3-3 0,6-8 0,-8-2 0,0-4 0,0-3 0,0-8 0,0 7 0,0-5 0,0 5 0</inkml:trace>
  <inkml:trace contextRef="#ctx0" brushRef="#br0" timeOffset="684">172 909 8086,'0'11'-425,"0"0"1,0-5 2795,0 5-816,0-7-1221,0 4 1,0-21 0,0-5 36,0-1 0,0-5 0,0-1 1,0-2-36,0-3 0,0-4 0,0-4 1,-2-4-158,-4-2 1,4-2-1,-4-5 1,4 0-260,2-1 0,0-5 0,0 2 1,2 5-288,4 9 0,-2 2 0,7 3 1,4 0-87,6 4 0,-2 9 0,6 0 0,0 6 30,3 6 0,-1-3 0,0 9 0,-1 1-115,1 2 0,2 4 0,5 3 1,-2 7-426,-3 3 0,-5 2 963,-6 0 0,-1 8 0,0 2 0</inkml:trace>
  <inkml:trace contextRef="#ctx0" brushRef="#br0" timeOffset="934">0 669 8086,'17'7'88,"-5"-5"1,-1 4 293,3-4 1,1-2 0,2 0 2,0 0 1,0-6 0,0-1 0,0-1-538,1 0 1,1-3 0,1 3 0,3 1-342,-2-1 0,4-3 1,0 3 492,1-1 0,3-3 0,5-5 0</inkml:trace>
  <inkml:trace contextRef="#ctx0" brushRef="#br0" timeOffset="1367">514 635 8086,'11'0'304,"1"0"209,-1 0 1,1 0 488,-1 0-629,-7 0 0,4 7 1,-8 5-1,0 5 43,0 6 0,0-3 0,0 9 1,0 1-178,0 3 0,0-5 0,0 1 0,0-1-78,0-1 0,5 0 1,1-6-67,-2 1 0,0-6-145,1-11 1,-1-5 0,6-5 0,-3-9-172,-3-7 0,-2 0 0,-2-7 0,0-3-112,0-1 0,0 0 0,0 1 0,0 3 112,0-3 0,-6 5 0,0-1 1,3 2-194,1 4 0,2 2 0,0 2 41,0 0 0,2 6 0,3 1 25,7 3 1,3-1-1,4 4 1,2-2-68,2 3 1,0 3-1,-6 3 1,0 3 414,0-2 0,0 6 0,0-1 0</inkml:trace>
  <inkml:trace contextRef="#ctx0" brushRef="#br0" timeOffset="1817">1182 686 8086,'11'-17'838,"1"0"1,-8 5 291,1 1-1085,-3-1 1,-9 3 0,-5 3 0,-3 4-185,-2 2 0,-2 0 0,-2 2 0,-2 2 24,2 2 0,-4 9 0,2 0 1,3 6 307,1 0 0,1 4 1,3-1-1,4 3 6,5 4 0,4-7 0,2 1 0,2-2-35,4 0 1,5 0-1,12-8 1,6-4-206,3-5 0,2-4 0,0-2 0,1-2-28,-1-4 0,-2 0 0,-1-9 0,-7-4-74,-5 0 1,2-7 0,-11-1 0,-1-2-2,-3 1 1,-6 1-1,-6-3 1,-5 1 112,-4-1 0,-10 5 1,-3 2-1,-5 4-14,-1 2 0,0 8 1,-1 3-1,1 4-99,0 2 1,7 2 0,4 5 0,4 11-176,2 8 0,8 1 1,3 1-1,6 3-88,6 1 0,3-3 1,8-3-1,2-1 77,4-4 1,2-8 0,5-3 329,-1-3 0,0-1 0,5-6 0</inkml:trace>
  <inkml:trace contextRef="#ctx0" brushRef="#br0" timeOffset="2433">1473 617 8469,'11'6'1238,"1"0"-868,-8 0 1,3 1 0,-7 5-179,0 3 1,0 2 0,0 0-1,0 2-109,0 4 0,0-4 0,2 6 0,2-3-39,2 1 0,-1 0 1,-5-6 53,0 0 54,8-7 1,2-4 0,5-12-240,-4-6 0,-1-3 0,-7-2 1,5 0-142,2 0 0,-5-2 1,7-2-1,1-2-59,2 2 0,-3 2 0,-1 2 0,1 0-71,-3 0 1,6 2 0,-3 1 353,3 3 0,2 1 0,0-1 234,0 5 1,-5 6-1,-1 8 28,2 9 0,-3 0 0,-1 8 0,-1-2 114,-4-1 1,-2 9 0,-2-4 0,0-1-66,0-3 0,5 2 0,1-2 0,-2-3-192,-2 0 0,-2-9 0,2-2-115,4-1 0,-3-2 1,7-8-1,-1-4-202,1-5 0,-1-4 0,5-3 0,-3 1-28,2 0 0,-3 0 0,1 0 0,3 0-34,1 0 0,-4-2 0,1-2 0,1-2 17,2 2 1,2 2-1,1 2 48,-1 0 1,-2 5 0,-2 3 69,-1 1 0,-3 4 419,3 10 1,-5 5 0,-7 10 0,0 4 163,0 2 1,0-6 0,0 3 0,2-1-59,4 0 0,-2 6 0,7-7 0,2-1-399,3-2 0,1-3 1,0-3-1,2-4-918,4-1 1,3-2 920,9-6 0,-1 0 0,0 0 0</inkml:trace>
  <inkml:trace contextRef="#ctx0" brushRef="#br0" timeOffset="3299">3288 652 7682,'10'0'2236,"5"0"1,-7-8-1883,3-3 1,-3-5-373,-8-1 1,-2 0-1,-4 2-84,-5 4 1,-5 3-1,-3 8 1,-2 0-210,-1 0 0,-7 0 0,6 2 1,0 4 211,-1 5 1,5 4 0,-4 4-1,4 2 196,2 2 1,5 5 0,3-3-1,1 0 166,4 0 0,4 3 1,6-5-1,5-4-39,5-6 0,7 1 0,1-9 0,3-1-160,3-2 1,-3-4 0,0-3 0,-1-7-149,1-3 1,-6-2-1,2 0 1,-4 0-70,-2-1 0,-8 1 0,-1 0 0,-2 0-74,-1 0 1,1 5 29,-6 1 0,-2 7 0,-4 0 163,-5 8 1,3 6 0,1 7 0,1 0 81,0 0 1,3 6-1,6 0 1,5-2 23,2-2 0,7-2 0,7-2 0,3-2-414,3-1 0,3-8 1,-1 1-1,-1-3-288,-3-2 1,-1 0 0,1-2 0,-5-3 629,-4-7 0,-2-11 0,0-3 0</inkml:trace>
  <inkml:trace contextRef="#ctx0" brushRef="#br0" timeOffset="3785">4419 566 8086,'11'0'1220,"0"0"-1,-7-2-845,2-4 0,-4 3 0,-2-9-262,0-1 1,-6 3-1,-2 1 1,-1-1-304,-4 1 1,-3 5 0,-1-2 19,0 4 1,0 2 0,0 0-1,-2 2 165,-4 4 0,4 4 1,-4 7-1,4 2 227,2 4 0,2 1 0,2 7 1,3-3-97,2 3 0,3-5 0,7 1 0,3-2-103,7-4 0,5-2 0,6-4 1,5-4-227,5-5 1,3-4-1,2-2 1,2 0-208,-2 0 1,-4-8 0,-4-3 0,-1-4-477,1-2 1,-11 1-790,-1 5 1676,-13-4 0,3 5 0,-8-7 0</inkml:trace>
  <inkml:trace contextRef="#ctx0" brushRef="#br0" timeOffset="4250">4915 566 8471,'0'-17'11,"-6"5"256,1 1 0,-3 7-165,2-1 0,3-3 1,-9 2 162,-1 2 0,-2 4 0,-2 4-18,-1 2 0,3 2 0,2-3 0,1 7 93,-1 3 0,-2 2 0,-2 0 0,2 2-113,3 4 0,-1-2 0,7 6 0,2-1-286,2 1 0,4-4 1,6 3-1,7-1-230,6-4 1,11-2 0,1-4 0,5-3 65,0-7 0,4-3 0,-2-2 0,-2-2-46,-2-3 0,2-11 0,-4-8 0,-9-1 67,-10 0 0,-1-5 0,-9 1 1,-3-1 200,-6 1 1,-13-1-1,-11 5 1,-7 0-70,-5 1 1,-3 1 0,-9 6-1,3 1 10,3 5 0,-1 3 0,9 10 0,3 6-167,5 9 0,15 4 0,-1 11 0,7 4-122,5 1 0,4 4 1,6 1-1,7 0 349,8 0 0,6-10 0,7-9 0,8 4 0,2 0 0</inkml:trace>
  <inkml:trace contextRef="#ctx0" brushRef="#br0" timeOffset="4949">5241 515 10394,'-10'17'848,"4"0"0,4 2-580,2 4 0,0-4 0,0 6 0,0-3 28,0 1 1,6 6-234,0-6 0,7-1 349,-1-4-351,-5-1 1,8-6-94,-3 0 0,3-7 0,2 2-106,0-4 1,-7-4 0,-3-4 0,-1-5-140,0-4 1,5-2-1,-3-1 1,-1 1-79,1 0 0,4-6 1,-5 0-1,1 3 73,-1 1 0,5 1 1,-5 1-1,1 0 93,0 0 0,3 6 1,-5-1 350,-2-1 30,5 5 1,-7 3-1,4 10-11,-4 7 1,-1 3 0,3 4 0,2 2 15,-2 2 1,3 0 0,-1-4 0,0 1-18,1 3 0,-5-6 0,6-5-7,0 1 0,-5 0 0,9-1-84,1-6 1,-3-4-1,1-4-178,2-4 0,3-4 1,-1-7-1,-2 0 0,-1 0 0,-1 0 0,4 0 0,-2 2-146,-1 3 1,-1-3-1,6 3 1,1-1 20,-1 2 1,0-3 0,0 9 0,0-1-69,0-2 0,0 7 290,0-5 1,-5 4 0,-3 4-1,-1 4 453,-4 5 0,-4 4 1,-4 2-1,-2 0-79,2 1 1,-3 4 0,1 1 0,2-2-276,2-2 1,2-2 0,0 0 0,2-1-456,4-5 1,-2 2 0,7-7-1,3-2-566,1-2 1,2-2-1,0 0 1,0 0-1852,0 0 2765,-7-8 0,5-1 0,-5-8 0</inkml:trace>
  <inkml:trace contextRef="#ctx0" brushRef="#br0" timeOffset="5483">6234 532 7309,'-2'11'1350,"-4"1"1,4-7 0,-5 7 0,1 3-1008,0 6 0,1 0 1,5 9-1,0 5-98,0 3 0,0 9 0,0-1 0,1 3-243,5 3 0,2-1 0,5 0 0,-1 1-82,1-1 0,0-7 0,0-6 0,-3-8-806,-2-7 441,5-4 1,-11-11-1,2-8 111,-8-10 1,-6-7 0,-7-4 0,2-3 86,4-3 0,-5 0 1,5-3-1,-4 1 174,-2-1 1,5-8 0,3-4-1,-1 0 103,1 0 1,5 0 0,-2 4 0,4-2-200,2 2 0,8 2 0,5 4 0,8 3-61,8 6 0,-3 4 0,3 4 0,1 4 105,3 5 1,1-2-1,0 3 1,0 1 67,1 2 1,-1 10-1,-2 3 1,-3 2 70,-6-1 0,-6 3 0,-6-4 0,-5 5-30,-4 1 0,-10 0 0,-3 0 0,-6-2 25,-6-3 0,-2 3 0,-5-6 1,1 3-125,-1-1 0,3-7 0,-2 2 0,1-4-172,1-2 0,1 0 0,5 0 0,-2 0 287,2 0 0,2-8 0,9-1 0,3-9 0</inkml:trace>
  <inkml:trace contextRef="#ctx0" brushRef="#br0" timeOffset="5800">7022 155 7727,'-10'0'846,"-3"8"1,7 5-439,2 8 0,-3 2 0,1 9 0,2 6-115,2 4 1,-4 9 0,1 6-1,1-1-186,2-3 1,2-4-1,0-3 1,0-6-367,0-4 0,0-9-460,0-4 1,2-12-2006,4-5 2724,-4-4 0,13-10 0,-6-1 0</inkml:trace>
  <inkml:trace contextRef="#ctx0" brushRef="#br0" timeOffset="6167">7141 652 8958,'0'-12'1351,"0"1"-1137,0 7 0,2-4 0,4 8 1,5 0-282,5 0 1,1 0 0,0 0 0,0-2 41,0-3 1,0 3-1,2-6 1,2 3-139,2-1 0,-6-2 0,-5 4 0,-1-3 74,-1-3 0,3-1 85,-7-6 0,-3 2 0,-8 3 0,-7 5 3,-3-1 1,-2 6 0,-2-4-1,-2 6-64,-2 6 0,-5 4 0,5 5 0,2-2 218,2-2 0,7 1 1,1 7 117,-2 4 0,5 1 0,2 5-114,4-6 0,10-4 0,5-2 0,6 0-162,4 0 1,8-5-1,-3-3 1,5 1-627,1-1 0,0-5 0,0 2 631,1-4 0,-1-10 0,0-1 0</inkml:trace>
  <inkml:trace contextRef="#ctx0" brushRef="#br0" timeOffset="6450">7724 463 8143,'0'12'-318,"2"-3"869,3-1 0,-3 5 0,6-3 0,-2 1 5,-1 0 1,7 1-1,-5 7 1,3 2-364,3 2 1,2 1 0,2-3-1,2 4-223,4 2 0,-2-6 0,6 1 1,-2-2-707,-4-3 0,3-6 0,-1-1 736,-2-3 0,-2-1 0,-2-6 0</inkml:trace>
  <inkml:trace contextRef="#ctx0" brushRef="#br0" timeOffset="6650">7981 480 9943,'-8'18'587,"-3"-1"1,-12 2 0,-8 4-422,-7 5 0,-6 12 0,-7 6 1,0 3-357,-1 3 1,9-1 0,3-2 0,7-3-1961,10-6 2150,8-4 0,23-9 0,1-2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39.345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69 309 7877,'-12'0'705,"1"0"1,5 1-1,-4 5-370,3 6 0,-1 3 1,4 2-1,-1 2-74,1 4 0,2 3 1,2 11-1,0 1-150,0 2 1,0 0 0,0-6 0,2 0-117,4 0 1,-4-7 0,3-4 0,-1-6-238,2-6 306,-4 5 1,11-22 0,-7 0 0,-1-7-389,3-4 1,-6-8-1,4-2 1,-4-1 36,-2-1 0,5 3 0,1-5 0,-2 4 86,-2 3 1,3-5-1,1 6 1,0 1 79,1-3 1,-3 6 0,8-4 178,1 4 1,-4 4 0,3 3 3,1 7 0,-3 5 0,-1 5 0,1 7 81,-1 3 1,1 8 0,3 1 0,-3 3 26,-3 4 1,1-5-1,-4 1 1,1-1 99,-1 1 1,-2-6-1,0 2 1,2-4 58,1-2 1,1-6-225,-6 1 0,2-8 0,2-1-131,2-6 1,7-7 0,-2-7 0,5-2-176,1-4 1,0 2 0,0-5 0,0-1-43,0 0 1,0 6-1,0-1 1,1 1 47,-1-2 0,-6 4 0,0-2 0,1 6-4,-3 3 1,7 8 211,-5-1 1,-3 7-1,-3 7 1,-3 10 329,-2 6 1,0-2-1,0 5 1,0 3 4,0 1 0,0-3 1,0-1-1,0 1-218,0-3 0,0-1 1,0-8-1,0 0-390,0 0 0,0-5-607,0-1 1,8-13-1,3 0 1,3-5-1248,-3-6 2114,4-10 0,-13 4 0,6-6 0</inkml:trace>
  <inkml:trace contextRef="#ctx0" brushRef="#br0" timeOffset="434">976 394 6232,'10'-2'3883,"-5"-3"-3707,-3 3 1,-9-6 0,-3 10 0,-1 4-11,-1 5 0,1 4 1,-6 2-1,0 2-65,0 4 1,5-2 0,3 8-1,1 1-66,4 3 0,2-5 0,4 1 0,4-1-42,5-1 1,10-4-1,4-10 1,2-4 9,3-1 1,6-2 0,0-8 0,-3-4-116,-1-5 1,-5-10 0,-3-4 0,-3-2-64,-5-3 1,-11 0 0,1-1 0,-4 3 3,-2-3 1,-10 1 0,-5-1 0,-10 5 71,-7 1 0,0 2 0,-12 6 0,2 2-26,4 3 1,2 5-1,2 9 1,-1 3-122,1 7 1,9 11 0,6 7-1,8 6-168,3 4 1,5 2-1,8-4 1,9 0 413,7-6 0,5-5 0,8-10 0,1 0 0,-1 0 0</inkml:trace>
  <inkml:trace contextRef="#ctx0" brushRef="#br0" timeOffset="1017">1558 531 8028,'-11'-2'878,"0"-3"1,7 1-664,-2-8 0,2 3 0,0-5-277,-1 3 0,-3 7 1,2-1-1,-5 3 1,-4-4 0,-2 0 99,0 2 0,-1 10 0,3 6 1,2 3 38,1 2 0,3 0 0,-2 2 1,3 2 46,0 2 0,6 2 0,-1-5 0,6 3-132,9-2 0,5 2 0,6-4 0,3-6-122,1-3 1,5-4 0,-3-6 0,3-2-39,3-4 0,-7-5 1,-1-12-1,-3-4 58,-3 1 1,-2-13 0,-1 5 0,-3-2 143,-4 0 1,2-4 0,-7-2 0,-2-2 62,-2-3 1,-4 3 0,-2 0-1,-3 2 41,-3 4 0,1 2 1,-5 4-1,5 3 52,1 6 0,-3 10-452,5 2 1,0 9 174,6 2 1,-5 13 0,-1 10 0,2 0 145,2 2 1,0 1 0,-2 8-1,-1 1 134,1-1 1,2 6-1,2 0 1,0 0-13,0 2 0,2-4 0,4 7 0,3 1-241,1-2 0,5-2 0,-2-10 0,6-3-153,4-7 0,2-4 0,-4-7 0,2-5-683,-2-4 1,-2-2 0,-4-4 895,-4-8 0,4-7 0,-5-15 0</inkml:trace>
  <inkml:trace contextRef="#ctx0" brushRef="#br0" timeOffset="1400">2021 514 7976,'11'0'785,"1"0"1,-7 0 0,5-2 0,-1-2-414,1-1 1,-4-1 0,5 6-290,2 0 1,3-6 0,1 0 0,0 3-141,0 1 0,0-4 0,-2-2 1,-1 1-255,-3-1 1,0-3 0,5 3 0,-3 1 56,-2-1 1,-7-5 0,2 1 195,-4-3 0,-4 0 0,-4 1 1,-7 5 60,-8 1 1,0 3 0,-8 5 0,1 2 99,1 3 1,-3 7 0,5 9 0,0 3 171,1 3 0,3-4 0,7 5 1,5 3 64,1 1 1,4 2 0,10-1 0,6-3-274,3-1 0,10-5 0,1 1 0,5-8-434,3-1 1,-4-9-1,10-1 1,-2-6-312,2-6 0,-4-3 0,4-10 1,-5-4-1506,-7-6 2183,5-3 0,-14-2 0,5-1 0</inkml:trace>
  <inkml:trace contextRef="#ctx0" brushRef="#br0" timeOffset="1683">2535 17 7976,'11'-5'1225,"0"-1"-850,-7 0 0,4 8 1,-8 4 56,0 5 0,-6 12 1,0 6-1,3 3-50,1 2 0,-4 8 0,0 4 1,2 5-204,3 6 0,1-3 1,0 3-1,0-6-568,0-5 1,5-1-1,3-9-1273,1-3 1,3-12 1661,5-4 0,-8-15 0,-1-12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5.4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69 659 8268,'-11'6'1089,"-1"-1"0,7 3-342,-7-2 0,7-4 1294,-7 3-346,8-3-594,-3-2 0,9 0-753,3 0 0,-1 0 1,8-2-1,1-3-243,2-7 1,4 3-1,2-5 1,2-3-120,-2-4 0,5-3 1,3 1-1,5-6-125,6-3 1,-2-8 0,6-2 0,0-2-62,0-3 0,1-3 0,5 1 0,-7 3-11,-8 6 0,-3 4 0,-9 4 0,-2 3-799,-2 6 869,-10 4 0,-3 12-98,-12 7 0,4 7 0,-5 10 307,-1 1 0,6-1 1,-3 0-1,3 0 164,2 0 1,0 2 0,0 2 0,0 2 76,0-2 0,0 4 0,0-1 0,0 3-147,0 3 0,0 3 1,0 1-1,0 0-136,0 0 1,0 8-1,-2 4 1,-2 3-241,-2 3 1,-1-7 0,3-1 0,-2 0-78,2 0 1,2-8-1,2-2 1,0-9-43,0-6 1,0-2-1,0 0-335,0 0 0,2-7-630,4-4 535,-4-12 0,6-4-724,-8-7 0,0 6 1487,0-1 0,0 9 0,0-5 0</inkml:trace>
  <inkml:trace contextRef="#ctx0" brushRef="#br0" timeOffset="383">1062 950 8219,'0'-11'7595,"0"-1"-2863,0 9-4527,0-13-5681,0 14 5476,0-5 0,0 7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7.9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0 103 9902,'0'10'1274,"0"-2"1,2-10-1,4-4-1159,5-5 1,4 1 0,4-1 0,2-1-83,2 3 1,6-5 0,-5 7 0,3-1-36,4 1 0,-5-5 1,1 6-1,-2 3-133,-5 1 0,-1 4 1,-1 3-1,-3 7 121,-4 3 1,-3 4 0,-8 4 0,0 5 189,0 5 0,-13 1 0,-5 0 0,-1 0 36,0 1 0,-3-1 1,-1-2-1,2-3-92,2-6 1,2-4-1,1 0 1,3 0 84,2-2-553,7-4 0,-2-13 208,12 0 0,3 0 0,8-2 0,1-2 31,-1-1 1,6-7 0,1 7 0,3 1-28,3 2 0,1 2 0,-1 0 0,-3 2 128,-2 4 1,3 9 0,-5 10-1,-4 1 192,-6 5 1,-5 1-1,-8 2 1,-2 2 5,-4 4 1,-11-4-1,-11 4 1,-5-5 137,-1-7 1,-2-3 0,-2-10 0,-2-3-338,2-7 0,-4-5 1,2-5-1,2-9-582,2-7 1,9-5 0,4-9 0,6 1 590,6 0 0,-4 0 0,5-1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9.0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172 225 12815,'0'18'880,"2"6"1,3 7 0,5 7-434,0 7 1,5 11-1,-4 5 1,4 1-424,2 3 0,1 5 0,-1-11 1,-2-1-303,-4-7 0,3-13 0,-7-2 0,1-7-3093,0-5 2305,-3-8 1,-7-11 0,-3-10 1065,-7-7 0,-11-11 0,-3-3 0</inkml:trace>
  <inkml:trace contextRef="#ctx0" brushRef="#br0" timeOffset="350">1 225 8091,'0'-17'157,"0"0"624,0 0 1,0 6-1,2 1-378,3 3 0,5 1 0,7 6 0,2 0-20,4 0 0,0 0 0,11 0 0,8 0-112,5 0 0,7 2 0,3 3 0,5 7-174,5 3 1,1 10-1,-1 5 1,-4 6-182,-6 4 1,-11 14 0,-6-1 0,-6 6-82,-6 6 0,-10-5 1,-17 3-1,-8 0-25,-10-2 1,-18 2 0,1-10-1,-4-5 140,-4-5 1,4 3-1,-7-6 1,-3-4 62,-2-5 1,5-7 0,1-7 0,2-1 19,4-5 1,-2-3-1,6-10 1,7-4-500,6-5 1,6-6-1,4-4 466,5-2 0,4-15 0,2 2 0</inkml:trace>
  <inkml:trace contextRef="#ctx0" brushRef="#br0" timeOffset="917">1508 705 8190,'0'-17'1479,"0"0"0,0 0-1037,0-1 0,0 7 0,0 0-196,0-3 1,0 5-1,-2-1-138,-4 3 1,-3 1 0,-11 6-205,-2 0 1,3 0 0,-6 0 0,2 2-49,0 4 0,-5 9 1,5 10-1,0 1 118,-2 5 0,6 1 1,-4 2-1,6 0 133,6 1 0,3-1 0,8-2 1,0-1-51,0-3 0,0-7 1,2 2-1,6-6-41,9-5 1,2-5-1,8-7 1,-1-2-75,1-3 1,1-5 0,5-9-1,-3-2-133,-1-2 1,-3-5 0,3 3 0,-6 0 120,-4 1 0,-4-1 0,-2 4 1,-3-2 383,-3 2 1,-1 2-538,-6 2 0,0 9 155,0 8 1,-2 8-1,-2 9 1,-1 2 85,1 4 0,4-2 0,6 6 0,5-1-119,4 1 1,2-6 0,1 2 0,-1-4-286,0-2 0,7-6 0,5-1 0,1-3-217,-1-3 1,3-2 0,-5-4 0,2-4 602,-1-5 0,-7-12 0,4-4 0</inkml:trace>
  <inkml:trace contextRef="#ctx0" brushRef="#br0" timeOffset="1333">2261 20 8732,'-2'-13'959,"-3"7"1,3 8-1,-6 17 1,2 4-494,1 5 0,-1 12 1,4 6-1,-2 5-54,-2 6 0,1 6 0,5 11 0,0 6-179,0 4 1,2-8-1,3-6 1,7-9-43,3-7 1,2-1 0,-2-15 0,-1-6-610,-3-7 0,-1-12 1,3-3-739,-2-3 0,-7-3 0,2-9-36,-4-7 1,-2 3 1191,0-3 0,-15 1 0,-4-6 0</inkml:trace>
  <inkml:trace contextRef="#ctx0" brushRef="#br0" timeOffset="1517">1987 517 8219,'-9'0'2560,"1"-2"0,10-2-2121,4-2 0,5 0 0,12 6 0,5 0-761,5 0 0,1-1 1,0-3-1,2-2-2032,4 2 2354,-3 2 0,12-5 0,-5-3 0</inkml:trace>
  <inkml:trace contextRef="#ctx0" brushRef="#br0" timeOffset="2033">3049 636 11381,'9'0'1682,"-3"-7"-1575,-12-5 0,-3 5 1,-8 1-1,0 4-62,0 2 1,-6-6-1,-2 1 1,0 3-60,0 6 0,-5-1 1,3 11-1,-1 3 110,-1 4 0,8 9 0,0-1 0,8 5 49,7 6 1,5-4 0,1 4 0,0-6-35,0-5 1,7-4 0,6-8 0,8-2-128,8-4 0,-2-3 0,-1-8 1,1-2-63,-1-4 1,-3-3 0,4-8 0,-2-2-208,-4-4 0,-2 2 0,-2-6 0,0 1 84,0-1 1,-7 0-1,-3-1 1,-1 5 293,0 4 1,-1 2-210,-5 0 1,-2 9 1,-3 8 1,1 10-1,-6 11 1,3 1 272,3-1 0,2 4 0,2 0 0,2 0-51,4-1 0,-3-1 0,9-6 0,3 0-529,6 1 1,-2-7 0,6-1 0,-2-3-490,-1-3 1,7-2 909,-6-2 0,7-8 0,-3-1 0</inkml:trace>
  <inkml:trace contextRef="#ctx0" brushRef="#br0" timeOffset="2467">3734 619 8113,'0'-17'959,"0"0"0,0 0 0,-2 2-268,-4 3 0,4-3-652,-3 4 0,-5 1 51,-1-1 0,-4 7 1,-3-2-1,1 4-78,0 2 1,0 2-1,0 4 1,0 5 113,0 5 0,1 1 0,3 0 0,4 0 61,1 0 1,2 6 0,6 2 0,0-1-27,0 1 1,2 4 0,6-7 0,7-1-188,6-2 0,4-1 1,-2-1-1,5 0-205,4 0 1,1-6 0,-3 1 0,-1 1 64,1 2 0,-5 1 1,-2-3-1,-4-2 224,-2 3 0,-8 1 0,-3 2 88,-4 0 1,-6-2 0,-5-1 0,-10-5-180,-6-1 1,-4-1 0,-5-3 0,0 2-542,0-2 1,-1-4 0,3-4 0,2-4-148,1-1 1,10-3 0,0-5-1,8 0 721,3 0 0,2 0 0,6 0 0</inkml:trace>
  <inkml:trace contextRef="#ctx0" brushRef="#br0" timeOffset="2917">4128 739 12142,'17'0'834,"0"0"1,0 0-648,0 0 0,6-6 0,2-1 0,0-1-108,-1 1 0,7-7 1,-5 5-1,1-3-232,-4 1 1,-4 1-1,-4-3 1,-2 2-486,-1-3 1,-8-1 0,-1 0 240,-6 4 0,-14 3 1,-12 6-1,-3-2 246,-3-1 0,1 1 0,2 9 0,-1 7 183,-1 3 1,11 2-1,-5 2 1,7 2 351,4 2 1,2 7 0,3-1 0,6 3 14,5 3 1,4-1-1,9 0 1,11-2-257,7-3 1,6-4 0,2-10-1,4-4-669,2-5 0,-4-4 0,5-2 1,1-4-678,-2-7 1,-2-3-1,-8-14 1,0-3 1202,1-1 0,-9-2 0,-1 0 0</inkml:trace>
  <inkml:trace contextRef="#ctx0" brushRef="#br0" timeOffset="3217">4967 54 8022,'0'-9'1031,"0"3"0,0 14-504,0 9 1,0 7 0,0 13 0,0 3 17,0 5 0,0 12 1,0 8-1,0 5-79,0 5 0,0 6 1,2-4-1,2-5-142,1-9 1,3-10 0,-4-7 0,1-6-269,-1-4 0,4-10 0,-1-5-1275,3-7 1,-4-1 201,5-7 0,-1-3 0,3-6 0,-4-5-504,-1-2 1,-2-1 0,-6-6 1520,0 0 0,7 0 0,3 0 0</inkml:trace>
  <inkml:trace contextRef="#ctx0" brushRef="#br0" timeOffset="3383">4761 517 10054,'12'0'1257,"-1"0"0,6-2 0,8-2 0,2-4-2105,3-1 1,10-3 847,6-5 0,3 0 0,3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24.1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497 257 8335,'15'-17'61,"-3"0"1,-5 2 442,1 3 0,-4-3 1,5 4 381,-1-5 0,3 5-100,-5 0 1,2-1-293,-3-5 0,-3 0 0,2 0-250,-8 0 0,0 5 1,-7 3-1,-4 1-199,-6 4 1,-6 2 0,-7 2 0,-2 0-172,-4 0 1,2 10-1,-8 5 1,0 8-137,3 4 1,-1 1 0,8 8-1,0 2-41,3 2 1,5 8 0,1-2 0,10 1 211,9-1 1,6 1 0,6-5 0,8-2 99,10-4 0,9 2 1,5-11-1,4 0 172,6-4 0,3 1 0,3-1 0,-3 0 94,-3 2 0,-4-6 1,-8 5-1,-2 1-174,-3 4 0,-12-3 1,-11 1-1,-5 0-156,-1-1 1,-9 3 0,-6 3 0,-10-1-115,-7-3 1,1-7 0,-11 2 0,2-6-49,0-6 1,-5-3 0,5-8-1,0 0 61,-2 0 0,8-9 1,-1-9-1,11-8-365,5-7 0,3-1 0,5 0 0,5 0-1687,4-1 2208,2 1 0,0 0 0,0 0 0</inkml:trace>
  <inkml:trace contextRef="#ctx0" brushRef="#br0" timeOffset="367">788 805 8147,'17'-17'-73,"-7"6"0,-3 1 1,-1 1 1738,0-1 1,0 4-533,-6-5 0,0 9-835,0 2 1,0 10 0,0 12 0,0 7 99,0 3 1,0 12-1,0 7 1,0 10 81,0 6 1,1 11 0,3 8 0,2 7-501,-2 2 1,3-4 0,-1-11 0,0-7-152,1-9 1,-3-9-437,8-15 0,-9-17 1,3-23-228,-4-9 0,-2-14 1,0-6-1,0-3-653,0-2 0,-8-1 0,-5 1 1486,-8 0 0,-5-8 0,-9-2 0</inkml:trace>
  <inkml:trace contextRef="#ctx0" brushRef="#br0" timeOffset="633">771 874 8144,'8'-33'114,"1"5"1,3 5 271,-1 4 1,0 2 0,7 0 0,-1 0 376,0-1 0,8 3 0,3 4 0,4 5-483,3 4 0,5 2 0,0 0 0,-2 2-161,-2 4 0,-2 3 0,-2 8 1,-3 1-155,-6-1 0,-6 6 0,-6-1 0,-5 1-73,-4 2 0,-10 0 0,-5 3 0,-6-3 103,-4 0 1,-7-6-1,-1 5 1,-5-1-39,-4 0 1,-2 0 0,4-8 0,-2-2-221,2-1 0,-2-3 0,4 5 1,6-5-1225,3-1 0,4-2 1487,6-6 0,0-8 0,0-2 0</inkml:trace>
  <inkml:trace contextRef="#ctx0" brushRef="#br0" timeOffset="983">1644 137 8145,'10'-7'1799,"-4"-5"-1301,3-3 0,-7 7 0,4 8 1,-4 10 76,-2 5 0,0 12 0,0 7 0,0 10-43,0 5 1,2 5-1,1 3 1,3 7-36,-2 9 1,-2 3 0,0 6 0,2-4-318,1-2 1,3-10 0,-4-9 0,3-5-351,3-7 0,-6-10 0,3-12-546,1-4 0,-6-12 0,3-7-186,-3-9 0,-2-1 0,0-1 1,0-4-2980,0-6 3881,0 2 0,-7-6 0,-3 8 0</inkml:trace>
  <inkml:trace contextRef="#ctx0" brushRef="#br0" timeOffset="1266">2021 600 12615,'10'17'0,"-5"2"747,-3 4 1,-2 3-1,2 9 1,2-1-273,2 0 0,1 2 1,-3 2-1,4 2-492,1-2 1,-3-7 0,3-5 0,1-1-914,0-4 0,-5-2-904,7-2 1,-9-9-552,3-8 1,-6-10 2384,-6-13 0,-3-3 0,-8-8 0</inkml:trace>
  <inkml:trace contextRef="#ctx0" brushRef="#br0" timeOffset="1450">2090 309 8145,'0'-18'230,"0"1"0,0 0 0,0 0 532,0 0 0,0 6 0,2 1 1755,3 2-3292,-3 3 0,6 7-1106,-8 3 1881,0 5 0,-8 15 0,-1 1 0</inkml:trace>
  <inkml:trace contextRef="#ctx0" brushRef="#br0" timeOffset="1766">2552 0 8262,'11'0'762,"1"0"1,-8 2 0,1 4-1,-3 7-159,-2 8 1,6 8 0,0 11 0,-2 9-83,-3 12 1,-1 11-1,0 20 1,0 3-76,0 0 1,0 4-1,2-10 1,2-5-262,2-8 1,1-15 0,-3-11 0,4-12 23,1-8 1,-3-15-1283,6 2 1,-7-11 20,7 0 1,-9-12-1,3-5 1,-4-5-595,-2-1 1646,-8-7 0,-9-3 0,-9-7 0</inkml:trace>
  <inkml:trace contextRef="#ctx0" brushRef="#br0" timeOffset="1933">2312 600 10890,'8'-10'1063,"-2"1"0,9 5 0,6-2-778,4 2 0,5 2 1,10 1-1,7-3-1134,9-2 0,1-7 0,9 3 0,5-3 849,-1-4 0,1-4 0,-3-13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3.4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223 120 8248,'15'-11'1278,"-4"-1"0,3 7-564,-9-7 1,7 7-162,-6-7 0,-1 1-434,-5-6 1,0 5-1,-2 3-261,-3 1 0,-5 2 0,-7 6 1,-2 2-26,-4 4 0,2 3 1,-5 11-1,-1 2 1,0 7 0,6-2 0,-1 1 0,2 1 117,3-3 1,6 7 0,1-5 0,3 3 164,3-3 1,2-3 0,2-8-1,2 0-1,4 0 0,3-7 0,8-5 0,2-3 32,4-2 1,-4-2-1,4-3 1,-2-7-140,2-3 1,-4-4 0,4-2-1,-4-4-79,-2-1 1,0 3-1,-2-4 1,-1 3 59,-3 3 1,-5 4 0,3 3-18,-1 3 1,-3 3-24,-5 2 1,0 5 0,-1 16 0,-3 6 176,-2 3 1,0 5 0,6 5 0,0-1-144,0-5 1,8 3 0,3-9-1,5-1-276,1-2 1,2-3 0,2-5-1,3-5-1722,3-4 1,2-10 2014,5-3 0,0-12 0,0-4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0.3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343 170 8266,'0'-11'370,"0"-1"338,0-1 1,6 3 11,-1-1 1,1 0-148,-6-7 0,0 7-300,0 0 0,0 5 1,-2-4-170,-4 3 1,-3 1 0,-8 6-1,0 0-147,0 0 0,-8 2 1,-2 4-1,-1 5-55,-1 4 1,2 10 0,-3 4 0,3 3-59,3 2 0,1 0 1,8 1-1,1-1 46,3 0 1,7-1 0,-2-5 0,4-5 136,2-4 1,14-10-1,3-3 1,4-4 86,4-2 0,-1-8 1,7-3-1,-5-6-39,-1-6 1,4 2-1,-5-7 1,1-3-88,0-1 0,-2 3 1,-8 3-1,-2-1-48,-1 0 0,-7 6 0,5-1 147,-3 3 0,-3 9-266,-9 4 1,1 14 0,-6 9 0,1 10 280,-1 5 1,6 2-1,-1 3 1,3 1-80,2 2 0,0-1 0,2-4 1,3-3-138,7-3 1,3-5 0,2-7 0,2-1-218,4-5 1,-2-3 0,8-10 0,-1-6-1312,-1-9 1642,5 0 0,-5-23 0,7 4 0</inkml:trace>
  <inkml:trace contextRef="#ctx0" brushRef="#br0" timeOffset="400">805 50 8266,'0'-17'3416,"0"0"-3146,0 7 0,0 5 1,-2 12-1,-1 10-36,-3 10 0,-6 5 0,7 3 0,-1 1-5,-2 4 1,7-4-1,-5 4 1,4-4-95,2-2 0,0-1 1,2-5-1,4-5-20,5-4 1,4-4 0,4-3 0,4-8-149,6-8 0,3-8 1,4-11-1,2-5-246,2-4 0,-2-5 0,-7-1 0,-5-2-9,-1 2 0,4 2 0,-9 4 0,-2 3-81,-5 7 1,-9-3 345,1 2 0,-5 8 0,-5 11 133,-7 8 1,-3 11 0,0 10 0,2 1 94,1 5 1,6-5-1,-3 3 1,1 1-64,4 3 1,3-1 0,2-1 0,5-5-532,6-1 1,9-2-1,3-6 1,3-2 388,3-4 0,10-3 0,4-8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6.8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219 880 8219,'9'-12'134,"-1"3"238,0 1 1,-1-5 0,7 1 38,-3-3 0,-5 0 0,3 2 1,1 1-88,-1-1 0,-5-2 0,2-3 0,-4 1-1,-2 0 0,0-2 0,0-2-324,0-2 0,-8 3 0,-5 8 0,-6 6-124,-4 4 1,-8 4 0,5 6 0,-3 7-126,1 6 0,5 8 1,-4-5-1,2 3 102,5 4 1,2 3 0,7 2 0,3 2 155,1 0 0,5-11 1,-2 5-1,6-5 145,4-6 1,13-4 0,-2-6 0,4-5-29,4-4 0,-1-4 1,7-4-1,-3-7-55,3-8 1,-5 0-1,1-8 1,0-3-118,-1-6 0,-5 0 0,2-8 1,-4 1-95,-2 1 0,0-6 0,0 5 0,1-7-140,-1-5 1,0 10-1,0-3 1,-2 6 65,-3 6 0,1 2 0,-7 2 0,-3 2 339,-1 3 1,4 10 186,0 8 0,-2 9 0,-8 2-170,-2 9 1,-7 14 0,1 6 0,-3 5-8,-2 6 1,2 4-1,1 9 1,3 4 25,-2 6 0,3-2 0,1 0 0,1-1-265,4 1 1,2-4 0,2 2 0,2-5-83,4-11 1,3-8-1,9-11 1,1-8-443,3-7 0,-1-11 0,6-11 0,0-10-2132,-1-11 2761,-5 0 0,4-16 0,-8 6 0</inkml:trace>
  <inkml:trace contextRef="#ctx0" brushRef="#br0" timeOffset="467">990 691 8493,'5'-17'818,"1"0"1,0 0-1,-6 0-121,0 0 1,0 5-1,0 1-196,0-3 1,-2-1-587,-4-2 0,2 8 0,-7 3 0,-2 4-230,-3 2 0,-3 2 1,-2 4-1,-3 5 8,-3 4 0,6 4 0,-4 4 1,2 6 300,1 3 0,-1 2 1,6 0-1,1 1 130,5-1 1,3-2 0,8-1 0,0-5-67,0-1 1,8-4 0,5-10 0,6-5-114,4-4 0,8-4 0,-3-4 1,3-5 1,-3-4 1,3-4 0,-9-2 0,-1-4 36,-2-1 0,-1 3 1,-3-4-1,-4 2 277,-5 4 0,2 2 0,-3 2 122,-1 0 1,-4 2-505,-6 3 0,4 7 0,-5 10 0,-1 7 53,-3 3 0,3 8 0,2 2 0,5 1 125,1 5 1,0-5 0,0 1 0,0 0-73,0-1 0,1-5 0,5 0 0,6-6-261,3-3 1,4-8 0,2 1 0,3-3-472,3-2 1,-4-7-1,4-7 747,-3-7 0,7-5 0,-5-9 0</inkml:trace>
  <inkml:trace contextRef="#ctx0" brushRef="#br0" timeOffset="767">1623 109 8219,'0'-17'280,"0"0"0,-2 1 278,-3 5 0,1 3 0,-6 12-322,3 8 0,-5 1 0,5 16 0,-3 3 51,-3 6 1,-2 6-1,-3 9 1,1 4 117,0 6 0,0 3 1,0 3-1,2-1-241,3 1 0,-1-6 1,5-4-1,1-6-306,-1-9 1,2-12 0,8-7-270,4-6 0,-2-6 0,7-13 1,1-2-712,-3-3 0,5-7 0,-7-9 0,1-3 1122,-1-3 0,-1-2 0,-6-5 0</inkml:trace>
  <inkml:trace contextRef="#ctx0" brushRef="#br0" timeOffset="933">1229 486 11217,'17'0'681,"1"0"0,1 0 0,3 0-870,7 0 0,3 0 0,3-2 0,-1-4-624,0-5 0,6 1 0,2-3 0,0-4 813,0-4 0,5-10 0,-3 5 0</inkml:trace>
  <inkml:trace contextRef="#ctx0" brushRef="#br0" timeOffset="1400">1966 623 8838,'9'-8'1040,"-3"-3"1,-2 1-213,1-1 1,-1-1-186,8-5 0,-9 0-684,3 0 1,-4 6-1,-4 1-54,-4 2 0,-3 3 1,-8 5-1,-2 0-95,-4 0 0,-2 7 0,-5 5 0,1 3 27,-1 2 0,5 8 0,0 3 0,2 5 320,1 1 0,1-5 0,7-1 0,5 1-6,1-3 1,3 1 0,6-8 0,5 0-136,6-4 0,5-9 0,4 0 1,3-5-205,3-1 0,0-7 1,3-5-1,-3-5-110,-3-6 1,1 3 0,-4-7-1,0 0 134,-6 1 0,1 5 0,-9-2 0,1 4 132,-1 2 1,-1 0 157,-6-1 1,-2 11 0,-4 9 6,-5 13 1,2 4 0,-3 10 0,1 1 9,1 2 0,-3 1 0,7-3 0,2-1-66,2 1 1,4-5-1,2-2 1,6-4-159,5-2 1,-2-8-1,12-3 1,-2-4-410,0-2 0,5-4 0,-3-5 0,0-8-458,-1-2 0,1-2 1,-4-2 947,2-6 0,0 4 0,-6 1 0</inkml:trace>
  <inkml:trace contextRef="#ctx0" brushRef="#br0" timeOffset="1783">2548 606 8142,'0'-18'1210,"0"1"1,0 0 0,0 0-533,0 0 1,0 6 0,0-1-414,0-1 0,-2-1 0,-2 1-383,-1 2 0,-9 7 0,3-4 1,-4 3-155,-3-1 0,1 0 0,0 8 0,0 2-84,0 2 0,0 7 0,0-2 0,1 5 221,5 1 0,-2 6 0,7-1 0,2-1 269,2-2 1,2 0 0,0 2 0,2 2 102,4-2 0,3-2 0,9-2 0,-3 2-112,-4 4 0,4-4 0,-5 4 0,1-2-97,1 2 0,-8-4 1,1 5-1,-3-1 4,-2 0 1,-2 0-1,-3-8-96,-7-3 0,-3 1 0,-2-7 0,0-4-343,0-6 1,-1-6 0,1-7 0,0 0-402,0 0 1,8-2-1,1-2 1,2-2 807,1 2 0,-1 2 0,6 2 0</inkml:trace>
  <inkml:trace contextRef="#ctx0" brushRef="#br0" timeOffset="2200">2719 674 8006,'0'-11'528,"0"-1"1,0 7 1059,0-7-1059,0 8 0,8-3-332,3 7 0,4 0 0,3 0 0,-1 0-37,0 0 1,0 0 0,2 0-1,2 0-118,2 0 0,0-6 1,-6-2-1,0-1-131,0-4 0,0 3 0,-2-1-146,-3-3 1,1 5-1,-9-3 69,-6-1 0,-11 5 0,-12 3 0,-2 5 76,-3 5 1,-3 5-1,-1 7 1,2 2 238,3 4 0,-1-2 1,5 7-1,2 3 111,4 1 0,0-3 0,14-1 0,1 3-21,2 1 1,4-3-1,5-5 1,10-3-249,10-5 1,5-5 0,3 0 0,1-5-654,4-4 1,-4-2 0,4-2 0,-4-6-415,-2-9 1,1-2-1,-3-7 1,-2-1 1075,-1 0 0,-8-1 0,4-6 0</inkml:trace>
  <inkml:trace contextRef="#ctx0" brushRef="#br0" timeOffset="2450">3524 92 8006,'0'-23'55,"0"0"1767,0 2-797,0 2 0,-2 14-736,-4 10 1,3 12 0,-9 19 0,-1 3 6,-2 1 1,3 13 0,1 0-1,-2 6 102,-3 6 0,5 1 1,1 3-1,3-1-271,3 1 0,2-8 1,2-2-1,2-6-240,4-7 0,-3-4 1,9-25-1375,1-8 0,1-9-289,-3-11 0,-3-3 1776,-8-14 0,-8-1 0,-2-5 0</inkml:trace>
  <inkml:trace contextRef="#ctx0" brushRef="#br0" timeOffset="2583">3267 503 13520,'17'0'0,"2"0"338,4 0 1,6-2 0,13-2-339,9-2 0,16-15 0,11 2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4.2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429 443 8462,'0'-17'1094,"0"6"1,2 1-366,3 3 0,-3-7-303,4 3 0,-6-4-460,-6-2 1,2 7 0,-7 4 0,-2 3-32,-3-3 1,-3 4 0,-2-4-1,-1 6-191,1 6 0,2 2 1,2 5-1,-1-2-45,1 3 0,6 1 0,1 2 0,3 0 206,3 0 1,2 6 0,2 0 0,0-2 197,0-2 1,8 4-1,3 2 1,2-1 47,-1 1 1,3 9 0,-5-3-1,-1-1-20,-3 3 1,1-1 0,-1 2-1,-2-2-29,-2-3 0,-10 1 0,-3-7 0,-4-2-19,-3-2 0,-4-4 0,-3-3 0,-2-6-44,-3-5 0,3-2 0,0-5 0,3-6-341,3-3 1,2-4-1,4-2 1,3-2-1028,6 3 1,5-5 1328,1 2 0,7-8 0,3 5 0</inkml:trace>
  <inkml:trace contextRef="#ctx0" brushRef="#br0" timeOffset="684">651 546 8223,'15'-17'-59,"-1"0"229,-3 0 1974,-7 0-1625,4 0 1,-8 15 0,0 7-147,0 9 1,-6 5 0,-2 2-1,-1 3-73,-5 3 0,5 0 1,-2 3-1,-1-1-137,3 1 0,-5-3 0,7 1 0,-1 1-256,0-3 1,3-1-1,3-8 1,-2 0-1376,-2 1 1240,1-1 0,7-8 0,3-5 1,5-8 95,-1-7 0,6-10 0,-3-4 0,5 0-6,6 1 1,-4-7-1,4 3 1,-2-5 78,1-1 0,-2 6 0,4 1 0,-1 2-2,0 4 1,2 2 0,-4 4 41,1 4 0,1 3 1,-8 10-1,-1 4 321,-3 5 1,-7 12 0,2 5 0,-4 5 56,-2 1 0,0-2 0,-2-1 1,-2-3-80,-2 3 1,-5-7 0,5-1 0,2-4-390,2-2 0,-3-5-40,-1-1 0,0-9 1,8-2-1,2-9-85,2-7 1,13-6 0,-2-3 0,2-2 0,0-3 1,0-3-1,2-1 1,2 2 49,-2 3 1,3-1 0,-1 5-1,-2 0 66,-2 1 1,-2 3-1,0 7 1,1 5 90,-1 1 0,-6 3 0,-1 7 368,-3 3 1,5 10 0,-7 8-1,-1 0-25,-2 2 1,-8 1-1,-1 9 1,-1-1-18,0 0 1,-3-1 0,3-3 0,-1-1-299,-4 1 0,5-5 0,2-2 0,2-4-420,-1-2 1,5-8 61,0-3 0,2-6 1,9-6-1,2-7-924,3-8 0,1 2 1280,0-4 0,0-4 0,0 1 0</inkml:trace>
  <inkml:trace contextRef="#ctx0" brushRef="#br0" timeOffset="1167">1867 632 8088,'0'-17'476,"0"0"0,6-1 1,0 1 524,-3 0 1,-1 0-329,-2 0 0,-2 2-592,-3 3 0,-5-1 0,-9 7-188,-4 3 0,4 1 0,-5 4 1,1 3 44,0 7 0,-8 3 0,5 2 0,-3 2 45,1 4 0,1 2 1,-1 5-1,5-1 61,4 1 0,3 0 1,3 1-1,4-3 60,1 3 1,2-6 0,8-3 0,4-3-27,5-1 1,12-9-1,4-3 1,1-4-84,1-2 1,-1-2 0,7-4-1,-3-7-188,-3-8 0,1 2 0,-7-6 1,-2 2-16,-2 0 1,-2-5 0,0 5 0,-2 2 200,-3 2 1,-5 2 0,-5 2-1,2 1 41,2 3 0,-3 7 0,-6 0-69,-3 8 0,-5 6 0,3 7 0,0 0 8,1 0 1,-5 6 0,7 0 0,1 0-212,2 1 1,2-5-1,0 4 1,0-4-109,0-2 1,6 0 0,1-1 0,3-5-425,3-5 0,8-4 0,2-2 770,-2 0 0,5-8 0,1-1 0</inkml:trace>
  <inkml:trace contextRef="#ctx0" brushRef="#br0" timeOffset="1483">2518 84 8088,'0'-17'491,"-2"0"1,-2-1 155,-2 1 1,-1 8-395,1 3 1,2 14-1,-5 7 1,-1 8 28,1 3 0,3 5 1,-5 9-1,-3 5 21,-1 5 0,4 7 0,-1 2 0,1 0-189,1 0 0,-5 4 0,6-6 1,-1-4-285,4-5 1,5-8 0,1-10-1270,0-1 762,0-8 1,7-10-1,3-13 1,1-5-3,0-7 0,-1-1 1,3-2-1,-3 0 679,-3 0 0,14-8 0,-2-2 0</inkml:trace>
  <inkml:trace contextRef="#ctx0" brushRef="#br0" timeOffset="1700">2689 118 8088,'0'-17'142,"2"2"1,2 1 505,2 3 1,-1 5-150,-5-5 0,0 9 0,0 2-52,0 9 0,-2 9 0,-1 4 0,-5 9-101,-2 7 1,5 6 0,-7 7 0,1 0-269,1 1 1,-3 5 0,5 2 0,1 0-337,-1 0 0,-3-4 1,5-9-1,2-6-2130,2-4 2388,2-10 0,0 7 0,0-7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1.1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35 334 8293,'8'-29'-28,"3"1"0,-3 7 0,-2-2 307,-5 4 1,-1 2 1060,0 0-250,0 7-871,0 3 0,0 8 1,0 5-35,0 6 1,-5 9 0,-3 3 0,1 5 39,-1 7 0,0 6 0,5 11 0,-5 2-54,-2 2 1,7 8-1,-3-4 1,4 0-131,2-4 1,0-6 0,0-3-1,2-4-24,4-2 0,3-12 1,8-11-1,0-8-184,0-3 1,1-4 0,-1-10 0,0-7-32,0-8 0,0-6 0,0-7 1,0 0-65,0-1 1,-5 1 0,-3 0 0,-1 0 73,-4-1 1,3 1 0,-1 2 0,-2 3-170,-2 7 0,-2 2 290,0 3 1,-2 8 0,-2 5 81,-2 8 1,-7 13 0,4 13 0,-3 7 134,1 3 0,7 1 1,-2-3-1,4 4 244,2 2 0,0-6 0,2 2 0,6-4-121,9-2 0,2-7 0,10-6 0,3-8-203,6-7 1,0-14 0,8-9 0,-1-9-198,-1-7 0,2-7 0,-10-1 0,-6-1 37,-3 0 1,2-4-1,-7 6 1,-3 0 49,-5-2 0,-5 6 0,-5-6 1,2 0 8,-2-3 1,-3 3-1,-2 0 1,-5 2-111,-6 0 1,-1-7 0,0 3 0,3 0-28,3 4 0,-5 6 0,7 5 0,1 6-475,2 4 0,2 12 0,-2 7-1249,-4 9 1892,4 14 0,-5 11 0,7 10 0</inkml:trace>
  <inkml:trace contextRef="#ctx0" brushRef="#br0" timeOffset="350">874 642 8293,'12'-6'31,"-1"1"0,-7-9 0,4 5 1240,-1-1 929,-5-5-1688,6 13 0,-8 2 1,0 12-1,-2 5-163,-4 6 1,2-2 0,-5 5 0,1 1-300,4-1 0,2 1 1,1 4-1,-3-5-341,-2-1 0,0-2 1,6-6-2038,0 0 0,2-2-348,4-3 2676,-4-5 0,13-22 0,-5-4 0</inkml:trace>
  <inkml:trace contextRef="#ctx0" brushRef="#br0" timeOffset="517">1046 197 8293,'-10'-8'1573,"-3"4"135,7-7 1,-2 7-2535,3-2 0,3 6 0,-4 6-2877,4 6 3703,2-5 0,8 16 0,1-4 0</inkml:trace>
  <inkml:trace contextRef="#ctx0" brushRef="#br0" timeOffset="800">1371 111 8154,'0'-17'1334,"0"0"0,0 11 1,0 10-1013,0 11 0,0 16 1,0 3-1,0 10-93,0 5 1,-2 10-1,-2 4 1,-3 6-95,-3 5 1,6-6-1,-3 3 1,1-9-249,0-3 1,1-9 0,5-12 0,0-8-1577,0-7 602,0-4 1,0-11 0,0-8-1132,0-10 2218,0-5 0,0-10 0,0-1 0</inkml:trace>
  <inkml:trace contextRef="#ctx0" brushRef="#br0" timeOffset="1000">1165 539 12785,'18'0'481,"1"0"1,3 0-1,7 0-581,3 0 0,8-5 0,2-3 0,2-1-872,4-5 1,1-1 0,2-4 0,-1-2 971,-5-2 0,5 0 0,-6 6 0</inkml:trace>
  <inkml:trace contextRef="#ctx0" brushRef="#br0" timeOffset="1400">1919 214 8007,'0'-25'778,"0"12"1,0-4 108,0 2 1,2 5-588,4-1 0,-5 14 0,5 3 1,-4 9-23,-2 8 1,0 10-1,-2 8 1,-2 3-52,-1 4 0,-7 3 0,7 4 0,1 2-8,2-1 1,2-5-1,0-3 1,0-5-125,0-1 1,0-4-1,0-9 1,0-6-240,0-4 0,2-10 0,3-5-290,7-8 1,3-5 0,2-9 0,0-1-80,0-3 0,1-3 1,-1-6-1,0 5 108,0 1 0,6-5 0,0 3 0,-2 0 189,-2 5 1,-2 2 0,-2 3 0,-2 2 593,-1 4 0,-3-1 53,3 12 0,-3 12 1,-5 14-1,2 5 18,-3 3 0,-1-4 1,-2 10-1,0-3-344,0-3 1,0-2-1,2-3-1071,4-6 0,9-12 0,10-5 966,2-4 0,9-25 0,7-6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2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241 667 8238,'2'-17'913,"3"0"0,-3 5 56,4 1 0,-4 5-341,-2-5 0,0 5-363,0-5 1,-2 1-1,-4-1-368,-5 5 0,-4 4 1,-3 2-1,1 0-248,0 0 0,-2 8 0,-2 3 0,-2 4 60,2 2 0,2 3 1,4 0-1,2 5 33,2 2 0,1-6 0,-1 3 0,5-1 112,4 0 0,2 0 0,0-6 0,0 0 61,0 0 1,8-5 0,5-3 86,8-1 0,-2-4 1,6-8-1,-3-6 50,1-5 1,2 0-1,-2-12 1,3-1-17,1-5 0,5 3 0,-5-12 0,2 2-41,-1 0 0,1-7 0,3 1 0,-3-4-94,-7-1 1,3 7 0,-2 4 0,-2 2 50,-2-2 0,-2 6 1,-2 0-1,-1 7 56,-3 2 0,-5 6 0,3-3 0,-1 3 169,-4 1 0,-2 7 0,-2 0 400,0-3-491,0 7 1,-2 1-1,-2 12 1,-4 7-60,-1 8 1,-3 0 0,-3 7 0,2 5 169,1 5 0,1 0 1,-6 8-1,0 1 88,0 3 1,1 1 0,3 0 0,4 1-170,1-1 1,-3 4-1,5-1 1,2-5-166,2 1 1,10-9 0,3-3-1,6-7-897,6-8 0,-2-12 946,8-5 0,7-4 0,7-2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1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360 86 8418,'8'-9'-445,"-6"-1"3467,3 5-2315,-3 3 0,-2-8-185,0 4 0,0 3-318,0-9 0,-7 7 0,-5-5-239,-3 2 0,-2 3 1,-2 5-1,-2 0-93,-2 0 1,-5 2 0,3 3 0,0 7 0,0 3 0,-3 4 0,5 2 0,0 4 13,-2 1 1,8 3 0,-2 3 0,8-1-60,3-3 0,3-1 0,5 1 1,2-5 132,3-4 0,5-9 0,7-5 0,0-3 265,0-2 0,6-2 0,0-3 0,0-7-40,1-3 1,-3-8 0,6-1 0,0-3-152,-1-4 1,-5-1-1,2 0 1,-4 1-85,-2 3 0,-5 7 0,-3-2-268,-1 4 0,-3 6 174,-5 7 0,-7 8 0,-5 17 0,-3 6 195,-2 9 0,6 0 1,1 6-1,1-4-83,-1-2 1,6 3 0,-1 1 0,3 0-175,2-6 0,7-5 0,7-10 1,6-2-38,9-4 0,5-3 0,6-12 0,4-7 243,0-12 0,13-7 0,-4-5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7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478 556 8264,'0'10'4702,"0"-3"-4199,0-7 0,-5-7-654,-1-5 0,-7 5 0,1-1 14,-3 0 1,-4 7 0,-2-5 0,-4 4-174,-1 2 1,-5 8-1,-7 5 1,-2 6 136,2 4 1,2 9 0,2 2-1,-1 10 393,1 6 1,13-5 0,6-1 0,5-2-78,7-4 1,8-4-1,9-5 1,7-8-189,7-8 0,6-5 1,4-8-1,4 0-277,2 0 1,-6-8-1,2-3 1,-6-7-529,-5-4 0,1 1 0,-7-6 0,-2 0-854,-2 1 1704,-2-3 0,0-5 0,0 0 0</inkml:trace>
  <inkml:trace contextRef="#ctx0" brushRef="#br0" timeOffset="983">667 693 8264,'5'-17'425,"1"0"1,2 6-1,-5-1 507,3-1 0,6-2 1006,-7-3-1774,1 9 0,-14 1 0,-3 8 0,-4 0-167,-2 0 1,-1 14 0,-1 3-1,-1 4 25,-3 3 0,-6 3 0,6 7 0,2 2-97,2 4 1,4-3 0,2 3 0,3-4 77,3-2 0,3-7 0,10-5 0,7-4 3,8-7 1,5 2 0,11-9 0,1-4-125,2-4 1,0-11-1,-6 0 1,0-6-98,0 0 0,-7-4 0,-4 1 0,-6-3 125,-6-4 1,3 5 0,-9-1 0,-1 1 46,-2-1 0,-4 6 0,-3-4 0,-9 4 101,-7 4 1,0-4 0,-7 12 0,-1-1-105,3 4 1,-7 5 0,7 2 0,-3 5-109,1 6 1,7 5 0,-2 4-1,6 3 138,5 3 1,-1 0-1,7 3 0,2-3 93,2-2 1,10 3 0,4-7-1,5-4 115,5-4 1,5-9-1,7 2 1,1-6-254,-1-6 1,0-3 0,2-10 0,2-4-167,2-6 0,0-3 0,-7-2 0,-5 1 73,-5 5 1,2-3 0,-2 7-1,-4-1 61,-6 0 1,0 8-45,-7 6 0,0 9 384,-6 2 1,0 7 0,-2 12 0,-2 4 174,-2 6 0,-1-3 0,3 3 0,-4 1-76,-1 3 0,3 1 1,-4 0-1,3 0-211,3 1 0,2-9 0,2-3 0,0-4-132,0-2 1,2-7-1,4-4 1,5-5-88,4-1 1,8-7-1,2-5 1,0-5-84,-1-6 1,7-3 0,-3-8 0,5 1-57,1 5 1,-2-5-1,-3 7 1,-6-3 137,-4 1 0,2 7 0,-2-2 1,-6 4 85,-3 2 0,-5 5 106,-5 1 1,0 9-140,0 2 0,-7 2 0,-3 11 0,-1 4 342,-1 4 1,7 4 0,-5-2-1,1 3-1,-1 1 1,6 4 0,-1-7 0,3 1-79,2 0 0,0 0 1,2-5-95,3 3 0,5-8 1,7-9-1,2-4-167,4-2 0,-2-2 0,7-5 0,1-9-216,-3-5 1,5-9 0,-8 3 0,0-1-142,1-1 0,-5 3 0,4-5 0,-6 5-137,-5 1 0,1 2 674,-7 6-150,-1 0 0,-7 9 0,-1 8 0,-5 10 183,-1 5 1,3 2 0,-4 0-1,3 2 2,3 4 1,-4-4-1,3 4 1,1-2 27,2 2 1,9-4 0,3 3 0,3-4-337,4-7 1,-1 2 0,12-7 0,1-2-390,-3-2 0,7-2 0,-5 0 1,3-2-1022,-3-4 1,-3-1 1532,-8-5 0,0-11 0,0 4 0</inkml:trace>
  <inkml:trace contextRef="#ctx0" brushRef="#br0" timeOffset="1549">2157 573 7749,'-12'12'-895,"1"-3"1250,-3-1 0,5 5 0,-1-1 574,3 3 1,-1 2-1,4 0 1,-1 0-233,1 0 1,2 8 0,2 6 0,-2 7-313,-4 7 0,4 5 0,-3 1 0,3 2-219,2 4 1,-6-3 0,0 3-1,3-6-131,1-5 0,0-4 0,-2-10 0,-2-3-1666,2-7 1296,3-10 0,1-6 0,0-12 0,0-7-88,0-8 1,0-6 0,0-7 0,1-1 9,5 1 1,-2-6 0,7-2 0,1-1 31,-3-5 0,12-1 0,-4-3 0,2 3 165,0 3 1,0-3 0,2 3-1,4-2 192,2 3 0,-1 9 0,5 11 0,-3 4 322,3 6 0,-5 9 0,1 0 0,-2 6 34,-4 6 0,-2 5 0,-2 12 0,-2 4 27,-3-1 1,-5 7-1,-7-5 1,-2 5-39,-3 1 0,-5 0 0,-9 0 0,-4-1-137,-5-5 1,-5 3 0,-1-8 0,0-2-342,0-2 0,-1-10 1,1-3-1,0-4-586,0-2 0,7-4 0,4-6 0,6-7-90,5-2 1,5-5 0,9-1 0,3 0 832,7 0 0,11-5 0,3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7.3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67 442 10778,'0'17'964,"0"1"0,-2 1 1,-2 3-623,-1 7 0,-3 11 0,4 4 1,-3 1-193,-3 1 1,6-8-1,-1 2 1,3-6-5,2-5 1,-2-4-1,-2-8 117,-2 0 1,2-10-1,8-7-221,2-9 0,7-12 1,-3-4-1,1-1-494,1-5 1,-1-1 0,4-2-1,-1 1 136,-3 5 1,0-5 0,5 7 0,-3-3-141,-2 1 1,1 5 0,5-4 0,0 4 105,0 8 1,-5 0 0,-1 9 382,2 2 0,-5 10 1,-2 7-1,-3 8 272,3 8 1,-4 3 0,4 2 0,-4 1 265,-2-1 1,0 0 0,0 0-1,0 1-178,0-1 1,-6-7-1,0-5 1,2-3-346,3-1 0,1-7 0,1-1-20,5-3 1,4-3 0,7-10 0,0-7-139,0-8 1,6 0 0,2-7 0,1-3-304,5-1 0,-5-3 1,1 1-1,0 0 43,-1 0 1,-3 5 0,4 3-1,-3-1 67,-3 0 0,-3 12 0,-5-2 187,-2 2 0,-5 7 0,3 4 0,-1 8 312,-4 7 1,-2 12 0,-4 6 0,-2 3 335,-2 2 0,-5 1 0,3-1 0,1 2-59,-1 4 1,-3-4-1,5 2 1,2-5-352,2-5 0,2-7-776,0 2 1,8-12 0,3-5 0,6-6-505,6-6 1,2-5 0,4-10 0,-5-4-1437,1-1 2594,-14-3 0,20-5 0,-12 0 0</inkml:trace>
  <inkml:trace contextRef="#ctx0" brushRef="#br0" timeOffset="433">1283 631 8131,'0'-17'1339,"2"-1"1,2 1-107,1 0 1,1 6-938,-6-1 0,0 7-460,0-7 1,-8 8-1,-5-1 1,-6 3 42,-4 2 1,-5 7 0,3 5 0,-2 5 118,-3 6 0,-2-2 1,-1 7-1,5 3 185,5 1 1,0-3-1,4-1 1,6 1 113,3-3 1,4 5 0,8-8-1,6-2-260,9-2 1,10-10 0,11-3 0,4-4-155,1-2 0,3-8 1,4-3-1,-3-5-226,-1-1 1,-10-7 0,-2-3 0,-7-2 77,-2 1 0,-14 1 1,0-3-1,-7 3 164,-4 2 1,-9-3 0,-7 5 0,-8 2 63,-9 2 0,1 8 0,-14 1 0,1 3-19,1 3 1,-4 4 0,8 5 0,4 7-378,6 3 0,-1 12 0,10 5 0,6 6-131,8 0 0,7-2 0,7-1 0,10-1 564,10 0 0,5-7 0,10-3 0,2-6 0</inkml:trace>
  <inkml:trace contextRef="#ctx0" brushRef="#br0" timeOffset="1017">1985 631 8131,'-11'0'0,"1"-2"2420,3-4 1,1 2-1514,6-7 0,-2 7 0,-2-4-1018,-2 1 1,-1 3-7,1-7 0,-3 7 0,-9-2 0,1 4-109,0 2 1,-6 0 0,1 2 0,-1 4 161,-2 5 1,4 6 0,-6 4 0,3 4 216,3 2 0,7-4 1,5 3-1,1 1 13,4-1 0,4-5 1,6 2-1,7-4-341,8-2 1,6-7 0,7-4 0,2-5-222,4-1 0,-2-7 1,6-5-1,-2-5 165,-4-6 0,-7 3 0,-3-7 1,1 0 290,-3 1 0,5-3 1,-8-5-1,-2 0 264,-2-1 0,-2 1 0,-2-2 0,-2-2-32,-1-2 0,-3 0 0,4 6 0,-1-1-234,1 1 1,1 2-1,-1 1 1,-2 5-205,3 1 0,-7-3 0,-1 5-215,-4 2 0,-2 7 274,0 3 1,-2 7-1,-4 0 1,-5 8 297,-4 8 1,-3 9-1,1 3 1,-2 3 350,-4 3 0,6 10 0,-4 4 0,6 4 61,2 3 1,-6-3 0,9 9 0,1-4-312,3-2 1,4 3 0,2-1 0,0 0-614,0-3 1,10-16-1,5-2 1,8-7-469,3-10 1,-3-5-1,4-10 1,-2 0-338,-4 0 0,-2-8 0,-2-5 0,-2-6-1097,-4-4 0,-3-2 2203,-8 2 0,0-3 0,0-9 0</inkml:trace>
  <inkml:trace contextRef="#ctx0" brushRef="#br0" timeOffset="1383">2636 648 13473,'2'-10'1204,"3"5"1,-1 3 0,8 2 0,3 0-1120,6 0 1,-2 0-1,4 0 1,-2 0-264,1 0 1,-3-6 0,4-2-1,-4 1-550,-2-1 1,-5-5-1,-3 1 263,-1-3 1,-4-2 0,-10 2 0,-5 2 214,-5 1 0,-8 8 1,-5-1-1,-5 3 332,-6 2 1,4 4-1,-2 5 1,5 8 237,5 2 1,5 8 0,-2 1 0,6 5 148,10 1 0,5 0 1,6 0-1,4 1-471,5-1 0,14-2 1,9-5-1,10-8-342,5-6 0,8-9 1,0 2-1,-1-4-478,-3-2 1,-2-14 0,1-5 0,-1-5-419,0-7 1,-13 5 0,-5-3 1239,-7-1 0,5-10 0,-5-4 0</inkml:trace>
  <inkml:trace contextRef="#ctx0" brushRef="#br0" timeOffset="1616">3578 14 8437,'-10'-7'1567,"1"5"1,3-2-1,-4 8-783,1 7 1,-8 18 0,2 7-1,-6 8-325,0 9 0,-4 8 0,2 13 1,2 8-194,2 7 0,10-9 1,3-2-1,4-11-889,2-10 0,10-13 1,5-10-1,8-11-822,3-10 1,-3-5 1444,6-8 0,-8 0 0,3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5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77 8445,'2'-16'326,"4"5"0,-5-4 875,5 3 1,2 3-96,-3-2 1,1 9-636,-6 2 1,0 11-1,-2 16 1,-3 9 162,-7 6 0,-3 11 0,0 10 0,1 5-245,3 6 0,0 4 0,-5 8 0,3-2-557,2-4 0,7-4 1,-2-10-1,4-5-903,2-9 1,2-18-1,4-17-509,5-9 0,4-8 0,3-8 0,-3-9 1580,-4-10 0,4-5 0,-5-2 0</inkml:trace>
  <inkml:trace contextRef="#ctx0" brushRef="#br0" timeOffset="383">257 745 8445,'0'-18'0,"0"1"788,0 0 0,0 6 1,0-1 279,0-1 0,0 4-390,0-3 0,8 8-89,3-1 0,4 8 1,2 3-1,1 0-117,-1 1 1,0-5 0,0 4 0,0-4-368,0-2 0,6 0 0,2-2 0,-1-4-349,1-5 1,0-4 0,-4-2 0,0-1-252,-6 1 0,0-5 0,-9-1 0,-2 2-117,-2 2 0,-10 7 0,-3 3 1,-7 1 569,-4 4 1,-5 6 0,-7 8 0,0 9 197,-1 6 1,3 3 0,3 6-1,7 1 203,3-1 0,3 2 0,5 2 0,5 2-320,4-2 1,17-4-1,8-3 1,10-5-866,7-1 1,3-10-1,9-9 1,-1-4-488,1-2 0,3-8 1,-2-5 1312,-4-8 0,-9-6 0,2-7 0</inkml:trace>
  <inkml:trace contextRef="#ctx0" brushRef="#br0" timeOffset="650">959 488 8562,'0'-17'1548,"2"15"0,4 7 0,3 11-1023,1 6 1,5 5 0,-4 9 0,5 2-338,1 2 0,2 6 0,2-4 0,3 2-121,3 3 0,-6-5 1,4-4-1,-2-8-1160,-1-7 0,1 0 0,-6-6-1431,1-7 1,-3-8 2523,-4-8 0,4-4 0,-5-7 0</inkml:trace>
  <inkml:trace contextRef="#ctx0" brushRef="#br0" timeOffset="833">1233 505 12070,'-11'6'1107,"-1"-1"0,1 10 0,-6 3 0,-2 8-798,-4 7 1,2 8 0,-8 7 0,-1 5-854,-2 4 1,-1 0 0,5-5 0,7-3 543,8-3 0,-3-4 0,7-8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5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12440,'0'-10'1449,"0"5"-784,0 10 1,0 5 0,0 9-231,0 4 1,0 3-1,0 11 1,0 1-236,0 2 1,0 7 0,0-3 0,0 0-106,0-4 0,0 0 0,0-4 0,2-6-230,4-3 1,-3-6 0,9-8 0,1-3-185,2-3 0,2-1 0,1-8 0,-1-4 133,0-5 1,0-4 0,0-4 0,0-4 16,0-6 0,-1 3 1,-3-3-1,-2-1 59,3-3 1,-5-1 0,1 2 0,-1 1 170,1 3 1,-7 7 0,3-2 0,-2 4 1011,2 2-963,-4 7 0,3 5 1,-8 12-96,-3 10 1,-6 2 0,7 10-1,-1-1 104,-2-1 0,6 5 0,-3-3 0,3 3-23,2 3 1,7-1 0,5-2 0,5-1 34,6-3 0,3-3 0,9 0 0,-1-8-178,0-2 1,6-7 0,2-5 0,0-6-151,0-9 0,-2-5 1,-8-6-1,-3-5-38,-7-5 1,3-1 0,-4-2 0,-6-2 71,-7-2 1,0 0 0,-3 6 0,-1-1 112,-2 1 0,-10 0 1,-3 2-1,-4 3-6,-2 6 1,-1 6 0,1 4-265,0 1 1,0 11-1,0 1 1,2 11-441,3 10 0,5 0 0,7 7 0,0 1-459,0-2 0,9 3 1219,8-7 0,8 0 0,9-6 0</inkml:trace>
  <inkml:trace contextRef="#ctx0" brushRef="#br0" timeOffset="433">1234 241 9371,'-10'-8'2615,"3"6"1,9-6-2195,3 8 1,5 0 0,9 0-1,4-1-346,5-5 0,3 2 0,-1-7 0,-1-3-80,1-1 0,-3-2 1,0-2-1,-3 0-200,-3 2 0,-7-10 0,-5 10-29,-1-2 0,-6 2 0,-14 5 1,-11 7-94,-7 3 0,-4 4 0,-3 5 0,-1 9 456,-2 5 1,2 9-1,10 0 1,5 7 254,4 3 1,9 1 0,5-3 0,5 2-195,5-2 1,20-9 0,15-6 0,10-6-759,7-6 0,6-3 568,11-8 0,4-8 0,7-1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6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 10488,'0'-10'3416,"2"4"-2836,3 12 1,-3 6-1,4 10 1,-4 7-54,-2 3 1,6 10 0,-1 2 0,1 2-247,2-1 0,-6-1 0,5 2 0,-1-8-171,0-8 0,-1-5 1,-5-8 129,0 0 0,2-7 0,4-8-320,5-12 1,3-7 0,-1-14 0,-4 3-272,-1-3 0,5-1 0,-3-4 0,1 0-212,1 2 0,-3-4 0,5 11 0,-3-2-91,2 1 1,-3 7 0,1-2 217,3 4 1,1 9-1,2 7 451,0 6 1,-2 13 0,-1 8 0,-5 5 458,-1 7 1,-1-2 0,-3 6 0,2-4 122,-2-1 1,-1-1-1,1 0 1,2-1-198,-2-5 1,3-3-1,1-10-380,1-3 0,-3 1 1,6-9-1,1-6-219,2-8 1,2-13 0,0-5 0,2-5-94,4-1 1,-4-2 0,4-2 0,-4-2-152,-2 2 0,-2 2 0,-1 2 1,-3 1-158,3 5 0,-5 3 569,2 8 1,-5 7 0,4 8 0,-3 12 257,-3 13 1,-2 9-1,0 6 1,2 4 348,1 2 0,1-4 0,-4 4 0,2-3-15,2-3 1,-1-1 0,-3-5 0,2-2-782,2-1 0,1-10 1,-1-2-599,5-9 1,-1-6 0,1-4-1,1-4-879,-3-5 1,5-7 1696,-9-4 0,1-5 0,-6-7 0</inkml:trace>
  <inkml:trace contextRef="#ctx0" brushRef="#br0" timeOffset="549">1474 170 8878,'9'-2'2440,"-3"-4"0,-4 2-2193,-2-7 0,0-1 1,-2-5-194,-4 0 0,-2 6 0,-5 1 0,2 1-4,-3-1 1,-7 6 0,-1-1 0,-1 3-175,-2 2 1,-2 2 0,-5 5 0,2 11 49,1 8 1,6 3 0,-3 3-1,1 4 263,4 0 0,9 0 1,7 1-1,3 1-92,2 2 0,7-8 0,5-9 0,5-4-45,6-2 1,2-7-1,5-5 1,-1-3-203,1-2 1,2-9 0,1-7 0,-3-6-28,-1-5 0,-8-2 0,1-5 0,-2 0 81,-3 0 1,0-1 0,-2 1 0,-4 2 477,-5 3 1,2 4 48,-3 8 1,-1 8 0,-9 5-442,-7 8 0,3 7 1,-1 12-1,2 6 87,5 3 1,1 0-1,2-1 1,0-3-71,0 3 1,7-1 0,5 1-1,3-5-341,2-1 1,6-8 0,2-7 0,-1-3-687,1-3 0,0-2 1,-4-4-1,2-4-114,-2-5 1,-8-6 0,-4-4 1133,-1-2 0,-2-7 0,-6 3 0</inkml:trace>
  <inkml:trace contextRef="#ctx0" brushRef="#br0" timeOffset="1049">1970 101 8158,'0'-17'1604,"0"0"0,0 6 185,0-1-1306,0 8 1,0 1 0,0 12 0,0 10-38,0 6 0,0 3 0,2 7 1,2-1-173,2 0 1,7 0-1,-2 1 1,5-3-294,1-3 0,2-5 0,3-7 0,7-1-233,3-5 0,-3-3 0,-1-8 1,1-2-209,-2-4 1,3-9 0,-7-10 0,-2-2 109,-2-3 1,-2 3-1,-2 1 1,-1-1 221,-3 0 1,-7 5-1,1-5 1,-3 2 225,-2 4 0,0 8 0,0 2 0,-2-1 632,-3 3-789,3 1 1,-8 10-1,7 4 1,-3 5 456,2 4 0,2 10 0,2 2 1,0 1 246,0 1 1,6 5 0,0 8 0,-3 2-73,-1 3 1,-2 3 0,0 3 0,0 2-246,0 2 0,0 8 0,-2-6 1,-1-2-177,-3-6 0,-9-9 0,-1 0 0,-6-4-529,-5-6 0,2-11 1,-7-2-1,-4-7-390,0-5 1,-8-1 0,0-8 0,-2-3-521,1-7 0,7 3 1,-2-3-1,4-1-1496,1-2 2783,16-3 0,-4-6 0,14-3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27.8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326 565 8507,'1'-11'364,"5"0"0,-4-1 1,6-3-1,-3 2 322,1 1 1,0 7-1,-6-7 111,0-1 1,0 3-552,0-1 1,-2 5 0,-4-3-185,-5 1 1,-4 2 0,-5 8 0,0 2-106,-3 2 1,-6 7 0,4 0 0,1 6-123,-1 4 0,-5 8 1,3-3-1,0 7 213,4 4 0,6-2 0,6 3 0,5-2 106,4 2 1,4-4 0,4 2-1,7-8-64,8-7 0,8-6 0,9-5 0,4-7-69,1-3 0,-5-9 1,2-5-1,-3-5-141,-3-6 1,-2-3 0,-5-9 0,-8-1-59,-6-4 0,-9 4 1,2-4-1,-6 4-8,-6 2 0,-9-1 0,-12 3 0,-3 4-146,-7 5 1,-6 11 0,1 7-1,0 5-47,0 5 0,-4 7 0,8 11 0,6 5-167,7 4 0,8 10 1,6 2-1,5 2-1098,4-1 1644,10-14 0,9 9 0,10-14 0</inkml:trace>
  <inkml:trace contextRef="#ctx0" brushRef="#br0" timeOffset="417">668 514 8105,'10'-7'0,"-3"-5"759,1-3 1,-6 3 121,3 1 0,-1 7-397,2-1 1,-4 5 0,4 7 0,-3 8 104,3 6 0,-4 10 0,4-3 0,-4 7-166,-2 4 1,5 0 0,1 4 0,0-1-251,1-4 1,-3-2 0,6-1 0,-1-3-127,1-3 1,-5-5 0,7-9-204,1-3 0,4-8 0,4-16 0,2-11-102,-2-7 0,-8-4 0,-1-2 0,1-4-11,2-6 0,2 4 0,0 0 1,-1 2-164,-5 0 0,4 0 0,-5 8 0,1 3-901,1 7 1,-9 3 343,3 1 1,-4 13-1,-2 9-989,0 11 1978,-8 6 0,-1-4 0,-8 0 0</inkml:trace>
  <inkml:trace contextRef="#ctx0" brushRef="#br0" timeOffset="800">1285 737 11475,'7'9'644,"5"-3"1,-3-4 0,2-2 0,5 0-369,5 0 0,0-2 1,5-4-1,1-3-197,-1-1 1,-3-5-1,6 4 1,-1-5-103,-1-1 0,-2-2 1,-10-2-1,-2-2-122,-1 3 1,-8 0 0,1 3 0,-3 0-130,-2 0 0,-13 6 0,-6 1 0,-6 3 9,-5 3 0,-3 4 0,-1 4 1,0 5 176,0 6 1,1-1-1,3 10 1,3-1 49,2 0 0,8 7 1,8-1-1,1 1 267,4-1 0,4 3 0,6-5 1,7 2-107,8-1 1,6-7 0,9 0-1,2-8-334,2-7 0,6 2 1,-4-3-1,-1-3-514,1-6 0,-2-5 0,-5-10 0,-1-4-1419,0-6 2144,-7-3 0,5-2 0,-5 0 0</inkml:trace>
  <inkml:trace contextRef="#ctx0" brushRef="#br0" timeOffset="1183">1952 514 13386,'0'17'728,"2"0"0,2 0 0,4 3-350,1 2 1,-3 11 0,5 9 0,1 1-47,-3 5 0,5-4 1,-7-1-1,1-1-239,-1-4 0,5-9 1,-6-6-1,-3-4-89,-1-2 1,0-8 0,2-5 0,2-8-52,-2-7 1,-3-6 0,-1-6 0,0-6-175,0-3 0,0-2 1,0 0-1,0-1-208,0 1 0,0 2 1,0 1-1,0 3-65,0-3 1,0 7 0,0 1 0,0 4 31,0 2 0,2-1 0,4 3 1,5 4 60,5 5 1,1 2 0,2 1-1,4-3 106,5 2 1,6 2-1,4 0 1,4-2-130,2-1 0,-4-3 0,6 2 0,-1-3-1224,-1-1 1648,-10-5 0,-1 13 0,-7-5 0</inkml:trace>
  <inkml:trace contextRef="#ctx0" brushRef="#br0" timeOffset="1533">2723 1011 8097,'0'11'4663,"0"1"-3269,0-9 1,2 5-616,4-8 1,-3-4-597,9-7 0,-8-3 0,1-14 1,-1-3-92,2-1 0,-4-10 1,4-5-1,-5-8-40,-1-8 0,-7-6 1,-3-3-1,1-2-126,3 1 0,-2 9 0,3 3 1,1 2-318,2 4 0,10 9 1,5 6-1,8 6-29,7 5 0,-1 6 0,2 12 0,1 5-165,2 4 1,3 2 0,-3 2 0,-2 4-1224,-1 5 0,-8 7 1808,2 4 0,-4-3 0,-2 6 0</inkml:trace>
  <inkml:trace contextRef="#ctx0" brushRef="#br0" timeOffset="1800">2637 668 8028,'-11'6'4034,"0"0"-3568,7 7 1,0-11-1,13 4 1,11-5-383,4-1 1,5 0 0,5 0 0,0 0-587,1 0 0,1-5 0,2-3 0,2 1 502,-2-1 0,6-5 0,-1 3 0</inkml:trace>
  <inkml:trace contextRef="#ctx0" brushRef="#br0" timeOffset="2050">3340 668 9032,'9'-9'1494,"-1"3"0,-8 12 1,0 7-1201,0 8 0,0 0 0,0 7 0,0 3-465,0 1 1,0 2-1,0-1 1,0-5-479,0-5 0,5-4 0,1-2 0,-2 0-1642,-2 1 995,-2-9 1,0-9 1295,0-11 0,0-12 0,0-4 0</inkml:trace>
  <inkml:trace contextRef="#ctx0" brushRef="#br0" timeOffset="2200">3408 377 8028,'-11'-8'4731,"-1"-3"-2307,8 3-3891,-11 1 0,15 7 1467,0 0 0,0 7 0,8 3 0</inkml:trace>
  <inkml:trace contextRef="#ctx0" brushRef="#br0" timeOffset="2500">3836 52 8311,'0'-10'1529,"0"5"1,0 10 0,0 9-823,0 6 0,0 9 0,0 11 1,0 6-231,0 3 0,0 10 1,0 6-1,0 5-229,0 4 1,0 1 0,0-7 0,0-1-225,0-4 1,6-6 0,0-14 0,-1-6-1278,3-7 0,-4-15 47,7 2 1,-7-13-1,4-4 1,-3-9-624,1-7 0,0-3 1829,-6-3 0,-8-5 0,-1-7 0</inkml:trace>
  <inkml:trace contextRef="#ctx0" brushRef="#br0" timeOffset="2650">3648 583 11906,'4'0'4336,"9"0"-4594,10 0 1,7 0 0,10 0 0,8 0-2138,7 0 1,21-10 2394,15-7 0,-41 2 0,-1-2 0,3-5 0,-1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1.15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590 0 8087,'-15'2'841,"2"2"0,3 4-90,2 1 0,-5 4 0,2 12 0,-5 9-191,-1 10 1,2 13 0,2 8-1,3 7-166,3 8 1,-5 10 0,7-1 0,1-7-264,2-12 1,4-9 0,3-11 0,5-7-559,-1-8-2277,7-16 1631,-7-12 1,1-9 0,-6-1-1,-8-5 1073,-8-2 0,-11-1 0,-3-6 0</inkml:trace>
  <inkml:trace contextRef="#ctx0" brushRef="#br0" timeOffset="183">25 600 8176,'-11'-2'1903,"-1"-4"0,10 4-1456,2-4 0,10 4 0,14 2 0,9 0-265,5 0 0,9-1 0,1-3 0,5-4-346,4-1 1,8-3-1,-2-5 1,2 0-1199,-3 0 0,3 0 0,-8-2 1362,-2-4 0,-1 4 0,-3-6 0</inkml:trace>
  <inkml:trace contextRef="#ctx0" brushRef="#br0" timeOffset="650">1001 103 8176,'0'-17'1303,"0"0"0,0 9 0,0 10-854,0 13 1,0 10 0,-2 11-1,-2 2-100,-1 2 0,-3 13 1,4 1-1,-1 3 8,1 2 0,-4 5 1,2-3-1,3 0-116,1-4 0,2-5 0,0-5 0,0-5-195,0-6 1,5-5 0,3-16-307,2-4 0,1-3 0,6-10 1,0-6-332,0-9 1,0-5 0,1-9-1,-1 3 144,0-3 0,0 1 0,0-1 1,0 3 73,0-3 0,0 1 0,1-1 1,-1 5 158,0 1 0,0 2 0,0 6 0,0 0 327,0 0 1,-5 7-1,-1 6 75,2 8 0,-5 8 1,-2 10-1,-4 7 159,-2 3 1,-2 3 0,-4 1-1,-3 2 165,-1 2 0,-3-6 1,5-5-1,1-1-483,-1-1 1,2-3 0,6-6-621,0-1 1,2-8-1,4-3 1,5-4-73,4-2 1,3-4 0,-1-5 662,0-9 0,0-3 0,0 4 0</inkml:trace>
  <inkml:trace contextRef="#ctx0" brushRef="#br0" timeOffset="1000">1652 651 12089,'7'-10'1024,"3"3"0,7 5-900,0-4 0,2 4 1,2-3-1,2 1-169,-2-2 1,-2 2 0,-2-5 0,0-1 7,0 1 1,0-3 0,-1-5-252,-5 0 1,-3 0-1,-8 0 152,0 0 0,-14 7 1,-5 3-1,-5 1 84,-7 0 0,1 0 1,-1 8-1,5 4 174,1 6 1,-4 5 0,7 4 0,1 3 263,2 3 1,9 1 0,4 7 0,6-1 55,6 0 0,4 0 1,11-1-1,5-5-709,8-5 0,12-4 0,2-4 1,7-3-897,8-6 1163,-4-5 0,15-8 0,-4-3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3.18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309 718 8140,'9'0'1067,"1"2"863,-4 3-264,-5-3-1153,7 6 0,-8-10-432,0-4 1,0 3 0,0-9-253,0-1 1,-8 5-1,-5 3 1,-6 1 56,-4-2 0,-1 4 0,1-2 1,-4 8 35,0 8 1,-5 5 0,5 4-1,-1 3 271,-1 3 1,10 1 0,0 7-1,8-1-8,3 0 1,3-1 0,6-5 0,5-7-81,6-8 0,10 1 1,7-9-1,1-1-65,-1-2 0,3-9 0,-3-7 0,3-5-113,2-4 1,-5-7 0,-2 1 0,-1-3-54,1-2 0,-4-2 0,5-2 0,1-4 98,-3-2 0,-1 6 0,-6-4 1,2 0-87,2-4 0,0 3 1,-6-1-1,-2 2-66,-3 4 0,1 0 0,-7 2 0,-3 0 98,-1 3 1,-2 10 0,0 1 277,0 3 0,-2 9-180,-3 4 1,-5 14 0,-7 7 0,0 8 47,0 4 1,0 3 0,0 10 0,-1 6 337,1 3 0,0 3 1,2-1-1,2 0-37,1 1 1,8 1-1,-1 2 1,3 0-306,2-5 1,0-6-1,2-10 1,3 0-647,7 0 1,9-15 0,2-7 0,-2-8-648,-2-4 0,-2-2 0,0-4 0,0-5-1240,0-5 2473,-7-8 0,5-3 0,-6-7 0</inkml:trace>
  <inkml:trace contextRef="#ctx0" brushRef="#br0" timeOffset="750">1097 701 8107,'0'-17'1568,"0"-1"0,5 1-896,1 0 1,0 6-548,-6-1 1,0 1-138,0-6 1,-2 7-1,-4 5 1,-5 3-30,-5 2 1,-6 0-1,-3 0 1,0 2 49,0 3 1,-5 5-1,3 7 1,-1 0 33,-1 0 0,8 6 0,-1 2 0,2 1 90,3 5 0,2-4 0,4-1 0,5-1 18,4-4 0,4 4 1,6-3-1,7-3-84,6-5 0,4-5 0,-3-5 0,5 2-136,0-2 1,-1-4-1,-5-6 1,2-6-50,-2-3 0,0-2 1,0-2-1,2-2 39,-2-2 1,-2-5 0,-2 5 0,-2 0-66,-4-2 0,3 6 0,-7-3 132,3 2 1,-6 3-93,1 0 1,-10 8 0,-7 5 127,-3 8 1,4 3-1,1 7 1,1-3 142,-1 2 0,4 3 0,-3 1 366,1 0 1,2 0 457,6 0-755,0 0 1,2-7 0,4-5-122,6-3 0,-3-4 1,1-3-209,-3-7 0,1-3 1,-4-2-1,1 0-202,-1 0 1,-2 0 0,-2-1-529,0 1 1,0 6-575,0 0 1628,0 7 0,-2-4 564,-4 8 0,4 8-161,-3 3 0,3-1-424,2 1 0,-2-1-435,-4 1 42,4 4 1,-5-5-1,7 7 207,0 0 0,5 0 0,3 2 0,2 2 61,3 2 0,4 2 1,6-4-1,5 3-282,5 3 1,1-6 0,2 2 0,2-6-603,2-6 1,0-3-1,-6-10 1,-1-4-2420,-5-5 3218,-3-12 0,0-4 0,1-7 0</inkml:trace>
  <inkml:trace contextRef="#ctx0" brushRef="#br0" timeOffset="1084">1850 67 8098,'0'-17'293,"6"0"731,0 0-775,-1 7 0,-5 5 1,-2 10-1,-1 9 342,-3 6 0,-6 1 0,5 10 0,-3 5 341,-3 8 0,3 5 0,1 5 0,1 3-347,5 5 0,1 5 0,2 1 0,0 1-544,0-1 0,0-5 0,2-4 0,3-5-399,7-11 1,-3-12 0,3-10 0,-1-6-1269,-2-4 0,5-9 115,-8-2 1,-1-7-1,-7-12 1511,-3-4 0,-5-4 0,-7-7 0</inkml:trace>
  <inkml:trace contextRef="#ctx0" brushRef="#br0" timeOffset="1250">1473 529 12093,'25'0'1436,"4"0"0,5 0-1684,6 0 0,4 0 0,9 0 1,2 0-771,2 0 0,2-1 1,-4-3 1017,2-2 0,8-15 0,-4 2 0</inkml:trace>
  <inkml:trace contextRef="#ctx0" brushRef="#br0" timeOffset="1684">2432 701 8001,'12'-6'967,"-3"-2"-54,-1-1 0,3-3 1,-3-3-317,1 4 1,-3-4 0,4 3-336,-3-3 1,-1 4 0,-6-1-284,0-1 0,-2 3 0,-4 1 0,-7 1 12,-8 4 1,-6 2 0,-7 4-1,0 4 117,0 6 0,1 3 0,3 4 0,3 2 112,3 2 0,1 7 1,8-1-1,1 1 0,3-1 1,7 1-1,0-7 1,8-2-101,7-2 1,10-4-1,4-2 1,2-3-147,3-3 1,-3-3-1,1-9 1,1-5-198,-3 0 1,5-5 0,-8 4 0,-2-6-99,-2-6 0,-2 4 0,-2-4 611,-3 4 1,1 2-142,-7 0 0,-3 9-84,-8 8 0,3 8 1,-6 9-1,2 2 50,1 4 1,1-4-1,8 5 1,3-1-421,3 0 1,3 0-1,10-8 1,6-1-3062,3-3 3366,10-7 0,9 3 0,10-7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4.2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343 223 7251,'9'-2'-271,"-3"-4"702,-4 4-109,5-5-253,-5 7 1004,6 0-951,-8 7 0,0-3 0,-2 8-38,-4 1 1,4 2 0,-3 2 0,3 1-4,2-1 0,-2 5 0,-2 3 0,-2 0-77,3 0 0,1-1 1,2-1-1,0 4 25,0 0 1,0-1-1,0-5 1,0 4 33,0 1 0,0-3 0,0 4 0,0 0 11,0-1 1,0-5 0,0 4 0,0 0-8,0 3 1,0-1-1,0-1 1,0 1-29,0 0 1,0-1 0,0 5 0,0-5 25,0-1 0,0 6 1,0-3-1,0 3-33,0-3 1,2 3 0,1-7-1,3 3-8,-2 3 0,-2-3 0,-2 0 0,0-1-16,0 1 0,0-4 1,0 5-1,0 3 31,0 1 0,0 2 0,0 1 0,2-1 24,3 0 0,-3 0 0,4 1 1,-4-1 21,-2 0 0,0 6 0,0 2 0,0 0-6,0 0 1,0-2 0,0-6 0,0-2-50,0-3 0,0 7 0,0-6 0,0 1 6,0 1 1,0-5 0,0 1 0,0 3-28,0 1 0,2 0 0,2-1 0,1-3-4,-1 3 1,0 5-1,0 0 1,1-2 73,-1 5 1,4-5 0,-2 6-1,-3-4-12,-1-2 0,-2-2 0,0-1 1,0-4 31,0-3 1,0 7 0,0-5 0,0 3-50,0-1 0,-2-5 0,-1 4 0,-3 0-38,2-1 1,2 3-1,2 5 1,0 0-3,0 1 0,0 4 0,0 3 0,0 0-2,0 0 0,0 6 1,0-3-1,0 3 100,0-2 1,0-5 0,2-6 0,2-1-12,2 0 0,-1 4 0,-5-2 0,0-3 3,0-1 1,0-5 0,0 1 0,0 1 6,0-3 1,6 7 0,0-5 0,-1 5-22,3 1 0,2 8 1,5 3-1,-2 5-70,-2 1 0,1-5 0,5 0 0,-2 1 71,-3 3 0,1-7 0,-7-3 1,-2-3 46,-3-3 1,-1-2 0,0-1 0,0-5-53,0-1 0,0 0 0,0-4 1,0 1-52,0-1 1,0 0-1,0 0 1,0 2-3,0-2 0,0 6 1,0 1-1,0 5-119,0 1 0,6 0 1,0 0-1,0 1 5,1-1 1,-5-2 0,4-1-1,-4-5 95,-2-1 1,0 3-1,0-5 1,0-2 48,0-2 0,0-2 1,0 2-1,-2 2 80,-4 2 0,4 0 1,-4-4-1,3 2-40,-3 2 1,4 7 0,-4-3 0,4 1-62,2 1 1,0 1-1,2 9 0,2 2-40,2 3 1,1-6 0,-3 2 0,2-4-38,-2-1 1,0-1 0,-1-2 0,3-1 57,-2-3 0,-2-7 0,-2 4 0,0-2 31,0-1 1,0 1 0,0-6 0,0 1 23,0-1 0,0 0 0,0 2 0,0 2-17,0 2 1,0 7 0,0-1 0,0 3-41,0 2 0,0-3 0,0 1 0,2 4 1,3 0 0,-3 0 0,4-1 0,-4-1 19,-2 0 0,6-1 1,-1-3-1,-1-1 4,-2 1 0,-2-5 0,0-1 1,0-1-29,0 0 0,0 6 0,0-7 1,0 1-20,0 2 1,0-4 0,0 8-1,0 1-20,0 2 1,6 4-1,-1 3 1,-1 0 7,-2 0 1,4 2 0,0-1-1,-3-2 38,-1-1 0,-2-3 1,0 0-1,0 0 64,0 1 0,0-7 0,0-1 0,0-1-54,0 1 0,0-4 1,0 3-1,0 1-52,0 0 1,0-4-1,0 5 1,0 1-61,0-3 0,0 7 0,0-5 1,0 5 35,0 1 0,0 0 0,0-2 0,0-1 45,0-3 0,0-1 1,0 3-1,0-3 9,0-2 1,-5 3-1,-1-5 1,2 0-29,2 2 0,2-4 1,0 5-1,0 1-63,0 0 0,0-5 0,0 7 1,0 1 16,0 3 0,0-1 0,2-1 1,2-5 36,2-1 1,-1 4-1,-3-7 1,2-1 83,2-2 0,-1 0 0,-5 2 0,0 2 13,0-2 0,0-2 0,0-2-63,0 0 1,0 0-1,0 1-28,0-1 0,0 0 0,0 0 0,0 0-32,0 0 0,0 0 0,0 0 0,0 1 28,0-1 1,0 7 0,0 3 0,0 2 6,0-1 1,2-7 0,2 4 0,2-2 22,-2-1 1,-1 1 0,1-6 31,2 1 0,0-1 27,-6 0 1,0-6-47,0 1 1,0-7-26,0 7 1,0-1 0,2 4-10,3-3 0,-3 3 1,4-4-34,-4 5 1,-2-5-300,0 1-1059,0-1-986,0-2 2395,0-1 0,0-8 0</inkml:trace>
  <inkml:trace contextRef="#ctx0" brushRef="#br0" timeOffset="1999">17 446 10174,'-9'0'492,"1"0"1,10-6 0,4 0-352,5 2 1,-1-5 0,1-1-1,1-1-198,-3 0 1,6-1 0,-3-7 0,5-2-23,6-2 1,-4-1-1,3 3 1,-2-4 45,-3-2 0,2 4 1,0-3-1,0 1 48,-4 4 1,-2-4 0,3 3 17,-5 1 0,2 2 6,-7 1-208,0 9-127,-6 1 0,0 10 299,0 4 0,0-2 44,0 7 1,2-5 20,3 5 1,-3-5-1,4 5 1,-2 1 70,1-3 1,3 7-1,5-5 1,-3 4-58,-3 2 0,7 1 1,-5-1-1,3 0-37,-1 0 0,1 0 1,3 0-1,-2 0-126,-2 0 0,1 1 0,5-1-392,0 0 0,-5-8 0,-3-1 473,-1-1 0,5-5 0,-3 6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8.4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18 326 8413,'-10'0'1161,"2"0"-363,8 0 0,14 0 0,3 0-753,2 0 0,0 0 0,0 0 0,2 0-58,2 0 1,5 0 0,-3 0-1,0 0-86,-1 0 0,7 0 1,-3 0-1,3 0 14,-3 0 0,3 0 0,-6 0 0,-1 0 44,1 0 1,6 0 0,-5 0 0,3 0 55,-1 0 0,1 0 1,5-2-1,0-2 37,1-1 1,-1-1 0,2 4-1,2-2-22,2-1 0,6-1 0,-5 4 0,3-2-35,4-1 1,1-1 0,3 6 0,-1 0-44,0 0 1,1 0-1,1 0 1,2 0-38,2 0 0,6 0 0,-4 0 0,0 0 37,0 0 0,10 0 0,-5 0 0,1 0 67,2 0 1,-1-6 0,3-1 0,-1-1 12,1 0 0,-7 3 1,-1 5-1,0 0 17,0 0 1,0 0 0,4 0 0,-2 0-99,1 0 1,1 0-1,2 0 1,-1 0-50,5 0 1,-5 1 0,-3 3 0,2 2 30,1-2 0,8-2 1,1-2-1,-3 0 45,-2 0 0,-1 0 0,1 0 0,3 0 75,1 0 1,0 0 0,-4 0 0,3-2 46,1-4 1,6 2 0,-4-5 0,0 1-32,0 4 1,4 2 0,-4 2-1,2 0-61,4 0 1,-4-5 0,2-1 0,0 2-86,-2 2 0,9 2 0,-5 0 1,-2 0 17,-2 0 0,4 0 1,-2 0-1,4 0 44,1 0 1,-5 0 0,0 0 0,0 0 21,-2 0 1,9 0 0,-5 0-1,-2 0 60,-2 0 0,4 0 1,0 0-1,4 0 74,-1 0 0,-1 0 1,-12 0-1,4 0-110,2 0 0,2 0 0,4 0 0,-2 2-96,-2 4 0,0-4 1,5 4-1,-1-5-79,-4-1 1,4 0-1,-5 0 1,7 0 81,5 0 1,1 0 0,1 0-1,-7 0 164,-3 0 1,3 0 0,5 0 0,4 0 80,1 0 1,-3-5-1,-8-1 1,1 2-119,0 2 0,5 2 0,0 0 0,-1 0-115,-3 0 0,1 0 0,1 0 0,3 0-110,-3 0 0,-7 0 0,-2 0 0,2 0 60,1 0 1,9 0 0,-3 0 0,-3-2 113,-4-3 0,-10 3 1,4-6-1,-4 2 34,-3 1 1,1-3 0,-13 4-1,-2-1-104,-1 1 1,-5 0-1,-3 0 1,-8-1-323,-8 1 0,1 2 1,-6 2-1,-1 0-565,1 0 1,-2 0 942,-6 0 0,0 0 0,0 0 0</inkml:trace>
  <inkml:trace contextRef="#ctx0" brushRef="#br0" timeOffset="784">11611 1 8453,'-17'0'-344,"6"0"103,-1 0 1,7 0-274,-7 0 1204,8 0 1,-3 0-102,7 0 0,2 6 0,3-1-451,7-1 1,-3-2 0,3 0 0,1 2-68,2 1 1,4 3 0,4-4 0,4 1-81,-1-1 1,7 4 0,-5-2 0,3-3-51,-3-1 0,3 4 0,-7 0 0,-1-1-182,-4 3 0,2-6 6,-9 4 0,-5-3 0,-3 1 363,-8 2 0,-11 5 0,-10-3 0,-1 0 26,-5-1 0,-1 7 0,-2-3 0,-1 4-86,1 2 1,-6-1 0,0-3-1,2-2-14,2 3 0,2-1 1,-1 0-1,3-3-219,4-3 1,-3 5 132,8-7 1,8-1-1,9-9 24,4-7 0,2-3 0,0-2 0,2 0 80,4 0 1,-4-1 0,4 1 0,-4 0 246,-2 0 0,2 2 0,1 2-83,3 1-1565,0 8 1006,-6-3 0,0 5 0,2-2-165,3-2 1,-3-1 0,4 1-364,-4-5 1,4-5 850,-1-1 0,1 0 0,-6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5.98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172 189 8296,'0'-12'0,"0"1"367,0-2 0,0-3 1,2-1 120,4 0 1,-5 0 0,5 0-253,-4 0 1,-4 2-1,-2 1 1,-3 5-198,-3 1 1,5 2-1,-7 6 1,-1 0-94,-2 0 1,-3 2-1,1 4 1,0 5-129,0 5 0,2 8 0,2 3 1,3 2-7,2-1 1,3 1 0,5 5 0,0 0 242,0 0 0,7-7 0,5-4 0,5-4 60,6-2 1,3-7 0,9-5 0,-3-5-30,-4-5 1,5-5 0,-5-9 0,3-2-24,-3-2 0,-5-7 0,-10 3 0,-3-1 2,-2-1 1,-3 8 0,-7-4 0,-3 3 30,-7-1 0,-5 6 0,-6 5 0,-5 1 61,-5 1 1,5 3 0,-1 7 0,1 2-117,1 3 1,-3 5-1,9 7 1,4 2-133,3 4 0,11 3 0,-3 7 0,4-3-98,2-1 0,13-8 0,6 1 0,6-4 122,5-7 1,3-3 0,3-8-1,2-2 27,2-4 0,0-3 1,-8-9-1,-3 1-35,-6 0 0,-12-6 1,-3 0-1,-3 1 53,1-3 0,-2 6 1,-12-4-1,-7 6 2,-6 5 0,-9-1 0,1 6 0,-3-1 41,-2 0 0,1 5 1,3 8-1,1 5 31,-1-1 0,5 6 1,4-1-1,8 5-195,7 4 0,4 0 0,4-6-52,4 0 0,5-8 1,10-3-1,4-4-531,2-2 1,-1-8 725,3-3 0,3-4 0,-5-2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7.15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221 138 10084,'10'-8'2432,"-3"4"-1756,-7-7 0,0 5 1,0-5-692,0-3 0,0-1 0,-1-2-41,-5 0 1,2 5 0,-7 3 0,-3 1-142,-1 4 0,-2 3 0,0 2 0,-2 5 13,-4 6 1,4 5 0,-4 4 0,4 3 214,2 3 1,7 0 0,5 3 0,3-3 108,2-3 1,2-1 0,3-6 0,9 1 71,7-1 0,3-8 0,7-3 1,-3-4-106,3-2 1,-1-8-1,1-3 1,-5-4-86,-1-3 0,-2 1 1,-8-2-1,-2-2 68,-1-2 0,-8 1 0,1 5 0,-5-1 22,-5 1 1,-7 0 0,-9 2 0,-3 4-109,-3 5 0,-2 4 0,-3 2 0,2 2-81,1 4 0,2 3 1,-1 8-1,5 0-184,4 0 0,2 8 1,2 2-1,3 1 3,7 1 1,5-8 0,5 2 0,9-4 79,7-2 0,5-2 0,8-4 0,3-5 456,3-4 0,-4-10 1,4-3-1,-6-4 28,-6-2 1,1 0 0,-10-2 0,-4-2-82,0-2 0,-7 0 1,-2 6-1,-4 0-170,-2 0 1,-8 5 0,-3 1 0,-6-1-217,-6 3 0,-2 1 0,-5 8 0,1 0-29,-1 0 0,-1 2 1,1 4-1,3 5 105,2 4 0,2 3 1,6-1-1,2 2 43,4 4 1,3-4 0,10 3-1,4-1 134,5 2 1,6-11 0,6-1 0,6-7 142,3-4 1,2 0 0,0 0-1,-1-2-82,-5-4 0,-3-3 1,-8-8-1,0-1-325,0 1 0,-7 0 0,-4 0-232,-4 0 0,-10 5 1,-3 1-1,-7 0-437,-4 1 1,1 3 0,-8 7 0,-1 0 194,-3 0 1,7 0 0,3 0-1,4 0 109,2 0 0,1 7 537,5 5 0,-4 3 0,5 2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8.20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292 189 8618,'0'-17'1133,"0"0"1,0 5-1,0 1-968,0-3 0,0-1 0,0-2-321,0 0 1,0 5-1,-2 1 101,-4-2 0,-3-1 0,-8 3 0,0 5 24,-1 4 1,-4 4 0,-1 4-1,0 5 129,-2 5 0,6 8 0,-2 3 0,6 2 44,4-1 1,7 1 0,-2 3 0,4-2-25,2-1 1,14-8-1,3 2 1,4-6 10,3-6 1,1-3-1,5-8 1,-1 0-1,1 0 1,-3-8-1,0-5 1,-4-6-43,-8-4 0,0-5 0,-7 3 0,-1 0 53,1 0 0,-4-3 0,-10 3 0,-5 0-45,-5 1 1,-3 3 0,-4 7 0,-5 5-226,-4 1 1,-3 3 0,1 5 0,0 1-29,0 5 0,7 9 0,4 8 1,4 0-18,2 2 1,7 1-1,5 7 1,3-3 217,2-1 1,9-8-1,8 0 1,10-6 139,5-4 1,3-7-1,-1 2 1,0-4 103,0-2 0,-1-8 1,-3-3-1,-3-7-166,-2-4 0,-3 3 0,-4-6 0,-3 2-96,-4 0 1,-3 0-1,-8 4 1,-2-2-230,-4-1 1,-5 1 0,-12 7 0,-6 5-155,-3 1 0,-2-3 0,0 5 0,-1 2 260,1 2 0,2 10 0,1 3 0,5 5 168,1 1 1,4 2 0,10 4-1,5 3 131,4 1 0,2 3 0,4-5 1,5 0 155,8 0 0,12-5 0,-1-8 0,5-6 18,1-4 0,0-2 1,1 0-1,-3 0-252,-4 0 1,3-8 0,-8-4 0,-2-3-54,-2-2 1,-10 0 0,-3-2 0,-4-2-169,-2-2 1,-8 0 0,-3 8 0,-6 2-320,-6 1 1,-4 9 0,-7-3 0,0 4 2,-1 2 0,7 0 0,1 2 0,3 4 162,3 5 0,2 4 0,1 2 0,3 1 175,4-1 1,3 0 0,8 0 0,0 0-37,0 0 1,8-7 0,3-3-1,4-1-554,3 0 0,-1-1 0,0-5-2102,0 0 2769,0 0 0,-7-7 0,-3-3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9.1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258 359 8000,'6'-17'449,"-1"-1"0,7 1 0,-7 0 1,-1 0-113,-2 0 0,-2 0 0,0 0 1,0 0 9,0-1 1,0-4 0,0-1 0,-2 2-144,-4 2 1,-3-4 0,-8 2 0,0 4-241,0 4 0,-6 7 0,-2-4 1,0 3-34,1 3 1,-1 4-1,4 6 1,-2 7 47,2 8 0,4 6 0,6 9 0,5 2 156,4 2 0,2 2 1,2-4-1,4 2 79,5-2 1,10-10 0,4-5-1,1-4-87,5-2 0,7-7 1,2-5-1,-2-3-160,-2-2 1,-8-9 0,-1-6 0,0-8-108,-1-4 1,-10 0-1,-1-3 1,-6 1 112,-5-1 1,-2 0 0,-4 1 0,-4 4 77,-5 1 1,-6 5 0,-6-4 0,-4 6-13,1 5 0,-7 5 1,7 7-1,-3 0-2,1 0 1,7 3 0,-2 7 0,4 7 54,2 2 1,7 8 0,3 1 0,1 5 75,0 1 1,2-2 0,10-3 0,6-6 27,3-4 0,4-4 1,4-4-1,5-5-75,5-4 0,1-10 1,0-5-1,-2-6-255,-3-4 1,-4-7-1,-8 3 1,0-2-67,0 1 0,-7 5 0,-5-4 0,-3 3 92,-2 3 0,-7 2 0,-5 2 0,-5-1 6,-6 1 1,2 8 0,-7 3-1,-1 4 57,3 2 0,-5 8 1,8 3-1,2 6 97,2 6 1,4-2 0,2 8 0,3-1 12,3-1 0,1-2 0,6-8 0,2 0 201,4 0 0,5-2 0,10-3 0,4-7-122,1-3 0,1-8 0,3-1 0,-3-5-160,-2-7 1,-2 6 0,-8-8 0,-2 0-156,-1 2 0,-9 0 1,3 2 38,-4 0 1,-4 2 0,-4 1-1,-5 5-140,-4 1 1,-8 3-1,-2 5 1,0 1 80,1 5 0,1 4 0,6 9 0,0 2 116,-1 1 1,3 1 0,4-4 0,5 2-64,4 2 1,4 0 0,4-8-804,5-3 1,4-5 940,3-7 0,6 0 0,3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0.2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326 275 8178,'6'-17'-1299,"1"0"1442,3 0 1,-4-1 1067,5 1-581,-7 8 0,3-1-77,-7 5 1,-1-5 0,-3-7-129,-2 0 1,-2 5 0,3 1 0,-7-2-212,-3-3 1,-2 1 0,0 2 0,0 3-150,0 3 0,-6-5 1,0 7-1,0 1-9,-2 2 1,6 4 0,-4 3-1,4 9-193,2 7 0,2 0 1,4 7-1,5 3 184,4 1 1,2 0-1,2-1 1,4-5 185,5-1 0,6-2 0,6-6 1,4-2-43,-1-3 0,7-5 0,-5-7 0,3 0-153,-3 0 0,-1-2 1,-6-3-1,2-9-81,-2-6 0,-10 1 1,-5-6-1,-4 2 8,-2 0 0,-2-2 0,-4 4 0,-7-1 19,-8 1 1,-6 2-1,-7 3 1,0 5 19,-1 5 1,1 4 0,0 4 0,0 4 28,-1 5 0,9 7 0,3 4 0,6 5 8,5 0 0,5 5 1,9-5-1,3 1 88,7 1 0,9-10 0,3 0 0,5-8 29,7-3 0,-2-2 1,6-6-1,-4-2-120,-1-4 0,-1-4 0,-2-7 0,-3 0-52,-6 0 1,-10 0-1,-3-2 1,-3-2-27,-3-2 1,-4 0 0,-6 6 0,-7 0-134,-8 0 1,-6 5 0,-7 3-1,-2 1 15,-4 5 1,4 1-1,-4 2 1,6 2 236,5 3 0,-1 10 0,7 10 0,4 0 24,5 0 1,7 3 0,7-3 0,0 0 116,0-1 1,9-3 0,8-7 0,10-5 40,5-1 1,3-2 0,-1-8 0,0-4-233,0-6 0,-5-3 1,-2-2-1,-3 0-215,-3 0 0,-9-6 1,-7 0-1,-3 2-228,-2 2 0,-2 2 1,-5 2-1,-10 2-397,-10 1 1,-5 8-1,-4-1 1,-2 3-273,-2 2 1,1 2 0,11 1 1082,5 3 0,-4 15 0,1-2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1.7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69 8306,'-15'-2'1188,"2"-2"-343,1-1 0,7-3 0,-7 4-584,-1-1 1,3-7 0,-1 5-271,-2-3 1,-3 6 0,-1-1-170,0 3 1,2 9-1,2 5 1,3 3 141,2 2 0,3 2 0,5 4 0,0 5 139,0 5 0,2-1 0,5-1 0,8-5 108,6-1 1,8 4 0,-4-9-1,1-2-97,5-5 0,-5-9 0,1 1 0,-2-3-48,-4-2 0,-2-7 0,-4-5 0,-4-5-35,-5-6 1,2 2-1,-3-7 1,-3-1 58,-6 3 0,-7-5 1,-10 8-1,-2 2 97,2 2 0,-3 4 1,-1 2-1,0 3-73,0 3 1,1 1-1,3 8 1,-2 4-70,2 5 1,10 12 0,5 5 0,4 5-100,2 1 0,0-5 0,2-3 1,4 1 47,5 0 0,10-7 1,4 3-1,-1-6 212,1-5 1,4-5 0,-7-7 0,1 0-76,2 0 0,-6-7 1,2-6-1,-6-7-92,-3-2 0,-7-3 1,5 2-1,-3-4-233,-3 1 1,-4-1-1,-4 6 1,-3-2-73,-3 2 0,-3 2 0,-8 4 0,-2 2 167,2 1 1,-5 9 0,-1-3 0,0 4 66,5 2 0,3 2 0,3 6 0,3 7 150,2 6 0,7 7 1,-2-3-1,4 0 67,2-1 0,8-1 0,3-6 1,4-1 112,3-5 0,4 2 1,1-7-1,0-2-101,2-2 1,-6-10 0,4-1 0,-6-5-139,-6-3 0,3 4 1,-9-10-1,-1 4-337,-2 2 0,-2 0 1,-2 0-1,-4 0-153,-5-1 1,-6 3 0,-4 2 0,-2 3-188,2 3 0,0 1 0,0 6 226,-2 0 0,2 2 0,10 4 0,5 5-199,4 4 1,2 2-1,0 1-521,0-1 0,8 0 1112,3 0 0,12-8 0,4-1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8.7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154 103 8316,'17'0'229,"-5"0"205,-1 0 0,-5 0 1,4-2 455,-3-4 1,1 2-181,-3-7 1,-3 0-261,4-7 1,-4 1 0,-4 2-356,-4 4 1,1 3-1,-11 8 1,-3 0-219,0 0 0,-2 0 0,0 0 0,-1 2-50,1 4 0,2 3 0,2 8 0,1 0 72,5 1 0,-2-1 0,7 0 0,2 0 142,2 0 0,2 0 0,2 0 1,4 0 199,5 1 0,10-7 0,4-2 0,2-1-92,3-4 1,2-2 0,1-4-1,-5-2-22,-5-2 1,2-7 0,-4 2-1,-4-5-8,-4-1 1,-9 0-1,2 0 1,-4 0 49,-2 0 0,-8 0 0,-3 0 0,-7-1-213,-4 1 0,-3 8 0,-6 3 0,3 4 57,-3 2 1,1 0-1,1 2 1,7 4-91,3 5 0,1 6 1,3 4-1,4 4-45,5 2 1,4-5 0,2 5-1,4-2 203,7-4 1,3-4-1,14-4 1,3-3 65,1-3 1,2-1-1,-1-8 1,-3-2-36,-1-1 0,-8-9 1,1 3-1,-3-4-117,-1-2 1,-9-1 0,-3 1 0,-4 0-95,-2 0 0,-4 0 0,-6 0-57,-7 0 1,-9 5 0,1 3 0,-2 1-20,-3 4 0,-3 2 0,1 2 0,2 0 190,1 0 1,8 8 0,-2 3-1,6 7 194,6 4 1,3-3 0,8 6-1,0-2 104,0 0 0,10 0 1,5-8-1,8-2 7,3-1 1,3-9 0,3 3 0,-1-4-56,-3-2 1,-7-2-1,2-2 1,-6-3-184,-5-3 1,1 5-1,-7-7 1,-3-1-262,-1-2 0,-4 3 0,-3 1 0,-7-1-78,-3 3 1,-8-5-1,-1 9 1,-3-1-116,-4-2 1,7 7 0,-1-5 0,2 4-51,0 2 1,6 6 0,8 1-264,1 3 0,4 1 0,10 4-2427,5-3 3112,5-5 0,8 1 0,3 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5.3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480 257 8188,'0'-17'316,"6"5"1,0 1 538,-2-2 0,-3 3 0,-1-1-239,0-3 1,0 5-161,0-2 0,0 5-369,0-6 0,-7 9 0,-5-5-107,-3 0 0,-2 6 1,-2-1-1,-4 6 19,-5 9 1,-5 5 0,-1 6 0,-2 5 105,-4 5 0,4 1 1,-4 2-1,4 4 87,1 6 0,9-2 1,3 1-1,6 3-97,5 1 0,5 1 1,9-5-1,5-5-41,10-3 0,8-5 0,11-6 0,4-6-135,6-7 0,2-9 0,-1 1 0,-3-3-141,-2-2 0,-2-5 0,-6-3 0,-2-2-519,-3-3 1,-4-2-1,-10-2 1,-2 0-401,-1 0 0,-9-3 1141,3-2 0,-4 3 0,-2-6 0</inkml:trace>
  <inkml:trace contextRef="#ctx0" brushRef="#br0" timeOffset="367">823 0 8357,'0'10'1999,"0"-1"-1385,0-3 1,0-2-1,-2 7-149,-4 2 1,4 5 0,-3 4 0,3 7-48,2 3 0,-6 10 1,0 4-1,3 5-329,1 6 1,2-2 0,0 6-1,0-2-436,0-4 1,0-7 0,0-6 0,0-2-457,0-2 0,2-15 1,1 1-1,5-10-947,1-7 1,-3-1 1749,6-6 0,-1-15 0,6-4 0</inkml:trace>
  <inkml:trace contextRef="#ctx0" brushRef="#br0" timeOffset="867">1337 463 8936,'0'-12'1475,"0"1"1,0-1-1123,0-5 0,0 6 0,0-1-408,0-1 1,-2 5-1,-4 3 1,-4 1-59,1-2 1,-8 4-1,2-3 1,-6 3 57,0 2 0,0 7 0,0 5 0,-4 5-14,-1 6 0,5-2 0,-2 7 0,6 1 139,5-3 1,-1 5 0,7-7 0,2 1 71,2 0 0,2-2 1,2-6-1,6-2-48,9-3 1,2-5 0,8-7 0,-1 0-101,1 0 0,-4-6 0,4-3 0,-1-4-168,1-6 0,-6-2 0,2 4 0,-6-1 107,-6 1 0,2 0 1,-7 0 289,-2 0 1,-2 0-46,-2 0 0,-2 7 0,-4 6-369,-5 8 0,-2 6 0,1 7 1,4 0 95,1 0 1,5 0 0,-4 0-1,4 0-22,2 1 1,8-1-1,3 0 1,5 0-297,1 0 0,2-7 0,2-5 0,3-3-579,3-2 0,-4 0 992,5 0 0,1-15 0,5-4 0</inkml:trace>
  <inkml:trace contextRef="#ctx0" brushRef="#br0" timeOffset="1367">1970 325 8223,'-2'-11'283,"-1"0"468,-3-3 0,0 5 0,6-3-319,0-1 0,0 4 1,-2-1-177,-3 2 0,3 1-268,-4 1 0,2 4 0,-2-3-24,-5 3 0,-4 4 1,-2 1-1,-1 5-94,1 1 1,0 1 0,0 3 0,0-1 49,0 1 1,0 2-1,2 2 1,1 0 63,3 1 1,7-7-1,-2 0 1,4 3 40,2 1 0,8 2 0,5-2 0,8-1-85,8-3 0,-3-1 1,3 3-1,1-4-43,3-1 0,-7 5 1,-1-3-164,0-1 0,-8 7 288,0-5 0,-9 2 1,-14 1-1,-7-5 17,-8-1 1,-6-1-1,-7-3 1,0 4 6,-1 1 0,3-5 0,2 4 0,3-3-686,2 1 0,2 0-1301,6-6 1941,8 0 0,9 0 0,9 0 0</inkml:trace>
  <inkml:trace contextRef="#ctx0" brushRef="#br0" timeOffset="1750">2535 291 8223,'-9'-7'1733,"1"3"-215,8-8-1225,0 1 1,-2-4-406,-3 3 1,-5 3 0,-7 5 17,0-2 0,0 1 0,0 7 0,-2 1-16,-4 3 1,2 5 0,-6-3 0,2 2 100,5 3 1,2 2 0,7 2 168,5 0 1,4 0-1,4 1 0,4-1-33,5 0 0,10-6 0,4 1 0,2 1-91,3 2 0,2-3 1,1-1-1,-3 2-120,-1 3 0,-8-5 0,0 0 0,-6 1 98,-4-3 0,-7 7 0,0-5-8,-8 4 1,-11-3-1,-10-3 1,0-1-327,1-4 1,-5-2 0,6-2 0,0 0-1120,-1 0 1439,5-8 0,-6-2 0,8-7 0</inkml:trace>
  <inkml:trace contextRef="#ctx0" brushRef="#br0" timeOffset="2283">3032 463 14596,'11'0'1160,"1"-2"-985,1-4 0,-3 2 0,1-7 1,2-3-166,3-1 1,6-4 0,1-4 0,0-3-240,2-1 1,-6-5 0,4 3-1,-2-3-76,1-3 0,-4 1 0,1 2 0,-6 3 75,0 7 1,-5 2 35,-2 3 0,-4 10 264,-2 7 0,-6 15 0,-2 14 0,1 3 269,-1 2 1,-3 8 0,5 2-1,0 1 45,-1 1 1,5 0 0,-4 3 0,4 1-494,2 1 0,0-11 1,2 6-1,4-10-966,5-8 1,4 3 0,2-10 0,1-6 1074,-1-7 0,0 1 0,0 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3.35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120 69 7803,'10'-8'967,"-2"6"0,-7-6 0,3 7 438,2-5-989,0 4 0,-6-8-250,0 5 0,0 1-326,0-8 1,-2 9 0,-4-3-106,-5 4 0,-5 4 1,1 4 124,4 5 1,-3 10 0,9 2 0,1 0 355,2 1 1,2-3 0,0 6 0,2-2-52,4-4 1,5-8 0,10-4 0,4 1-104,1-1 1,-5-5 0,4 2 0,-2-6-36,0-6 0,0-3 0,-8-8 0,-2-2 41,-1-4 1,-9 4 0,3-4 0,-4 2 10,-2-2 1,-2 8-1,-4-4 1,-7 2 15,-8 3 1,0 3 0,-7 0 0,-1 5-64,2 4 0,-3 2 0,5 2 0,1 6-25,-1 9 1,2 2-1,6 9 1,2 3-66,3 1 0,5 0 1,7-1-1,1-5 76,5-1 0,9-4 1,10-9-1,2-7 55,3-3 0,3-2 0,1-2 0,-2-3-137,-3-7 1,1-3 0,-7-2 0,-2 0 60,-2 0 0,-4-6 0,-3 0-5,-7 2 1,-3 2-1,-4 2 1,-3 2-32,-7 3 1,-5-1 0,-4 7 0,-4 2 27,-1 2 0,-3 2 0,-3 0 0,1 2 32,3 4 1,5-2-1,-4 9 1,3 4 51,3 4 1,9 4 0,7-2 0,3 3 33,2 1 0,2-2 0,5-8 1,8-2 14,6-3 0,10-5 0,-3-7 1,5 0-123,1 0 0,-6-7 0,-1-5 1,-2-3-18,-4-2 0,-2-6 1,-4 0-1,-4 2 54,-5 2 0,-4 2 1,-4 0-29,-4 0 0,-3 5 0,-10 3 0,-2 1-70,-2 4 0,-7 3 0,3 2 0,0 3 50,5 2 1,-3 7 0,2 1-1,4 5 20,6 3 1,-1 1 0,9-6 0,1 1 115,2-1 1,10-2 0,3-4-1,6-5-6,6-4 1,2-2 0,5-2 0,-3-4-68,-3-5 0,-1-2 0,-6-1 0,1 3-531,-1-2 1,-8-3-225,-3-1 1,-6 8-1,-8 3 1,-7 4-961,-6 2 0,-4 2 1663,3 4 0,-5 3 0,-7 8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5.13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223 101 8266,'-10'0'2345,"1"0"-1552,3 0 1,4-2-615,-3-4 1,3 3 112,2-9 0,0 6-217,0-5 0,0 0-223,0-6 0,-8 7 0,-2 2 51,1 1 0,-6 5 0,3-4 0,-3 6 120,-2 6 1,0 3 0,0 9 0,2-1 45,3 0 0,-1 6 0,7 1 0,2 1 42,2 0 1,2-2 0,2-6 0,4 0 49,5 0 1,5 0 0,3-2-1,2-3-28,1-6 0,7-5 0,-4-1 0,-1 0-30,1 0 0,-2-7 0,-6-5-43,0-3 0,-2-2 0,-3 0 1,-6 0-21,-5 0 1,-1 0-1,-1-1 1,-5 1 6,-6 0 1,-3 0 0,-2 2 0,-2 3-41,-4 7 1,2-3-1,-5 2 1,1 3-96,4 1 1,-4 4-1,2 1 1,3 7 34,0 5 0,5-2 0,4 12 1,5 0-29,4 3 0,2-1 0,2 0 1,4-3 81,5-3 0,12-2 1,6-1-1,3-3 144,2-4 0,0-3 1,-1-8-1,-3-2 12,-1-4 0,-3-3 1,3-8-1,-6-1-74,-4 1 0,-10-6 0,-3 1 0,-4-1-131,-2-2 0,0 6 0,-2-4 1,-4 4-67,-5 2 1,-10 6 0,-4 1 0,-1 1 65,-5-1 0,1 6 0,-1-1 0,3 3 83,-3 2 0,7 5 1,1 5-1,4 3 13,2 6 0,1 8 0,5-2 0,5 1-30,4 5 0,4-7 0,4 1 0,5-4 13,5-4 0,8 2 0,5-13 0,3-2 48,2-2 0,-1-2 0,-3-2 1,-3-4-2,-2-5 1,-4-5-1,-8-1 1,-4 0-70,-1 0 0,3 0 0,-5 0 0,-4 0-32,-6 0 0,-1 1 0,-11 5 0,-3 3-118,0 1 1,-7 5-1,-1-4 1,0 4 140,5 2 0,-3 0 0,2 2 0,2 4 87,2 5 1,4 4-1,1 3 1,5-1 19,1 0 0,3 0 1,5 0-1,2 0 77,3 0 0,5-7 0,9-4 0,2-5-40,2-1 1,5-1-1,-5-3 1,-2-4-154,-2-1 1,-2-3-1,0-3 1,-2 2-451,-3 1 0,1 1 187,-7-6 0,-2 1 0,-10 3 11,-6 2 1,-3 7-1,-2-2 1,0 6 161,0 6 0,0-2 0,0 5 1,1 1 42,5-1 0,-2-3 1,5 3-466,-1-1-210,5 5 1,-2-11 0,12 4 730,5-4 0,12 6 0,4 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6.3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223 103 8243,'-2'-11'1417,"-4"-1"0,3 1-1026,-9-6 1,8 5 0,-3 3-310,-1 1 1,4 0-1,-7 5-8,-2-3 0,3 0 0,-1 6 0,-3 0 21,-1 0 0,0 8 1,2 3-1,1 4 99,-1 3 1,0 6 0,-1 5 0,5 3 14,1 2 0,2 6 0,6 0 1,2-2-147,4-1 1,4-11 0,9-3-1,2-4-28,1-2 1,7-7 0,-4-5-1,-1-3-30,1-2 0,4-7 1,-7-7-1,-1-5 55,-2-3 1,-9-7 0,-2 4-1,-3 1 64,1-1 1,0-4 0,-8 6 0,-4 2 30,-5 2 1,-5 2 0,-3 0 0,-2 2 43,-1 4 0,-3-3 0,4 9 0,-2 1-245,2 2 1,2 4 0,2 3 0,0 7-162,0 3 1,7 4 0,5 2-1,3 4 91,2 1 1,0 1-1,2 2 1,3-7 69,7-3 0,3-1 0,2-3 0,2-4 96,4-5 0,2-4 1,5-4-1,-3-4 15,-3-5 1,-1-4 0,-6-3-1,-1 1 43,-5 0 0,2 0 0,-7 0 0,-2 0 60,-2 0 0,-2 0 0,-2-1 0,-4 3-60,-5 4 1,-6-3-1,-4 9 1,-4-1-148,-2-2 0,6 7 0,-3-5 0,1 4-147,0 2 0,0 8 0,8 3 1,2 4 96,1 2 1,7 2-1,-5 2 1,2 4 146,5 2 1,3-6 0,5 1 0,7-3 24,3-1 0,8-7 0,2-2 0,1-1-83,5-4 1,-5-4 0,1-4 0,0-4-26,-1-1 1,-7-2 0,0-7-1,-7 1-6,-5 0 1,1 0-1,-4 0 1,1 0 117,-1 0 0,-10 5 0,-5 3 0,-6 1-4,-6 4 1,2 2 0,-5 2 0,-1 0-39,0 0 0,6 2 0,-2 4 0,4 5-142,2 5 1,8 1 0,1 0 0,2 0-169,1 0 0,1-2 0,8-1 0,3-5-514,3-1 1,3-2-1,8-6 1,2 0 778,-2 0 0,6-8 0,-1-2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7.4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171 86 8084,'8'10'2701,"-6"-3"-927,5-7-1450,-7 0 1,0-7 0,0-5-75,0-3 1,0 4-1,-1-1-101,-5-1 1,2 3 0,-7 1 0,-3 1-67,-1 4 0,4 2 0,-1 2 0,-1 0-110,-2 0 1,-2 6-1,1 4 1,3 3 115,2 6 0,1 4 1,-1 0-1,5 3-56,4 1 1,4 5 0,4-5 0,5 0 0,4-5 1,4-3 0,2-3-1,4-3-95,2-2 1,-6-7-1,3 0 1,-1-8-10,0-7 0,0-6 0,-6-4 0,-2-4 73,-3-2 1,-5 1 0,-7-5 0,0 3 127,0-3 1,-2 7 0,-3 1 0,-7 6 34,-3 5 1,-2-1-1,0 7 1,-2 2-113,-4 2 0,4 4 0,-4 4 0,4 5-87,2 5 0,2 3 0,1 2 0,5 3 10,1 3 0,2 2 0,6 5 0,0-2 25,0-3 1,8 1 0,4-7 0,3-2-1,2-2 1,6-10 0,1-3 0,3-4-27,4-2 1,-5-8 0,1-5 0,-2-6-63,-5-4 1,-1-5 0,-3 3 0,-3 0-24,-2 1 1,-7-5-1,2 6 1,-6 2 156,-6 2 0,-3 8 0,-10-1 0,-2 1 13,-2 1 1,-8 3-1,5 7 1,-3 0 24,1 0 0,5 2 0,-4 3 0,4 7-7,8 3 0,-2 8 1,8 2-1,-1-1-18,4 1 0,4-2 0,4-4 0,4 2 16,6 2 0,3-6 0,4-8 1,2-1-68,2-4 1,5-4 0,-5-6 0,-2-5-71,-2-5 1,-2-6 0,0-3 0,-2 0-186,-3 0 0,-5-3 0,-7 5 0,0 0-19,0-2 1,-9 6-1,-8-2 1,-8 8-190,-2 7 0,-5 5 0,3 1 1,-1 1 51,1 5 0,-1 4 0,9 7 1,4 2-500,4 4 0,9-2 0,-2 5 900,4-1 0,10-2 0,1-6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8.5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292 138 8870,'0'-12'1338,"0"1"0,0 5-998,0-5 0,0 0 1,-2-7-128,-4 1 1,2 6 0,-7 1 0,-2 1-74,-3-1 0,-1 7 1,0-3-1,0 4-55,0 2 1,-6 0-1,0 2 1,2 4-52,2 5 0,2 10 0,2 4 0,3-1 40,7 1 0,3 4 1,2-7-1,0 1-12,0 2 1,7-6 0,5 4 0,5-6-12,6-6 1,-2-1-1,5-6 1,1 1-45,0-1 1,-6-2-1,1-4 1,-3-3-3,-1-7 1,-3 3-1,-2-3 1,-3-1 35,-3-2 1,-1-2-1,-6-1 1,-2 1 89,-4 0 0,1 2 0,-11 2 0,-3 3 15,0 2 1,-5-3-1,-1 5 1,0 3-58,0 1 1,-3 2 0,3 2-1,0 3-61,1 7 0,3 3 0,7 4 0,5 2-102,1 2 0,3 5 1,5-3-1,2 0 136,3-1 1,7-3 0,9-7 0,3-5-34,3-1 1,1-2-1,7-6 1,-3-2-41,-3-4 0,1-4 0,-5-9 1,-2-2-116,-4-1 0,0-3 0,-14 4 0,-1-4 40,-2-1 1,-2 5 0,-2-2 0,-4 4 50,-5 2 0,-10 7 0,-4 3 1,-1 1 106,-5 0 1,5 0-1,-1 8 1,0 4 2,1 5 0,5 5 0,0 3 0,6 2-121,3 1 1,8 7-1,-1-4 1,3-1 25,2 1 1,7-4 0,5-9 0,5-7-192,6-3 0,-4-2 1,6 0-1,-3-2-694,1-3 1,0-5-1,-6-5 1,-2 2-3047,-3 1 3951,-5 1 0,1-14 0,2-2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9.90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290 86 9626,'-10'0'1763,"-3"-8"-1531,7-3 0,-5-4 0,3-1 1,-2 3-69,-3 2 1,-2 7-1,-2-2 1,0 4 22,0 2 0,-2 0 1,-2 2-1,-2 4 17,2 5 1,2 4 0,4 4-1,1 2-38,3 2 1,7 8 0,-2-3 0,6 3-106,6-3 1,5 3 0,10-9 0,4-1-67,2-2 0,-4-9 0,3-4 1,1-4 65,0-2 0,-7-2 0,3-4 0,-4-7-47,-2-8 0,-7 0 1,-4-6-1,-4 2-20,-2 4 1,0-3 0,0 1 0,-2 2 20,-4 2 1,-4 4 0,-9 1 0,-2 5 20,-1 1 1,-3 3-1,4 5 1,-2 0-21,2 0 0,-2 7 1,4 5-1,4 3-25,0 2 1,7 6 0,3 2 0,3-1 42,2 1 0,2 4 0,3-5 0,9 1-4,7 0 0,-1-4 0,9-8 1,1-4-33,3-1 0,-1-2 0,-1-8 0,-5-4 5,-1-5 0,4-10 1,-7-2-1,-3 0-44,-5-2 1,-7 6 0,-7-5-1,0 1-25,0 0 1,-2 0 0,-3 8 0,-9 2 42,-7 1 0,-3 7 0,-7-5 0,3 2 29,-3 5 1,1 1 0,1 4-1,5 3 51,-1 7 0,8 3 0,-2 4 0,7 2 100,5 2 1,1 5 0,6-3 0,2 0 19,4-1 1,3-1 0,10-6 0,2-1-133,2-5 1,5-3-1,-3-8 1,0 0-57,0 0 1,-3-8 0,-4-3 0,-3-5-82,-4-1 1,3-6 0,-9 1 0,-1 1-199,-2 2 1,-4 2 0,-4-1 0,-5 3-30,-4 4 0,-2-3 0,-2 9 0,-2 1 201,-2 2 0,0 2 0,6 0 0,2 2 165,3 4 1,-1 3 0,7 8 0,2 2-209,2 4 1,2-4 0,0 4 0,2-6-586,4-5 0,4 1 0,7-7 746,0-3 0,8-8 0,1-5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1.08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223 154 7806,'10'-7'668,"-3"3"62,-7-7 1,0-1-160,0-5 0,0 0 0,0 0-176,0 0 1,-1 5 0,-5 3-269,-6 1 1,3-3-1,-2 5 1,-3 2 23,-1 2 0,-2 2 0,0 2 0,0 4-155,-1 5 1,1 5-1,0 3 1,2 2 20,4 1 0,-3 7 0,9-4 0,1-1 54,2 1 1,4 4 0,3-5 0,7 1-29,3 0 1,4-2-1,2-8 1,4-4-31,1-5 0,-5-4 0,2-2 0,-4-2 113,-2-4 0,0-3 1,-1-10-1,-3-4 2,-2-6 0,-7 3 0,2-1 1,-4 0 3,-2 1 1,-8 5 0,-3-2 0,-4 4 50,-3 2 1,-1 2-1,-1 1 1,-5 5-169,-2 1 0,6 3 0,-4 6 0,3 5-65,-1 6 0,0 9 1,8 3-1,3 3 59,7 3 1,3 8 0,2 2-1,0-3 17,0-7 1,9 0 0,6-7-1,8-2-48,4-2 0,1-4 0,7-3 0,-1-8-81,0-8 0,0-8 1,-1-9-1,-3-3 1,-1-3 0,-14-1 0,0-7 1,-3 1 53,-3 0 0,-5 7 0,0 4 1,-8 4 111,-7 2 0,-7 0 0,-2 2 0,-5 3 91,-2 7 0,-1 3 1,-5 2-1,3 0-72,1 0 1,3 7-1,-3 5 1,8 3-32,8 2 1,0 8 0,7 2 0,2-1-18,2-3 0,2 2 1,2-2-1,6-2-133,9-2 1,2-10 0,9-3-1,1-4-510,-3-2 1,7-2-1,-7-2 1,1-4-380,-4-1 1,-6-3-1,-4-5 987,-1 0 0,-1-8 0,6-1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2.28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189 120 9333,'-9'8'1053,"1"-6"1,8-2-1,0-12-898,0-3 0,0-2 0,0 0 19,0 0 0,0 5 0,-2 3-81,-3 1 0,-5-3 1,-7 5-1,0 2-4,0 2 0,0 10 0,-1 3 0,3 5-65,4 1 0,-2 7 0,7 3 1,2 2 38,2-1 0,4-7 0,4 4 0,5-2 16,4-1 1,4-4-1,2-9 1,2-1-34,-2-4 1,4-3 0,-2-2 0,-2-5 9,-2-6 0,-8 1 0,-1-4 0,-3-4-14,-3 0 0,-2 0 0,-2 2 0,0-1-31,0 1 1,-8 2 0,-3 2 0,-4 1-27,-3-1 1,-1 5-1,-1 3 1,-3 3 12,2 2 1,-4 2-1,2 3 1,2 7 88,2 3 1,8 4-1,1 2 1,3 4-47,3 1 0,2 1 0,4 2 1,4-7 181,5-3 1,12-1 0,5-3-1,5-4-155,1-5 0,-5-4 0,-1-2 0,1-2-175,-3-4 0,5-9 0,-10-8 1,-4 2 24,-4 2 0,-9-4 1,2 0-1,-5 1 46,-1-3 0,-9 12 0,-6-5 0,-8 3 40,-4 0 1,-1 6 0,-7 3-1,1 4-19,0 2 0,5 2 0,3 2 0,1 5-89,4 6 0,4-1 1,6 9-1,5-4-408,4-2 1,4 0 0,4 0 0,7-2-1315,8-3 1,5-5 1825,9-7 0,7-15 0,1-4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6.8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33 69 12723,'11'-9'1684,"-1"1"-1392,-3 1 1,7 3 0,-3-6-152,4 3 0,2-1 0,2 4 0,2-1-24,2 1 0,0 2 0,-4 4 1,2 3 59,2 7 1,-2 5 0,-10 4 0,-3 4 97,-1 1 0,-5 5 1,2 9-1,-10 5-76,-11 5 1,-6-5 0,-9 1 0,0 2-214,-4 1 1,-1 1 0,7-5-1,3-5-187,3-4 0,1-9 0,8-4 1,3-4 21,6-2 0,6-7 0,6-5 1,6-3 74,3-2 1,10 0 0,3-2-1,4-2 49,3-1 0,-1-7 1,0 5-1,0-1 16,1 1 1,-1 1 0,0 4-1,0-2-528,1-2 1,-9 1 0,-3 5-1844,-4 0 1,-7 0 2409,-1 0 0,0-8 0,7-1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4.46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392 566 8136,'10'-2'603,"-3"-2"199,1-2 1,-4-1-139,7 1 1,-7 2-299,2-7 1,1-1 0,-1-5-54,-2 0 0,-2 0 0,-2 0 0,0 0 82,0 0 0,-2-2 1,-4 0-1,-5 0-192,-5 3 0,-1 3 0,-2-2 1,-4 2-48,-5 1 0,-4 8 1,-3 0-1,1 10-27,0 11 1,-6 8 0,2 11 0,3 4-172,5 6 1,11 5-1,0 6 1,8 4 35,3 0 1,4 0-1,10-6 1,7 2-55,8-2 0,11-9 0,8-8 0,0-9-201,2-12 0,-4-2 1,8-9-1,0-4-355,-3-6 1,-1-11-1,-9-10 1,-5-2-492,-5-3 0,-4-1 0,-4 1 0,-3 1-909,-7-1 2016,-3-2 0,-2-3 0,0 1 0</inkml:trace>
  <inkml:trace contextRef="#ctx0" brushRef="#br0" timeOffset="384">957 1 11315,'-5'11'383,"-1"1"1,0-1-1,4 8 1,-2 6-113,-1 9 0,-9 10 1,5 13-1,-3 7 49,1 9 1,0-1-1,-5 6 1,3-2-245,2-3 0,7-5 0,-4-7 1,3-12-754,-1-12 0,0-11 0,8-9-112,4 0 0,3-7 1,8-6-1,1-8-2790,-1-7 3579,0-5 0,-8-8 0,-1-3 0</inkml:trace>
  <inkml:trace contextRef="#ctx0" brushRef="#br0" timeOffset="850">1300 720 8151,'2'-15'166,"1"1"1,3 3 713,-2-2 0,-2 3 0,-2-1-6,0-3 1,0-1-290,0-2 0,0 0-456,0 0 1,-8 7 0,-3 5 0,-4 3 23,-2 2 0,-3 0 0,0 2 0,-3 3-200,2 7 0,-4 11 0,2 5 0,2 4-8,2 3 1,4-1-1,2 0 1,3 0-45,3 1 1,1-7 0,8-1-1,3-2-42,7-4 0,9-4 1,4-6-1,-1-5-151,1-4 0,4-10 1,-5-3-1,1-5 64,0-1 0,-2-6 0,-8-1 1,-2-3 82,-1-3 0,-3 5 1,3 2-1,-7 4 700,-3 2 1,-2 0-268,0 0 1,-2 9 0,-2 10-176,-1 13 0,-1 4 0,6 10 0,0-1-108,0-1 1,0 5-1,2-3 1,4 1-239,5-1 0,4-4 0,2-8 0,2-2-421,4-4 1,2 3-1,4-9 1,-5-3-1248,1-6 1901,-6-5 0,6-16 0,-8-1 0</inkml:trace>
  <inkml:trace contextRef="#ctx0" brushRef="#br0" timeOffset="1250">2002 617 8151,'-6'-17'1011,"0"0"-316,3 0 1,-1 2 0,0 1-1,-2 3-320,3-2 1,1 3 0,0 1-1,-2-1-337,-2 0 1,-1 7-1,1-3 1,-6 4-135,-3 2 0,-2 0 1,0 2-1,0 4-95,0 5 0,-6 4 1,0 4-1,2 2 120,2 2 0,8 2 0,1-4 1,3 2 187,3-2 0,2-1 1,2 1-1,2 2-47,3-2 0,7-2 0,9-2 0,4-1-207,1-5 0,1 4 0,3-3 1,-3 3-45,-2 2 0,1-6 1,-7 1-1,-5 1 169,-5 2 1,-3 2 0,-6 1 0,-2-1 120,-4 0 1,-5-6 0,-14 1-1,-7-1-143,-6-1 1,-2-3-1,6-7 1,-1 0-537,1 0 0,2 0 1,3 0-1,8-2-1794,8-3 2364,-2-5 0,13-15 0,-6-1 0</inkml:trace>
  <inkml:trace contextRef="#ctx0" brushRef="#br0" timeOffset="1667">2447 549 7830,'12'-16'-965,"-3"3"2632,-1 2 1,-3 5-1164,-5-5 1,-2 7 0,-3-2 0,-7 4-270,-3 2 1,-2 0 0,0 0-1,0 0-139,0 0 0,-6 0 0,0 2 0,2 2-172,2 2 1,-4 7 0,2-2-1,4 5-161,4 1 0,3 0 1,-1 0-1,5 0 67,4 0 0,2 0 0,2 0 0,4 1 223,5-1 1,10 0-1,4 0 1,2 0 1,3 0 1,2 0 0,1 0-1,-5-1 8,-5-5 1,2 4 0,-4-3-1,-4 3 40,-4 2 0,-9 0 0,0 0 1,-8 0-108,-7 1 1,-7-7-1,-2-2 1,-5 1-480,-2 0 0,4-7 0,-5 3 1,-1-4-834,3-2 0,1 0 1316,8 0 0,0-8 0,0-1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16.864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5343 3973 7557,'0'10'-910,"0"-2"4707,0-8-3321,0 7-386,0-5 1,0 8-14,0-5 0,-2-1 147,-3 7 1,1-5 11,-8 6 0,7-7-85,-7 7 0,3-1 0,-4 4 15,1-3 1,1 3-85,-6-4 0,-1 5 0,1-1-88,0-4 0,0 5 0,0-5 57,0 4 1,5-5 0,3-3 0,-1-1 117,1 0 0,-1 1 0,-3-3-79,2 2 0,5 0 1,-4-5-89,3 5 0,-5-2 1,5 5-68,-3-1 0,1 0 0,-5-5 0,3 5 41,-2 2 0,3-7 0,-1 5 0,-3-2 60,-1-1 1,-2 3 0,0-4 0,0 2 136,0-3 1,0 5 0,-1-2-4,1-2 1,0 3 0,0-1 0,2 0-64,3 1 0,-3-5 0,4 4 0,-4-4-44,-3-2 1,7 2-1,0 1 1,-3 3-76,-1-2 1,-2 0 0,0-1 0,-2 3-18,-4-2 0,4 4 0,-6-3 0,2 1 77,1 2 1,-7-6-1,4 5 1,1-1 207,-1 0 0,2-1 1,6-5-1,0 0 179,0 0 1,-1 0-143,1 0 0,0 0-331,0 0 1,8-2 0,1-1-287,0-3 0,5 0 90,-9 6 0,1 0 0,-6-2 106,-1-3 0,1 3 0,0-4 0,0 4 295,0 2 1,0 0-1,0-2-83,0-4 1,-1 5 0,1-5 0,0 2-54,0-2 1,6 2-1,-1-5 1,-1-1-26,-2 1 1,-2 3 0,-1-3-17,1 1 1,6-3 0,1 3 0,1 0-14,-1 1 0,5-5 0,-5 5 13,3-3 1,-1 1-1,4-5 1,-2 3-54,3-2 1,-1 3-1,0-1 1,-4-1 15,-1 3 0,5-6 0,-2 3 0,3-1-67,-3 2 1,4-5 0,-6 5-3,1-4 1,5-2-1,-4-1-4,4 1 1,-4 0 0,1 0-7,1 0 1,2 0 0,2 0 0,0 0 1,0-1-1,0 1-8,0 0 0,0 0 0,0 0 54,0 0 0,0 0 0,0 0-103,0-1 0,0 1 89,0 0 1,0 0-1,2 2-23,4 3 1,-4-3 113,3 4 1,-1-3 0,0 1 23,2 2 1,1 1 0,-3-3-14,2 1 1,1 3 0,-3-4-54,2 1 0,1 6-70,-1-5 1,-2 2 0,5-5 53,-1 3 1,4 5 0,-5-3 37,3 1 1,-5-3 0,5 3 34,-3-2 0,5 5 1,-4-5-58,1 3 0,-3-1-54,5 2 1,-1 2-1,3-5-42,-2 1 0,1-3 69,5 5 0,-6-5 42,1 5 1,-1-5 91,6 5 1,-5-5-1,-1 3-58,2-2 1,-3 5 0,1-7-120,3-1 0,-5 3 0,3-1-24,1-2 1,-4 5-71,3 2 1,-6-1 185,5 1 137,-7 0 1,5 5 0,-3-3-67,5-2 0,-1 0 0,-1 4 0,1-1-41,0-3 1,1 0-1,4 4 1,-2-2-34,-1-1 0,-3-3 1,5 4-36,-3-1 1,1-1-1,5 6-21,0 0 1,-6 0 58,1 0 0,-1 0 115,6 0 0,0 0 0,0 0 41,1 0 0,-3-2 1,-2-2-1,-1-2-115,1 3 1,4 1 0,4 0 0,2-2-16,-2-2 1,-2 1 0,-2 5 0,0 0-111,0 0 0,0-2 0,0-2 36,0-2 0,-5 1 0,-1 5 47,3 0 0,-5 0 0,3 0 120,1 0 0,-4 0 0,3 0 0,1 0-2,2 0 0,-3 0 0,-1 0 0,2 0-37,3 0 0,1 0 1,0 0-1,0 0-42,0 0 0,0 0 1,0 0-1,1 0-16,-1 0 1,0 0 0,0 0-1,0 0 31,0 0 1,6-6 0,0 0-1,-2 0-5,-2-1 0,-2 5 0,2-6 0,2 3-12,2-1 0,0-6 1,-6 5-1,0-1 8,0 1 0,0-5 1,0 5-1,0-1-35,0 0 0,2-3 0,2 3 0,2 1-15,-2-1 0,-2 0 0,-2 5 0,0-3 45,1 2 1,-1-3-1,0 1 1,0 0 18,0-1 0,-6 5 1,1-6-1,1 2-26,2 1 0,3-3 1,-1 4 0,0-2 1,0-5-1,0 3 1,0 1 6,0-1 1,-1 1 0,-3 1-1,-2-4 18,3 1 1,1-4-1,2 5 82,0-2 0,0-1-75,0-6 1,-1 0-1,-3 2-9,-2 3 0,-5-1 0,4 5-45,-3-1 0,6-1 1,-3-3-1,1 1 23,1-1 0,-7 4 0,5-3 0,0 1 86,-1 1 1,-3-5 0,5 4 16,2-5 0,1 5 0,-1 0-34,-1-3 1,-7 5 0,5-3-45,-3-1 1,5-2 0,-5 0-70,3 3 1,-4-3-1,3 3 52,-1-3 0,-1 0 1,-3 2 81,2 1 1,1 3-1,-3-5-64,2 3 1,0 5-41,-6-5 1,0 5-229,0-5 1,2 5-86,3-5 150,-3 7 174,6-4 0,-2 6-34,-1-3 0,3 3 0,-2-4-36,5 4 1,-1-4-1,1-1 1,2-1 2,2 1 1,3-5 0,-1 5-1,0-1 10,0 0 0,0-3 1,0 3-1,0 1 51,0-1 0,-1 0 0,-3 5 1,-2-3 9,3 2 0,1 2-33,2 2 0,-5 0 1,-1 0 52,2 0 1,-3 0-1,1 0 0,2 0 80,3 0 0,1 0 1,0 0-1,0 0 2,0 0 0,0 0 0,0-2 0,1-1-48,-1-3 1,0 0 0,0 6 0,0 0-22,0 0 0,0 0 0,0 0-123,1 0 1,-1 0 0,0 0 69,0 0 0,0 0 1,0 0 24,0 0 1,0 0-1,1 0 1,-1 0 0,0 0 0,6-6 0,0 1 1,-3 1 6,-1 2 1,-1 2-1,-1 0 1,0 0-27,0 0 1,0 0-1,0 2 1,0 2 10,0 1 1,2 1 0,2-6 0,2 0 48,-2 0 1,-2 0-1,0 0 1,4 0-16,6 0 1,-3-6-1,1-1 1,0-1-37,-1 1 1,-3-5 0,4 6 0,-3 1 27,-3-3 1,4 6-1,-2-3 1,-2 3-26,-2 2 1,-2 0-1,0 0 32,0 0 1,0 0-1,0 0 1,1 0 56,-1 0 1,0-6 0,0 0 0,0 1-12,0-3 1,6-2 0,0-5 0,-2 2-15,-2 1 0,-2 1 1,0-4-1,0 1-13,0 3 0,-5 0 1,-1-5-1,3 3 9,1 2 0,-4-1 0,-1-5 1,-1 2-60,1 4 0,-5-5 0,7 5 0,-1-4 25,-1-2 1,3-1 0,-5 1 0,1 0 139,5 0 0,-5 0 0,1 0 40,-3 0 0,5-6 0,-7 0 1,1 2 97,2 2 1,-7 2-1,5 0 1,-4-2-79,-2-4 0,6 2 0,0-6 0,-3 3-87,-1 3 1,-2-4 0,0 0-1,0 0-114,0 1 1,0-5 0,0 4 0,0-1-79,0-5 1,0 1 0,0-1 0,-2 5-66,-3 1 0,3-5 0,-4 3 0,4 0 42,2 5 1,-6-3 0,1 2 0,-1 2 88,-2 2 0,5 2 1,-7 0-1,1 0-31,-1 0 1,1 5 0,-5 1 0,3-3-113,-3-1 0,-1 0 0,-2 2 0,0 1 23,0-1 0,-6-2 1,0-2-1,2-1-33,2 1 0,0 0 0,-2 0 0,-2 0 24,3 0 1,0 0-1,3 0 1,0-3 51,0-2 1,0 3 0,0-4 0,-2 4-36,-4 2 0,4 0 0,-6-1 0,2 1-52,1 0 1,-9 2 0,3 2-1,-5 1-90,-1-1 0,-2 0 0,-2-1 1,-4 5 40,-2 1 0,4-5 0,-4 3 0,1-1 98,-1-1 1,6 1 0,-2-6-1,4 0 157,1 0 0,3 0 1,2 1-1,3 3 92,2 2 0,1-1 1,3-3-1,-2 2-334,2 1 0,-6 3 0,-1-3 0,-5 5-173,-1-1 1,0 6 0,-2-5 0,-4 1 61,-6 0 0,-3 0 1,-3 6-1,1 0 229,-1 0 0,-5 0 1,0 0-1,0 0 152,-2 0 1,4 0-1,-6 0 1,2 0-8,4 0 0,0 0 1,0 0-1,-1 0-106,7 0 1,-2 6 0,5 0-1,-5-2-109,-7-2 0,5 3 1,-4 1-1,4-2 5,1-2 0,-7 3 0,-1 1 1,-1 0 114,4 1 1,3-5 0,1 6 0,-2-2-12,-2-1 1,-2 3 0,4-4 0,-2 3 21,1 3 0,1-4 0,0 3 0,-2 1-103,2-1 0,1-3 1,3 5-1,-2 3-55,-4 1 1,2-4-1,-6-1 1,0-1 107,0 1 1,4-1 0,-2 3 0,2-5 34,2 1 1,11-6 0,-8 5 0,1-1 107,-4 0 1,7 0 0,-3-6-1,1 1-79,1 5 0,-2-4 1,-1 4-1,1-4-70,-1-2 0,1 0 1,0 0-1,-1 0-45,1 0 0,0 0 1,-1 0-1,1 0 109,-1 0 0,5 0 1,-1-2-1,1-2 76,5-2 1,4-5 0,4 3 0,-1-1-4,1-5 1,0 1-1,1 0 1,3 1-54,1-1 1,3 3 0,-5-1 0,5 0 1,1 1 1,0-3-1,4 5 1,-1 1-50,1-1 0,2-5 1,1 3-1,1-1-40,0-1 1,0 8 0,0-3 0,0 1-57,0 0 0,-2 1 0,-4 5 0,-6 0-44,-3 0 1,1 0 0,-1 0 0,-4 0 74,0 0 0,0 2 1,1 1-1,1 5 104,0 2 1,0-5 0,1 5 0,3-1 21,1 1 0,3-1 0,-5 5 0,5-5 24,1-1 0,-6 5 0,5-1 0,-1 3-50,4 2 0,-1-6 0,-1 1 0,-2 3-43,-3 6 1,-1-2 0,1 4 0,3-4-23,3-2 0,-7 8 1,3 1-1,-5 3-32,-1-1 1,0-5 0,1 4 0,3-1 90,1 1 1,3-4 0,-3 4-1,4-1 116,1 1 1,5-4 0,-4 3 0,4 1-61,2 0 0,0-6 0,-1 3 0,1 1-59,0 4 1,0-3-1,0 1 1,0-1-84,0 1 0,0 0 0,-1 3 1,1-3 0,0-2 0,6 3 0,-1-3 0,-1 1 74,-2 5 0,3-4 1,1 1-1,0 3 7,1 1 1,1 2-1,5 0 1,-2 1 16,2-1 0,2 0 0,2 0 0,0 3-28,0 3 0,-2-4 0,-1 2 1,-3-4 17,2 0 0,-4-7 0,1 9 0,-1-2 3,1-3 0,-1-7 0,4 3 0,-2 0 7,3-1 1,1-3-1,2 4 1,0-1-16,0 1 1,2-2 0,1 5-1,3 3 35,-2-3 1,4 1 0,-3 5-1,-1 2 60,-2 2 1,4 2 0,-1-4 0,-1 2-41,-2-2 0,-4 0 0,-2-2 0,-3 0-73,-3-4 1,5-3-1,-5 1 1,2-1-17,5 1 0,-5-5 0,2 0 1,1-2 22,-3-1 1,6 9-1,-4-4 1,5 1 39,1 1 1,0-1-1,0 4 1,0 1 75,0 1 0,0-9 1,1 9-1,3-2-65,2 1 1,2 1-1,-5-2 1,3-1-31,-2-3 1,0-5 0,-1 4 0,3-1-76,-2 1 1,-2-6 0,0 2 0,2-4-18,1-2 0,7 6 0,-5 0 1,1 0 37,0 1 1,5-3-1,-4 8 1,3 1 74,-1 3 1,1-5 0,3 1 0,-2 1 43,-1 2 0,-7-3 0,5-1 0,-1 1-76,1-2 0,-1 3 0,3-7 1,-5 0-67,1 2 0,0-6 0,5 1 0,-2-4 22,3-5 1,-5 1 0,3 5 0,1 0 15,2 0 0,2 0 1,0 2-1,1 2 19,-1 2 1,0 2 0,-2-5 0,-2 3-6,-1-2 1,-1 4 0,4-2 0,-1 0-4,-3 1 1,-5-3 0,3 6 0,-1 0-4,-4-1 0,3-5 1,-1 4-1,-2-2-25,-2 0 1,3 1-1,1-3 1,0 4-8,2 2 0,-7-5 0,7 7 0,-2 1 55,-1 3 1,7 1 0,-6 0 0,-3 1 10,-1-1 0,-2 0 1,0 0-1,0-1-42,0-5 0,0 5 1,0-7-1,0 3-139,0-1 1,-2-7-1,-1 2 1,-3-4 7,2-2 0,-4 2 1,1 2-1,-1 2 124,1-2 1,-1-2 0,4 0-1,-3 2 163,-3 2 1,4 5-1,-3-3 1,-1 2-33,1 3 0,3-3 1,-3 1-1,-1 3-184,1 1 1,3-3 0,-4-1-1,1 3-19,-1 1 0,1-5 0,-5-3 1,3-1-13,-2 0 0,3 2 0,-1-4 0,-1 3 140,3 3 0,-4-4 0,5 3 0,0 1 141,1 0 1,-5-1-1,5 5 1,-1-3-135,0 3 0,1 1 0,3 2 1,-4-1-120,-1-5 0,3 5 1,-3-5-1,-1 5-19,1 1 0,-3-2 1,-5-1-1,2-3 110,4 3 0,-5-5 0,5 3 0,-2 1 2,1 3 1,-1-5 0,5 1 0,1 1 26,-1 2 1,-3-3-1,5 0 1,0 1-75,-1 2 0,3 3 0,-6-3 1,1-2-39,-1-1 1,1-2 0,-5 3 0,3-1 62,-2 1 0,3-3 0,1-1 0,1 1 7,4 0 0,-3-1 1,-1 5-1,0-5 17,1-1 0,-5 5 1,7-3-1,-1 2-22,-2-1 1,6-5-1,-3 4 1,1-1 62,-2 1 1,4-4 0,-3 3 0,1 1-28,-2 0 1,4-5 0,-4 7-1,5 1-12,1 3 0,-6 1 0,0-2 0,2-1 7,2-3 0,-3 1 1,-1 5-1,2 0 10,2 1 0,2-7 1,0 1-1,0-1 2,0-1 0,0 3 0,0-7 0,2-2 24,4-2 1,-2 4-1,7 0 1,2-2 14,3-2 0,1 4 0,2-1 0,2-1-48,2-2 1,1-1 0,-3-1 0,4 0-18,2 0 0,-5-6 0,5-1 0,0-1-41,-1 1 1,-3-4 0,6 3-1,-1 1 11,-1-1 1,3-3 0,-5 3 0,0 1 1,0-1 1,-1 1-1,-3 3 1,2-3 7,-2-3 0,4 1 1,-2-4-1,-1 1 4,3-1 0,0-2 0,5-2 0,-1-2 55,1-3 0,3 1 1,1-6-1,0 1-43,0-1 1,1 1 0,-1-3 0,2 5 114,4-1 1,-10 6 0,5-4-1,-5 5-157,-3 1 0,3 0 1,-5 0-1,0 0-133,-1 0 0,-1 0 0,-6-2 0,1-2 120,-1-2 0,0-1 1,0 3-1,0-4 84,0-1 1,0 3-1,2-6 1,2-1-13,2-2 0,0 0 1,-6 1-1,0 3 137,0-2 1,0-3-1,1-1 1,-1 2-129,0 4 1,0-5 0,2 5-1,2-2-145,2 1 1,0-3 0,-6 6 0,0-3-10,0 1 1,0 1 0,0-3 0,-2 1 118,-3-1 1,3 4 0,-5-3 0,1 1 69,0 1 0,-5-3 0,4 5 0,-3-1 10,-3-4 0,4-3 1,-3-1-1,1 0-66,2 0 1,-6-6 0,3-2 0,-1-1-18,2-5 1,-4 5 0,3-1-1,-3 0 38,-2 1 0,0 3 1,0-4-1,0 3 67,0 3 0,0 2 0,-2 0 1,-1-2-57,-3-2 1,-2 0-1,3 6 1,-5 0-62,1 0 1,-7-6 0,7-2 0,-3 0-71,1 1 0,5-5 1,-3 4-1,-1-1-19,1-5 0,5 1 0,-2-1 1,2 5 104,-1 1 0,3-6 0,-4 5 1,4-1 45,2 4 0,0-1 1,0 1-1,0 2-33,0 2 0,0 2 0,0 0 0,0-1-38,0 1 0,0 0 0,0 0 0,0-2-43,0-4 0,0 4 0,0-4 0,2 2-72,4-1 1,-2 3 0,5-4 0,1 2 126,-1-2 0,-3 4 0,3-4 0,1 2 92,-1-2 1,-3 4 0,4-4-1,-1 6 3,1 6 0,-5-2 1,5 5-1,-1-2-97,1-3 1,1 4 0,6-1 0,1 1-120,-1-1 1,6-1-1,1-6 1,1-1 40,0 1 1,5 0-1,-1 0 1,3 2 64,2 3 1,-1-3 0,-3 4 0,-1-3 60,1 3 1,-3 2 0,-1 5 0,1-2 70,0 2 0,-6 2 0,1 2 0,-1 0-90,2 0 0,-2 0 1,6 0-1,-1 0-64,1 0 1,-4 0 0,3 0 0,1 0 18,0 0 1,-6 0 0,3 0 0,-1-2 44,0-3 1,2 3 0,-4-4-1,2 4 39,-2 2 0,-2 0 0,-2 0 0,0 0 34,0 0 0,0 0 0,0 0-67,0 0 1,0 6 0,1 0-1,-1-3-29,0-1 1,-6 0-1,1 2 1,1 2-63,2-2 0,2-3 0,0-1 58,1 0 0,-1 2 0,0 2 29,0 2 0,0 1 0,0-3 48,0 2 0,0 2 0,1-5 1,-1 3-4,0-2 1,0 4-1,0-3 1,0-1-44,0-2 1,0-2 0,2 2-1,2 2-12,2 1 1,0 1 0,-6-6 0,0 0 10,0 0 0,1 0 0,-1 0 0,0 0 18,0 0 1,0 0 0,0 0 0,0 0-23,0 0 0,1 0 0,-1 0-4,0 0 1,0 0 0,0 0 0,0 0-24,0 0 1,0 0 0,1 0 66,-1 0 1,0 0 1,0 0 0,0 0 1,0 0-45,0 0 0,-5 0 0,-1 0 0,1-2-2,-3-4 0,6 5 0,-5-7 0,1 2-22,1 1 1,-1-1 0,4 4-1,-1-2 0,-3-2 0,0 1 0,7 3 2,-1-4 1,0 4-1,0-4 1,0 5 0,0 1 0,0 0 7,0 0 1,1-6 0,-1 0 0,0 2-19,0 2 0,0 1 0,0-3 0,0-4-73,0-1 0,1 3 0,1-4 0,2 1 60,1-1 1,1 1-1,-6-4 1,0 1 56,1-1 1,-3-2 0,-2-3-1,-1 1 132,1 0 0,0 0 1,0 2-1,-3 2-22,-2 1 1,-3 1 0,-3-6-132,4-1 0,-4 1 0,4 0 0,-5 0-98,-1 0 1,0-6-1,0 0 1,0 2 153,0 2 0,-1-4 1,-3 1-1,-2 1 77,2 2 1,2 2 0,2-1-128,0 1 0,0 0 1,0 0-64,0 0 1,0 6 0,0-1-73,0-1 0,0-2 0,0-3 55,0 1 0,0 0 1,0 0-1,0 0 42,0 0 0,0 0 0,0 0 0,0-1 84,0 1 1,0 0 0,2 2-1,2 2 189,2 1 0,-1 1-339,-5-6 0,2 1-223,4 5 1,-2-2 193,7 7 1,1-5-1,5 5 80,0 2 0,0 2 1,0 2 41,0 0 1,0 0 0,1 2-1,-1 2 36,0 2 0,0 7 0,0-4-30,0 1 1,0 3 0,0-5 0,1-1-5,-1 1 1,0 4 0,0-7 0,0 1-17,0 2 0,6-7 0,0 7 0,-2-2-3,-2-1 0,-2 1 1,2-4-1,2 2 21,2 2 0,0 1 0,-6-1 0,0 3 20,0 1 1,0 5 0,0-5-1,0 1-18,0 1 1,1-3-1,-1 4 1,0-1-29,0 1 1,0 0 0,0-1 0,0-5 17,0 1 1,1-4-1,-1 5 1,0-1 75,0-4 0,2 0 0,2-1 0,2 3 67,-2-2 0,-2-2 1,-2-2-1,2 0-109,4 0 0,-4 0 1,4 0-1,-4 0-15,-2 0 0,6 0 1,-1-2-1,1-4-71,2-5 0,-6 1 1,6-1-1,-2-2 44,-1-3 1,1 1 0,-6 2-1,2 1 57,4-1 1,-4-2-1,4-2 1,-4 0 64,-2-1 0,0 1 0,0 0 1,1 0-52,-1 0 0,0 0 0,0 0 0,0 0-80,0-1 0,0 1 0,-1 0 0,-3 0-88,-2 0 1,1 0 0,3 0 91,-4 0 0,3-6 0,-9 0 0,1 2 64,2 2 0,-6 0 0,3-2 1,-1-4 43,2-1 0,-4 3 0,3-4 1,-3 0-49,-2 1 0,0 3 0,2-4 0,2 3-28,2 3 0,-1-4 0,-5 2 0,0 0-9,0-1 1,0 5 0,0-4 0,0 4-5,0 2 1,-5-1 0,-1 1 0,2-2-35,2-4 0,-3 4 1,-1-3-1,0 3-53,-1 1 1,3-4 0,-6-1 0,1 0 53,-1-2 0,5 4 1,-7-5-1,1 1 32,1 4 0,-5 2 1,5 0-1,-1-2 50,0-2 1,1 0 0,-3 8 0,1 2 1,-1 1 1,4 3 0,-3-5-49,-1 3 0,-2 0 0,-3-5-55,1 5 0,2 2 0,2 5 1,1-4 32,-1-1 1,-2 3-1,-2-4 1,1 1 31,5-1 1,-4 5 0,3-7 0,-3 1 10,-2 1 1,2 1-1,2 5 1,1-2 115,-1 2 0,-2-3-133,-3 1 1,1-1 0,0 3-65,0-2 0,6 0 0,-1 4 17,-1-3 1,3 3 0,-1-4 24,-2 4 1,-3 2-1,-1 0-15,0 0 0,0 0 0,0 0 22,0 0 1,0 0-1,0 0 1,-1 0 9,1 0 0,0 0 1,0 0 50,0 0 1,6 0 0,-1 0 97,-1 0 1,5-2-257,2-3-241,-3 3 0,5-6 8,-7 8 0,-1 0 286,-5 0 1,6 0 0,-1 0 282,-1 0 1,4 0-124,-3 0 0,6 0 0,-5 0-96,-2 0 1,3 6-181,-1-1 1,-1 1 136,-5-6 0,6 2 411,-1 4 0,7-4-158,-7 3-233,8-3 1,-5-2-50,3 0-565,4 0 399,-13-7 1,11 5-21,-7-4 0,7 2 0,-4 0 0,3-3-1282,-1-3 0,0 5 1531,6-7 0,-7 1 0,-3-6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0.813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18 1028 7701,'-8'9'-749,"6"-1"1183,-5-8 0,9 0-266,3 0 1,5 0-158,7 0 0,0-6 0,0-2-98,0-1 1,0 5 0,1-2 36,-1 5 1,2-5 0,2 0 0,2 0 75,-3-1 0,7 3 1,2-6-1,5 1 54,6-1 1,-2 1 0,8-4 0,1 1-21,3-1 1,1-2 0,0-1 0,-1 3-40,-5 2 0,5 1 1,-4-3-1,1 3-59,-1 3 1,1-1 0,-5 4 0,0-1-34,0 1 0,6 0 0,-5 0 0,3-3 87,0-3 1,-3 6 0,5-3-1,-2 1 56,1 0 0,-5 1 0,0 5 0,-2 0-39,0 0 0,6 0 1,-6 0-1,-2 0-19,-2 0 0,0 0 0,4 0 0,4 0-10,-1 0 0,7-2 0,-4-2 0,5-2-17,6 2 0,2 0 1,4 1-1,-6-3 8,-4 2 0,-2-3 0,3 1 1,1 2-39,2 2 1,-6 2 0,-5 0-1,2 0 38,1 0 1,3 0-1,-1 0 1,0 0 28,1 0 1,1 0-1,4 0 1,4 0-1,0 0 1,0-6 0,-4-1-1,6-1 50,3 1 1,3-7 0,-3 5-1,-1-3 56,-2 1 0,-6 7 0,4-2 0,-2 3-101,-4-3 0,-4 4 1,-3-4-1,-3 4 35,3 2 1,0 6-1,-1 0 1,-1 0-20,1 1 0,1-5 0,0 4 0,-3-2-65,3 1 0,-6-3 0,-2 4 0,-4-4-38,-2-2 0,-2-2 0,-3-2 0,-6-2-91,-4 3 1,-8 1 0,-1 0-683,-3-4 1,1 4-659,-2-4 1489,-4 5 0,13 1 0,-6 0 0</inkml:trace>
  <inkml:trace contextRef="#ctx0" brushRef="#br0" timeOffset="584">4984 377 7411,'8'9'1723,"-4"-1"-1426,7-8 1,-5 0-101,5 0 1,-5 0-1,5 0-89,3 0 0,1 0 0,2 0 0,0 0-136,0 0 0,0 6 0,0-1 0,1-1-60,-1-2 0,0-2 0,0 0 0,0 2-30,0 4 0,-7-2 0,-5 7 164,-3 2 1,-4 3 0,-3 1 0,-7 0 77,-3 0 1,-8 0 0,0 2 0,1 2-95,-3 2 1,4 2 0,-6-5 0,2 3 29,5-2 1,1 0-1,1-2 1,3 0 4,4-4 1,-3-1-159,9 3-9,-1-8 0,6-9 0,0-11 0,-2-4-135,-4-2 0,5 0 1,-7-1-1,2 1 176,0 0 1,-5 0 0,3 0 0,1 0 102,-1 0 1,-3 0-1,3-1 1,1 1-70,-1 0 0,2 0 0,6 0 0,0 0-537,0 0 1,0 5 563,0 1 0,8-1 0,1-5 0</inkml:trace>
  <inkml:trace contextRef="#ctx0" brushRef="#br0" timeOffset="1450">6217 154 8257,'0'10'125,"0"-1"734,0-3-389,0-4 0,6 4 63,0-12 1,5-4-67,-5-7 1,-1 0 0,-5 0-409,0 0 1,-2 7-1,-3 3 1,-7 1-178,-3 0 0,-8 1 1,-1 7-1,-3 3-65,-4 7 0,-1 5 0,-2 6 0,2 7 123,3 8 1,-1 0 0,7 10 0,2 5 65,2 8 0,11 0 0,8 0 0,10-2-53,5-4 1,12-11 0,5-10 0,6-11-36,0-10 1,6-5 0,1-8 0,3-2-337,-2-4 1,1-9-1,-9-10 1,-3-2-856,-5-3 1,-9 1 1272,2-5 0,-12 4 0,-3-12 0</inkml:trace>
  <inkml:trace contextRef="#ctx0" brushRef="#br0" timeOffset="1950">6611 0 8321,'-6'12'-366,"1"-1"1,-3-7 0,4 3-150,-2 1 1,1-4 236,5 7 192,0-7 155,0 4 0,0-10 834,0-4 1,2 4 1148,3-4-1575,-3 5 1,6 2-1,-8 5 1,0 6 52,0 3 0,-6 4 0,0 6 0,1 9-364,-3 10 0,4 5 0,-5 2 0,1 1-314,4-1 0,3-5 0,1-2 1,0-3-63,0-3 1,7-3 0,5-7-681,3-5 1,2-11-1,0-7-196,0-3 1,-7-4 0,-5-3 1085,-3-7 0,6-3 0,1-2 0</inkml:trace>
  <inkml:trace contextRef="#ctx0" brushRef="#br0" timeOffset="2434">6919 497 8321,'0'-17'736,"0"0"1,0 5-1,0 1-256,0-3 1,0 5-456,0-3 1,0 1 36,0-6 1,0 5-1,-2 3-88,-3 1 1,1 3-1,-8 5 1,-1 0-60,-2 0 0,-2 5 0,0 3 1,0 1 20,-1 5 0,1 3 1,0 4-1,0 4 159,0 1 1,7-3 0,5 4-1,3-3-44,2-3 1,2 0-1,3-2 1,7 0-78,3-3 0,4-11 0,2 1 1,4-4-97,1-2 1,-3 0 0,4-2 0,-2-4-90,-4-5 1,-2-4-1,-4-4 1,-2-2 236,-2-2 1,-7 0 0,4 6-1,-2 0 268,-1 0 1,1 5-277,-6 1 0,-8 7 0,-1 0-86,-1 8 0,3 6 0,7 9 1,0 1 0,0 3 0,0 0 1,0-6-1,2 0-13,3 1 0,7-1 1,9 0-1,2-2-116,-2-4 1,3 3 0,1-9 0,0-1-695,-1-2 0,1-4 890,-2-3 0,-4-5 0,6-7 0</inkml:trace>
  <inkml:trace contextRef="#ctx0" brushRef="#br0" timeOffset="2817">7536 428 8321,'0'-11'242,"-2"1"0,-2 1 524,-2-1 1,1 5-538,5-7 0,-2 3 0,-2-5-530,-2 3 0,-7 7 0,2-3-104,-5-1 0,-1 6 1,0-2 322,0 8 1,0 0 0,0 7 0,1 3 244,5 1 1,-2 2 0,7 0 30,2 0 1,2 0 0,2 0 0,2 1 52,4-1 0,3 0 0,9 0 0,-1 0-327,0 0 0,6 0 0,1 0 0,1 1-134,0-1 0,-2 0 0,-6 0 125,0 0 0,-8 0 0,-3 0 63,-4 0 0,-10-7 0,-5-4 0,-6-4-59,-4-2 0,-5 0 0,5 0 0,2 0-505,2 0 0,2-2 0,2-4 590,3-6 0,-3-10 0,5-5 0</inkml:trace>
  <inkml:trace contextRef="#ctx0" brushRef="#br0" timeOffset="3233">8067 428 8321,'0'-11'132,"0"-1"0,-2 1 139,-4-6 0,-3 5 0,-9 3-239,1 1 0,0 3 1,0 5-1,0 0-111,0 0 0,0 0 0,0 0 0,-1 2 111,1 3 1,2-1 0,2 7 0,1 3 35,-1 1 0,5-4 0,3 1 0,3 1-17,2 2 0,0 3 1,0-1-1,2 0-58,3 0 1,3-6-1,5 1 1,1 1-230,5 2 1,-2 2 0,6 1-1,-4-3 66,-2-4 1,6 4 0,-1-3 0,-3 3 196,-5 2 0,1-5 0,-5-1 0,-1 2 234,-3 3 1,-4-5 0,-4-2 0,-4 1-60,-5-1 1,-6-5 0,-4 2 0,-2-4-606,2-2 0,-4 0 0,0 0 0,1-2 403,-1-4 0,2-11 0,6-9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5.58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17 136 8313,'-9'-17'190,"3"0"1,4 5 0,2 1 342,0-3 1,0-1-86,0-2 1,2 8 0,2 1 184,1 0 1,3 6-281,-2-3 0,-4 5-67,3 5 0,-3 11 1,-2 8-1,-2 5 2,-3 7 0,3 0 1,-6 12-1,2 3-64,1 4 1,-1 8-1,6-4 1,0 0-136,0 0 0,2-4 0,2-7 0,3-6-80,3-6 1,-6-6-1,3-14-247,1-5 1,-6-5 185,4-12 0,-5-9 1,-1-8-1,0 0-224,0-2 0,0 6 0,0-5 1,0 1-215,0 0 1,0 0 0,2 6-1,2 0-27,2 0 0,1 0 0,-1 1 0,4 3 114,-1 2 1,6 7 0,-1-2 0,5 4 258,4 2 0,5 0 0,-3 2 0,2 6 196,3 9 1,-5 2 0,-1 9-1,-1 3 204,0 1 0,-2-3 0,-10-3 0,-5-1 11,-4-4 1,-2 4 0,-2-2 0,-5-4-123,-11-6 1,-1 0 0,-9-7 0,-3-2-259,-1-2 0,-2-2 0,0 0 1,1 0-480,5 0 0,-3 0 1,8-2-1606,2-4 2197,2 4 0,18-5 0,2 7 0</inkml:trace>
  <inkml:trace contextRef="#ctx0" brushRef="#br0" timeOffset="433">771 615 8321,'0'-11'1242,"0"0"1,0 5-903,0-6 0,-6 1-314,0-6 0,-7 7 1,2 5-220,-5 3 0,-1 2 1,0 0 18,0 0 1,-2 2-1,-2 3 1,-2 9 267,2 7 0,8 0 0,1 5 0,1 1 177,2-1 0,1 3 1,8 3-1,0-3-38,0-6 0,8-4 0,5-2 0,8-2-170,7-3 0,-1-5 1,2-7-1,1 0-193,2 0 1,3-9 0,-3-9 0,-4-8-126,-5-6 0,-6-3 1,-5 1-1,-6 0 54,-5 0 0,-2-1 1,-7 3-1,-9 1 201,-10 3 1,-7 9-1,-4 2 1,-2 9-101,2 6 0,-4 4 1,2 4-1,4 7-70,5 8 1,7 6 0,8 7 0,5-2-202,5-3 1,4 3-1,4-5 1,4 1-566,5 1 0,12-10 936,6-2 0,11 0 0,4-7 0</inkml:trace>
  <inkml:trace contextRef="#ctx0" brushRef="#br0" timeOffset="816">976 530 8321,'17'0'-49,"-7"0"357,-3 0 1,-7 2 0,-1 3 0,-3 7-54,-2 3 1,-5-4-1,5 1 1,2 3-108,2 6 1,2-2 0,2 4 0,2-2-18,2 2 0,9-4 0,0 3 1,6-4-86,0-7 1,0 2 0,0-7 0,4-2-108,1-2 1,-3-4-1,4-4 1,-3-5 4,-3-4 1,-2-5 0,-2-2 0,-1-7-61,-5-3 0,-3 5 0,-8 2 0,0 3-58,0-1 0,0 0-592,0 6 1,-2 2-97,-4 3 0,-2 12 0,-3 12 862,5 3 0,4 9 0,2 3 0</inkml:trace>
  <inkml:trace contextRef="#ctx0" brushRef="#br0" timeOffset="1516">1456 530 9050,'2'-10'1720,"1"3"-1241,3-1 0,0 8-282,-6 0 1,0 8 0,0 9 0,0 0-146,0 0 1,0 0-1,2 0 1,2 0 68,1 1 0,1-1 0,-4-2 0,2-2 153,1-1 1,9-3-189,-3 3 1,-1-5-1,1-7-312,2 0 0,1-2 0,-1-2 0,-4-3-150,-1-3 0,5-1 0,-1-6 0,1 0-278,-1 0 1,3-1 181,-4 1 0,-1 2 502,1 4 1,-7-1 382,2 12 0,-4-2 0,-2 14-156,0 1 1,0 2 0,1 2-251,5 1 0,4-3 1,9-2-1,2-3-278,1-3 0,7 5 1,-4-7-1,1-1-624,5-2 0,-1-2 1,-1-2-1,-4-2 895,-1-1 0,3-16 0,7 2 0</inkml:trace>
  <inkml:trace contextRef="#ctx0" brushRef="#br0" timeOffset="2100">2398 615 8377,'9'-7'749,"4"3"-290,-7-7 0,0 5 138,-6-6 0,0 7-419,0-7 0,0 7 0,-2-5 1,-2 1-154,-2-1 1,-7 6 0,2-1 0,-5 3-202,-1 2 1,-6 0-1,1 0 1,-1 2 120,-2 3 1,6-1 0,-4 7-1,4 5 243,2 5 1,6-2-1,1 3 1,3-2 3,3-3 0,2 5 1,2 1-1,2-2-201,3-2 1,11-7-1,8-3 1,3-1-216,3-4 0,-3-2 0,2-2 0,-1-2-30,-1-4 1,5-4 0,-5-9 0,-1-2 1,-3-1 1,2-9 0,-2 3 0,-2-5 153,-2-1 1,-10 0 0,-1 0-1,-2-3 197,-1-3 1,1 4 0,-6-4-1,0 6 57,0 5 0,0-1 0,0 7 0,0 2-78,0 2-60,0 2-256,0 8 1,-2 3 0,-2 12 245,-1 5 1,-1-1 0,6 3 0,-2 4 175,-4 4 0,4 9 0,-3-1 0,3 5 110,2 6 1,0-2 0,0 6-1,0 0-272,0-1 1,0-3 0,2 4 0,3-4-183,7-8 0,3 1 0,2-10 1,0-2-438,0-2 0,6-10 1,2-3-1,2-6-1712,3-6 2309,2-3 0,3-8 0,-1-1 0</inkml:trace>
  <inkml:trace contextRef="#ctx0" brushRef="#br0" timeOffset="2566">3339 513 7635,'10'-8'757,"-4"-3"1,-4 1-768,-2-1 0,-8 1 0,-5-1 0,-6 3 38,-4 1 1,0 5 0,4-6 0,-2 2-105,-2 1 0,0-1 0,6 8 0,-2 2 148,-4 1 0,4 9 0,-4-1 0,4 6 211,2 4 0,0 7 1,0-3-1,2 1 126,3 1 0,-1-2 1,7 1-1,3-5-211,1-4 1,4-4 0,5-1 0,8-5-157,6-1 1,10-3 0,-5-5 0,3-2-361,0-3 0,-3-5 1,5-7-1,-5 0-49,-1 0 1,4 0 0,-9 0 0,-2 0 202,-5-1 0,-7 7 0,3 0 0,-1-3 118,-4-1 1,-3 4 0,-2 1-132,-5 2 1,2 3 0,-7 5 137,-3 0 1,1 7-1,2 5 1,5 3 148,4 2 1,2 0-1,2 0 1,4 1-177,5-1 0,4 0 1,4 0-1,4 0-42,6 0 0,3-2 0,4-3 108,4-7 0,-4 5 0,6 0 0</inkml:trace>
  <inkml:trace contextRef="#ctx0" brushRef="#br0" timeOffset="2983">3819 427 9364,'0'17'480,"-6"0"1,1 0-1,-1 2 58,-2 4 1,6 2 0,-3 5 0,3-1-299,2 1 1,0 3-1,0 1 1,2-2-44,3-3 0,-1-4 0,8-8-124,1 0 1,-4-8-1,3-5-352,1-8 0,-5-7 0,-3-10-64,-3-2 1,-2-2 0,0 5 0,0-5 167,0-2 0,0 4 0,-2-3 0,-1 1-63,-3 4 1,0 0 0,6 0-318,0-2 1,0 1-1,2 4 153,4 1 0,3 8 0,8 3 0,1 4 201,-1 2 0,2 0 0,2 0 0,3 0 117,3 0 1,-6 2 83,2 4 0,3-4 0,1 5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29.396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17 258 8141,'0'9'1041,"-1"-1"0,-3-6-522,-2 3 1,0-1 0,6 8-284,0 1 0,0 2 0,0 2 0,0 0-127,0 1 0,6-1 0,2 0 1,1 0-250,4 0 0,8 0 0,2 0 0,-2 0-371,-2 1 1,-2-7 0,0-2 0,1-1-871,-1-4 1381,0-2 0,0-10 0,0-1 0</inkml:trace>
  <inkml:trace contextRef="#ctx0" brushRef="#br0" timeOffset="183">17 35 8748,'10'-8'2209,"-1"6"-2295,-3-3 1,-2-3 85,7 2 0,1 1 0,5 5 0</inkml:trace>
  <inkml:trace contextRef="#ctx0" brushRef="#br0" timeOffset="533">309 378 8596,'17'0'262,"-6"0"0,1 0 1,1 0 153,2 0 1,4 0-1,2 0 1,2 0 119,-2 0 1,0 0 0,0 0 0,2 0-511,-3 0 0,-1 0 0,-1-2 1,-1-2-266,0-2 1,0-7 0,-2 1 52,-3-3 1,-5-2 0,-7 0 0,0 0-144,0 0 0,-7 1 0,-5 3 0,-5 4 219,-6 1 1,2 2 0,-5 6-1,1 0 107,4 0 1,2 8 0,2 3-1,0 6 157,0 6 0,1-4 0,3 6 0,4-2 105,1 0 0,2 7 1,6-3-1,2 1-412,4 1 0,9-8 0,10 2 0,1-4-2521,5-2 2674,1 0 0,2 0 0,1 0 0</inkml:trace>
  <inkml:trace contextRef="#ctx0" brushRef="#br0" timeOffset="917">1011 223 7603,'9'-9'731,"-3"1"-494,-12 8 0,-3 0 9,-8 0 0,7 2-111,4 4 1,4-2-1,2 7 1,2 1-80,4-3 1,4 6 0,7-3-1,-2 3-78,-4 2 1,6 0 0,-3 0 0,3 0 84,-2 1 0,-3 1 0,1 1 1,-4 3 224,-1-2 1,-2-2-1,-8 0 1,-4 2-59,-5 2 1,-12 0 0,-4-6 0,-1-2-243,-1-3 1,2 1-1,-3-5 1,3-1-901,3 1 912,1-2 0,6-14 0,0-2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31.229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189 754 8086,'0'18'-1836,"0"-7"1578,0 0 1,2-1 257,3 1 0,-3-3 0,6-8 0,-8-2 0,0-4 0,0-3 0,0-8 0,0 7 0,0-5 0,0 5 0</inkml:trace>
  <inkml:trace contextRef="#ctx0" brushRef="#br0" timeOffset="684">172 909 8086,'0'11'-425,"0"0"1,0-5 2795,0 5-816,0-7-1221,0 4 1,0-21 0,0-5 36,0-1 0,0-5 0,0-1 1,0-2-36,0-3 0,0-4 0,0-4 1,-2-4-158,-4-2 1,4-2-1,-4-5 1,4 0-260,2-1 0,0-5 0,0 2 1,2 5-288,4 9 0,-2 2 0,7 3 1,4 0-87,6 4 0,-2 9 0,6 0 0,0 6 30,3 6 0,-1-3 0,0 9 0,-1 1-115,1 2 0,2 4 0,5 3 1,-2 7-426,-3 3 0,-5 2 963,-6 0 0,-1 8 0,0 2 0</inkml:trace>
  <inkml:trace contextRef="#ctx0" brushRef="#br0" timeOffset="934">0 669 8086,'17'7'88,"-5"-5"1,-1 4 293,3-4 1,1-2 0,2 0 2,0 0 1,0-6 0,0-1 0,0-1-538,1 0 1,1-3 0,1 3 0,3 1-342,-2-1 0,4-3 1,0 3 492,1-1 0,3-3 0,5-5 0</inkml:trace>
  <inkml:trace contextRef="#ctx0" brushRef="#br0" timeOffset="1367">514 635 8086,'11'0'304,"1"0"209,-1 0 1,1 0 488,-1 0-629,-7 0 0,4 7 1,-8 5-1,0 5 43,0 6 0,0-3 0,0 9 1,0 1-178,0 3 0,0-5 0,0 1 0,0-1-78,0-1 0,5 0 1,1-6-67,-2 1 0,0-6-145,1-11 1,-1-5 0,6-5 0,-3-9-172,-3-7 0,-2 0 0,-2-7 0,0-3-112,0-1 0,0 0 0,0 1 0,0 3 112,0-3 0,-6 5 0,0-1 1,3 2-194,1 4 0,2 2 0,0 2 41,0 0 0,2 6 0,3 1 25,7 3 1,3-1-1,4 4 1,2-2-68,2 3 1,0 3-1,-6 3 1,0 3 414,0-2 0,0 6 0,0-1 0</inkml:trace>
  <inkml:trace contextRef="#ctx0" brushRef="#br0" timeOffset="1817">1182 686 8086,'11'-17'838,"1"0"1,-8 5 291,1 1-1085,-3-1 1,-9 3 0,-5 3 0,-3 4-185,-2 2 0,-2 0 0,-2 2 0,-2 2 24,2 2 0,-4 9 0,2 0 1,3 6 307,1 0 0,1 4 1,3-1-1,4 3 6,5 4 0,4-7 0,2 1 0,2-2-35,4 0 1,5 0-1,12-8 1,6-4-206,3-5 0,2-4 0,0-2 0,1-2-28,-1-4 0,-2 0 0,-1-9 0,-7-4-74,-5 0 1,2-7 0,-11-1 0,-1-2-2,-3 1 1,-6 1-1,-6-3 1,-5 1 112,-4-1 0,-10 5 1,-3 2-1,-5 4-14,-1 2 0,0 8 1,-1 3-1,1 4-99,0 2 1,7 2 0,4 5 0,4 11-176,2 8 0,8 1 1,3 1-1,6 3-88,6 1 0,3-3 1,8-3-1,2-1 77,4-4 1,2-8 0,5-3 329,-1-3 0,0-1 0,5-6 0</inkml:trace>
  <inkml:trace contextRef="#ctx0" brushRef="#br0" timeOffset="2433">1473 617 8469,'11'6'1238,"1"0"-868,-8 0 1,3 1 0,-7 5-179,0 3 1,0 2 0,0 0-1,0 2-109,0 4 0,0-4 0,2 6 0,2-3-39,2 1 0,-1 0 1,-5-6 53,0 0 54,8-7 1,2-4 0,5-12-240,-4-6 0,-1-3 0,-7-2 1,5 0-142,2 0 0,-5-2 1,7-2-1,1-2-59,2 2 0,-3 2 0,-1 2 0,1 0-71,-3 0 1,6 2 0,-3 1 353,3 3 0,2 1 0,0-1 234,0 5 1,-5 6-1,-1 8 28,2 9 0,-3 0 0,-1 8 0,-1-2 114,-4-1 1,-2 9 0,-2-4 0,0-1-66,0-3 0,5 2 0,1-2 0,-2-3-192,-2 0 0,-2-9 0,2-2-115,4-1 0,-3-2 1,7-8-1,-1-4-202,1-5 0,-1-4 0,5-3 0,-3 1-28,2 0 0,-3 0 0,1 0 0,3 0-34,1 0 0,-4-2 0,1-2 0,1-2 17,2 2 1,2 2-1,1 2 48,-1 0 1,-2 5 0,-2 3 69,-1 1 0,-3 4 419,3 10 1,-5 5 0,-7 10 0,0 4 163,0 2 1,0-6 0,0 3 0,2-1-59,4 0 0,-2 6 0,7-7 0,2-1-399,3-2 0,1-3 1,0-3-1,2-4-918,4-1 1,3-2 920,9-6 0,-1 0 0,0 0 0</inkml:trace>
  <inkml:trace contextRef="#ctx0" brushRef="#br0" timeOffset="3299">3288 652 7682,'10'0'2236,"5"0"1,-7-8-1883,3-3 1,-3-5-373,-8-1 1,-2 0-1,-4 2-84,-5 4 1,-5 3-1,-3 8 1,-2 0-210,-1 0 0,-7 0 0,6 2 1,0 4 211,-1 5 1,5 4 0,-4 4-1,4 2 196,2 2 1,5 5 0,3-3-1,1 0 166,4 0 0,4 3 1,6-5-1,5-4-39,5-6 0,7 1 0,1-9 0,3-1-160,3-2 1,-3-4 0,0-3 0,-1-7-149,1-3 1,-6-2-1,2 0 1,-4 0-70,-2-1 0,-8 1 0,-1 0 0,-2 0-74,-1 0 1,1 5 29,-6 1 0,-2 7 0,-4 0 163,-5 8 1,3 6 0,1 7 0,1 0 81,0 0 1,3 6-1,6 0 1,5-2 23,2-2 0,7-2 0,7-2 0,3-2-414,3-1 0,3-8 1,-1 1-1,-1-3-288,-3-2 1,-1 0 0,1-2 0,-5-3 629,-4-7 0,-2-11 0,0-3 0</inkml:trace>
  <inkml:trace contextRef="#ctx0" brushRef="#br0" timeOffset="3785">4419 566 8086,'11'0'1220,"0"0"-1,-7-2-845,2-4 0,-4 3 0,-2-9-262,0-1 1,-6 3-1,-2 1 1,-1-1-304,-4 1 1,-3 5 0,-1-2 19,0 4 1,0 2 0,0 0-1,-2 2 165,-4 4 0,4 4 1,-4 7-1,4 2 227,2 4 0,2 1 0,2 7 1,3-3-97,2 3 0,3-5 0,7 1 0,3-2-103,7-4 0,5-2 0,6-4 1,5-4-227,5-5 1,3-4-1,2-2 1,2 0-208,-2 0 1,-4-8 0,-4-3 0,-1-4-477,1-2 1,-11 1-790,-1 5 1676,-13-4 0,3 5 0,-8-7 0</inkml:trace>
  <inkml:trace contextRef="#ctx0" brushRef="#br0" timeOffset="4250">4915 566 8471,'0'-17'11,"-6"5"256,1 1 0,-3 7-165,2-1 0,3-3 1,-9 2 162,-1 2 0,-2 4 0,-2 4-18,-1 2 0,3 2 0,2-3 0,1 7 93,-1 3 0,-2 2 0,-2 0 0,2 2-113,3 4 0,-1-2 0,7 6 0,2-1-286,2 1 0,4-4 1,6 3-1,7-1-230,6-4 1,11-2 0,1-4 0,5-3 65,0-7 0,4-3 0,-2-2 0,-2-2-46,-2-3 0,2-11 0,-4-8 0,-9-1 67,-10 0 0,-1-5 0,-9 1 1,-3-1 200,-6 1 1,-13-1-1,-11 5 1,-7 0-70,-5 1 1,-3 1 0,-9 6-1,3 1 10,3 5 0,-1 3 0,9 10 0,3 6-167,5 9 0,15 4 0,-1 11 0,7 4-122,5 1 0,4 4 1,6 1-1,7 0 349,8 0 0,6-10 0,7-9 0,8 4 0,2 0 0</inkml:trace>
  <inkml:trace contextRef="#ctx0" brushRef="#br0" timeOffset="4949">5241 515 10394,'-10'17'848,"4"0"0,4 2-580,2 4 0,0-4 0,0 6 0,0-3 28,0 1 1,6 6-234,0-6 0,7-1 349,-1-4-351,-5-1 1,8-6-94,-3 0 0,3-7 0,2 2-106,0-4 1,-7-4 0,-3-4 0,-1-5-140,0-4 1,5-2-1,-3-1 1,-1 1-79,1 0 0,4-6 1,-5 0-1,1 3 73,-1 1 0,5 1 1,-5 1-1,1 0 93,0 0 0,3 6 1,-5-1 350,-2-1 30,5 5 1,-7 3-1,4 10-11,-4 7 1,-1 3 0,3 4 0,2 2 15,-2 2 1,3 0 0,-1-4 0,0 1-18,1 3 0,-5-6 0,6-5-7,0 1 0,-5 0 0,9-1-84,1-6 1,-3-4-1,1-4-178,2-4 0,3-4 1,-1-7-1,-2 0 0,-1 0 0,-1 0 0,4 0 0,-2 2-146,-1 3 1,-1-3-1,6 3 1,1-1 20,-1 2 1,0-3 0,0 9 0,0-1-69,0-2 0,0 7 290,0-5 1,-5 4 0,-3 4-1,-1 4 453,-4 5 0,-4 4 1,-4 2-1,-2 0-79,2 1 1,-3 4 0,1 1 0,2-2-276,2-2 1,2-2 0,0 0 0,2-1-456,4-5 1,-2 2 0,7-7-1,3-2-566,1-2 1,2-2-1,0 0 1,0 0-1852,0 0 2765,-7-8 0,5-1 0,-5-8 0</inkml:trace>
  <inkml:trace contextRef="#ctx0" brushRef="#br0" timeOffset="5483">6234 532 7309,'-2'11'1350,"-4"1"1,4-7 0,-5 7 0,1 3-1008,0 6 0,1 0 1,5 9-1,0 5-98,0 3 0,0 9 0,0-1 0,1 3-243,5 3 0,2-1 0,5 0 0,-1 1-82,1-1 0,0-7 0,0-6 0,-3-8-806,-2-7 441,5-4 1,-11-11-1,2-8 111,-8-10 1,-6-7 0,-7-4 0,2-3 86,4-3 0,-5 0 1,5-3-1,-4 1 174,-2-1 1,5-8 0,3-4-1,-1 0 103,1 0 1,5 0 0,-2 4 0,4-2-200,2 2 0,8 2 0,5 4 0,8 3-61,8 6 0,-3 4 0,3 4 0,1 4 105,3 5 1,1-2-1,0 3 1,0 1 67,1 2 1,-1 10-1,-2 3 1,-3 2 70,-6-1 0,-6 3 0,-6-4 0,-5 5-30,-4 1 0,-10 0 0,-3 0 0,-6-2 25,-6-3 0,-2 3 0,-5-6 1,1 3-125,-1-1 0,3-7 0,-2 2 0,1-4-172,1-2 0,1 0 0,5 0 0,-2 0 287,2 0 0,2-8 0,9-1 0,3-9 0</inkml:trace>
  <inkml:trace contextRef="#ctx0" brushRef="#br0" timeOffset="5800">7022 155 7727,'-10'0'846,"-3"8"1,7 5-439,2 8 0,-3 2 0,1 9 0,2 6-115,2 4 1,-4 9 0,1 6-1,1-1-186,2-3 1,2-4-1,0-3 1,0-6-367,0-4 0,0-9-460,0-4 1,2-12-2006,4-5 2724,-4-4 0,13-10 0,-6-1 0</inkml:trace>
  <inkml:trace contextRef="#ctx0" brushRef="#br0" timeOffset="6167">7141 652 8958,'0'-12'1351,"0"1"-1137,0 7 0,2-4 0,4 8 1,5 0-282,5 0 1,1 0 0,0 0 0,0-2 41,0-3 1,0 3-1,2-6 1,2 3-139,2-1 0,-6-2 0,-5 4 0,-1-3 74,-1-3 0,3-1 85,-7-6 0,-3 2 0,-8 3 0,-7 5 3,-3-1 1,-2 6 0,-2-4-1,-2 6-64,-2 6 0,-5 4 0,5 5 0,2-2 218,2-2 0,7 1 1,1 7 117,-2 4 0,5 1 0,2 5-114,4-6 0,10-4 0,5-2 0,6 0-162,4 0 1,8-5-1,-3-3 1,5 1-627,1-1 0,0-5 0,0 2 631,1-4 0,-1-10 0,0-1 0</inkml:trace>
  <inkml:trace contextRef="#ctx0" brushRef="#br0" timeOffset="6450">7724 463 8143,'0'12'-318,"2"-3"869,3-1 0,-3 5 0,6-3 0,-2 1 5,-1 0 1,7 1-1,-5 7 1,3 2-364,3 2 1,2 1 0,2-3-1,2 4-223,4 2 0,-2-6 0,6 1 1,-2-2-707,-4-3 0,3-6 0,-1-1 736,-2-3 0,-2-1 0,-2-6 0</inkml:trace>
  <inkml:trace contextRef="#ctx0" brushRef="#br0" timeOffset="6650">7981 480 9943,'-8'18'587,"-3"-1"1,-12 2 0,-8 4-422,-7 5 0,-6 12 0,-7 6 1,0 3-357,-1 3 1,9-1 0,3-2 0,7-3-1961,10-6 2150,8-4 0,23-9 0,1-2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7:39.345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69 309 7877,'-12'0'705,"1"0"1,5 1-1,-4 5-370,3 6 0,-1 3 1,4 2-1,-1 2-74,1 4 0,2 3 1,2 11-1,0 1-150,0 2 1,0 0 0,0-6 0,2 0-117,4 0 1,-4-7 0,3-4 0,-1-6-238,2-6 306,-4 5 1,11-22 0,-7 0 0,-1-7-389,3-4 1,-6-8-1,4-2 1,-4-1 36,-2-1 0,5 3 0,1-5 0,-2 4 86,-2 3 1,3-5-1,1 6 1,0 1 79,1-3 1,-3 6 0,8-4 178,1 4 1,-4 4 0,3 3 3,1 7 0,-3 5 0,-1 5 0,1 7 81,-1 3 1,1 8 0,3 1 0,-3 3 26,-3 4 1,1-5-1,-4 1 1,1-1 99,-1 1 1,-2-6-1,0 2 1,2-4 58,1-2 1,1-6-225,-6 1 0,2-8 0,2-1-131,2-6 1,7-7 0,-2-7 0,5-2-176,1-4 1,0 2 0,0-5 0,0-1-43,0 0 1,0 6-1,0-1 1,1 1 47,-1-2 0,-6 4 0,0-2 0,1 6-4,-3 3 1,7 8 211,-5-1 1,-3 7-1,-3 7 1,-3 10 329,-2 6 1,0-2-1,0 5 1,0 3 4,0 1 0,0-3 1,0-1-1,0 1-218,0-3 0,0-1 1,0-8-1,0 0-390,0 0 0,0-5-607,0-1 1,8-13-1,3 0 1,3-5-1248,-3-6 2114,4-10 0,-13 4 0,6-6 0</inkml:trace>
  <inkml:trace contextRef="#ctx0" brushRef="#br0" timeOffset="434">976 394 6232,'10'-2'3883,"-5"-3"-3707,-3 3 1,-9-6 0,-3 10 0,-1 4-11,-1 5 0,1 4 1,-6 2-1,0 2-65,0 4 1,5-2 0,3 8-1,1 1-66,4 3 0,2-5 0,4 1 0,4-1-42,5-1 1,10-4-1,4-10 1,2-4 9,3-1 1,6-2 0,0-8 0,-3-4-116,-1-5 1,-5-10 0,-3-4 0,-3-2-64,-5-3 1,-11 0 0,1-1 0,-4 3 3,-2-3 1,-10 1 0,-5-1 0,-10 5 71,-7 1 0,0 2 0,-12 6 0,2 2-26,4 3 1,2 5-1,2 9 1,-1 3-122,1 7 1,9 11 0,6 7-1,8 6-168,3 4 1,5 2-1,8-4 1,9 0 413,7-6 0,5-5 0,8-10 0,1 0 0,-1 0 0</inkml:trace>
  <inkml:trace contextRef="#ctx0" brushRef="#br0" timeOffset="1017">1558 531 8028,'-11'-2'878,"0"-3"1,7 1-664,-2-8 0,2 3 0,0-5-277,-1 3 0,-3 7 1,2-1-1,-5 3 1,-4-4 0,-2 0 99,0 2 0,-1 10 0,3 6 1,2 3 38,1 2 0,3 0 0,-2 2 1,3 2 46,0 2 0,6 2 0,-1-5 0,6 3-132,9-2 0,5 2 0,6-4 0,3-6-122,1-3 1,5-4 0,-3-6 0,3-2-39,3-4 0,-7-5 1,-1-12-1,-3-4 58,-3 1 1,-2-13 0,-1 5 0,-3-2 143,-4 0 1,2-4 0,-7-2 0,-2-2 62,-2-3 1,-4 3 0,-2 0-1,-3 2 41,-3 4 0,1 2 1,-5 4-1,5 3 52,1 6 0,-3 10-452,5 2 1,0 9 174,6 2 1,-5 13 0,-1 10 0,2 0 145,2 2 1,0 1 0,-2 8-1,-1 1 134,1-1 1,2 6-1,2 0 1,0 0-13,0 2 0,2-4 0,4 7 0,3 1-241,1-2 0,5-2 0,-2-10 0,6-3-153,4-7 0,2-4 0,-4-7 0,2-5-683,-2-4 1,-2-2 0,-4-4 895,-4-8 0,4-7 0,-5-15 0</inkml:trace>
  <inkml:trace contextRef="#ctx0" brushRef="#br0" timeOffset="1400">2021 514 7976,'11'0'785,"1"0"1,-7 0 0,5-2 0,-1-2-414,1-1 1,-4-1 0,5 6-290,2 0 1,3-6 0,1 0 0,0 3-141,0 1 0,0-4 0,-2-2 1,-1 1-255,-3-1 1,0-3 0,5 3 0,-3 1 56,-2-1 1,-7-5 0,2 1 195,-4-3 0,-4 0 0,-4 1 1,-7 5 60,-8 1 1,0 3 0,-8 5 0,1 2 99,1 3 1,-3 7 0,5 9 0,0 3 171,1 3 0,3-4 0,7 5 1,5 3 64,1 1 1,4 2 0,10-1 0,6-3-274,3-1 0,10-5 0,1 1 0,5-8-434,3-1 1,-4-9-1,10-1 1,-2-6-312,2-6 0,-4-3 0,4-10 1,-5-4-1506,-7-6 2183,5-3 0,-14-2 0,5-1 0</inkml:trace>
  <inkml:trace contextRef="#ctx0" brushRef="#br0" timeOffset="1683">2535 17 7976,'11'-5'1225,"0"-1"-850,-7 0 0,4 8 1,-8 4 56,0 5 0,-6 12 1,0 6-1,3 3-50,1 2 0,-4 8 0,0 4 1,2 5-204,3 6 0,1-3 1,0 3-1,0-6-568,0-5 1,5-1-1,3-9-1273,1-3 1,3-12 1661,5-4 0,-8-15 0,-1-12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7.29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18 52 6871,'0'-10'588,"0"-5"0,-2 13 0,-2-5 513,-2-1-210,1 6-247,5-5 1,1 7-349,5 0 1,-2 7-1,7 3 1,1 1 10,-3 1 1,7 5 0,-3 6 0,6-3-48,4 0 0,5 2 0,-3 1 0,2 0-256,3 2 0,2-4 1,3 5-1,-1 1-160,0 0 1,-1-6-1,-3 3 1,-3-1-398,-3 0 1,5 0 0,-6-6-1215,-2 0 0,-4 0 452,-6 0 0,-3 0 1315,-8 1 0,-8-9 0,-1-1 0</inkml:trace>
  <inkml:trace contextRef="#ctx0" brushRef="#br0" timeOffset="300">326 52 7635,'0'-11'2665,"0"-1"-2232,0 8 1,-6-1 0,1 10-300,1 7 0,-4 3 1,1 4-1,-1 4-173,0 5 0,-5 5 0,2 1 0,-5 2-108,-1 4 0,-6-4 0,1 4 0,1-4-932,2-1 1,7-3 1078,1-3 0,-1-5 0,-5-7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8.4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52 11678,'17'0'390,"0"5"0,2 3 0,2-1-295,2 1 0,5 7 1,-3 1-1,2 4-203,3 1 1,3 4-1,1 0 1,-2 0-280,-3-1 0,1-1 0,-5-6 0,0 0-499,-1 1 0,-6-9 0,-7-3 886,2-4 0,2-2 0,3 0 0</inkml:trace>
  <inkml:trace contextRef="#ctx0" brushRef="#br0" timeOffset="317">360 0 8409,'-17'2'1834,"2"4"-1343,4 5 0,-5 4 1,7 4-1,-2 4-421,-1 6 1,6 3 0,-5 2 0,0 1-452,1-1 0,-3 0 0,5 0 0,1 1-1391,-1-1 1772,-5 0 0,11-7 0,-6-2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9.65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35 7704,'0'-11'1552,"0"-1"0,0 10-943,0 2 0,8 14 0,3 9-327,4-2 1,4-1-1,2 1 1,2 2-182,-2-2 0,4 4 1,0-2-1,-1 0-325,1 1 0,4-5 1,-7 2-1,1-6-494,2-3 0,-6-3 0,4 5 1,-4-5 717,-2-1 0,0 5 0,0-3 0</inkml:trace>
  <inkml:trace contextRef="#ctx0" brushRef="#br0" timeOffset="301">343 1 7704,'-18'11'919,"1"1"1,2-7-1,2 5 1,3-1-676,3 1 1,-5 1 0,5 7 0,-3-1-137,-3 0 0,-2 6 1,-3 1-1,1 3-174,0 3 0,0 3 0,2 3 0,2 2-1124,1 2 1190,1 0 0,-6-6 0,-1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1.0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0 138 9023,'10'2'1089,"-4"3"0,-3-3 0,3 4-778,5-4 0,5 4 0,1 1 0,0 1-149,0-1 1,8 7-1,1-3 1,3 6-154,0 6 0,-1-4 0,6 6 0,1-2-573,-1 0 0,0 5 0,-2-5 1,-3-2-298,-6-2 1,-4-10-1,-2-1 1,0-2 860,0-1 0,0 1 0,0-6 0</inkml:trace>
  <inkml:trace contextRef="#ctx0" brushRef="#br0" timeOffset="283">326 1 7990,'-12'0'1725,"3"2"-1113,1 3 1,-3-1 0,3 8-358,-1 1 0,3 8 1,-6 4-1,-1 3-303,-2 8 0,-2 0 0,0 10 0,0 2-218,-1 1 0,3-3 0,4-2 266,5-3 0,-11 7 0,-2-4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2.25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77 12407,'17'17'459,"-6"-5"0,1-1 1,3 2-288,6 3 1,0 6 0,7 1 0,3 0-421,1 2 0,2-4 0,0 5 1,1-1-143,-1-4 1,-2-2-1,-3-2 1,-6 0-1745,-4 0 0,-4 1 2134,-4-1 0,-3 0 0,-8 0 0</inkml:trace>
  <inkml:trace contextRef="#ctx0" brushRef="#br0" timeOffset="284">309 60 7755,'0'-11'2350,"0"-1"-1612,0 1 0,0-1-445,0 1 1,0 9 0,-2 4-165,-4 13 1,2 4 0,-7 10 0,0 3-40,1 6 0,-5 6 0,3 7 0,-3 1-532,-2-1 0,6 0 1,1 1-1,1-3-3202,-1-3 3644,-1-4 0,1-16 0,3-1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8.0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1 128 8101,'0'-10'2196,"0"3"1,5 9-1729,1 3 1,2 7 0,-4 9 0,1 3-132,-1 3 0,4-4 0,-3 5 1,1 3-175,2 1 1,-4 2 0,5 1 0,-1-1-133,-5 0 1,1-7-1,0-4 1,2-4-543,-2-2 0,-3-6 264,-1 1 1,0-10 0,0-2-6,0-10 1,6-5-1,0-2 1,-2 0 54,-2-1 1,3-4 0,3-3 0,1-2 132,5-3 0,1 3 1,2-1-1,0-1 71,0 2 0,2-5 0,2 5 0,2-1 19,-2-1 1,4 14 0,-2 0 0,-2 5 28,-2 7 0,-2 3 0,0 5 0,0 7 86,0 3 0,-5 10 0,-3 3 0,-1 5 90,-5 1 1,-1 0-1,-2 0 1,0 1-190,0-1 0,0 0 0,0-2 0,-2-3-331,-3-6 1,3-4 0,-4-2-276,4 0 1,4-7 0,2-7-484,2-6 0,7-7 1,-4-7 1046,1 0 0,5-8 0,-5-2 0</inkml:trace>
  <inkml:trace contextRef="#ctx0" brushRef="#br0" timeOffset="467">737 368 15139,'17'-2'168,"0"-4"1,-5 2 0,-1-5 0,3-1-188,1 1 0,2-1 0,0-3 0,0 1-360,0-1 1,-5-2 0,-3-2 0,1 0-173,-1-1 1,-5 1-1,2 0 197,-4 0 1,-2 6 0,-2 1 0,-4 2 151,-5 5 0,-5 3 1,-1 3-1,-2 7 407,-4 5 1,4-1 0,-3 10 0,2-1 85,3 0 0,0 7 1,2-1-1,4 1-7,5-1 0,4 1 1,4-5-1,4 0-167,5 0 1,12-3 0,5-6 0,5-5-364,1-5 1,6-4-1,0-2 1,-2-2-301,-2-4 0,-2-3 0,-1-9 1,-5 1-761,-5 0 1306,-4 0 0,6 0 0,1 0 0</inkml:trace>
  <inkml:trace contextRef="#ctx0" brushRef="#br0" timeOffset="1033">1302 128 8440,'0'-10'1813,"0"3"1,0 20-1,0 4-1589,0 2 0,0 6 0,0 0 0,0-1-99,0 1 1,2 6 0,4-5 0,5 3-91,4-1 0,3-7 0,-1 2 0,0-6-74,0-5 0,6 1 1,2-7-1,-1-5-128,1-4 0,0-7 0,-4-7 0,2-2-30,-3-4 0,-6-3 0,-5-9 0,1 3 99,-1 3 1,-5-3 0,2 5 0,-4 1 216,-2 3 0,0 4 1,-2 4 379,-4 3 1,-3-1-619,-9 7 0,3 10 0,4 11 0,5 6 29,4 0 0,2 6 0,2-1 0,4 3 78,5-1 0,4-1 0,5 4 0,2-5 168,7-1 1,3-2 0,4-6-1,2-2-42,2-3 0,6-5 1,-6-7-1,-2 0-123,-2 0 1,-9-6 0,-2-1 0,-4-3-185,-4-3 0,2-8 0,-12-2 1,1 2 10,0 2 1,-3-4-1,-5-1 1,0-1 75,0 0 0,-2-3 0,-1 3 0,-5 0 257,-2 0 0,7-3 0,-5 5 0,2 2-10,1 2 0,-3 4 1,4 2-612,-2 1 1,-1 10 469,1 2 0,-3 15 0,-9 12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6.74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18 17 13521,'17'10'495,"-2"5"0,-2-3 0,1 5-295,5 6 1,-2-3 0,8 7 0,-1 0-135,5-1 0,-2 3 0,1 5 0,1 0-371,-3 1 1,5-3-1,-8-2 1,-3-1-713,-1 1 0,-1-7 0,-3-4 1,-2-5-2021,-1-1 3037,-9-5 0,13-1 0,-7-7 0</inkml:trace>
  <inkml:trace contextRef="#ctx0" brushRef="#br0" timeOffset="234">377 0 7998,'-2'10'741,"-3"-5"0,1-1 0,-6 2-161,3 5 1,-1 1 0,2 3 0,-5 8-449,-4 7 0,-4 5 0,-4 14 0,-6 6-233,-3 4 0,-2 4 0,1 4 0,3-3-249,2-1 0,7-10 350,-2-1 0,4-16 0,2-11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20.2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292 642 8152,'0'-12'-393,"0"1"1,0 5 392,0-5 0,7 7 0,3-3 0</inkml:trace>
  <inkml:trace contextRef="#ctx0" brushRef="#br0" timeOffset="367">292 556 13373,'-2'-15'1879,"-2"2"-1464,-2 1 0,-7 7 0,2-5-322,-5 2 0,-1 3 0,0 5 0,-2 2-208,-4 3 0,2 11 0,-5 8 1,1 1-222,4 0 0,2 11 0,4-2 0,1 4 78,3 4 0,7-6 0,-1 4 0,3-6 74,2-5 1,7-4 0,7-10-1,5-4 132,3-5 1,7-6-1,-4-6 1,1-7-95,5-8 0,-7-4 0,1-5 1,-2 1-254,0-1 1,0 3 0,-8 1 0,-2 1-247,-1 4 0,-7 2 0,5 2 645,-2 0 0,5 0 0,-4 0 0</inkml:trace>
  <inkml:trace contextRef="#ctx0" brushRef="#br0" timeOffset="650">394 145 8126,'0'-17'837,"0"0"0,-5 6 715,-1-1-1188,0 8 0,6-1 1,0 10-25,0 7 1,0 5 0,0 6 0,0 5-20,0 5 0,0 3 1,-2 4-1,-1 5-105,-3 5 0,0 1 1,4 1-1,-1 1-459,-3 4 0,0-4 0,6 2 0,0-5-342,0-4 1,8-16 0,3-1 0,4-8-131,2-4 1,1-8 0,1-3-1,2-4-1640,1-2 2355,1-15 0,-6 3 0,0-13 0</inkml:trace>
  <inkml:trace contextRef="#ctx0" brushRef="#br0" timeOffset="1150">788 608 8126,'0'-12'819,"0"1"0,0 5 0,0-5 281,0-3 0,0 5-581,0-3 1,0 1-62,0-6 1,0 0-300,0 0 0,-2 7 0,-1 3 1,-5 1-135,-1 0 0,-3 0 0,-5 8 1,0 4-55,0 5 0,-6 5 0,0 3 0,2 4 16,2 5 0,2 4 1,0 3-1,2 1-96,3 4 1,5-4 0,7 4 0,0-6 129,0-5 0,3-5 1,7-6-1,9-3-5,6-4 1,-2-5-1,5-12 1,3-7-103,1-8 1,0 0-1,-1-8 1,-5-1-74,-1-2 0,-2-3 0,-6 1 0,-2 0 59,-3 0 0,1 1 1,-7 5-1,-3 5 253,-1 4 1,-2 2 0,-2 2 31,-3 3 1,-5 6 0,-5 14-167,4 9 1,-3 2 0,7 10-1,-1 1-42,0 3 1,3 1 0,5 0-1,0 0-110,0 1 0,7-1 1,5-2-1,5-3-112,6-7 1,-2-2 0,7-5 0,3-4-300,1-5 1,2-6-1,-1-8 1,-3-7-772,-1-6 1,-7-7 1314,7 5 0,-8-8 0,4 5 0</inkml:trace>
  <inkml:trace contextRef="#ctx0" brushRef="#br0" timeOffset="1450">1456 77 8126,'0'-17'740,"0"0"0,-2 1 1,-1 3 43,-3 2 0,0 9 0,6 2-515,0 9 0,-2 8 0,-2 8 0,-1 7-69,1 6 0,0 12 1,0 1-1,-1 8-9,1 2 0,2 6 0,2-3 0,0 7-123,0 3 1,0-7 0,0-10 0,0-6-423,0-5 1,6-12-1,1-13-468,3-8 0,-1-7 0,5-12 1,-3-7-108,2-8 0,-5 0 1,-2-7-1,-5-3-544,-1-1 1473,0-2 0,-15-8 0,-4-2 0</inkml:trace>
  <inkml:trace contextRef="#ctx0" brushRef="#br0" timeOffset="1633">1199 419 13355,'17'0'560,"1"0"1,1 0 0,2 0 0,3 0-516,3 0 0,1-5 0,5-3 1,-3 0-978,-1 1 0,-1-5 0,7 7 1,-1-1 931,0-2 0,8-1 0,2-8 0</inkml:trace>
  <inkml:trace contextRef="#ctx0" brushRef="#br0" timeOffset="2067">1970 488 8072,'10'0'2774,"-1"0"1,-5-2-1765,2-4 1,-1 2-784,-5-7 0,0 5-161,0-5 0,-7 7 1,-5-2-1,-3 4-141,-2 2 1,-6 0-1,-2 0 1,-1 2-255,-5 4 1,5 4 0,-1 9 0,0 3 99,1 7 0,7-2 0,0 1 0,7 3 399,5 1 1,1 2 0,6 0 0,2-1 13,3-5 1,7-5-1,9-11 1,4-7-134,1-3 1,-3-2 0,4-4 0,-3-5-202,-3-8 1,4-6-1,-2 0 1,-2-4-37,-2 1 1,-2-5-1,0 7 1,-2-1 20,-3 0 0,1 2 282,-7 6 1,-1 10 1,-5 7 0,-5 15 0,-1 13 0,2 5-15,2 1 0,2 0 0,0-2 0,0-1-159,0-3 1,8-1-1,3 2 1,7-8-547,4-8 1,-1 0 0,8-7 0,3-2-2547,6-2 3147,-2-10 0,6-9 0,-8-10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23.5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35 607 9982,'-10'0'1980,"3"-2"-1256,7-3 1,0 1-58,0-7 1,-2 5-273,-4-6 0,4 7-209,-3-7 0,3 7 133,2-7-442,0 8 0,0-5-245,0 3 190,0 4 514,0-5 0,0 22 0,0 8 0,0 7-167,0 4 1,5 8 0,1 6-1,-2 7-161,-2 8 1,3 15 0,1 4-1,-2-1-59,-2 3 1,-2-8 0,0-3 0,0-11-269,0-10 1,0-10 0,0-14-1247,0-5 1141,7-12 0,-5-11 1,4-11-1,-4-4 285,-2-2 1,0-2 0,0-4 0,0-4 232,0 1 0,0-7 1,0 5-1,-2-5-35,-4-1 0,4 0 0,-3 0 0,1-1-66,-2 1 1,4-6-1,-3-2 1,3-2-25,2-3 0,0-3 1,2 1-1,1 1-25,3 3 0,7 7 0,-1-4 1,3 4-36,2 3 1,6 5 0,0 13 0,0 2-81,1 3 0,1 5 1,4 7-1,-4 2 94,-1 3 0,-5 5 0,4 9 0,-6 4 134,-5 5 0,-5-1 0,-7 1 0,0 3 145,0 1 0,-2 2 0,-3-1 0,-7-3-238,-3-1 0,-4-8 1,-2 1-1,-4-2-122,-1-3 1,3-2 0,-4-4 0,2-5-697,5-4 1,-5-2 0,2 0 853,2 0 0,10-15 0,3-4 0</inkml:trace>
  <inkml:trace contextRef="#ctx0" brushRef="#br0" timeOffset="750">686 642 8981,'0'-12'2410,"0"1"1,0-1-2073,0-5 0,-2 6-168,-4-1 1,2 9 0,-7-3-207,-3 4 1,5 2-1,-2 2 1,-3 4-149,-1 5 1,-2 6-1,2 6 1,1 6 123,3 3 0,1 2 0,-1 0 0,5 1 44,4-1 1,4 0 0,4-2-1,5-3-24,5-6 0,8-4 0,5-4 0,1-3-65,-1-7 1,7-10-1,-6-7 1,-1-5 95,-2-6 1,-4-3-1,-6-9 1,-2 3 151,-4 3 1,-3-3 0,-8 5 0,-2-1 111,-4-1 1,1 8 0,-11-1-1,-3 3 42,0 1 0,-5 9 0,-1 3 0,-2 4-467,-3 2 0,3 2 0,0 4 0,3 5-487,3 5 0,2 3 0,4 3 1,3 5-44,6 0 1,5 3 0,1-5-1,1 0 65,5-1 0,4-7 1,7-7-1,2-2 333,4-5 1,1-1 0,5-4 0,-4-3 269,-1-7 1,-5-3 0,6-4-1,-2-2 32,0-2 0,0-2 0,-6 5 0,0-3 22,0 2 1,-2 2 0,-1 2-1,-3 0 294,2-1 0,3 1 0,1 2 0,0 2 215,0 1 1,0 7 0,2-5 0,2 2 96,2 5 0,0-5 0,-6 2-82,0 3 1,-6 1-159,1 2 1,-8 7 0,1 5-4,-3 3 0,-2 2 0,0 0 0,-2 0-85,-3 0 0,1 8 0,-6 4 0,1 3-141,-1 2 1,6 2 0,-3 2-1,1 2-204,0-2 0,1 4 0,5-4 0,0-5-468,0-9 0,2-4 1,3-5-148,7-4 0,-3-5 0,3-14 0,1-7-75,2-6 0,-5-4 1,-5 4-1,-3-3 735,-2-3 0,0-1 0,0-7 0</inkml:trace>
  <inkml:trace contextRef="#ctx0" brushRef="#br0" timeOffset="950">1217 179 8459,'-8'-11'985,"-4"-1"0,3 9 0,-2-3 684,-3 4-3147,7 2 549,-1 0 1,10 8 928,4 3 0,3 4 0,8 2 0</inkml:trace>
  <inkml:trace contextRef="#ctx0" brushRef="#br0" timeOffset="1450">1456 556 8051,'0'-17'2325,"0"0"-1610,0 0 0,0 9 0,0 8-242,0 10 1,0 10-1,0 5 1,0 2-249,0 3 0,0 3 0,0 1 0,0-2-98,0-3 0,0 1 1,0-5-1,0 0-238,0-1 1,6-1 0,2-6-138,1 1 1,-3-9-1,5-3-8,3-4 0,1-12 0,2-5 1,-2-8-57,-3-4 1,3 5-1,-4-7 1,4-1 47,3-3 1,-1 5 0,0-1 0,0 1 212,0 1 0,0-3 0,0 7 0,0 2 260,1 2 1,-7 9-34,0 5 0,-1 6 1,1 9-1,-5 9 263,-4 6 0,-2 3 0,0 7 0,0-1-179,0 0 0,0 0 0,0 1 0,0-1-271,0 0 0,-6-7 1,0-5-1,3-2-1426,1-3 0,4-2 126,3-4 0,-1-5 0,8-12 1311,1-5 0,2-12 0,2-4 0</inkml:trace>
  <inkml:trace contextRef="#ctx0" brushRef="#br0" timeOffset="1767">2124 77 8014,'0'-18'0,"0"1"2730,0 0-2033,0 0 1,0 9 0,0 8-346,0 10 0,0 13 1,0 7-1,-2 8-122,-3 8 1,3 5 0,-6 6 0,2 6-72,1 4 1,-1-3 0,6 3 0,0 2-117,0-5 0,0-3 0,0-11 0,0-5-458,0-5 0,8-6-436,3-5 1,4-12-1,0-13 1,-3-8-45,-7-7 0,-1-6 0,0-4 1,2-4 894,-2-2 0,-10-1 0,-4-6 0</inkml:trace>
  <inkml:trace contextRef="#ctx0" brushRef="#br0" timeOffset="1950">1987 436 8014,'0'-17'1682,"0"0"1,2 2-1,4 3 1,5 7-1733,4 3 0,3-4 0,-1 0 0,0 2-658,0 3 1,2 1 0,2 0 0,4 0-1338,1 0 1,-5 0 2044,2 0 0,4 0 0,-1 0 0</inkml:trace>
  <inkml:trace contextRef="#ctx0" brushRef="#br0" timeOffset="2333">2621 368 15571,'-2'-10'-75,"-4"4"0,-3 5 0,-8 1 0,-3 0-240,-2 0 0,3 1 1,-4 5-1,4 6 14,2 3 0,5-4 0,3 1 0,-1 1 312,1 2 0,5 4 1,0 0-1,8 2 169,7 0 0,5-11 0,1 7 0,2-2-43,4 0 0,1 0 0,7-1 1,-5-3-95,-1 2 0,-2 1 1,-6-1-1,0-2 37,0 3 0,-7 1 0,-5 2-34,-3 0 1,-4 0-1,-3-1 1,-7-3-211,-3-2 1,-8-7 0,-1 2 0,-3-4-248,-4-2 1,7 0 0,-1 0-1,2-2-3096,0-4 3507,8-3 0,0-8 0,5-1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39.82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69 7953,'0'-11'963,"0"-1"1,0 7-218,0-7 1,0 6-79,0-5-361,0 7 0,2-3 0,2 8 0,5 5 58,7 6 1,-3 3 0,12 2 0,-1 0-113,5 0 1,3 6-1,3 2 1,-1-1-332,0 1 0,0-2 0,-1-4 0,-3 0-547,-1-2 0,-8 4 0,1-9 0,-3 1-2366,-1-2 2991,-1 5 0,0-7 0,0 8 0</inkml:trace>
  <inkml:trace contextRef="#ctx0" brushRef="#br0" timeOffset="283">326 18 9108,'0'-10'1385,"-6"10"1,0 12-1317,2 3 0,-3 8 1,-1 1-1,-1 3-409,-5 3 1,-1 1-1,0 1 1,2 1-682,1 3 0,1 2 1021,-6-4 0,-1 0 0,1 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38.79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0 13415,'17'8'296,"0"3"1,2 4 0,2 2-1,4 1-27,1-1 0,-3 0 1,8 2-1,3 2-143,4 2 1,2 5 0,-6-5 0,0 0-407,1 2 1,-1-6-1,-2 3 1,-3-4-1607,-6-7 1,-4 2-1629,-2-7 3514,-8 0 0,-1-14 0,-8-1 0</inkml:trace>
  <inkml:trace contextRef="#ctx0" brushRef="#br0" timeOffset="250">378 34 8020,'-12'-5'1695,"1"-1"1,5 2-1330,-5 10 0,7 3 1,-4 10-1,1 4-261,-5 6 0,3 3 1,-3 4-1,-1 2-197,-2 2 0,-1 6 1,3-6-1,2-2-1168,-3-2 0,5-5 1260,-3-9 0,1 9 0,-6-12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55.32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 86 8485,'-10'-7'2658,"3"5"-2129,7-6 0,2 8 1,1 2-1,5 4-161,2 5 0,1-1 1,8 1-1,2 3-151,2 1 1,1 2 0,-1 2 0,4 2-365,0 2 0,5 1 0,-4-3 1,3 2-111,-3-2 0,5 4 1,-7 0-1,3-1-3778,0 1 4035,-9-2 0,5-6 0,-8 0 0</inkml:trace>
  <inkml:trace contextRef="#ctx0" brushRef="#br0" timeOffset="300">309 1 9005,'-17'0'1251,"5"0"0,3 2-835,1 3 1,-3 5-1,3 7 1,-1 2-473,-5 4 1,5 4 0,-3 7-1,-3 2-64,-6 4 1,2-4-1,-4 6 1,4-2-696,2 0 0,6 0 1,1-6 814,3 0 0,-7 8 0,5 2 0</inkml:trace>
  <inkml:trace contextRef="#ctx0" brushRef="#br0" timeOffset="1050">960 566 13050,'5'11'0,"3"1"222,2 1 1,7 4-1,7 4 1,3 2-274,3-2 1,3 4 0,1-3 0,-2-1-648,-3-2 1,3-1-1,-5-1 1,0 0-386,-5 0 0,-3 0 1083,-1 0 0,-1-7 0,0-3 0</inkml:trace>
  <inkml:trace contextRef="#ctx0" brushRef="#br0" timeOffset="1349">1199 515 8285,'0'-12'3137,"0"1"-2341,0 7 1,-7-2 0,-3 14-541,1 9 1,-6 6-1,3 7 1,-5 1-323,-6 5 0,4-2 0,-4 6 0,2-4-381,-1-2 1,3-1 0,-4-3 0,6-3 446,5-2 0,-3-3 0,5-4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58.1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 26 11285,'-8'7'2541,"8"5"-2058,10 3 0,5 10 0,4 1 0,4 3-330,6-1 1,5 1 0,4 5 0,2 0-582,-2 1 0,-2-3 0,-2-3 1,1-5-427,-1 1 1,-6-6 0,-1 2 0,-2-6 853,-4-3 0,-2-1 0,-2 6 0</inkml:trace>
  <inkml:trace contextRef="#ctx0" brushRef="#br0" timeOffset="250">361 43 8113,'-12'-6'368,"1"0"0,7-1 1,-4 3 1135,1-2 0,5-1-835,-4 1 0,2 6-638,-1 0 0,1 13 1,-8 12-1,1 2 194,1 3 0,-10 10 1,2 6-1,-3 3-118,-3 3 1,3 1-1,-6 2 1,2 2-525,4-2 0,-3-3 1,3-7-1,6-5-2474,7-4 2891,6-9 0,-6-2 0,-1-8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33.315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1610 258 7819,'0'-12'712,"0"1"0,0 0-164,0-7 0,6 1 94,0 0 0,0 0-250,-6 0 1,0 5-170,0 1 1,-8 2 0,-3-5-147,-5 3 1,5 7 0,-2-2 0,-5 4-142,-2 2 0,-5 0 0,2 0 1,-4 0 35,1 0 1,-7 0 0,5-1 0,-3-3 121,3-2 0,-3 0 0,7 6 0,-1 0-12,0 0 1,2 2-1,6 2 1,0 4-30,0 1 0,2-3 0,1 5 0,3 1-80,-2-3 1,3 6 0,-1-3 0,-1 3 1,3 2 1,-6 0-1,3 0 1,-1 1 41,1-1 0,-3-2 0,4-2 1,-3-1 77,3 1 1,-2 2 0,5 2 0,-1 0 80,-5 1 0,5 6 0,-1 3 0,3 1-27,3 1 1,-4 0 0,3 7 0,1 2-69,2 2 1,2 5-1,0-5 1,2 0-86,3 2 0,5-6 0,7 4 1,2-5-34,4-7 1,-4 3-1,6-9 1,-2-1 131,-1-2 1,3-2 0,-4-1 0,2-3 18,-2-2 0,4-5 0,-3 4 1,1-3-36,2-3 1,-6-2 0,6-2 0,-2 0-76,-1 0 1,7-2 0,-6-2 0,0-1-56,1 1 1,-3-4 0,6 0 0,-2 1 8,-4-1 0,-2 1 1,-2 3-1,0-2-101,0 2 1,-6-3 0,1 1 0,-1 0 101,-1-1 0,5-1 0,-6-5 0,3 3 7,-1 3 0,-5-7 0,5 3 0,1-4-6,-3-2 1,1-1-1,-4 1 56,5 0 1,-2-6-1,1 1 1,-2 1-17,-5 2 0,5 0 0,-2-2 1,-1-4-31,3-2 1,-6 6 0,4-3 0,-4-1 46,-2-4 0,0-3 0,0-2 0,0-1 80,0 1 1,0 2 0,-2-1-1,-4 3 8,-5 0 1,-5-7 0,-1 9 0,-2-4-213,-4-3 1,2 3 0,-7 1-1,-3 5-351,-1 1 0,-2 2 0,-2 6 0,0 2-999,1 4 1,-1 3 1456,13 8 0,-7 15 0,3 4 0</inkml:trace>
  <inkml:trace contextRef="#ctx0" brushRef="#br0" timeOffset="1184">703 1337 7795,'9'-12'918,"-3"1"1,2-1-483,-3-5 1,1 6 0,-6-1-170,0-1 0,0-2 1,0-2-42,0 0 1,-2 1-1,-2 3 1,-1 2 1,1-3 1,-4 5-1,1-1 1,-3 1-95,-3-1 0,3 7 0,-1-3 0,-4 4-85,-6 2 0,0 0 1,-6 0-1,0 0-100,1 0 0,-3 0 1,-5 2-1,2 4-9,3 5 0,-3 4 0,3 2 1,-1 2-12,1 4 0,-1-4 0,7 4 1,0-4 39,-2-2 1,6 0 0,-3 0 0,3 1 18,1-1 1,9 0 0,1-2 0,3-2 80,-1-1 0,-6-1 0,7 6 0,1 0 46,2 1 0,2 4 1,-2 1-1,-2 0-34,-1 2 1,-3 0-1,4 5 1,-1-1 1,1 1 0,-4-3 1,2 1-1,3 1 27,1-3 0,2 5 0,0-7 0,2 1 2,3 0 0,-1 0 0,8-4 0,1 1-3,2-1 0,2-2 0,0-1 1,2-1 13,4 0 0,-4 0 1,4 0-1,-4-2 34,-2-3 1,6 1 0,0-5 0,-2-1 31,-2 1 0,4-1 0,1-3 0,1 2-143,0-2 0,3-2 0,-3-2 0,0 0-75,0 0 1,-1 0 0,-3 0 0,2 0 14,-2 0 1,-2-6 0,-2-2-1,0-1 1,0-3-1,1-5 1,-1 0-17,0 0 0,-6-2 0,1-2 0,1-2-7,2 2 0,0 2 0,-1 2 0,-3 0 24,2 0 1,-3 0 0,1 0 58,3 0 1,-1-1 0,0 1-8,-1 0 1,-8 6 0,3-1 0,-1-1-105,0-2 1,-1-4 0,-5-4 0,0-4 5,0 1 0,0-9 1,0 3-1,0-6-78,0 0 1,0-4-1,-2 2 1,-1 2-95,-3 2 0,-7 2 0,3-1 0,-1 1-272,-1 0 0,1 0 1,-6 1-1,-2 5-197,-4 5 1,2-2 0,-6 2 0,3 4-908,3 6 1607,2 5 0,-6 8 0,-2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35.715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652 206 8997,'0'-11'1176,"0"-1"0,0 7-757,0-7 0,0 1-256,0-6 0,0 5 0,-2 3 0,-2-1-174,-2 1 1,-1 5-1,3-4 1,-4 2-38,-1 1 1,-3-7 0,-5 7 0,2-1 143,3-2 1,-8 6 0,2-5 0,-1 1 149,0 0 0,0 1 0,-2 5 0,-1 0-49,1 0 0,2 0 0,1 0 0,1 0-197,0 0 0,0 5 0,0 3 0,0 0-89,0-1 0,0 7 0,-1-5 7,1 1 0,2 5 0,2-6 0,3 3 133,3-1 1,-7-5-1,5 5 1,-3 3 115,1 1 0,5 0 1,-5-2-1,-1 1-71,3 5 0,-4-2 1,5 6-1,0-4-54,1-2 1,-5 0 0,5 2-1,-1 2-64,1 2 0,1 0 1,6-6-1,0 0-21,0 0 0,0 0 0,0 0 130,0 0 0,0 0 0,0 1 19,0-1 0,0 0 0,0 0 0,2 0 91,3 0 1,-1 0-1,6 0 1,-1 2-170,1 4 0,1-4 0,6 4 1,0-4-27,1-2 1,-1-5-1,0-1 1,0 1 46,0-3 0,0 1 0,2-7 1,2 3 90,2-2 1,2-2 0,-4-2 0,1 0 35,-1 0 1,0 0 0,0 0-1,4 0-175,2 0 1,-6 0-1,1 0 1,-3 0-76,-1 0 0,1 0 0,2-2-151,1-4 0,1 4 0,-6-5 1,0-1 64,1-3 0,-1 1 0,-2-1 0,-2-3 76,-1-1 1,-3 4-1,5-1 1,-5-1 121,-1-2 0,3-2 0,-3 0 0,-1-2-2,1-4 1,3 4-1,-5-4 1,0 4-140,1 2 1,-3-6 0,6 0 0,-1 2 35,1 2 0,-7-6 0,3-1 109,-4-1 0,-2 2 1,0 8-1,0 0-111,0 0 1,-8-6 0,-1-2 0,-2 1-203,-1-1 0,-1-6 1,-8 3-1,-4-4-777,-1-3 0,3 9 0,-6 3 1048,-1 4 0,-3 2 0,-1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46.89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891 360 8267,'-9'-11'1327,"3"-1"1,4 1-1013,2-6 0,0-1 0,0 1-94,0 0 1,0 6 0,0-1-7,0-1 1,-2 0 0,-2-1 0,-1 3-119,1-2 0,0 3 0,0-1 0,-4-1 76,-1 3 0,3-6 1,-5 5-1,-2-1-18,-3-1 1,-1 3-1,0-5 1,0 5-65,0 1 1,-8-3 0,-2 3 0,-1 1-118,-1-1 0,7 2 0,-7 6 0,-1 0-295,-3 0 0,5 0 0,-1 2 0,1 2 259,1 2 1,-4 1 0,9-1-1,1 4 31,2-1 1,2 1-1,-1-5 1,1 5 25,0-1 1,0 7 0,2-5-11,3 4 1,-3 0 0,6-1 0,-3-3-36,1 2 1,7 3 0,-4 1 0,1 2 29,-5 4 0,3-4 0,-1 5 0,1-1-21,-1 0 0,5 6 0,-5-5 1,1 1 17,-1 0 1,6 3 0,-3-3-1,1 2 33,0 3 0,1 1 0,5-1 0,0-1-9,0 1 0,0 2 0,0 1 0,0-3-9,0-1 0,1-6 1,5 3-1,4 1-58,-1 0 1,6-7 0,-3 3-1,3-4 117,2-2 0,0 1 0,0-1 1,1-2 109,-1-4 0,2 5 1,2-5-1,3 4-109,3 2 0,-4 0 1,3 1-1,1-1-22,0 0 1,-4 0 0,5 0 0,1-2 16,-3-3 0,5-3 1,-7-5-1,3 2 31,4-2 0,-7-3 0,1-2 0,-2-3-31,0-2 1,5-7 0,-5 1 0,0-3-17,2-2 1,-6 0 0,4 0 0,-3-2-6,3-4 1,-4 4-1,4-4 1,-4 4-8,-2 2 0,0 3 1,1 1-1,-1-2-33,0 2 0,0-1 1,-2-3-1,-2 0-26,-1 0 0,-6-2 0,3-2 1,-1-2-56,-4 2 0,-3 0 0,1-2 0,2-5 29,2-4 1,0-3 0,-8-1 0,-2-4 57,-2-5 0,-7 1 0,3-2 0,-3 0 71,-4 3 0,4-7 0,-12 6 0,0 1 4,-3 3 0,-5 4 0,-3 1 0,-4 1-300,-6 0 1,3 7 0,-3 6 0,-2 8-1582,-1 7 0,3 4 1814,1 2 0,-1 8 0,-5 1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48.364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806 1285 9350,'7'-9'1091,"-5"-7"-752,4 5 1,-4-4 0,-2-2-92,0-1 0,-2 1 1,-2 0-161,-1 0 1,-3 2-1,2 1 1,-3 3-99,-1-2 1,-5 3 0,5-1 0,-1-1-6,0 3 1,-1-6-1,-5 5 1,0 1 57,0 3 0,0-2 1,0 3-1,-1 1-18,1 2 0,0 2 0,0 0 0,-2 0 2,-4 0 1,4 0 0,-4 0-1,2 0-19,-1 0 0,3 6 0,-4 1 0,4 1-31,2-1 0,-1 1 0,1-4 0,0 3 10,0 3 0,0-4 1,0 5-1,0 1-33,0-3 0,-1 6 0,1-5 0,0 1-3,0 1 1,0-1 0,2 6 0,1 0 62,3 0 0,1 1 0,-3-1 1,2 0 23,-3 0 0,7 6 0,-1 0 0,2-2 7,1-2 1,-3-2 0,4 2-1,-1 2 11,1 1 0,2 3 1,2-4-1,0 4 10,0 1 1,0-5 0,0 4-1,2-2 4,4 0 1,-3 7 0,7-3 0,-1 1-41,1 1 0,-4-8 1,5 4-1,2-3 20,3 1 1,1 2 0,0-4 0,0 2-18,0-2 1,0-2 0,0-2-1,0 0 34,1 0 0,-1 0 0,0 0 0,2-1 31,4-5 1,-4 4 0,5-5-1,-1-1-41,0-3 1,6 2 0,-7-3 0,1 1-27,2 2 1,0-6 0,5 3 0,-1-3-6,1-2 0,-3 0 1,0 0-1,-3 0 24,-3 0 1,4-6-1,0-1 1,-1-3-15,1-3 1,0 0 0,-4-3 0,4 3-28,1 0 1,-5-12 0,2 8-1,-4-2-23,-2 0 0,6-4 0,0 0 1,-2 2-69,-2 2 1,-8-4-1,1-1 1,-1-3 67,-2-3 1,5-3 0,-9-1 0,-1 0 60,-2 0 1,4-3 0,0-1 0,-3-4-44,-1-1 1,-9-3 0,-5-5 0,-3-1 0,-2 1 0,0 1 0,-2 3 0,-2 3-101,-2 2 0,-7 2 0,1 8 1,-5 3-158,-6 7 0,4 4 0,-6 7 0,0 5-958,-4 4 1,4 10 0,2 3 1210,4 5 0,-6 8 0,-1 3 0</inkml:trace>
  <inkml:trace contextRef="#ctx0" brushRef="#br0" timeOffset="1484">2792 343 7935,'10'0'1292,"-1"0"-919,-3 0 1,-4-2 24,4-3 0,-4 1-92,-2-8 1,0 1 0,0-6-37,0 0 0,-2 0 0,-2-1 0,-2 1 13,2 0 0,-5 0 1,-1 0-1,-1 0-91,0 0 1,-1 1 0,-5 3-1,0 2-233,0-3 1,0 5 0,-1-1 0,1 3-90,0 3 0,0-4 0,0 3 0,0-1-4,0-2 0,-6 6 1,0-5 102,2-1 0,2 6 1,2-3-1,0 3 38,0 2 1,0 0-1,-1 0 1,1 0 16,0 0 1,0 2 0,0 1 0,0 3-16,0-2 1,0 5 0,-1 1-1,1 1-45,0 1 0,0-7 0,0 7 1,0-1 22,0-1 0,1 5 0,3-5 1,2 1 66,-3 0 1,5-1-1,-1 3 1,1-3-30,-1-3 1,5 5-1,-5-5 1,3 3-18,3 3 0,-4-3 1,1 1-1,-1 2-18,0 3 1,1 1 0,3 0 0,-2 0-10,2 0 0,-3 0 0,1 0 0,0 1 42,-1-1 0,5 0 1,-6 0-1,3 0 37,-1 0 0,0 0 1,6 0-1,0 1 264,0-1 1,0 0-108,0 0 0,0 0 0,0 0-95,0 0 1,0-5 0,2-1 0,2 2-102,2 3 1,5-5 0,-3 0-1,-1 3 30,1 1 1,5 2 0,-3 0 0,1 0 20,0 1 1,1-7-1,3 0 1,-2 3 54,-1 1 1,-1 2 0,6-2-53,0-3 1,1 3 0,-1-6 0,0 1-67,0-4 0,0 1 1,2 1-1,2-1 76,2 1 1,0 3 0,-6-5 0,0 0-53,0 2 0,0-5 0,0 7 0,0-3 63,1-3 1,-7-2 0,0-2 0,3 0-62,1 0 0,2 0 0,0 0-42,0 0 0,0 0 1,1 0-1,-1-2-45,0-3 0,-6 1 0,3-6 16,5 3 0,-2-5 0,6 6 0,-4 1 13,-2-3 1,0 6-1,0-3 1,0 1 16,0-2 0,-5 2 0,-1-5 0,2-1-18,3 1 0,1-1 1,-2-3-1,-2 1 23,-1-1 0,-1-8 0,4-2 0,-1 1 53,-3-3 1,-7 4 0,3-8 0,-1 1 69,0 1 1,0-5-1,-6 3 1,0-1-110,0 1 1,0-3 0,0 5 0,0-1-128,0-1 1,-2 3-1,-4-5 1,-5 3-170,-5-3 0,-1 1 0,-2-1 1,-2 5-197,-2 1 1,-7-6 0,3 5 0,-1-1-481,-1 4 0,3 6 0,-7 4 959,-1 1 0,4 9 0,-12-5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5.4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69 659 8268,'-11'6'1089,"-1"-1"0,7 3-342,-7-2 0,7-4 1294,-7 3-346,8-3-594,-3-2 0,9 0-753,3 0 0,-1 0 1,8-2-1,1-3-243,2-7 1,4 3-1,2-5 1,2-3-120,-2-4 0,5-3 1,3 1-1,5-6-125,6-3 1,-2-8 0,6-2 0,0-2-62,0-3 0,1-3 0,5 1 0,-7 3-11,-8 6 0,-3 4 0,-9 4 0,-2 3-799,-2 6 869,-10 4 0,-3 12-98,-12 7 0,4 7 0,-5 10 307,-1 1 0,6-1 1,-3 0-1,3 0 164,2 0 1,0 2 0,0 2 0,0 2 76,0-2 0,0 4 0,0-1 0,0 3-147,0 3 0,0 3 1,0 1-1,0 0-136,0 0 1,0 8-1,-2 4 1,-2 3-241,-2 3 1,-1-7 0,3-1 0,-2 0-78,2 0 1,2-8-1,2-2 1,0-9-43,0-6 1,0-2-1,0 0-335,0 0 0,2-7-630,4-4 535,-4-12 0,6-4-724,-8-7 0,0 6 1487,0-1 0,0 9 0,0-5 0</inkml:trace>
  <inkml:trace contextRef="#ctx0" brushRef="#br0" timeOffset="383">1062 950 8219,'0'-11'7595,"0"-1"-2863,0 9-4527,0-13-5681,0 14 5476,0-5 0,0 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7.9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0 103 9902,'0'10'1274,"0"-2"1,2-10-1,4-4-1159,5-5 1,4 1 0,4-1 0,2-1-83,2 3 1,6-5 0,-5 7 0,3-1-36,4 1 0,-5-5 1,1 6-1,-2 3-133,-5 1 0,-1 4 1,-1 3-1,-3 7 121,-4 3 1,-3 4 0,-8 4 0,0 5 189,0 5 0,-13 1 0,-5 0 0,-1 0 36,0 1 0,-3-1 1,-1-2-1,2-3-92,2-6 1,2-4-1,1 0 1,3 0 84,2-2-553,7-4 0,-2-13 208,12 0 0,3 0 0,8-2 0,1-2 31,-1-1 1,6-7 0,1 7 0,3 1-28,3 2 0,1 2 0,-1 0 0,-3 2 128,-2 4 1,3 9 0,-5 10-1,-4 1 192,-6 5 1,-5 1-1,-8 2 1,-2 2 5,-4 4 1,-11-4-1,-11 4 1,-5-5 137,-1-7 1,-2-3 0,-2-10 0,-2-3-338,2-7 0,-4-5 1,2-5-1,2-9-582,2-7 1,9-5 0,4-9 0,6 1 590,6 0 0,-4 0 0,5-1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19.0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172 225 12815,'0'18'880,"2"6"1,3 7 0,5 7-434,0 7 1,5 11-1,-4 5 1,4 1-424,2 3 0,1 5 0,-1-11 1,-2-1-303,-4-7 0,3-13 0,-7-2 0,1-7-3093,0-5 2305,-3-8 1,-7-11 0,-3-10 1065,-7-7 0,-11-11 0,-3-3 0</inkml:trace>
  <inkml:trace contextRef="#ctx0" brushRef="#br0" timeOffset="350">1 225 8091,'0'-17'157,"0"0"624,0 0 1,0 6-1,2 1-378,3 3 0,5 1 0,7 6 0,2 0-20,4 0 0,0 0 0,11 0 0,8 0-112,5 0 0,7 2 0,3 3 0,5 7-174,5 3 1,1 10-1,-1 5 1,-4 6-182,-6 4 1,-11 14 0,-6-1 0,-6 6-82,-6 6 0,-10-5 1,-17 3-1,-8 0-25,-10-2 1,-18 2 0,1-10-1,-4-5 140,-4-5 1,4 3-1,-7-6 1,-3-4 62,-2-5 1,5-7 0,1-7 0,2-1 19,4-5 1,-2-3-1,6-10 1,7-4-500,6-5 1,6-6-1,4-4 466,5-2 0,4-15 0,2 2 0</inkml:trace>
  <inkml:trace contextRef="#ctx0" brushRef="#br0" timeOffset="917">1508 705 8190,'0'-17'1479,"0"0"0,0 0-1037,0-1 0,0 7 0,0 0-196,0-3 1,0 5-1,-2-1-138,-4 3 1,-3 1 0,-11 6-205,-2 0 1,3 0 0,-6 0 0,2 2-49,0 4 0,-5 9 1,5 10-1,0 1 118,-2 5 0,6 1 1,-4 2-1,6 0 133,6 1 0,3-1 0,8-2 1,0-1-51,0-3 0,0-7 1,2 2-1,6-6-41,9-5 1,2-5-1,8-7 1,-1-2-75,1-3 1,1-5 0,5-9-1,-3-2-133,-1-2 1,-3-5 0,3 3 0,-6 0 120,-4 1 0,-4-1 0,-2 4 1,-3-2 383,-3 2 1,-1 2-538,-6 2 0,0 9 155,0 8 1,-2 8-1,-2 9 1,-1 2 85,1 4 0,4-2 0,6 6 0,5-1-119,4 1 1,2-6 0,1 2 0,-1-4-286,0-2 0,7-6 0,5-1 0,1-3-217,-1-3 1,3-2 0,-5-4 0,2-4 602,-1-5 0,-7-12 0,4-4 0</inkml:trace>
  <inkml:trace contextRef="#ctx0" brushRef="#br0" timeOffset="1333">2261 20 8732,'-2'-13'959,"-3"7"1,3 8-1,-6 17 1,2 4-494,1 5 0,-1 12 1,4 6-1,-2 5-54,-2 6 0,1 6 0,5 11 0,0 6-179,0 4 1,2-8-1,3-6 1,7-9-43,3-7 1,2-1 0,-2-15 0,-1-6-610,-3-7 0,-1-12 1,3-3-739,-2-3 0,-7-3 0,2-9-36,-4-7 1,-2 3 1191,0-3 0,-15 1 0,-4-6 0</inkml:trace>
  <inkml:trace contextRef="#ctx0" brushRef="#br0" timeOffset="1517">1987 517 8219,'-9'0'2560,"1"-2"0,10-2-2121,4-2 0,5 0 0,12 6 0,5 0-761,5 0 0,1-1 1,0-3-1,2-2-2032,4 2 2354,-3 2 0,12-5 0,-5-3 0</inkml:trace>
  <inkml:trace contextRef="#ctx0" brushRef="#br0" timeOffset="2033">3049 636 11381,'9'0'1682,"-3"-7"-1575,-12-5 0,-3 5 1,-8 1-1,0 4-62,0 2 1,-6-6-1,-2 1 1,0 3-60,0 6 0,-5-1 1,3 11-1,-1 3 110,-1 4 0,8 9 0,0-1 0,8 5 49,7 6 1,5-4 0,1 4 0,0-6-35,0-5 1,7-4 0,6-8 0,8-2-128,8-4 0,-2-3 0,-1-8 1,1-2-63,-1-4 1,-3-3 0,4-8 0,-2-2-208,-4-4 0,-2 2 0,-2-6 0,0 1 84,0-1 1,-7 0-1,-3-1 1,-1 5 293,0 4 1,-1 2-210,-5 0 1,-2 9 1,-3 8 1,1 10-1,-6 11 1,3 1 272,3-1 0,2 4 0,2 0 0,2 0-51,4-1 0,-3-1 0,9-6 0,3 0-529,6 1 1,-2-7 0,6-1 0,-2-3-490,-1-3 1,7-2 909,-6-2 0,7-8 0,-3-1 0</inkml:trace>
  <inkml:trace contextRef="#ctx0" brushRef="#br0" timeOffset="2467">3734 619 8113,'0'-17'959,"0"0"0,0 0 0,-2 2-268,-4 3 0,4-3-652,-3 4 0,-5 1 51,-1-1 0,-4 7 1,-3-2-1,1 4-78,0 2 1,0 2-1,0 4 1,0 5 113,0 5 0,1 1 0,3 0 0,4 0 61,1 0 1,2 6 0,6 2 0,0-1-27,0 1 1,2 4 0,6-7 0,7-1-188,6-2 0,4-1 1,-2-1-1,5 0-205,4 0 1,1-6 0,-3 1 0,-1 1 64,1 2 0,-5 1 1,-2-3-1,-4-2 224,-2 3 0,-8 1 0,-3 2 88,-4 0 1,-6-2 0,-5-1 0,-10-5-180,-6-1 1,-4-1 0,-5-3 0,0 2-542,0-2 1,-1-4 0,3-4 0,2-4-148,1-1 1,10-3 0,0-5-1,8 0 721,3 0 0,2 0 0,6 0 0</inkml:trace>
  <inkml:trace contextRef="#ctx0" brushRef="#br0" timeOffset="2917">4128 739 12142,'17'0'834,"0"0"1,0 0-648,0 0 0,6-6 0,2-1 0,0-1-108,-1 1 0,7-7 1,-5 5-1,1-3-232,-4 1 1,-4 1-1,-4-3 1,-2 2-486,-1-3 1,-8-1 0,-1 0 240,-6 4 0,-14 3 1,-12 6-1,-3-2 246,-3-1 0,1 1 0,2 9 0,-1 7 183,-1 3 1,11 2-1,-5 2 1,7 2 351,4 2 1,2 7 0,3-1 0,6 3 14,5 3 1,4-1-1,9 0 1,11-2-257,7-3 1,6-4 0,2-10-1,4-4-669,2-5 0,-4-4 0,5-2 1,1-4-678,-2-7 1,-2-3-1,-8-14 1,0-3 1202,1-1 0,-9-2 0,-1 0 0</inkml:trace>
  <inkml:trace contextRef="#ctx0" brushRef="#br0" timeOffset="3217">4967 54 8022,'0'-9'1031,"0"3"0,0 14-504,0 9 1,0 7 0,0 13 0,0 3 17,0 5 0,0 12 1,0 8-1,0 5-79,0 5 0,0 6 1,2-4-1,2-5-142,1-9 1,3-10 0,-4-7 0,1-6-269,-1-4 0,4-10 0,-1-5-1275,3-7 1,-4-1 201,5-7 0,-1-3 0,3-6 0,-4-5-504,-1-2 1,-2-1 0,-6-6 1520,0 0 0,7 0 0,3 0 0</inkml:trace>
  <inkml:trace contextRef="#ctx0" brushRef="#br0" timeOffset="3383">4761 517 10054,'12'0'1257,"-1"0"0,6-2 0,8-2 0,2-4-2105,3-1 1,10-3 847,6-5 0,3 0 0,3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24.1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497 257 8335,'15'-17'61,"-3"0"1,-5 2 442,1 3 0,-4-3 1,5 4 381,-1-5 0,3 5-100,-5 0 1,2-1-293,-3-5 0,-3 0 0,2 0-250,-8 0 0,0 5 1,-7 3-1,-4 1-199,-6 4 1,-6 2 0,-7 2 0,-2 0-172,-4 0 1,2 10-1,-8 5 1,0 8-137,3 4 1,-1 1 0,8 8-1,0 2-41,3 2 1,5 8 0,1-2 0,10 1 211,9-1 1,6 1 0,6-5 0,8-2 99,10-4 0,9 2 1,5-11-1,4 0 172,6-4 0,3 1 0,3-1 0,-3 0 94,-3 2 0,-4-6 1,-8 5-1,-2 1-174,-3 4 0,-12-3 1,-11 1-1,-5 0-156,-1-1 1,-9 3 0,-6 3 0,-10-1-115,-7-3 1,1-7 0,-11 2 0,2-6-49,0-6 1,-5-3 0,5-8-1,0 0 61,-2 0 0,8-9 1,-1-9-1,11-8-365,5-7 0,3-1 0,5 0 0,5 0-1687,4-1 2208,2 1 0,0 0 0,0 0 0</inkml:trace>
  <inkml:trace contextRef="#ctx0" brushRef="#br0" timeOffset="367">788 805 8147,'17'-17'-73,"-7"6"0,-3 1 1,-1 1 1738,0-1 1,0 4-533,-6-5 0,0 9-835,0 2 1,0 10 0,0 12 0,0 7 99,0 3 1,0 12-1,0 7 1,0 10 81,0 6 1,1 11 0,3 8 0,2 7-501,-2 2 1,3-4 0,-1-11 0,0-7-152,1-9 1,-3-9-437,8-15 0,-9-17 1,3-23-228,-4-9 0,-2-14 1,0-6-1,0-3-653,0-2 0,-8-1 0,-5 1 1486,-8 0 0,-5-8 0,-9-2 0</inkml:trace>
  <inkml:trace contextRef="#ctx0" brushRef="#br0" timeOffset="633">771 874 8144,'8'-33'114,"1"5"1,3 5 271,-1 4 1,0 2 0,7 0 0,-1 0 376,0-1 0,8 3 0,3 4 0,4 5-483,3 4 0,5 2 0,0 0 0,-2 2-161,-2 4 0,-2 3 0,-2 8 1,-3 1-155,-6-1 0,-6 6 0,-6-1 0,-5 1-73,-4 2 0,-10 0 0,-5 3 0,-6-3 103,-4 0 1,-7-6-1,-1 5 1,-5-1-39,-4 0 1,-2 0 0,4-8 0,-2-2-221,2-1 0,-2-3 0,4 5 1,6-5-1225,3-1 0,4-2 1487,6-6 0,0-8 0,0-2 0</inkml:trace>
  <inkml:trace contextRef="#ctx0" brushRef="#br0" timeOffset="983">1644 137 8145,'10'-7'1799,"-4"-5"-1301,3-3 0,-7 7 0,4 8 1,-4 10 76,-2 5 0,0 12 0,0 7 0,0 10-43,0 5 1,2 5-1,1 3 1,3 7-36,-2 9 1,-2 3 0,0 6 0,2-4-318,1-2 1,3-10 0,-4-9 0,3-5-351,3-7 0,-6-10 0,3-12-546,1-4 0,-6-12 0,3-7-186,-3-9 0,-2-1 0,0-1 1,0-4-2980,0-6 3881,0 2 0,-7-6 0,-3 8 0</inkml:trace>
  <inkml:trace contextRef="#ctx0" brushRef="#br0" timeOffset="1266">2021 600 12615,'10'17'0,"-5"2"747,-3 4 1,-2 3-1,2 9 1,2-1-273,2 0 0,1 2 1,-3 2-1,4 2-492,1-2 1,-3-7 0,3-5 0,1-1-914,0-4 0,-5-2-904,7-2 1,-9-9-552,3-8 1,-6-10 2384,-6-13 0,-3-3 0,-8-8 0</inkml:trace>
  <inkml:trace contextRef="#ctx0" brushRef="#br0" timeOffset="1450">2090 309 8145,'0'-18'230,"0"1"0,0 0 0,0 0 532,0 0 0,0 6 0,2 1 1755,3 2-3292,-3 3 0,6 7-1106,-8 3 1881,0 5 0,-8 15 0,-1 1 0</inkml:trace>
  <inkml:trace contextRef="#ctx0" brushRef="#br0" timeOffset="1766">2552 0 8262,'11'0'762,"1"0"1,-8 2 0,1 4-1,-3 7-159,-2 8 1,6 8 0,0 11 0,-2 9-83,-3 12 1,-1 11-1,0 20 1,0 3-76,0 0 1,0 4-1,2-10 1,2-5-262,2-8 1,1-15 0,-3-11 0,4-12 23,1-8 1,-3-15-1283,6 2 1,-7-11 20,7 0 1,-9-12-1,3-5 1,-4-5-595,-2-1 1646,-8-7 0,-9-3 0,-9-7 0</inkml:trace>
  <inkml:trace contextRef="#ctx0" brushRef="#br0" timeOffset="1933">2312 600 10890,'8'-10'1063,"-2"1"0,9 5 0,6-2-778,4 2 0,5 2 1,10 1-1,7-3-1134,9-2 0,1-7 0,9 3 0,5-3 849,-1-4 0,1-4 0,-3-13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3.4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223 120 8248,'15'-11'1278,"-4"-1"0,3 7-564,-9-7 1,7 7-162,-6-7 0,-1 1-434,-5-6 1,0 5-1,-2 3-261,-3 1 0,-5 2 0,-7 6 1,-2 2-26,-4 4 0,2 3 1,-5 11-1,-1 2 1,0 7 0,6-2 0,-1 1 0,2 1 117,3-3 1,6 7 0,1-5 0,3 3 164,3-3 1,2-3 0,2-8-1,2 0-1,4 0 0,3-7 0,8-5 0,2-3 32,4-2 1,-4-2-1,4-3 1,-2-7-140,2-3 1,-4-4 0,4-2-1,-4-4-79,-2-1 1,0 3-1,-2-4 1,-1 3 59,-3 3 1,-5 4 0,3 3-18,-1 3 1,-3 3-24,-5 2 1,0 5 0,-1 16 0,-3 6 176,-2 3 1,0 5 0,6 5 0,0-1-144,0-5 1,8 3 0,3-9-1,5-1-276,1-2 1,2-3 0,2-5-1,3-5-1722,3-4 1,2-10 2014,5-3 0,0-12 0,0-4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0.3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343 170 8266,'0'-11'370,"0"-1"338,0-1 1,6 3 11,-1-1 1,1 0-148,-6-7 0,0 7-300,0 0 0,0 5 1,-2-4-170,-4 3 1,-3 1 0,-8 6-1,0 0-147,0 0 0,-8 2 1,-2 4-1,-1 5-55,-1 4 1,2 10 0,-3 4 0,3 3-59,3 2 0,1 0 1,8 1-1,1-1 46,3 0 1,7-1 0,-2-5 0,4-5 136,2-4 1,14-10-1,3-3 1,4-4 86,4-2 0,-1-8 1,7-3-1,-5-6-39,-1-6 1,4 2-1,-5-7 1,1-3-88,0-1 0,-2 3 1,-8 3-1,-2-1-48,-1 0 0,-7 6 0,5-1 147,-3 3 0,-3 9-266,-9 4 1,1 14 0,-6 9 0,1 10 280,-1 5 1,6 2-1,-1 3 1,3 1-80,2 2 0,0-1 0,2-4 1,3-3-138,7-3 1,3-5 0,2-7 0,2-1-218,4-5 1,-2-3 0,8-10 0,-1-6-1312,-1-9 1642,5 0 0,-5-23 0,7 4 0</inkml:trace>
  <inkml:trace contextRef="#ctx0" brushRef="#br0" timeOffset="400">805 50 8266,'0'-17'3416,"0"0"-3146,0 7 0,0 5 1,-2 12-1,-1 10-36,-3 10 0,-6 5 0,7 3 0,-1 1-5,-2 4 1,7-4-1,-5 4 1,4-4-95,2-2 0,0-1 1,2-5-1,4-5-20,5-4 1,4-4 0,4-3 0,4-8-149,6-8 0,3-8 1,4-11-1,2-5-246,2-4 0,-2-5 0,-7-1 0,-5-2-9,-1 2 0,4 2 0,-9 4 0,-2 3-81,-5 7 1,-9-3 345,1 2 0,-5 8 0,-5 11 133,-7 8 1,-3 11 0,0 10 0,2 1 94,1 5 1,6-5-1,-3 3 1,1 1-64,4 3 1,3-1 0,2-1 0,5-5-532,6-1 1,9-2-1,3-6 1,3-2 388,3-4 0,10-3 0,4-8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6.8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219 880 8219,'9'-12'134,"-1"3"238,0 1 1,-1-5 0,7 1 38,-3-3 0,-5 0 0,3 2 1,1 1-88,-1-1 0,-5-2 0,2-3 0,-4 1-1,-2 0 0,0-2 0,0-2-324,0-2 0,-8 3 0,-5 8 0,-6 6-124,-4 4 1,-8 4 0,5 6 0,-3 7-126,1 6 0,5 8 1,-4-5-1,2 3 102,5 4 1,2 3 0,7 2 0,3 2 155,1 0 0,5-11 1,-2 5-1,6-5 145,4-6 1,13-4 0,-2-6 0,4-5-29,4-4 0,-1-4 1,7-4-1,-3-7-55,3-8 1,-5 0-1,1-8 1,0-3-118,-1-6 0,-5 0 0,2-8 1,-4 1-95,-2 1 0,0-6 0,0 5 0,1-7-140,-1-5 1,0 10-1,0-3 1,-2 6 65,-3 6 0,1 2 0,-7 2 0,-3 2 339,-1 3 1,4 10 186,0 8 0,-2 9 0,-8 2-170,-2 9 1,-7 14 0,1 6 0,-3 5-8,-2 6 1,2 4-1,1 9 1,3 4 25,-2 6 0,3-2 0,1 0 0,1-1-265,4 1 1,2-4 0,2 2 0,2-5-83,4-11 1,3-8-1,9-11 1,1-8-443,3-7 0,-1-11 0,6-11 0,0-10-2132,-1-11 2761,-5 0 0,4-16 0,-8 6 0</inkml:trace>
  <inkml:trace contextRef="#ctx0" brushRef="#br0" timeOffset="467">990 691 8493,'5'-17'818,"1"0"1,0 0-1,-6 0-121,0 0 1,0 5-1,0 1-196,0-3 1,-2-1-587,-4-2 0,2 8 0,-7 3 0,-2 4-230,-3 2 0,-3 2 1,-2 4-1,-3 5 8,-3 4 0,6 4 0,-4 4 1,2 6 300,1 3 0,-1 2 1,6 0-1,1 1 130,5-1 1,3-2 0,8-1 0,0-5-67,0-1 1,8-4 0,5-10 0,6-5-114,4-4 0,8-4 0,-3-4 1,3-5 1,-3-4 1,3-4 0,-9-2 0,-1-4 36,-2-1 0,-1 3 1,-3-4-1,-4 2 277,-5 4 0,2 2 0,-3 2 122,-1 0 1,-4 2-505,-6 3 0,4 7 0,-5 10 0,-1 7 53,-3 3 0,3 8 0,2 2 0,5 1 125,1 5 1,0-5 0,0 1 0,0 0-73,0-1 0,1-5 0,5 0 0,6-6-261,3-3 1,4-8 0,2 1 0,3-3-472,3-2 1,-4-7-1,4-7 747,-3-7 0,7-5 0,-5-9 0</inkml:trace>
  <inkml:trace contextRef="#ctx0" brushRef="#br0" timeOffset="767">1623 109 8219,'0'-17'280,"0"0"0,-2 1 278,-3 5 0,1 3 0,-6 12-322,3 8 0,-5 1 0,5 16 0,-3 3 51,-3 6 1,-2 6-1,-3 9 1,1 4 117,0 6 0,0 3 1,0 3-1,2-1-241,3 1 0,-1-6 1,5-4-1,1-6-306,-1-9 1,2-12 0,8-7-270,4-6 0,-2-6 0,7-13 1,1-2-712,-3-3 0,5-7 0,-7-9 0,1-3 1122,-1-3 0,-1-2 0,-6-5 0</inkml:trace>
  <inkml:trace contextRef="#ctx0" brushRef="#br0" timeOffset="933">1229 486 11217,'17'0'681,"1"0"0,1 0 0,3 0-870,7 0 0,3 0 0,3-2 0,-1-4-624,0-5 0,6 1 0,2-3 0,0-4 813,0-4 0,5-10 0,-3 5 0</inkml:trace>
  <inkml:trace contextRef="#ctx0" brushRef="#br0" timeOffset="1400">1966 623 8838,'9'-8'1040,"-3"-3"1,-2 1-213,1-1 1,-1-1-186,8-5 0,-9 0-684,3 0 1,-4 6-1,-4 1-54,-4 2 0,-3 3 1,-8 5-1,-2 0-95,-4 0 0,-2 7 0,-5 5 0,1 3 27,-1 2 0,5 8 0,0 3 0,2 5 320,1 1 0,1-5 0,7-1 0,5 1-6,1-3 1,3 1 0,6-8 0,5 0-136,6-4 0,5-9 0,4 0 1,3-5-205,3-1 0,0-7 1,3-5-1,-3-5-110,-3-6 1,1 3 0,-4-7-1,0 0 134,-6 1 0,1 5 0,-9-2 0,1 4 132,-1 2 1,-1 0 157,-6-1 1,-2 11 0,-4 9 6,-5 13 1,2 4 0,-3 10 0,1 1 9,1 2 0,-3 1 0,7-3 0,2-1-66,2 1 1,4-5-1,2-2 1,6-4-159,5-2 1,-2-8-1,12-3 1,-2-4-410,0-2 0,5-4 0,-3-5 0,0-8-458,-1-2 0,1-2 1,-4-2 947,2-6 0,0 4 0,-6 1 0</inkml:trace>
  <inkml:trace contextRef="#ctx0" brushRef="#br0" timeOffset="1783">2548 606 8142,'0'-18'1210,"0"1"1,0 0 0,0 0-533,0 0 1,0 6 0,0-1-414,0-1 0,-2-1 0,-2 1-383,-1 2 0,-9 7 0,3-4 1,-4 3-155,-3-1 0,1 0 0,0 8 0,0 2-84,0 2 0,0 7 0,0-2 0,1 5 221,5 1 0,-2 6 0,7-1 0,2-1 269,2-2 1,2 0 0,0 2 0,2 2 102,4-2 0,3-2 0,9-2 0,-3 2-112,-4 4 0,4-4 0,-5 4 0,1-2-97,1 2 0,-8-4 1,1 5-1,-3-1 4,-2 0 1,-2 0-1,-3-8-96,-7-3 0,-3 1 0,-2-7 0,0-4-343,0-6 1,-1-6 0,1-7 0,0 0-402,0 0 1,8-2-1,1-2 1,2-2 807,1 2 0,-1 2 0,6 2 0</inkml:trace>
  <inkml:trace contextRef="#ctx0" brushRef="#br0" timeOffset="2200">2719 674 8006,'0'-11'528,"0"-1"1,0 7 1059,0-7-1059,0 8 0,8-3-332,3 7 0,4 0 0,3 0 0,-1 0-37,0 0 1,0 0 0,2 0-1,2 0-118,2 0 0,0-6 1,-6-2-1,0-1-131,0-4 0,0 3 0,-2-1-146,-3-3 1,1 5-1,-9-3 69,-6-1 0,-11 5 0,-12 3 0,-2 5 76,-3 5 1,-3 5-1,-1 7 1,2 2 238,3 4 0,-1-2 1,5 7-1,2 3 111,4 1 0,0-3 0,14-1 0,1 3-21,2 1 1,4-3-1,5-5 1,10-3-249,10-5 1,5-5 0,3 0 0,1-5-654,4-4 1,-4-2 0,4-2 0,-4-6-415,-2-9 1,1-2-1,-3-7 1,-2-1 1075,-1 0 0,-8-1 0,4-6 0</inkml:trace>
  <inkml:trace contextRef="#ctx0" brushRef="#br0" timeOffset="2450">3524 92 8006,'0'-23'55,"0"0"1767,0 2-797,0 2 0,-2 14-736,-4 10 1,3 12 0,-9 19 0,-1 3 6,-2 1 1,3 13 0,1 0-1,-2 6 102,-3 6 0,5 1 1,1 3-1,3-1-271,3 1 0,2-8 1,2-2-1,2-6-240,4-7 0,-3-4 1,9-25-1375,1-8 0,1-9-289,-3-11 0,-3-3 1776,-8-14 0,-8-1 0,-2-5 0</inkml:trace>
  <inkml:trace contextRef="#ctx0" brushRef="#br0" timeOffset="2583">3267 503 13520,'17'0'0,"2"0"338,4 0 1,6-2 0,13-2-339,9-2 0,16-15 0,11 2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4.2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429 443 8462,'0'-17'1094,"0"6"1,2 1-366,3 3 0,-3-7-303,4 3 0,-6-4-460,-6-2 1,2 7 0,-7 4 0,-2 3-32,-3-3 1,-3 4 0,-2-4-1,-1 6-191,1 6 0,2 2 1,2 5-1,-1-2-45,1 3 0,6 1 0,1 2 0,3 0 206,3 0 1,2 6 0,2 0 0,0-2 197,0-2 1,8 4-1,3 2 1,2-1 47,-1 1 1,3 9 0,-5-3-1,-1-1-20,-3 3 1,1-1 0,-1 2-1,-2-2-29,-2-3 0,-10 1 0,-3-7 0,-4-2-19,-3-2 0,-4-4 0,-3-3 0,-2-6-44,-3-5 0,3-2 0,0-5 0,3-6-341,3-3 1,2-4-1,4-2 1,3-2-1028,6 3 1,5-5 1328,1 2 0,7-8 0,3 5 0</inkml:trace>
  <inkml:trace contextRef="#ctx0" brushRef="#br0" timeOffset="684">651 546 8223,'15'-17'-59,"-1"0"229,-3 0 1974,-7 0-1625,4 0 1,-8 15 0,0 7-147,0 9 1,-6 5 0,-2 2-1,-1 3-73,-5 3 0,5 0 1,-2 3-1,-1-1-137,3 1 0,-5-3 0,7 1 0,-1 1-256,0-3 1,3-1-1,3-8 1,-2 0-1376,-2 1 1240,1-1 0,7-8 0,3-5 1,5-8 95,-1-7 0,6-10 0,-3-4 0,5 0-6,6 1 1,-4-7-1,4 3 1,-2-5 78,1-1 0,-2 6 0,4 1 0,-1 2-2,0 4 1,2 2 0,-4 4 41,1 4 0,1 3 1,-8 10-1,-1 4 321,-3 5 1,-7 12 0,2 5 0,-4 5 56,-2 1 0,0-2 0,-2-1 1,-2-3-80,-2 3 1,-5-7 0,5-1 0,2-4-390,2-2 0,-3-5-40,-1-1 0,0-9 1,8-2-1,2-9-85,2-7 1,13-6 0,-2-3 0,2-2 0,0-3 1,0-3-1,2-1 1,2 2 49,-2 3 1,3-1 0,-1 5-1,-2 0 66,-2 1 1,-2 3-1,0 7 1,1 5 90,-1 1 0,-6 3 0,-1 7 368,-3 3 1,5 10 0,-7 8-1,-1 0-25,-2 2 1,-8 1-1,-1 9 1,-1-1-18,0 0 1,-3-1 0,3-3 0,-1-1-299,-4 1 0,5-5 0,2-2 0,2-4-420,-1-2 1,5-8 61,0-3 0,2-6 1,9-6-1,2-7-924,3-8 0,1 2 1280,0-4 0,0-4 0,0 1 0</inkml:trace>
  <inkml:trace contextRef="#ctx0" brushRef="#br0" timeOffset="1167">1867 632 8088,'0'-17'476,"0"0"0,6-1 1,0 1 524,-3 0 1,-1 0-329,-2 0 0,-2 2-592,-3 3 0,-5-1 0,-9 7-188,-4 3 0,4 1 0,-5 4 1,1 3 44,0 7 0,-8 3 0,5 2 0,-3 2 45,1 4 0,1 2 1,-1 5-1,5-1 61,4 1 0,3 0 1,3 1-1,4-3 60,1 3 1,2-6 0,8-3 0,4-3-27,5-1 1,12-9-1,4-3 1,1-4-84,1-2 1,-1-2 0,7-4-1,-3-7-188,-3-8 0,1 2 0,-7-6 1,-2 2-16,-2 0 1,-2-5 0,0 5 0,-2 2 200,-3 2 1,-5 2 0,-5 2-1,2 1 41,2 3 0,-3 7 0,-6 0-69,-3 8 0,-5 6 0,3 7 0,0 0 8,1 0 1,-5 6 0,7 0 0,1 0-212,2 1 1,2-5-1,0 4 1,0-4-109,0-2 1,6 0 0,1-1 0,3-5-425,3-5 0,8-4 0,2-2 770,-2 0 0,5-8 0,1-1 0</inkml:trace>
  <inkml:trace contextRef="#ctx0" brushRef="#br0" timeOffset="1483">2518 84 8088,'0'-17'491,"-2"0"1,-2-1 155,-2 1 1,-1 8-395,1 3 1,2 14-1,-5 7 1,-1 8 28,1 3 0,3 5 1,-5 9-1,-3 5 21,-1 5 0,4 7 0,-1 2 0,1 0-189,1 0 0,-5 4 0,6-6 1,-1-4-285,4-5 1,5-8 0,1-10-1270,0-1 762,0-8 1,7-10-1,3-13 1,1-5-3,0-7 0,-1-1 1,3-2-1,-3 0 679,-3 0 0,14-8 0,-2-2 0</inkml:trace>
  <inkml:trace contextRef="#ctx0" brushRef="#br0" timeOffset="1700">2689 118 8088,'0'-17'142,"2"2"1,2 1 505,2 3 1,-1 5-150,-5-5 0,0 9 0,0 2-52,0 9 0,-2 9 0,-1 4 0,-5 9-101,-2 7 1,5 6 0,-7 7 0,1 0-269,1 1 1,-3 5 0,5 2 0,1 0-337,-1 0 0,-3-4 1,5-9-1,2-6-2130,2-4 2388,2-10 0,0 7 0,0-7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41.1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35 334 8293,'8'-29'-28,"3"1"0,-3 7 0,-2-2 307,-5 4 1,-1 2 1060,0 0-250,0 7-871,0 3 0,0 8 1,0 5-35,0 6 1,-5 9 0,-3 3 0,1 5 39,-1 7 0,0 6 0,5 11 0,-5 2-54,-2 2 1,7 8-1,-3-4 1,4 0-131,2-4 1,0-6 0,0-3-1,2-4-24,4-2 0,3-12 1,8-11-1,0-8-184,0-3 1,1-4 0,-1-10 0,0-7-32,0-8 0,0-6 0,0-7 1,0 0-65,0-1 1,-5 1 0,-3 0 0,-1 0 73,-4-1 1,3 1 0,-1 2 0,-2 3-170,-2 7 0,-2 2 290,0 3 1,-2 8 0,-2 5 81,-2 8 1,-7 13 0,4 13 0,-3 7 134,1 3 0,7 1 1,-2-3-1,4 4 244,2 2 0,0-6 0,2 2 0,6-4-121,9-2 0,2-7 0,10-6 0,3-8-203,6-7 1,0-14 0,8-9 0,-1-9-198,-1-7 0,2-7 0,-10-1 0,-6-1 37,-3 0 1,2-4-1,-7 6 1,-3 0 49,-5-2 0,-5 6 0,-5-6 1,2 0 8,-2-3 1,-3 3-1,-2 0 1,-5 2-111,-6 0 1,-1-7 0,0 3 0,3 0-28,3 4 0,-5 6 0,7 5 0,1 6-475,2 4 0,2 12 0,-2 7-1249,-4 9 1892,4 14 0,-5 11 0,7 10 0</inkml:trace>
  <inkml:trace contextRef="#ctx0" brushRef="#br0" timeOffset="350">874 642 8293,'12'-6'31,"-1"1"0,-7-9 0,4 5 1240,-1-1 929,-5-5-1688,6 13 0,-8 2 1,0 12-1,-2 5-163,-4 6 1,2-2 0,-5 5 0,1 1-300,4-1 0,2 1 1,1 4-1,-3-5-341,-2-1 0,0-2 1,6-6-2038,0 0 0,2-2-348,4-3 2676,-4-5 0,13-22 0,-5-4 0</inkml:trace>
  <inkml:trace contextRef="#ctx0" brushRef="#br0" timeOffset="517">1046 197 8293,'-10'-8'1573,"-3"4"135,7-7 1,-2 7-2535,3-2 0,3 6 0,-4 6-2877,4 6 3703,2-5 0,8 16 0,1-4 0</inkml:trace>
  <inkml:trace contextRef="#ctx0" brushRef="#br0" timeOffset="800">1371 111 8154,'0'-17'1334,"0"0"0,0 11 1,0 10-1013,0 11 0,0 16 1,0 3-1,0 10-93,0 5 1,-2 10-1,-2 4 1,-3 6-95,-3 5 1,6-6-1,-3 3 1,1-9-249,0-3 1,1-9 0,5-12 0,0-8-1577,0-7 602,0-4 1,0-11 0,0-8-1132,0-10 2218,0-5 0,0-10 0,0-1 0</inkml:trace>
  <inkml:trace contextRef="#ctx0" brushRef="#br0" timeOffset="1000">1165 539 12785,'18'0'481,"1"0"1,3 0-1,7 0-581,3 0 0,8-5 0,2-3 0,2-1-872,4-5 1,1-1 0,2-4 0,-1-2 971,-5-2 0,5 0 0,-6 6 0</inkml:trace>
  <inkml:trace contextRef="#ctx0" brushRef="#br0" timeOffset="1400">1919 214 8007,'0'-25'778,"0"12"1,0-4 108,0 2 1,2 5-588,4-1 0,-5 14 0,5 3 1,-4 9-23,-2 8 1,0 10-1,-2 8 1,-2 3-52,-1 4 0,-7 3 0,7 4 0,1 2-8,2-1 1,2-5-1,0-3 1,0-5-125,0-1 1,0-4-1,0-9 1,0-6-240,0-4 0,2-10 0,3-5-290,7-8 1,3-5 0,2-9 0,0-1-80,0-3 0,1-3 1,-1-6-1,0 5 108,0 1 0,6-5 0,0 3 0,-2 0 189,-2 5 1,-2 2 0,-2 3 0,-2 2 593,-1 4 0,-3-1 53,3 12 0,-3 12 1,-5 14-1,2 5 18,-3 3 0,-1-4 1,-2 10-1,0-3-344,0-3 1,0-2-1,2-3-1071,4-6 0,9-12 0,10-5 966,2-4 0,9-25 0,7-6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2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241 667 8238,'2'-17'913,"3"0"0,-3 5 56,4 1 0,-4 5-341,-2-5 0,0 5-363,0-5 1,-2 1-1,-4-1-368,-5 5 0,-4 4 1,-3 2-1,1 0-248,0 0 0,-2 8 0,-2 3 0,-2 4 60,2 2 0,2 3 1,4 0-1,2 5 33,2 2 0,1-6 0,-1 3 0,5-1 112,4 0 0,2 0 0,0-6 0,0 0 61,0 0 1,8-5 0,5-3 86,8-1 0,-2-4 1,6-8-1,-3-6 50,1-5 1,2 0-1,-2-12 1,3-1-17,1-5 0,5 3 0,-5-12 0,2 2-41,-1 0 0,1-7 0,3 1 0,-3-4-94,-7-1 1,3 7 0,-2 4 0,-2 2 50,-2-2 0,-2 6 1,-2 0-1,-1 7 56,-3 2 0,-5 6 0,3-3 0,-1 3 169,-4 1 0,-2 7 0,-2 0 400,0-3-491,0 7 1,-2 1-1,-2 12 1,-4 7-60,-1 8 1,-3 0 0,-3 7 0,2 5 169,1 5 0,1 0 1,-6 8-1,0 1 88,0 3 1,1 1 0,3 0 0,4 1-170,1-1 1,-3 4-1,5-1 1,2-5-166,2 1 1,10-9 0,3-3-1,6-7-897,6-8 0,-2-12 946,8-5 0,7-4 0,7-2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1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360 86 8418,'8'-9'-445,"-6"-1"3467,3 5-2315,-3 3 0,-2-8-185,0 4 0,0 3-318,0-9 0,-7 7 0,-5-5-239,-3 2 0,-2 3 1,-2 5-1,-2 0-93,-2 0 1,-5 2 0,3 3 0,0 7 0,0 3 0,-3 4 0,5 2 0,0 4 13,-2 1 1,8 3 0,-2 3 0,8-1-60,3-3 0,3-1 0,5 1 1,2-5 132,3-4 0,5-9 0,7-5 0,0-3 265,0-2 0,6-2 0,0-3 0,0-7-40,1-3 1,-3-8 0,6-1 0,0-3-152,-1-4 1,-5-1-1,2 0 1,-4 1-85,-2 3 0,-5 7 0,-3-2-268,-1 4 0,-3 6 174,-5 7 0,-7 8 0,-5 17 0,-3 6 195,-2 9 0,6 0 1,1 6-1,1-4-83,-1-2 1,6 3 0,-1 1 0,3 0-175,2-6 0,7-5 0,7-10 1,6-2-38,9-4 0,5-3 0,6-12 0,4-7 243,0-12 0,13-7 0,-4-5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4:53.7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478 556 8264,'0'10'4702,"0"-3"-4199,0-7 0,-5-7-654,-1-5 0,-7 5 0,1-1 14,-3 0 1,-4 7 0,-2-5 0,-4 4-174,-1 2 1,-5 8-1,-7 5 1,-2 6 136,2 4 1,2 9 0,2 2-1,-1 10 393,1 6 1,13-5 0,6-1 0,5-2-78,7-4 1,8-4-1,9-5 1,7-8-189,7-8 0,6-5 1,4-8-1,4 0-277,2 0 1,-6-8-1,2-3 1,-6-7-529,-5-4 0,1 1 0,-7-6 0,-2 0-854,-2 1 1704,-2-3 0,0-5 0,0 0 0</inkml:trace>
  <inkml:trace contextRef="#ctx0" brushRef="#br0" timeOffset="983">667 693 8264,'5'-17'425,"1"0"1,2 6-1,-5-1 507,3-1 0,6-2 1006,-7-3-1774,1 9 0,-14 1 0,-3 8 0,-4 0-167,-2 0 1,-1 14 0,-1 3-1,-1 4 25,-3 3 0,-6 3 0,6 7 0,2 2-97,2 4 1,4-3 0,2 3 0,3-4 77,3-2 0,3-7 0,10-5 0,7-4 3,8-7 1,5 2 0,11-9 0,1-4-125,2-4 1,0-11-1,-6 0 1,0-6-98,0 0 0,-7-4 0,-4 1 0,-6-3 125,-6-4 1,3 5 0,-9-1 0,-1 1 46,-2-1 0,-4 6 0,-3-4 0,-9 4 101,-7 4 1,0-4 0,-7 12 0,-1-1-105,3 4 1,-7 5 0,7 2 0,-3 5-109,1 6 1,7 5 0,-2 4-1,6 3 138,5 3 1,-1 0-1,7 3 0,2-3 93,2-2 1,10 3 0,4-7-1,5-4 115,5-4 1,5-9-1,7 2 1,1-6-254,-1-6 1,0-3 0,2-10 0,2-4-167,2-6 0,0-3 0,-7-2 0,-5 1 73,-5 5 1,2-3 0,-2 7-1,-4-1 61,-6 0 1,0 8-45,-7 6 0,0 9 384,-6 2 1,0 7 0,-2 12 0,-2 4 174,-2 6 0,-1-3 0,3 3 0,-4 1-76,-1 3 0,3 1 1,-4 0-1,3 0-211,3 1 0,2-9 0,2-3 0,0-4-132,0-2 1,2-7-1,4-4 1,5-5-88,4-1 1,8-7-1,2-5 1,0-5-84,-1-6 1,7-3 0,-3-8 0,5 1-57,1 5 1,-2-5-1,-3 7 1,-6-3 137,-4 1 0,2 7 0,-2-2 1,-6 4 85,-3 2 0,-5 5 106,-5 1 1,0 9-140,0 2 0,-7 2 0,-3 11 0,-1 4 342,-1 4 1,7 4 0,-5-2-1,1 3-1,-1 1 1,6 4 0,-1-7 0,3 1-79,2 0 0,0 0 1,2-5-95,3 3 0,5-8 1,7-9-1,2-4-167,4-2 0,-2-2 0,7-5 0,1-9-216,-3-5 1,5-9 0,-8 3 0,0-1-142,1-1 0,-5 3 0,4-5 0,-6 5-137,-5 1 0,1 2 674,-7 6-150,-1 0 0,-7 9 0,-1 8 0,-5 10 183,-1 5 1,3 2 0,-4 0-1,3 2 2,3 4 1,-4-4-1,3 4 1,1-2 27,2 2 1,9-4 0,3 3 0,3-4-337,4-7 1,-1 2 0,12-7 0,1-2-390,-3-2 0,7-2 0,-5 0 1,3-2-1022,-3-4 1,-3-1 1532,-8-5 0,0-11 0,0 4 0</inkml:trace>
  <inkml:trace contextRef="#ctx0" brushRef="#br0" timeOffset="1549">2157 573 7749,'-12'12'-895,"1"-3"1250,-3-1 0,5 5 0,-1-1 574,3 3 1,-1 2-1,4 0 1,-1 0-233,1 0 1,2 8 0,2 6 0,-2 7-313,-4 7 0,4 5 0,-3 1 0,3 2-219,2 4 1,-6-3 0,0 3-1,3-6-131,1-5 0,0-4 0,-2-10 0,-2-3-1666,2-7 1296,3-10 0,1-6 0,0-12 0,0-7-88,0-8 1,0-6 0,0-7 0,1-1 9,5 1 1,-2-6 0,7-2 0,1-1 31,-3-5 0,12-1 0,-4-3 0,2 3 165,0 3 1,0-3 0,2 3-1,4-2 192,2 3 0,-1 9 0,5 11 0,-3 4 322,3 6 0,-5 9 0,1 0 0,-2 6 34,-4 6 0,-2 5 0,-2 12 0,-2 4 27,-3-1 1,-5 7-1,-7-5 1,-2 5-39,-3 1 0,-5 0 0,-9 0 0,-4-1-137,-5-5 1,-5 3 0,-1-8 0,0-2-342,0-2 0,-1-10 1,1-3-1,0-4-586,0-2 0,7-4 0,4-6 0,6-7-90,5-2 1,5-5 0,9-1 0,3 0 832,7 0 0,11-5 0,3 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7.3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67 442 10778,'0'17'964,"0"1"0,-2 1 1,-2 3-623,-1 7 0,-3 11 0,4 4 1,-3 1-193,-3 1 1,6-8-1,-1 2 1,3-6-5,2-5 1,-2-4-1,-2-8 117,-2 0 1,2-10-1,8-7-221,2-9 0,7-12 1,-3-4-1,1-1-494,1-5 1,-1-1 0,4-2-1,-1 1 136,-3 5 1,0-5 0,5 7 0,-3-3-141,-2 1 1,1 5 0,5-4 0,0 4 105,0 8 1,-5 0 0,-1 9 382,2 2 0,-5 10 1,-2 7-1,-3 8 272,3 8 1,-4 3 0,4 2 0,-4 1 265,-2-1 1,0 0 0,0 0-1,0 1-178,0-1 1,-6-7-1,0-5 1,2-3-346,3-1 0,1-7 0,1-1-20,5-3 1,4-3 0,7-10 0,0-7-139,0-8 1,6 0 0,2-7 0,1-3-304,5-1 0,-5-3 1,1 1-1,0 0 43,-1 0 1,-3 5 0,4 3-1,-3-1 67,-3 0 0,-3 12 0,-5-2 187,-2 2 0,-5 7 0,3 4 0,-1 8 312,-4 7 1,-2 12 0,-4 6 0,-2 3 335,-2 2 0,-5 1 0,3-1 0,1 2-59,-1 4 1,-3-4-1,5 2 1,2-5-352,2-5 0,2-7-776,0 2 1,8-12 0,3-5 0,6-6-505,6-6 1,2-5 0,4-10 0,-5-4-1437,1-1 2594,-14-3 0,20-5 0,-12 0 0</inkml:trace>
  <inkml:trace contextRef="#ctx0" brushRef="#br0" timeOffset="433">1283 631 8131,'0'-17'1339,"2"-1"1,2 1-107,1 0 1,1 6-938,-6-1 0,0 7-460,0-7 1,-8 8-1,-5-1 1,-6 3 42,-4 2 1,-5 7 0,3 5 0,-2 5 118,-3 6 0,-2-2 1,-1 7-1,5 3 185,5 1 1,0-3-1,4-1 1,6 1 113,3-3 1,4 5 0,8-8-1,6-2-260,9-2 1,10-10 0,11-3 0,4-4-155,1-2 0,3-8 1,4-3-1,-3-5-226,-1-1 1,-10-7 0,-2-3 0,-7-2 77,-2 1 0,-14 1 1,0-3-1,-7 3 164,-4 2 1,-9-3 0,-7 5 0,-8 2 63,-9 2 0,1 8 0,-14 1 0,1 3-19,1 3 1,-4 4 0,8 5 0,4 7-378,6 3 0,-1 12 0,10 5 0,6 6-131,8 0 0,7-2 0,7-1 0,10-1 564,10 0 0,5-7 0,10-3 0,2-6 0</inkml:trace>
  <inkml:trace contextRef="#ctx0" brushRef="#br0" timeOffset="1017">1985 631 8131,'-11'0'0,"1"-2"2420,3-4 1,1 2-1514,6-7 0,-2 7 0,-2-4-1018,-2 1 1,-1 3-7,1-7 0,-3 7 0,-9-2 0,1 4-109,0 2 1,-6 0 0,1 2 0,-1 4 161,-2 5 1,4 6 0,-6 4 0,3 4 216,3 2 0,7-4 1,5 3-1,1 1 13,4-1 0,4-5 1,6 2-1,7-4-341,8-2 1,6-7 0,7-4 0,2-5-222,4-1 0,-2-7 1,6-5-1,-2-5 165,-4-6 0,-7 3 0,-3-7 1,1 0 290,-3 1 0,5-3 1,-8-5-1,-2 0 264,-2-1 0,-2 1 0,-2-2 0,-2-2-32,-1-2 0,-3 0 0,4 6 0,-1-1-234,1 1 1,1 2-1,-1 1 1,-2 5-205,3 1 0,-7-3 0,-1 5-215,-4 2 0,-2 7 274,0 3 1,-2 7-1,-4 0 1,-5 8 297,-4 8 1,-3 9-1,1 3 1,-2 3 350,-4 3 0,6 10 0,-4 4 0,6 4 61,2 3 1,-6-3 0,9 9 0,1-4-312,3-2 1,4 3 0,2-1 0,0 0-614,0-3 1,10-16-1,5-2 1,8-7-469,3-10 1,-3-5-1,4-10 1,-2 0-338,-4 0 0,-2-8 0,-2-5 0,-2-6-1097,-4-4 0,-3-2 2203,-8 2 0,0-3 0,0-9 0</inkml:trace>
  <inkml:trace contextRef="#ctx0" brushRef="#br0" timeOffset="1383">2636 648 13473,'2'-10'1204,"3"5"1,-1 3 0,8 2 0,3 0-1120,6 0 1,-2 0-1,4 0 1,-2 0-264,1 0 1,-3-6 0,4-2-1,-4 1-550,-2-1 1,-5-5-1,-3 1 263,-1-3 1,-4-2 0,-10 2 0,-5 2 214,-5 1 0,-8 8 1,-5-1-1,-5 3 332,-6 2 1,4 4-1,-2 5 1,5 8 237,5 2 1,5 8 0,-2 1 0,6 5 148,10 1 0,5 0 1,6 0-1,4 1-471,5-1 0,14-2 1,9-5-1,10-8-342,5-6 0,8-9 1,0 2-1,-1-4-478,-3-2 1,-2-14 0,1-5 0,-1-5-419,0-7 1,-13 5 0,-5-3 1239,-7-1 0,5-10 0,-5-4 0</inkml:trace>
  <inkml:trace contextRef="#ctx0" brushRef="#br0" timeOffset="1616">3578 14 8437,'-10'-7'1567,"1"5"1,3-2-1,-4 8-783,1 7 1,-8 18 0,2 7-1,-6 8-325,0 9 0,-4 8 0,2 13 1,2 8-194,2 7 0,10-9 1,3-2-1,4-11-889,2-10 0,10-13 1,5-10-1,8-11-822,3-10 1,-3-5 1444,6-8 0,-8 0 0,3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05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77 8445,'2'-16'326,"4"5"0,-5-4 875,5 3 1,2 3-96,-3-2 1,1 9-636,-6 2 1,0 11-1,-2 16 1,-3 9 162,-7 6 0,-3 11 0,0 10 0,1 5-245,3 6 0,0 4 0,-5 8 0,3-2-557,2-4 0,7-4 1,-2-10-1,4-5-903,2-9 1,2-18-1,4-17-509,5-9 0,4-8 0,3-8 0,-3-9 1580,-4-10 0,4-5 0,-5-2 0</inkml:trace>
  <inkml:trace contextRef="#ctx0" brushRef="#br0" timeOffset="383">257 745 8445,'0'-18'0,"0"1"788,0 0 0,0 6 1,0-1 279,0-1 0,0 4-390,0-3 0,8 8-89,3-1 0,4 8 1,2 3-1,1 0-117,-1 1 1,0-5 0,0 4 0,0-4-368,0-2 0,6 0 0,2-2 0,-1-4-349,1-5 1,0-4 0,-4-2 0,0-1-252,-6 1 0,0-5 0,-9-1 0,-2 2-117,-2 2 0,-10 7 0,-3 3 1,-7 1 569,-4 4 1,-5 6 0,-7 8 0,0 9 197,-1 6 1,3 3 0,3 6-1,7 1 203,3-1 0,3 2 0,5 2 0,5 2-320,4-2 1,17-4-1,8-3 1,10-5-866,7-1 1,3-10-1,9-9 1,-1-4-488,1-2 0,3-8 1,-2-5 1312,-4-8 0,-9-6 0,2-7 0</inkml:trace>
  <inkml:trace contextRef="#ctx0" brushRef="#br0" timeOffset="650">959 488 8562,'0'-17'1548,"2"15"0,4 7 0,3 11-1023,1 6 1,5 5 0,-4 9 0,5 2-338,1 2 0,2 6 0,2-4 0,3 2-121,3 3 0,-6-5 1,4-4-1,-2-8-1160,-1-7 0,1 0 0,-6-6-1431,1-7 1,-3-8 2523,-4-8 0,4-4 0,-5-7 0</inkml:trace>
  <inkml:trace contextRef="#ctx0" brushRef="#br0" timeOffset="833">1233 505 12070,'-11'6'1107,"-1"-1"0,1 10 0,-6 3 0,-2 8-798,-4 7 1,2 8 0,-8 7 0,-1 5-854,-2 4 1,-1 0 0,5-5 0,7-3 543,8-3 0,-3-4 0,7-8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5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12440,'0'-10'1449,"0"5"-784,0 10 1,0 5 0,0 9-231,0 4 1,0 3-1,0 11 1,0 1-236,0 2 1,0 7 0,0-3 0,0 0-106,0-4 0,0 0 0,0-4 0,2-6-230,4-3 1,-3-6 0,9-8 0,1-3-185,2-3 0,2-1 0,1-8 0,-1-4 133,0-5 1,0-4 0,0-4 0,0-4 16,0-6 0,-1 3 1,-3-3-1,-2-1 59,3-3 1,-5-1 0,1 2 0,-1 1 170,1 3 1,-7 7 0,3-2 0,-2 4 1011,2 2-963,-4 7 0,3 5 1,-8 12-96,-3 10 1,-6 2 0,7 10-1,-1-1 104,-2-1 0,6 5 0,-3-3 0,3 3-23,2 3 1,7-1 0,5-2 0,5-1 34,6-3 0,3-3 0,9 0 0,-1-8-178,0-2 1,6-7 0,2-5 0,0-6-151,0-9 0,-2-5 1,-8-6-1,-3-5-38,-7-5 1,3-1 0,-4-2 0,-6-2 71,-7-2 1,0 0 0,-3 6 0,-1-1 112,-2 1 0,-10 0 1,-3 2-1,-4 3-6,-2 6 1,-1 6 0,1 4-265,0 1 1,0 11-1,0 1 1,2 11-441,3 10 0,5 0 0,7 7 0,0 1-459,0-2 0,9 3 1219,8-7 0,8 0 0,9-6 0</inkml:trace>
  <inkml:trace contextRef="#ctx0" brushRef="#br0" timeOffset="433">1234 241 9371,'-10'-8'2615,"3"6"1,9-6-2195,3 8 1,5 0 0,9 0-1,4-1-346,5-5 0,3 2 0,-1-7 0,-1-3-80,1-1 0,-3-2 1,0-2-1,-3 0-200,-3 2 0,-7-10 0,-5 10-29,-1-2 0,-6 2 0,-14 5 1,-11 7-94,-7 3 0,-4 4 0,-3 5 0,-1 9 456,-2 5 1,2 9-1,10 0 1,5 7 254,4 3 1,9 1 0,5-3 0,5 2-195,5-2 1,20-9 0,15-6 0,10-6-759,7-6 0,6-3 568,11-8 0,4-8 0,7-1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16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 10488,'0'-10'3416,"2"4"-2836,3 12 1,-3 6-1,4 10 1,-4 7-54,-2 3 1,6 10 0,-1 2 0,1 2-247,2-1 0,-6-1 0,5 2 0,-1-8-171,0-8 0,-1-5 1,-5-8 129,0 0 0,2-7 0,4-8-320,5-12 1,3-7 0,-1-14 0,-4 3-272,-1-3 0,5-1 0,-3-4 0,1 0-212,1 2 0,-3-4 0,5 11 0,-3-2-91,2 1 1,-3 7 0,1-2 217,3 4 1,1 9-1,2 7 451,0 6 1,-2 13 0,-1 8 0,-5 5 458,-1 7 1,-1-2 0,-3 6 0,2-4 122,-2-1 1,-1-1-1,1 0 1,2-1-198,-2-5 1,3-3-1,1-10-380,1-3 0,-3 1 1,6-9-1,1-6-219,2-8 1,2-13 0,0-5 0,2-5-94,4-1 1,-4-2 0,4-2 0,-4-2-152,-2 2 0,-2 2 0,-1 2 1,-3 1-158,3 5 0,-5 3 569,2 8 1,-5 7 0,4 8 0,-3 12 257,-3 13 1,-2 9-1,0 6 1,2 4 348,1 2 0,1-4 0,-4 4 0,2-3-15,2-3 1,-1-1 0,-3-5 0,2-2-782,2-1 0,1-10 1,-1-2-599,5-9 1,-1-6 0,1-4-1,1-4-879,-3-5 1,5-7 1696,-9-4 0,1-5 0,-6-7 0</inkml:trace>
  <inkml:trace contextRef="#ctx0" brushRef="#br0" timeOffset="549">1474 170 8878,'9'-2'2440,"-3"-4"0,-4 2-2193,-2-7 0,0-1 1,-2-5-194,-4 0 0,-2 6 0,-5 1 0,2 1-4,-3-1 1,-7 6 0,-1-1 0,-1 3-175,-2 2 1,-2 2 0,-5 5 0,2 11 49,1 8 1,6 3 0,-3 3-1,1 4 263,4 0 0,9 0 1,7 1-1,3 1-92,2 2 0,7-8 0,5-9 0,5-4-45,6-2 1,2-7-1,5-5 1,-1-3-203,1-2 1,2-9 0,1-7 0,-3-6-28,-1-5 0,-8-2 0,1-5 0,-2 0 81,-3 0 1,0-1 0,-2 1 0,-4 2 477,-5 3 1,2 4 48,-3 8 1,-1 8 0,-9 5-442,-7 8 0,3 7 1,-1 12-1,2 6 87,5 3 1,1 0-1,2-1 1,0-3-71,0 3 1,7-1 0,5 1-1,3-5-341,2-1 1,6-8 0,2-7 0,-1-3-687,1-3 0,0-2 1,-4-4-1,2-4-114,-2-5 1,-8-6 0,-4-4 1133,-1-2 0,-2-7 0,-6 3 0</inkml:trace>
  <inkml:trace contextRef="#ctx0" brushRef="#br0" timeOffset="1049">1970 101 8158,'0'-17'1604,"0"0"0,0 6 185,0-1-1306,0 8 1,0 1 0,0 12 0,0 10-38,0 6 0,0 3 0,2 7 1,2-1-173,2 0 1,7 0-1,-2 1 1,5-3-294,1-3 0,2-5 0,3-7 0,7-1-233,3-5 0,-3-3 0,-1-8 1,1-2-209,-2-4 1,3-9 0,-7-10 0,-2-2 109,-2-3 1,-2 3-1,-2 1 1,-1-1 221,-3 0 1,-7 5-1,1-5 1,-3 2 225,-2 4 0,0 8 0,0 2 0,-2-1 632,-3 3-789,3 1 1,-8 10-1,7 4 1,-3 5 456,2 4 0,2 10 0,2 2 1,0 1 246,0 1 1,6 5 0,0 8 0,-3 2-73,-1 3 1,-2 3 0,0 3 0,0 2-246,0 2 0,0 8 0,-2-6 1,-1-2-177,-3-6 0,-9-9 0,-1 0 0,-6-4-529,-5-6 0,2-11 1,-7-2-1,-4-7-390,0-5 1,-8-1 0,0-8 0,-2-3-521,1-7 0,7 3 1,-2-3-1,4-1-1496,1-2 2783,16-3 0,-4-6 0,14-3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27.8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326 565 8507,'1'-11'364,"5"0"0,-4-1 1,6-3-1,-3 2 322,1 1 1,0 7-1,-6-7 111,0-1 1,0 3-552,0-1 1,-2 5 0,-4-3-185,-5 1 1,-4 2 0,-5 8 0,0 2-106,-3 2 1,-6 7 0,4 0 0,1 6-123,-1 4 0,-5 8 1,3-3-1,0 7 213,4 4 0,6-2 0,6 3 0,5-2 106,4 2 1,4-4 0,4 2-1,7-8-64,8-7 0,8-6 0,9-5 0,4-7-69,1-3 0,-5-9 1,2-5-1,-3-5-141,-3-6 1,-2-3 0,-5-9 0,-8-1-59,-6-4 0,-9 4 1,2-4-1,-6 4-8,-6 2 0,-9-1 0,-12 3 0,-3 4-146,-7 5 1,-6 11 0,1 7-1,0 5-47,0 5 0,-4 7 0,8 11 0,6 5-167,7 4 0,8 10 1,6 2-1,5 2-1098,4-1 1644,10-14 0,9 9 0,10-14 0</inkml:trace>
  <inkml:trace contextRef="#ctx0" brushRef="#br0" timeOffset="417">668 514 8105,'10'-7'0,"-3"-5"759,1-3 1,-6 3 121,3 1 0,-1 7-397,2-1 1,-4 5 0,4 7 0,-3 8 104,3 6 0,-4 10 0,4-3 0,-4 7-166,-2 4 1,5 0 0,1 4 0,0-1-251,1-4 1,-3-2 0,6-1 0,-1-3-127,1-3 1,-5-5 0,7-9-204,1-3 0,4-8 0,4-16 0,2-11-102,-2-7 0,-8-4 0,-1-2 0,1-4-11,2-6 0,2 4 0,0 0 1,-1 2-164,-5 0 0,4 0 0,-5 8 0,1 3-901,1 7 1,-9 3 343,3 1 1,-4 13-1,-2 9-989,0 11 1978,-8 6 0,-1-4 0,-8 0 0</inkml:trace>
  <inkml:trace contextRef="#ctx0" brushRef="#br0" timeOffset="800">1285 737 11475,'7'9'644,"5"-3"1,-3-4 0,2-2 0,5 0-369,5 0 0,0-2 1,5-4-1,1-3-197,-1-1 1,-3-5-1,6 4 1,-1-5-103,-1-1 0,-2-2 1,-10-2-1,-2-2-122,-1 3 1,-8 0 0,1 3 0,-3 0-130,-2 0 0,-13 6 0,-6 1 0,-6 3 9,-5 3 0,-3 4 0,-1 4 1,0 5 176,0 6 1,1-1-1,3 10 1,3-1 49,2 0 0,8 7 1,8-1-1,1 1 267,4-1 0,4 3 0,6-5 1,7 2-107,8-1 1,6-7 0,9 0-1,2-8-334,2-7 0,6 2 1,-4-3-1,-1-3-514,1-6 0,-2-5 0,-5-10 0,-1-4-1419,0-6 2144,-7-3 0,5-2 0,-5 0 0</inkml:trace>
  <inkml:trace contextRef="#ctx0" brushRef="#br0" timeOffset="1183">1952 514 13386,'0'17'728,"2"0"0,2 0 0,4 3-350,1 2 1,-3 11 0,5 9 0,1 1-47,-3 5 0,5-4 1,-7-1-1,1-1-239,-1-4 0,5-9 1,-6-6-1,-3-4-89,-1-2 1,0-8 0,2-5 0,2-8-52,-2-7 1,-3-6 0,-1-6 0,0-6-175,0-3 0,0-2 1,0 0-1,0-1-208,0 1 0,0 2 1,0 1-1,0 3-65,0-3 1,0 7 0,0 1 0,0 4 31,0 2 0,2-1 0,4 3 1,5 4 60,5 5 1,1 2 0,2 1-1,4-3 106,5 2 1,6 2-1,4 0 1,4-2-130,2-1 0,-4-3 0,6 2 0,-1-3-1224,-1-1 1648,-10-5 0,-1 13 0,-7-5 0</inkml:trace>
  <inkml:trace contextRef="#ctx0" brushRef="#br0" timeOffset="1533">2723 1011 8097,'0'11'4663,"0"1"-3269,0-9 1,2 5-616,4-8 1,-3-4-597,9-7 0,-8-3 0,1-14 1,-1-3-92,2-1 0,-4-10 1,4-5-1,-5-8-40,-1-8 0,-7-6 1,-3-3-1,1-2-126,3 1 0,-2 9 0,3 3 1,1 2-318,2 4 0,10 9 1,5 6-1,8 6-29,7 5 0,-1 6 0,2 12 0,1 5-165,2 4 1,3 2 0,-3 2 0,-2 4-1224,-1 5 0,-8 7 1808,2 4 0,-4-3 0,-2 6 0</inkml:trace>
  <inkml:trace contextRef="#ctx0" brushRef="#br0" timeOffset="1800">2637 668 8028,'-11'6'4034,"0"0"-3568,7 7 1,0-11-1,13 4 1,11-5-383,4-1 1,5 0 0,5 0 0,0 0-587,1 0 0,1-5 0,2-3 0,2 1 502,-2-1 0,6-5 0,-1 3 0</inkml:trace>
  <inkml:trace contextRef="#ctx0" brushRef="#br0" timeOffset="2050">3340 668 9032,'9'-9'1494,"-1"3"0,-8 12 1,0 7-1201,0 8 0,0 0 0,0 7 0,0 3-465,0 1 1,0 2-1,0-1 1,0-5-479,0-5 0,5-4 0,1-2 0,-2 0-1642,-2 1 995,-2-9 1,0-9 1295,0-11 0,0-12 0,0-4 0</inkml:trace>
  <inkml:trace contextRef="#ctx0" brushRef="#br0" timeOffset="2200">3408 377 8028,'-11'-8'4731,"-1"-3"-2307,8 3-3891,-11 1 0,15 7 1467,0 0 0,0 7 0,8 3 0</inkml:trace>
  <inkml:trace contextRef="#ctx0" brushRef="#br0" timeOffset="2500">3836 52 8311,'0'-10'1529,"0"5"1,0 10 0,0 9-823,0 6 0,0 9 0,0 11 1,0 6-231,0 3 0,0 10 1,0 6-1,0 5-229,0 4 1,0 1 0,0-7 0,0-1-225,0-4 1,6-6 0,0-14 0,-1-6-1278,3-7 0,-4-15 47,7 2 1,-7-13-1,4-4 1,-3-9-624,1-7 0,0-3 1829,-6-3 0,-8-5 0,-1-7 0</inkml:trace>
  <inkml:trace contextRef="#ctx0" brushRef="#br0" timeOffset="2650">3648 583 11906,'4'0'4336,"9"0"-4594,10 0 1,7 0 0,10 0 0,8 0-2138,7 0 1,21-10 2394,15-7 0,-41 2 0,-1-2 0,3-5 0,-1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1.15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590 0 8087,'-15'2'841,"2"2"0,3 4-90,2 1 0,-5 4 0,2 12 0,-5 9-191,-1 10 1,2 13 0,2 8-1,3 7-166,3 8 1,-5 10 0,7-1 0,1-7-264,2-12 1,4-9 0,3-11 0,5-7-559,-1-8-2277,7-16 1631,-7-12 1,1-9 0,-6-1-1,-8-5 1073,-8-2 0,-11-1 0,-3-6 0</inkml:trace>
  <inkml:trace contextRef="#ctx0" brushRef="#br0" timeOffset="183">25 600 8176,'-11'-2'1903,"-1"-4"0,10 4-1456,2-4 0,10 4 0,14 2 0,9 0-265,5 0 0,9-1 0,1-3 0,5-4-346,4-1 1,8-3-1,-2-5 1,2 0-1199,-3 0 0,3 0 0,-8-2 1362,-2-4 0,-1 4 0,-3-6 0</inkml:trace>
  <inkml:trace contextRef="#ctx0" brushRef="#br0" timeOffset="650">1001 103 8176,'0'-17'1303,"0"0"0,0 9 0,0 10-854,0 13 1,0 10 0,-2 11-1,-2 2-100,-1 2 0,-3 13 1,4 1-1,-1 3 8,1 2 0,-4 5 1,2-3-1,3 0-116,1-4 0,2-5 0,0-5 0,0-5-195,0-6 1,5-5 0,3-16-307,2-4 0,1-3 0,6-10 1,0-6-332,0-9 1,0-5 0,1-9-1,-1 3 144,0-3 0,0 1 0,0-1 1,0 3 73,0-3 0,0 1 0,1-1 1,-1 5 158,0 1 0,0 2 0,0 6 0,0 0 327,0 0 1,-5 7-1,-1 6 75,2 8 0,-5 8 1,-2 10-1,-4 7 159,-2 3 1,-2 3 0,-4 1-1,-3 2 165,-1 2 0,-3-6 1,5-5-1,1-1-483,-1-1 1,2-3 0,6-6-621,0-1 1,2-8-1,4-3 1,5-4-73,4-2 1,3-4 0,-1-5 662,0-9 0,0-3 0,0 4 0</inkml:trace>
  <inkml:trace contextRef="#ctx0" brushRef="#br0" timeOffset="1000">1652 651 12089,'7'-10'1024,"3"3"0,7 5-900,0-4 0,2 4 1,2-3-1,2 1-169,-2-2 1,-2 2 0,-2-5 0,0-1 7,0 1 1,0-3 0,-1-5-252,-5 0 1,-3 0-1,-8 0 152,0 0 0,-14 7 1,-5 3-1,-5 1 84,-7 0 0,1 0 1,-1 8-1,5 4 174,1 6 1,-4 5 0,7 4 0,1 3 263,2 3 1,9 1 0,4 7 0,6-1 55,6 0 0,4 0 1,11-1-1,5-5-709,8-5 0,12-4 0,2-4 1,7-3-897,8-6 1163,-4-5 0,15-8 0,-4-3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33.18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309 718 8140,'9'0'1067,"1"2"863,-4 3-264,-5-3-1153,7 6 0,-8-10-432,0-4 1,0 3 0,0-9-253,0-1 1,-8 5-1,-5 3 1,-6 1 56,-4-2 0,-1 4 0,1-2 1,-4 8 35,0 8 1,-5 5 0,5 4-1,-1 3 271,-1 3 1,10 1 0,0 7-1,8-1-8,3 0 1,3-1 0,6-5 0,5-7-81,6-8 0,10 1 1,7-9-1,1-1-65,-1-2 0,3-9 0,-3-7 0,3-5-113,2-4 1,-5-7 0,-2 1 0,-1-3-54,1-2 0,-4-2 0,5-2 0,1-4 98,-3-2 0,-1 6 0,-6-4 1,2 0-87,2-4 0,0 3 1,-6-1-1,-2 2-66,-3 4 0,1 0 0,-7 2 0,-3 0 98,-1 3 1,-2 10 0,0 1 277,0 3 0,-2 9-180,-3 4 1,-5 14 0,-7 7 0,0 8 47,0 4 1,0 3 0,0 10 0,-1 6 337,1 3 0,0 3 1,2-1-1,2 0-37,1 1 1,8 1-1,-1 2 1,3 0-306,2-5 1,0-6-1,2-10 1,3 0-647,7 0 1,9-15 0,2-7 0,-2-8-648,-2-4 0,-2-2 0,0-4 0,0-5-1240,0-5 2473,-7-8 0,5-3 0,-6-7 0</inkml:trace>
  <inkml:trace contextRef="#ctx0" brushRef="#br0" timeOffset="750">1097 701 8107,'0'-17'1568,"0"-1"0,5 1-896,1 0 1,0 6-548,-6-1 1,0 1-138,0-6 1,-2 7-1,-4 5 1,-5 3-30,-5 2 1,-6 0-1,-3 0 1,0 2 49,0 3 1,-5 5-1,3 7 1,-1 0 33,-1 0 0,8 6 0,-1 2 0,2 1 90,3 5 0,2-4 0,4-1 0,5-1 18,4-4 0,4 4 1,6-3-1,7-3-84,6-5 0,4-5 0,-3-5 0,5 2-136,0-2 1,-1-4-1,-5-6 1,2-6-50,-2-3 0,0-2 1,0-2-1,2-2 39,-2-2 1,-2-5 0,-2 5 0,-2 0-66,-4-2 0,3 6 0,-7-3 132,3 2 1,-6 3-93,1 0 1,-10 8 0,-7 5 127,-3 8 1,4 3-1,1 7 1,1-3 142,-1 2 0,4 3 0,-3 1 366,1 0 1,2 0 457,6 0-755,0 0 1,2-7 0,4-5-122,6-3 0,-3-4 1,1-3-209,-3-7 0,1-3 1,-4-2-1,1 0-202,-1 0 1,-2 0 0,-2-1-529,0 1 1,0 6-575,0 0 1628,0 7 0,-2-4 564,-4 8 0,4 8-161,-3 3 0,3-1-424,2 1 0,-2-1-435,-4 1 42,4 4 1,-5-5-1,7 7 207,0 0 0,5 0 0,3 2 0,2 2 61,3 2 0,4 2 1,6-4-1,5 3-282,5 3 1,1-6 0,2 2 0,2-6-603,2-6 1,0-3-1,-6-10 1,-1-4-2420,-5-5 3218,-3-12 0,0-4 0,1-7 0</inkml:trace>
  <inkml:trace contextRef="#ctx0" brushRef="#br0" timeOffset="1084">1850 67 8098,'0'-17'293,"6"0"731,0 0-775,-1 7 0,-5 5 1,-2 10-1,-1 9 342,-3 6 0,-6 1 0,5 10 0,-3 5 341,-3 8 0,3 5 0,1 5 0,1 3-347,5 5 0,1 5 0,2 1 0,0 1-544,0-1 0,0-5 0,2-4 0,3-5-399,7-11 1,-3-12 0,3-10 0,-1-6-1269,-2-4 0,5-9 115,-8-2 1,-1-7-1,-7-12 1511,-3-4 0,-5-4 0,-7-7 0</inkml:trace>
  <inkml:trace contextRef="#ctx0" brushRef="#br0" timeOffset="1250">1473 529 12093,'25'0'1436,"4"0"0,5 0-1684,6 0 0,4 0 0,9 0 1,2 0-771,2 0 0,2-1 1,-4-3 1017,2-2 0,8-15 0,-4 2 0</inkml:trace>
  <inkml:trace contextRef="#ctx0" brushRef="#br0" timeOffset="1684">2432 701 8001,'12'-6'967,"-3"-2"-54,-1-1 0,3-3 1,-3-3-317,1 4 1,-3-4 0,4 3-336,-3-3 1,-1 4 0,-6-1-284,0-1 0,-2 3 0,-4 1 0,-7 1 12,-8 4 1,-6 2 0,-7 4-1,0 4 117,0 6 0,1 3 0,3 4 0,3 2 112,3 2 0,1 7 1,8-1-1,1 1 0,3-1 1,7 1-1,0-7 1,8-2-101,7-2 1,10-4-1,4-2 1,2-3-147,3-3 1,-3-3-1,1-9 1,1-5-198,-3 0 1,5-5 0,-8 4 0,-2-6-99,-2-6 0,-2 4 0,-2-4 611,-3 4 1,1 2-142,-7 0 0,-3 9-84,-8 8 0,3 8 1,-6 9-1,2 2 50,1 4 1,1-4-1,8 5 1,3-1-421,3 0 1,3 0-1,10-8 1,6-1-3062,3-3 3366,10-7 0,9 3 0,10-7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4.2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343 223 7251,'9'-2'-271,"-3"-4"702,-4 4-109,5-5-253,-5 7 1004,6 0-951,-8 7 0,0-3 0,-2 8-38,-4 1 1,4 2 0,-3 2 0,3 1-4,2-1 0,-2 5 0,-2 3 0,-2 0-77,3 0 0,1-1 1,2-1-1,0 4 25,0 0 1,0-1-1,0-5 1,0 4 33,0 1 0,0-3 0,0 4 0,0 0 11,0-1 1,0-5 0,0 4 0,0 0-8,0 3 1,0-1-1,0-1 1,0 1-29,0 0 1,0-1 0,0 5 0,0-5 25,0-1 0,0 6 1,0-3-1,0 3-33,0-3 1,2 3 0,1-7-1,3 3-8,-2 3 0,-2-3 0,-2 0 0,0-1-16,0 1 0,0-4 1,0 5-1,0 3 31,0 1 0,0 2 0,0 1 0,2-1 24,3 0 0,-3 0 0,4 1 1,-4-1 21,-2 0 0,0 6 0,0 2 0,0 0-6,0 0 1,0-2 0,0-6 0,0-2-50,0-3 0,0 7 0,0-6 0,0 1 6,0 1 1,0-5 0,0 1 0,0 3-28,0 1 0,2 0 0,2-1 0,1-3-4,-1 3 1,0 5-1,0 0 1,1-2 73,-1 5 1,4-5 0,-2 6-1,-3-4-12,-1-2 0,-2-2 0,0-1 1,0-4 31,0-3 1,0 7 0,0-5 0,0 3-50,0-1 0,-2-5 0,-1 4 0,-3 0-38,2-1 1,2 3-1,2 5 1,0 0-3,0 1 0,0 4 0,0 3 0,0 0-2,0 0 0,0 6 1,0-3-1,0 3 100,0-2 1,0-5 0,2-6 0,2-1-12,2 0 0,-1 4 0,-5-2 0,0-3 3,0-1 1,0-5 0,0 1 0,0 1 6,0-3 1,6 7 0,0-5 0,-1 5-22,3 1 0,2 8 1,5 3-1,-2 5-70,-2 1 0,1-5 0,5 0 0,-2 1 71,-3 3 0,1-7 0,-7-3 1,-2-3 46,-3-3 1,-1-2 0,0-1 0,0-5-53,0-1 0,0 0 0,0-4 1,0 1-52,0-1 1,0 0-1,0 0 1,0 2-3,0-2 0,0 6 1,0 1-1,0 5-119,0 1 0,6 0 1,0 0-1,0 1 5,1-1 1,-5-2 0,4-1-1,-4-5 95,-2-1 1,0 3-1,0-5 1,0-2 48,0-2 0,0-2 1,0 2-1,-2 2 80,-4 2 0,4 0 1,-4-4-1,3 2-40,-3 2 1,4 7 0,-4-3 0,4 1-62,2 1 1,0 1-1,2 9 0,2 2-40,2 3 1,1-6 0,-3 2 0,2-4-38,-2-1 1,0-1 0,-1-2 0,3-1 57,-2-3 0,-2-7 0,-2 4 0,0-2 31,0-1 1,0 1 0,0-6 0,0 1 23,0-1 0,0 0 0,0 2 0,0 2-17,0 2 1,0 7 0,0-1 0,0 3-41,0 2 0,0-3 0,0 1 0,2 4 1,3 0 0,-3 0 0,4-1 0,-4-1 19,-2 0 0,6-1 1,-1-3-1,-1-1 4,-2 1 0,-2-5 0,0-1 1,0-1-29,0 0 0,0 6 0,0-7 1,0 1-20,0 2 1,0-4 0,0 8-1,0 1-20,0 2 1,6 4-1,-1 3 1,-1 0 7,-2 0 1,4 2 0,0-1-1,-3-2 38,-1-1 0,-2-3 1,0 0-1,0 0 64,0 1 0,0-7 0,0-1 0,0-1-54,0 1 0,0-4 1,0 3-1,0 1-52,0 0 1,0-4-1,0 5 1,0 1-61,0-3 0,0 7 0,0-5 1,0 5 35,0 1 0,0 0 0,0-2 0,0-1 45,0-3 0,0-1 1,0 3-1,0-3 9,0-2 1,-5 3-1,-1-5 1,2 0-29,2 2 0,2-4 1,0 5-1,0 1-63,0 0 0,0-5 0,0 7 1,0 1 16,0 3 0,0-1 0,2-1 1,2-5 36,2-1 1,-1 4-1,-3-7 1,2-1 83,2-2 0,-1 0 0,-5 2 0,0 2 13,0-2 0,0-2 0,0-2-63,0 0 1,0 0-1,0 1-28,0-1 0,0 0 0,0 0 0,0 0-32,0 0 0,0 0 0,0 0 0,0 1 28,0-1 1,0 7 0,0 3 0,0 2 6,0-1 1,2-7 0,2 4 0,2-2 22,-2-1 1,-1 1 0,1-6 31,2 1 0,0-1 27,-6 0 1,0-6-47,0 1 1,0-7-26,0 7 1,0-1 0,2 4-10,3-3 0,-3 3 1,4-4-34,-4 5 1,-2-5-300,0 1-1059,0-1-986,0-2 2395,0-1 0,0-8 0</inkml:trace>
  <inkml:trace contextRef="#ctx0" brushRef="#br0" timeOffset="1999">17 446 10174,'-9'0'492,"1"0"1,10-6 0,4 0-352,5 2 1,-1-5 0,1-1-1,1-1-198,-3 0 1,6-1 0,-3-7 0,5-2-23,6-2 1,-4-1-1,3 3 1,-2-4 45,-3-2 0,2 4 1,0-3-1,0 1 48,-4 4 1,-2-4 0,3 3 17,-5 1 0,2 2 6,-7 1-208,0 9-127,-6 1 0,0 10 299,0 4 0,0-2 44,0 7 1,2-5 20,3 5 1,-3-5-1,4 5 1,-2 1 70,1-3 1,3 7-1,5-5 1,-3 4-58,-3 2 0,7 1 1,-5-1-1,3 0-37,-1 0 0,1 0 1,3 0-1,-2 0-126,-2 0 0,1 1 0,5-1-392,0 0 0,-5-8 0,-3-1 473,-1-1 0,5-5 0,-3 6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18.4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18 326 8413,'-10'0'1161,"2"0"-363,8 0 0,14 0 0,3 0-753,2 0 0,0 0 0,0 0 0,2 0-58,2 0 1,5 0 0,-3 0-1,0 0-86,-1 0 0,7 0 1,-3 0-1,3 0 14,-3 0 0,3 0 0,-6 0 0,-1 0 44,1 0 1,6 0 0,-5 0 0,3 0 55,-1 0 0,1 0 1,5-2-1,0-2 37,1-1 1,-1-1 0,2 4-1,2-2-22,2-1 0,6-1 0,-5 4 0,3-2-35,4-1 1,1-1 0,3 6 0,-1 0-44,0 0 1,1 0-1,1 0 1,2 0-38,2 0 0,6 0 0,-4 0 0,0 0 37,0 0 0,10 0 0,-5 0 0,1 0 67,2 0 1,-1-6 0,3-1 0,-1-1 12,1 0 0,-7 3 1,-1 5-1,0 0 17,0 0 1,0 0 0,4 0 0,-2 0-99,1 0 1,1 0-1,2 0 1,-1 0-50,5 0 1,-5 1 0,-3 3 0,2 2 30,1-2 0,8-2 1,1-2-1,-3 0 45,-2 0 0,-1 0 0,1 0 0,3 0 75,1 0 1,0 0 0,-4 0 0,3-2 46,1-4 1,6 2 0,-4-5 0,0 1-32,0 4 1,4 2 0,-4 2-1,2 0-61,4 0 1,-4-5 0,2-1 0,0 2-86,-2 2 0,9 2 0,-5 0 1,-2 0 17,-2 0 0,4 0 1,-2 0-1,4 0 44,1 0 1,-5 0 0,0 0 0,0 0 21,-2 0 1,9 0 0,-5 0-1,-2 0 60,-2 0 0,4 0 1,0 0-1,4 0 74,-1 0 0,-1 0 1,-12 0-1,4 0-110,2 0 0,2 0 0,4 0 0,-2 2-96,-2 4 0,0-4 1,5 4-1,-1-5-79,-4-1 1,4 0-1,-5 0 1,7 0 81,5 0 1,1 0 0,1 0-1,-7 0 164,-3 0 1,3 0 0,5 0 0,4 0 80,1 0 1,-3-5-1,-8-1 1,1 2-119,0 2 0,5 2 0,0 0 0,-1 0-115,-3 0 0,1 0 0,1 0 0,3 0-110,-3 0 0,-7 0 0,-2 0 0,2 0 60,1 0 1,9 0 0,-3 0 0,-3-2 113,-4-3 0,-10 3 1,4-6-1,-4 2 34,-3 1 1,1-3 0,-13 4-1,-2-1-104,-1 1 1,-5 0-1,-3 0 1,-8-1-323,-8 1 0,1 2 1,-6 2-1,-1 0-565,1 0 1,-2 0 942,-6 0 0,0 0 0,0 0 0</inkml:trace>
  <inkml:trace contextRef="#ctx0" brushRef="#br0" timeOffset="784">11611 1 8453,'-17'0'-344,"6"0"103,-1 0 1,7 0-274,-7 0 1204,8 0 1,-3 0-102,7 0 0,2 6 0,3-1-451,7-1 1,-3-2 0,3 0 0,1 2-68,2 1 1,4 3 0,4-4 0,4 1-81,-1-1 1,7 4 0,-5-2 0,3-3-51,-3-1 0,3 4 0,-7 0 0,-1-1-182,-4 3 0,2-6 6,-9 4 0,-5-3 0,-3 1 363,-8 2 0,-11 5 0,-10-3 0,-1 0 26,-5-1 0,-1 7 0,-2-3 0,-1 4-86,1 2 1,-6-1 0,0-3-1,2-2-14,2 3 0,2-1 1,-1 0-1,3-3-219,4-3 1,-3 5 132,8-7 1,8-1-1,9-9 24,4-7 0,2-3 0,0-2 0,2 0 80,4 0 1,-4-1 0,4 1 0,-4 0 246,-2 0 0,2 2 0,1 2-83,3 1-1565,0 8 1006,-6-3 0,0 5 0,2-2-165,3-2 1,-3-1 0,4 1-364,-4-5 1,4-5 850,-1-1 0,1 0 0,-6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5.98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172 189 8296,'0'-12'0,"0"1"367,0-2 0,0-3 1,2-1 120,4 0 1,-5 0 0,5 0-253,-4 0 1,-4 2-1,-2 1 1,-3 5-198,-3 1 1,5 2-1,-7 6 1,-1 0-94,-2 0 1,-3 2-1,1 4 1,0 5-129,0 5 0,2 8 0,2 3 1,3 2-7,2-1 1,3 1 0,5 5 0,0 0 242,0 0 0,7-7 0,5-4 0,5-4 60,6-2 1,3-7 0,9-5 0,-3-5-30,-4-5 1,5-5 0,-5-9 0,3-2-24,-3-2 0,-5-7 0,-10 3 0,-3-1 2,-2-1 1,-3 8 0,-7-4 0,-3 3 30,-7-1 0,-5 6 0,-6 5 0,-5 1 61,-5 1 1,5 3 0,-1 7 0,1 2-117,1 3 1,-3 5-1,9 7 1,4 2-133,3 4 0,11 3 0,-3 7 0,4-3-98,2-1 0,13-8 0,6 1 0,6-4 122,5-7 1,3-3 0,3-8-1,2-2 27,2-4 0,0-3 1,-8-9-1,-3 1-35,-6 0 0,-12-6 1,-3 0-1,-3 1 53,1-3 0,-2 6 1,-12-4-1,-7 6 2,-6 5 0,-9-1 0,1 6 0,-3-1 41,-2 0 0,1 5 1,3 8-1,1 5 31,-1-1 0,5 6 1,4-1-1,8 5-195,7 4 0,4 0 0,4-6-52,4 0 0,5-8 1,10-3-1,4-4-531,2-2 1,-1-8 725,3-3 0,3-4 0,-5-2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7.15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221 138 10084,'10'-8'2432,"-3"4"-1756,-7-7 0,0 5 1,0-5-692,0-3 0,0-1 0,-1-2-41,-5 0 1,2 5 0,-7 3 0,-3 1-142,-1 4 0,-2 3 0,0 2 0,-2 5 13,-4 6 1,4 5 0,-4 4 0,4 3 214,2 3 1,7 0 0,5 3 0,3-3 108,2-3 1,2-1 0,3-6 0,9 1 71,7-1 0,3-8 0,7-3 1,-3-4-106,3-2 1,-1-8-1,1-3 1,-5-4-86,-1-3 0,-2 1 1,-8-2-1,-2-2 68,-1-2 0,-8 1 0,1 5 0,-5-1 22,-5 1 1,-7 0 0,-9 2 0,-3 4-109,-3 5 0,-2 4 0,-3 2 0,2 2-81,1 4 0,2 3 1,-1 8-1,5 0-184,4 0 0,2 8 1,2 2-1,3 1 3,7 1 1,5-8 0,5 2 0,9-4 79,7-2 0,5-2 0,8-4 0,3-5 456,3-4 0,-4-10 1,4-3-1,-6-4 28,-6-2 1,1 0 0,-10-2 0,-4-2-82,0-2 0,-7 0 1,-2 6-1,-4 0-170,-2 0 1,-8 5 0,-3 1 0,-6-1-217,-6 3 0,-2 1 0,-5 8 0,1 0-29,-1 0 0,-1 2 1,1 4-1,3 5 105,2 4 0,2 3 1,6-1-1,2 2 43,4 4 1,3-4 0,10 3-1,4-1 134,5 2 1,6-11 0,6-1 0,6-7 142,3-4 1,2 0 0,0 0-1,-1-2-82,-5-4 0,-3-3 1,-8-8-1,0-1-325,0 1 0,-7 0 0,-4 0-232,-4 0 0,-10 5 1,-3 1-1,-7 0-437,-4 1 1,1 3 0,-8 7 0,-1 0 194,-3 0 1,7 0 0,3 0-1,4 0 109,2 0 0,1 7 537,5 5 0,-4 3 0,5 2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8.20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292 189 8618,'0'-17'1133,"0"0"1,0 5-1,0 1-968,0-3 0,0-1 0,0-2-321,0 0 1,0 5-1,-2 1 101,-4-2 0,-3-1 0,-8 3 0,0 5 24,-1 4 1,-4 4 0,-1 4-1,0 5 129,-2 5 0,6 8 0,-2 3 0,6 2 44,4-1 1,7 1 0,-2 3 0,4-2-25,2-1 1,14-8-1,3 2 1,4-6 10,3-6 1,1-3-1,5-8 1,-1 0-1,1 0 1,-3-8-1,0-5 1,-4-6-43,-8-4 0,0-5 0,-7 3 0,-1 0 53,1 0 0,-4-3 0,-10 3 0,-5 0-45,-5 1 1,-3 3 0,-4 7 0,-5 5-226,-4 1 1,-3 3 0,1 5 0,0 1-29,0 5 0,7 9 0,4 8 1,4 0-18,2 2 1,7 1-1,5 7 1,3-3 217,2-1 1,9-8-1,8 0 1,10-6 139,5-4 1,3-7-1,-1 2 1,0-4 103,0-2 0,-1-8 1,-3-3-1,-3-7-166,-2-4 0,-3 3 0,-4-6 0,-3 2-96,-4 0 1,-3 0-1,-8 4 1,-2-2-230,-4-1 1,-5 1 0,-12 7 0,-6 5-155,-3 1 0,-2-3 0,0 5 0,-1 2 260,1 2 0,2 10 0,1 3 0,5 5 168,1 1 1,4 2 0,10 4-1,5 3 131,4 1 0,2 3 0,4-5 1,5 0 155,8 0 0,12-5 0,-1-8 0,5-6 18,1-4 0,0-2 1,1 0-1,-3 0-252,-4 0 1,3-8 0,-8-4 0,-2-3-54,-2-2 1,-10 0 0,-3-2 0,-4-2-169,-2-2 1,-8 0 0,-3 8 0,-6 2-320,-6 1 1,-4 9 0,-7-3 0,0 4 2,-1 2 0,7 0 0,1 2 0,3 4 162,3 5 0,2 4 0,1 2 0,3 1 175,4-1 1,3 0 0,8 0 0,0 0-37,0 0 1,8-7 0,3-3-1,4-1-554,3 0 0,-1-1 0,0-5-2102,0 0 2769,0 0 0,-7-7 0,-3-3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29.1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258 359 8000,'6'-17'449,"-1"-1"0,7 1 0,-7 0 1,-1 0-113,-2 0 0,-2 0 0,0 0 1,0 0 9,0-1 1,0-4 0,0-1 0,-2 2-144,-4 2 1,-3-4 0,-8 2 0,0 4-241,0 4 0,-6 7 0,-2-4 1,0 3-34,1 3 1,-1 4-1,4 6 1,-2 7 47,2 8 0,4 6 0,6 9 0,5 2 156,4 2 0,2 2 1,2-4-1,4 2 79,5-2 1,10-10 0,4-5-1,1-4-87,5-2 0,7-7 1,2-5-1,-2-3-160,-2-2 1,-8-9 0,-1-6 0,0-8-108,-1-4 1,-10 0-1,-1-3 1,-6 1 112,-5-1 1,-2 0 0,-4 1 0,-4 4 77,-5 1 1,-6 5 0,-6-4 0,-4 6-13,1 5 0,-7 5 1,7 7-1,-3 0-2,1 0 1,7 3 0,-2 7 0,4 7 54,2 2 1,7 8 0,3 1 0,1 5 75,0 1 1,2-2 0,10-3 0,6-6 27,3-4 0,4-4 1,4-4-1,5-5-75,5-4 0,1-10 1,0-5-1,-2-6-255,-3-4 1,-4-7-1,-8 3 1,0-2-67,0 1 0,-7 5 0,-5-4 0,-3 3 92,-2 3 0,-7 2 0,-5 2 0,-5-1 6,-6 1 1,2 8 0,-7 3-1,-1 4 57,3 2 0,-5 8 1,8 3-1,2 6 97,2 6 1,4-2 0,2 8 0,3-1 12,3-1 0,1-2 0,6-8 0,2 0 201,4 0 0,5-2 0,10-3 0,4-7-122,1-3 0,1-8 0,3-1 0,-3-5-160,-2-7 1,-2 6 0,-8-8 0,-2 0-156,-1 2 0,-9 0 1,3 2 38,-4 0 1,-4 2 0,-4 1-1,-5 5-140,-4 1 1,-8 3-1,-2 5 1,0 1 80,1 5 0,1 4 0,6 9 0,0 2 116,-1 1 1,3 1 0,4-4 0,5 2-64,4 2 1,4 0 0,4-8-804,5-3 1,4-5 940,3-7 0,6 0 0,3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0.268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326 275 8178,'6'-17'-1299,"1"0"1442,3 0 1,-4-1 1067,5 1-581,-7 8 0,3-1-77,-7 5 1,-1-5 0,-3-7-129,-2 0 1,-2 5 0,3 1 0,-7-2-212,-3-3 1,-2 1 0,0 2 0,0 3-150,0 3 0,-6-5 1,0 7-1,0 1-9,-2 2 1,6 4 0,-4 3-1,4 9-193,2 7 0,2 0 1,4 7-1,5 3 184,4 1 1,2 0-1,2-1 1,4-5 185,5-1 0,6-2 0,6-6 1,4-2-43,-1-3 0,7-5 0,-5-7 0,3 0-153,-3 0 0,-1-2 1,-6-3-1,2-9-81,-2-6 0,-10 1 1,-5-6-1,-4 2 8,-2 0 0,-2-2 0,-4 4 0,-7-1 19,-8 1 1,-6 2-1,-7 3 1,0 5 19,-1 5 1,1 4 0,0 4 0,0 4 28,-1 5 0,9 7 0,3 4 0,6 5 8,5 0 0,5 5 1,9-5-1,3 1 88,7 1 0,9-10 0,3 0 0,5-8 29,7-3 0,-2-2 1,6-6-1,-4-2-120,-1-4 0,-1-4 0,-2-7 0,-3 0-52,-6 0 1,-10 0-1,-3-2 1,-3-2-27,-3-2 1,-4 0 0,-6 6 0,-7 0-134,-8 0 1,-6 5 0,-7 3-1,-2 1 15,-4 5 1,4 1-1,-4 2 1,6 2 236,5 3 0,-1 10 0,7 10 0,4 0 24,5 0 1,7 3 0,7-3 0,0 0 116,0-1 1,9-3 0,8-7 0,10-5 40,5-1 1,3-2 0,-1-8 0,0-4-233,0-6 0,-5-3 1,-2-2-1,-3 0-215,-3 0 0,-9-6 1,-7 0-1,-3 2-228,-2 2 0,-2 2 1,-5 2-1,-10 2-397,-10 1 1,-5 8-1,-4-1 1,-2 3-273,-2 2 1,1 2 0,11 1 1082,5 3 0,-4 15 0,1-2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1.73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206 69 8306,'-15'-2'1188,"2"-2"-343,1-1 0,7-3 0,-7 4-584,-1-1 1,3-7 0,-1 5-271,-2-3 1,-3 6 0,-1-1-170,0 3 1,2 9-1,2 5 1,3 3 141,2 2 0,3 2 0,5 4 0,0 5 139,0 5 0,2-1 0,5-1 0,8-5 108,6-1 1,8 4 0,-4-9-1,1-2-97,5-5 0,-5-9 0,1 1 0,-2-3-48,-4-2 0,-2-7 0,-4-5 0,-4-5-35,-5-6 1,2 2-1,-3-7 1,-3-1 58,-6 3 0,-7-5 1,-10 8-1,-2 2 97,2 2 0,-3 4 1,-1 2-1,0 3-73,0 3 1,1 1-1,3 8 1,-2 4-70,2 5 1,10 12 0,5 5 0,4 5-100,2 1 0,0-5 0,2-3 1,4 1 47,5 0 0,10-7 1,4 3-1,-1-6 212,1-5 1,4-5 0,-7-7 0,1 0-76,2 0 0,-6-7 1,2-6-1,-6-7-92,-3-2 0,-7-3 1,5 2-1,-3-4-233,-3 1 1,-4-1-1,-4 6 1,-3-2-73,-3 2 0,-3 2 0,-8 4 0,-2 2 167,2 1 1,-5 9 0,-1-3 0,0 4 66,5 2 0,3 2 0,3 6 0,3 7 150,2 6 0,7 7 1,-2-3-1,4 0 67,2-1 0,8-1 0,3-6 1,4-1 112,3-5 0,4 2 1,1-7-1,0-2-101,2-2 1,-6-10 0,4-1 0,-6-5-139,-6-3 0,3 4 1,-9-10-1,-1 4-337,-2 2 0,-2 0 1,-2 0-1,-4 0-153,-5-1 1,-6 3 0,-4 2 0,-2 3-188,2 3 0,0 1 0,0 6 226,-2 0 0,2 2 0,10 4 0,5 5-199,4 4 1,2 2-1,0 1-521,0-1 0,8 0 1112,3 0 0,12-8 0,4-1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8.717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154 103 8316,'17'0'229,"-5"0"205,-1 0 0,-5 0 1,4-2 455,-3-4 1,1 2-181,-3-7 1,-3 0-261,4-7 1,-4 1 0,-4 2-356,-4 4 1,1 3-1,-11 8 1,-3 0-219,0 0 0,-2 0 0,0 0 0,-1 2-50,1 4 0,2 3 0,2 8 0,1 0 72,5 1 0,-2-1 0,7 0 0,2 0 142,2 0 0,2 0 0,2 0 1,4 0 199,5 1 0,10-7 0,4-2 0,2-1-92,3-4 1,2-2 0,1-4-1,-5-2-22,-5-2 1,2-7 0,-4 2-1,-4-5-8,-4-1 1,-9 0-1,2 0 1,-4 0 49,-2 0 0,-8 0 0,-3 0 0,-7-1-213,-4 1 0,-3 8 0,-6 3 0,3 4 57,-3 2 1,1 0-1,1 2 1,7 4-91,3 5 0,1 6 1,3 4-1,4 4-45,5 2 1,4-5 0,2 5-1,4-2 203,7-4 1,3-4-1,14-4 1,3-3 65,1-3 1,2-1-1,-1-8 1,-3-2-36,-1-1 0,-8-9 1,1 3-1,-3-4-117,-1-2 1,-9-1 0,-3 1 0,-4 0-95,-2 0 0,-4 0 0,-6 0-57,-7 0 1,-9 5 0,1 3 0,-2 1-20,-3 4 0,-3 2 0,1 2 0,2 0 190,1 0 1,8 8 0,-2 3-1,6 7 194,6 4 1,3-3 0,8 6-1,0-2 104,0 0 0,10 0 1,5-8-1,8-2 7,3-1 1,3-9 0,3 3 0,-1-4-56,-3-2 1,-7-2-1,2-2 1,-6-3-184,-5-3 1,1 5-1,-7-7 1,-3-1-262,-1-2 0,-4 3 0,-3 1 0,-7-1-78,-3 3 1,-8-5-1,-1 9 1,-3-1-116,-4-2 1,7 7 0,-1-5 0,2 4-51,0 2 1,6 6 0,8 1-264,1 3 0,4 1 0,10 4-2427,5-3 3112,5-5 0,8 1 0,3 2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35.30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480 257 8188,'0'-17'316,"6"5"1,0 1 538,-2-2 0,-3 3 0,-1-1-239,0-3 1,0 5-161,0-2 0,0 5-369,0-6 0,-7 9 0,-5-5-107,-3 0 0,-2 6 1,-2-1-1,-4 6 19,-5 9 1,-5 5 0,-1 6 0,-2 5 105,-4 5 0,4 1 1,-4 2-1,4 4 87,1 6 0,9-2 1,3 1-1,6 3-97,5 1 0,5 1 1,9-5-1,5-5-41,10-3 0,8-5 0,11-6 0,4-6-135,6-7 0,2-9 0,-1 1 0,-3-3-141,-2-2 0,-2-5 0,-6-3 0,-2-2-519,-3-3 1,-4-2-1,-10-2 1,-2 0-401,-1 0 0,-9-3 1141,3-2 0,-4 3 0,-2-6 0</inkml:trace>
  <inkml:trace contextRef="#ctx0" brushRef="#br0" timeOffset="367">823 0 8357,'0'10'1999,"0"-1"-1385,0-3 1,0-2-1,-2 7-149,-4 2 1,4 5 0,-3 4 0,3 7-48,2 3 0,-6 10 1,0 4-1,3 5-329,1 6 1,2-2 0,0 6-1,0-2-436,0-4 1,0-7 0,0-6 0,0-2-457,0-2 0,2-15 1,1 1-1,5-10-947,1-7 1,-3-1 1749,6-6 0,-1-15 0,6-4 0</inkml:trace>
  <inkml:trace contextRef="#ctx0" brushRef="#br0" timeOffset="867">1337 463 8936,'0'-12'1475,"0"1"1,0-1-1123,0-5 0,0 6 0,0-1-408,0-1 1,-2 5-1,-4 3 1,-4 1-59,1-2 1,-8 4-1,2-3 1,-6 3 57,0 2 0,0 7 0,0 5 0,-4 5-14,-1 6 0,5-2 0,-2 7 0,6 1 139,5-3 1,-1 5 0,7-7 0,2 1 71,2 0 0,2-2 1,2-6-1,6-2-48,9-3 1,2-5 0,8-7 0,-1 0-101,1 0 0,-4-6 0,4-3 0,-1-4-168,1-6 0,-6-2 0,2 4 0,-6-1 107,-6 1 0,2 0 1,-7 0 289,-2 0 1,-2 0-46,-2 0 0,-2 7 0,-4 6-369,-5 8 0,-2 6 0,1 7 1,4 0 95,1 0 1,5 0 0,-4 0-1,4 0-22,2 1 1,8-1-1,3 0 1,5 0-297,1 0 0,2-7 0,2-5 0,3-3-579,3-2 0,-4 0 992,5 0 0,1-15 0,5-4 0</inkml:trace>
  <inkml:trace contextRef="#ctx0" brushRef="#br0" timeOffset="1367">1970 325 8223,'-2'-11'283,"-1"0"468,-3-3 0,0 5 0,6-3-319,0-1 0,0 4 1,-2-1-177,-3 2 0,3 1-268,-4 1 0,2 4 0,-2-3-24,-5 3 0,-4 4 1,-2 1-1,-1 5-94,1 1 1,0 1 0,0 3 0,0-1 49,0 1 1,0 2-1,2 2 1,1 0 63,3 1 1,7-7-1,-2 0 1,4 3 40,2 1 0,8 2 0,5-2 0,8-1-85,8-3 0,-3-1 1,3 3-1,1-4-43,3-1 0,-7 5 1,-1-3-164,0-1 0,-8 7 288,0-5 0,-9 2 1,-14 1-1,-7-5 17,-8-1 1,-6-1-1,-7-3 1,0 4 6,-1 1 0,3-5 0,2 4 0,3-3-686,2 1 0,2 0-1301,6-6 1941,8 0 0,9 0 0,9 0 0</inkml:trace>
  <inkml:trace contextRef="#ctx0" brushRef="#br0" timeOffset="1750">2535 291 8223,'-9'-7'1733,"1"3"-215,8-8-1225,0 1 1,-2-4-406,-3 3 1,-5 3 0,-7 5 17,0-2 0,0 1 0,0 7 0,-2 1-16,-4 3 1,2 5 0,-6-3 0,2 2 100,5 3 1,2 2 0,7 2 168,5 0 1,4 0-1,4 1 0,4-1-33,5 0 0,10-6 0,4 1 0,2 1-91,3 2 0,2-3 1,1-1-1,-3 2-120,-1 3 0,-8-5 0,0 0 0,-6 1 98,-4-3 0,-7 7 0,0-5-8,-8 4 1,-11-3-1,-10-3 1,0-1-327,1-4 1,-5-2 0,6-2 0,0 0-1120,-1 0 1439,5-8 0,-6-2 0,8-7 0</inkml:trace>
  <inkml:trace contextRef="#ctx0" brushRef="#br0" timeOffset="2283">3032 463 14596,'11'0'1160,"1"-2"-985,1-4 0,-3 2 0,1-7 1,2-3-166,3-1 1,6-4 0,1-4 0,0-3-240,2-1 1,-6-5 0,4 3-1,-2-3-76,1-3 0,-4 1 0,1 2 0,-6 3 75,0 7 1,-5 2 35,-2 3 0,-4 10 264,-2 7 0,-6 15 0,-2 14 0,1 3 269,-1 2 1,-3 8 0,5 2-1,0 1 45,-1 1 1,5 0 0,-4 3 0,4 1-494,2 1 0,0-11 1,2 6-1,4-10-966,5-8 1,4 3 0,2-10 0,1-6 1074,-1-7 0,0 1 0,0 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3.35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120 69 7803,'10'-8'967,"-2"6"0,-7-6 0,3 7 438,2-5-989,0 4 0,-6-8-250,0 5 0,0 1-326,0-8 1,-2 9 0,-4-3-106,-5 4 0,-5 4 1,1 4 124,4 5 1,-3 10 0,9 2 0,1 0 355,2 1 1,2-3 0,0 6 0,2-2-52,4-4 1,5-8 0,10-4 0,4 1-104,1-1 1,-5-5 0,4 2 0,-2-6-36,0-6 0,0-3 0,-8-8 0,-2-2 41,-1-4 1,-9 4 0,3-4 0,-4 2 10,-2-2 1,-2 8-1,-4-4 1,-7 2 15,-8 3 1,0 3 0,-7 0 0,-1 5-64,2 4 0,-3 2 0,5 2 0,1 6-25,-1 9 1,2 2-1,6 9 1,2 3-66,3 1 0,5 0 1,7-1-1,1-5 76,5-1 0,9-4 1,10-9-1,2-7 55,3-3 0,3-2 0,1-2 0,-2-3-137,-3-7 1,1-3 0,-7-2 0,-2 0 60,-2 0 0,-4-6 0,-3 0-5,-7 2 1,-3 2-1,-4 2 1,-3 2-32,-7 3 1,-5-1 0,-4 7 0,-4 2 27,-1 2 0,-3 2 0,-3 0 0,1 2 32,3 4 1,5-2-1,-4 9 1,3 4 51,3 4 1,9 4 0,7-2 0,3 3 33,2 1 0,2-2 0,5-8 1,8-2 14,6-3 0,10-5 0,-3-7 1,5 0-123,1 0 0,-6-7 0,-1-5 1,-2-3-18,-4-2 0,-2-6 1,-4 0-1,-4 2 54,-5 2 0,-4 2 1,-4 0-29,-4 0 0,-3 5 0,-10 3 0,-2 1-70,-2 4 0,-7 3 0,3 2 0,0 3 50,5 2 1,-3 7 0,2 1-1,4 5 20,6 3 1,-1 1 0,9-6 0,1 1 115,2-1 1,10-2 0,3-4-1,6-5-6,6-4 1,2-2 0,5-2 0,-3-4-68,-3-5 0,-1-2 0,-6-1 0,1 3-531,-1-2 1,-8-3-225,-3-1 1,-6 8-1,-8 3 1,-7 4-961,-6 2 0,-4 2 1663,3 4 0,-5 3 0,-7 8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5.13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223 101 8266,'-10'0'2345,"1"0"-1552,3 0 1,4-2-615,-3-4 1,3 3 112,2-9 0,0 6-217,0-5 0,0 0-223,0-6 0,-8 7 0,-2 2 51,1 1 0,-6 5 0,3-4 0,-3 6 120,-2 6 1,0 3 0,0 9 0,2-1 45,3 0 0,-1 6 0,7 1 0,2 1 42,2 0 1,2-2 0,2-6 0,4 0 49,5 0 1,5 0 0,3-2-1,2-3-28,1-6 0,7-5 0,-4-1 0,-1 0-30,1 0 0,-2-7 0,-6-5-43,0-3 0,-2-2 0,-3 0 1,-6 0-21,-5 0 1,-1 0-1,-1-1 1,-5 1 6,-6 0 1,-3 0 0,-2 2 0,-2 3-41,-4 7 1,2-3-1,-5 2 1,1 3-96,4 1 1,-4 4-1,2 1 1,3 7 34,0 5 0,5-2 0,4 12 1,5 0-29,4 3 0,2-1 0,2 0 1,4-3 81,5-3 0,12-2 1,6-1-1,3-3 144,2-4 0,0-3 1,-1-8-1,-3-2 12,-1-4 0,-3-3 1,3-8-1,-6-1-74,-4 1 0,-10-6 0,-3 1 0,-4-1-131,-2-2 0,0 6 0,-2-4 1,-4 4-67,-5 2 1,-10 6 0,-4 1 0,-1 1 65,-5-1 0,1 6 0,-1-1 0,3 3 83,-3 2 0,7 5 1,1 5-1,4 3 13,2 6 0,1 8 0,5-2 0,5 1-30,4 5 0,4-7 0,4 1 0,5-4 13,5-4 0,8 2 0,5-13 0,3-2 48,2-2 0,-1-2 0,-3-2 1,-3-4-2,-2-5 1,-4-5-1,-8-1 1,-4 0-70,-1 0 0,3 0 0,-5 0 0,-4 0-32,-6 0 0,-1 1 0,-11 5 0,-3 3-118,0 1 1,-7 5-1,-1-4 1,0 4 140,5 2 0,-3 0 0,2 2 0,2 4 87,2 5 1,4 4-1,1 3 1,5-1 19,1 0 0,3 0 1,5 0-1,2 0 77,3 0 0,5-7 0,9-4 0,2-5-40,2-1 1,5-1-1,-5-3 1,-2-4-154,-2-1 1,-2-3-1,0-3 1,-2 2-451,-3 1 0,1 1 187,-7-6 0,-2 1 0,-10 3 11,-6 2 1,-3 7-1,-2-2 1,0 6 161,0 6 0,0-2 0,0 5 1,1 1 42,5-1 0,-2-3 1,5 3-466,-1-1-210,5 5 1,-2-11 0,12 4 730,5-4 0,12 6 0,4 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6.3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223 103 8243,'-2'-11'1417,"-4"-1"0,3 1-1026,-9-6 1,8 5 0,-3 3-310,-1 1 1,4 0-1,-7 5-8,-2-3 0,3 0 0,-1 6 0,-3 0 21,-1 0 0,0 8 1,2 3-1,1 4 99,-1 3 1,0 6 0,-1 5 0,5 3 14,1 2 0,2 6 0,6 0 1,2-2-147,4-1 1,4-11 0,9-3-1,2-4-28,1-2 1,7-7 0,-4-5-1,-1-3-30,1-2 0,4-7 1,-7-7-1,-1-5 55,-2-3 1,-9-7 0,-2 4-1,-3 1 64,1-1 1,0-4 0,-8 6 0,-4 2 30,-5 2 1,-5 2 0,-3 0 0,-2 2 43,-1 4 0,-3-3 0,4 9 0,-2 1-245,2 2 1,2 4 0,2 3 0,0 7-162,0 3 1,7 4 0,5 2-1,3 4 91,2 1 1,0 1-1,2 2 1,3-7 69,7-3 0,3-1 0,2-3 0,2-4 96,4-5 0,2-4 1,5-4-1,-3-4 15,-3-5 1,-1-4 0,-6-3-1,-1 1 43,-5 0 0,2 0 0,-7 0 0,-2 0 60,-2 0 0,-2 0 0,-2-1 0,-4 3-60,-5 4 1,-6-3-1,-4 9 1,-4-1-148,-2-2 0,6 7 0,-3-5 0,1 4-147,0 2 0,0 8 0,8 3 1,2 4 96,1 2 1,7 2-1,-5 2 1,2 4 146,5 2 1,3-6 0,5 1 0,7-3 24,3-1 0,8-7 0,2-2 0,1-1-83,5-4 1,-5-4 0,1-4 0,0-4-26,-1-1 1,-7-2 0,0-7-1,-7 1-6,-5 0 1,1 0-1,-4 0 1,1 0 117,-1 0 0,-10 5 0,-5 3 0,-6 1-4,-6 4 1,2 2 0,-5 2 0,-1 0-39,0 0 0,6 2 0,-2 4 0,4 5-142,2 5 1,8 1 0,1 0 0,2 0-169,1 0 0,1-2 0,8-1 0,3-5-514,3-1 1,3-2-1,8-6 1,2 0 778,-2 0 0,6-8 0,-1-2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7.4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171 86 8084,'8'10'2701,"-6"-3"-927,5-7-1450,-7 0 1,0-7 0,0-5-75,0-3 1,0 4-1,-1-1-101,-5-1 1,2 3 0,-7 1 0,-3 1-67,-1 4 0,4 2 0,-1 2 0,-1 0-110,-2 0 1,-2 6-1,1 4 1,3 3 115,2 6 0,1 4 1,-1 0-1,5 3-56,4 1 1,4 5 0,4-5 0,5 0 0,4-5 1,4-3 0,2-3-1,4-3-95,2-2 1,-6-7-1,3 0 1,-1-8-10,0-7 0,0-6 0,-6-4 0,-2-4 73,-3-2 1,-5 1 0,-7-5 0,0 3 127,0-3 1,-2 7 0,-3 1 0,-7 6 34,-3 5 1,-2-1-1,0 7 1,-2 2-113,-4 2 0,4 4 0,-4 4 0,4 5-87,2 5 0,2 3 0,1 2 0,5 3 10,1 3 0,2 2 0,6 5 0,0-2 25,0-3 1,8 1 0,4-7 0,3-2-1,2-2 1,6-10 0,1-3 0,3-4-27,4-2 1,-5-8 0,1-5 0,-2-6-63,-5-4 1,-1-5 0,-3 3 0,-3 0-24,-2 1 1,-7-5-1,2 6 1,-6 2 156,-6 2 0,-3 8 0,-10-1 0,-2 1 13,-2 1 1,-8 3-1,5 7 1,-3 0 24,1 0 0,5 2 0,-4 3 0,4 7-7,8 3 0,-2 8 1,8 2-1,-1-1-18,4 1 0,4-2 0,4-4 0,4 2 16,6 2 0,3-6 0,4-8 1,2-1-68,2-4 1,5-4 0,-5-6 0,-2-5-71,-2-5 1,-2-6 0,0-3 0,-2 0-186,-3 0 0,-5-3 0,-7 5 0,0 0-19,0-2 1,-9 6-1,-8-2 1,-8 8-190,-2 7 0,-5 5 0,3 1 1,-1 1 51,1 5 0,-1 4 0,9 7 1,4 2-500,4 4 0,9-2 0,-2 5 900,4-1 0,10-2 0,1-6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8.54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292 138 8870,'0'-12'1338,"0"1"0,0 5-998,0-5 0,0 0 1,-2-7-128,-4 1 1,2 6 0,-7 1 0,-2 1-74,-3-1 0,-1 7 1,0-3-1,0 4-55,0 2 1,-6 0-1,0 2 1,2 4-52,2 5 0,2 10 0,2 4 0,3-1 40,7 1 0,3 4 1,2-7-1,0 1-12,0 2 1,7-6 0,5 4 0,5-6-12,6-6 1,-2-1-1,5-6 1,1 1-45,0-1 1,-6-2-1,1-4 1,-3-3-3,-1-7 1,-3 3-1,-2-3 1,-3-1 35,-3-2 1,-1-2-1,-6-1 1,-2 1 89,-4 0 0,1 2 0,-11 2 0,-3 3 15,0 2 1,-5-3-1,-1 5 1,0 3-58,0 1 1,-3 2 0,3 2-1,0 3-61,1 7 0,3 3 0,7 4 0,5 2-102,1 2 0,3 5 1,5-3-1,2 0 136,3-1 1,7-3 0,9-7 0,3-5-34,3-1 1,1-2-1,7-6 1,-3-2-41,-3-4 0,1-4 0,-5-9 1,-2-2-116,-4-1 0,0-3 0,-14 4 0,-1-4 40,-2-1 1,-2 5 0,-2-2 0,-4 4 50,-5 2 0,-10 7 0,-4 3 1,-1 1 106,-5 0 1,5 0-1,-1 8 1,0 4 2,1 5 0,5 5 0,0 3 0,6 2-121,3 1 1,8 7-1,-1-4 1,3-1 25,2 1 1,7-4 0,5-9 0,5-7-192,6-3 0,-4-2 1,6 0-1,-3-2-694,1-3 1,0-5-1,-6-5 1,-2 2-3047,-3 1 3951,-5 1 0,1-14 0,2-2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49.90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290 86 9626,'-10'0'1763,"-3"-8"-1531,7-3 0,-5-4 0,3-1 1,-2 3-69,-3 2 1,-2 7-1,-2-2 1,0 4 22,0 2 0,-2 0 1,-2 2-1,-2 4 17,2 5 1,2 4 0,4 4-1,1 2-38,3 2 1,7 8 0,-2-3 0,6 3-106,6-3 1,5 3 0,10-9 0,4-1-67,2-2 0,-4-9 0,3-4 1,1-4 65,0-2 0,-7-2 0,3-4 0,-4-7-47,-2-8 0,-7 0 1,-4-6-1,-4 2-20,-2 4 1,0-3 0,0 1 0,-2 2 20,-4 2 1,-4 4 0,-9 1 0,-2 5 20,-1 1 1,-3 3-1,4 5 1,-2 0-21,2 0 0,-2 7 1,4 5-1,4 3-25,0 2 1,7 6 0,3 2 0,3-1 42,2 1 0,2 4 0,3-5 0,9 1-4,7 0 0,-1-4 0,9-8 1,1-4-33,3-1 0,-1-2 0,-1-8 0,-5-4 5,-1-5 0,4-10 1,-7-2-1,-3 0-44,-5-2 1,-7 6 0,-7-5-1,0 1-25,0 0 1,-2 0 0,-3 8 0,-9 2 42,-7 1 0,-3 7 0,-7-5 0,3 2 29,-3 5 1,1 1 0,1 4-1,5 3 51,-1 7 0,8 3 0,-2 4 0,7 2 100,5 2 1,1 5 0,6-3 0,2 0 19,4-1 1,3-1 0,10-6 0,2-1-133,2-5 1,5-3-1,-3-8 1,0 0-57,0 0 1,-3-8 0,-4-3 0,-3-5-82,-4-1 1,3-6 0,-9 1 0,-1 1-199,-2 2 1,-4 2 0,-4-1 0,-5 3-30,-4 4 0,-2-3 0,-2 9 0,-2 1 201,-2 2 0,0 2 0,6 0 0,2 2 165,3 4 1,-1 3 0,7 8 0,2 2-209,2 4 1,2-4 0,0 4 0,2-6-586,4-5 0,4 1 0,7-7 746,0-3 0,8-8 0,1-5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1.08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223 154 7806,'10'-7'668,"-3"3"62,-7-7 1,0-1-160,0-5 0,0 0 0,0 0-176,0 0 1,-1 5 0,-5 3-269,-6 1 1,3-3-1,-2 5 1,-3 2 23,-1 2 0,-2 2 0,0 2 0,0 4-155,-1 5 1,1 5-1,0 3 1,2 2 20,4 1 0,-3 7 0,9-4 0,1-1 54,2 1 1,4 4 0,3-5 0,7 1-29,3 0 1,4-2-1,2-8 1,4-4-31,1-5 0,-5-4 0,2-2 0,-4-2 113,-2-4 0,0-3 1,-1-10-1,-3-4 2,-2-6 0,-7 3 0,2-1 1,-4 0 3,-2 1 1,-8 5 0,-3-2 0,-4 4 50,-3 2 1,-1 2-1,-1 1 1,-5 5-169,-2 1 0,6 3 0,-4 6 0,3 5-65,-1 6 0,0 9 1,8 3-1,3 3 59,7 3 1,3 8 0,2 2-1,0-3 17,0-7 1,9 0 0,6-7-1,8-2-48,4-2 0,1-4 0,7-3 0,-1-8-81,0-8 0,0-8 1,-1-9-1,-3-3 1,-1-3 0,-14-1 0,0-7 1,-3 1 53,-3 0 0,-5 7 0,0 4 1,-8 4 111,-7 2 0,-7 0 0,-2 2 0,-5 3 91,-2 7 0,-1 3 1,-5 2-1,3 0-72,1 0 1,3 7-1,-3 5 1,8 3-32,8 2 1,0 8 0,7 2 0,2-1-18,2-3 0,2 2 1,2-2-1,6-2-133,9-2 1,2-10 0,9-3-1,1-4-510,-3-2 1,7-2-1,-7-2 1,1-4-380,-4-1 1,-6-3-1,-4-5 987,-1 0 0,-1-8 0,6-1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2.28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189 120 9333,'-9'8'1053,"1"-6"1,8-2-1,0-12-898,0-3 0,0-2 0,0 0 19,0 0 0,0 5 0,-2 3-81,-3 1 0,-5-3 1,-7 5-1,0 2-4,0 2 0,0 10 0,-1 3 0,3 5-65,4 1 0,-2 7 0,7 3 1,2 2 38,2-1 0,4-7 0,4 4 0,5-2 16,4-1 1,4-4-1,2-9 1,2-1-34,-2-4 1,4-3 0,-2-2 0,-2-5 9,-2-6 0,-8 1 0,-1-4 0,-3-4-14,-3 0 0,-2 0 0,-2 2 0,0-1-31,0 1 1,-8 2 0,-3 2 0,-4 1-27,-3-1 1,-1 5-1,-1 3 1,-3 3 12,2 2 1,-4 2-1,2 3 1,2 7 88,2 3 1,8 4-1,1 2 1,3 4-47,3 1 0,2 1 0,4 2 1,4-7 181,5-3 1,12-1 0,5-3-1,5-4-155,1-5 0,-5-4 0,-1-2 0,1-2-175,-3-4 0,5-9 0,-10-8 1,-4 2 24,-4 2 0,-9-4 1,2 0-1,-5 1 46,-1-3 0,-9 12 0,-6-5 0,-8 3 40,-4 0 1,-1 6 0,-7 3-1,1 4-19,0 2 0,5 2 0,3 2 0,1 5-89,4 6 0,4-1 1,6 9-1,5-4-408,4-2 1,4 0 0,4 0 0,7-2-1315,8-3 1,5-5 1825,9-7 0,7-15 0,1-4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6.89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33 69 12723,'11'-9'1684,"-1"1"-1392,-3 1 1,7 3 0,-3-6-152,4 3 0,2-1 0,2 4 0,2-1-24,2 1 0,0 2 0,-4 4 1,2 3 59,2 7 1,-2 5 0,-10 4 0,-3 4 97,-1 1 0,-5 5 1,2 9-1,-10 5-76,-11 5 1,-6-5 0,-9 1 0,0 2-214,-4 1 1,-1 1 0,7-5-1,3-5-187,3-4 0,1-9 0,8-4 1,3-4 21,6-2 0,6-7 0,6-5 1,6-3 74,3-2 1,10 0 0,3-2-1,4-2 49,3-1 0,-1-7 1,0 5-1,0-1 16,1 1 1,-1 1 0,0 4-1,0-2-528,1-2 1,-9 1 0,-3 5-1844,-4 0 1,-7 0 2409,-1 0 0,0-8 0,7-1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6:54.46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392 566 8136,'10'-2'603,"-3"-2"199,1-2 1,-4-1-139,7 1 1,-7 2-299,2-7 1,1-1 0,-1-5-54,-2 0 0,-2 0 0,-2 0 0,0 0 82,0 0 0,-2-2 1,-4 0-1,-5 0-192,-5 3 0,-1 3 0,-2-2 1,-4 2-48,-5 1 0,-4 8 1,-3 0-1,1 10-27,0 11 1,-6 8 0,2 11 0,3 4-172,5 6 1,11 5-1,0 6 1,8 4 35,3 0 1,4 0-1,10-6 1,7 2-55,8-2 0,11-9 0,8-8 0,0-9-201,2-12 0,-4-2 1,8-9-1,0-4-355,-3-6 1,-1-11-1,-9-10 1,-5-2-492,-5-3 0,-4-1 0,-4 1 0,-3 1-909,-7-1 2016,-3-2 0,-2-3 0,0 1 0</inkml:trace>
  <inkml:trace contextRef="#ctx0" brushRef="#br0" timeOffset="384">957 1 11315,'-5'11'383,"-1"1"1,0-1-1,4 8 1,-2 6-113,-1 9 0,-9 10 1,5 13-1,-3 7 49,1 9 1,0-1-1,-5 6 1,3-2-245,2-3 0,7-5 0,-4-7 1,3-12-754,-1-12 0,0-11 0,8-9-112,4 0 0,3-7 1,8-6-1,1-8-2790,-1-7 3579,0-5 0,-8-8 0,-1-3 0</inkml:trace>
  <inkml:trace contextRef="#ctx0" brushRef="#br0" timeOffset="850">1300 720 8151,'2'-15'166,"1"1"1,3 3 713,-2-2 0,-2 3 0,-2-1-6,0-3 1,0-1-290,0-2 0,0 0-456,0 0 1,-8 7 0,-3 5 0,-4 3 23,-2 2 0,-3 0 0,0 2 0,-3 3-200,2 7 0,-4 11 0,2 5 0,2 4-8,2 3 1,4-1-1,2 0 1,3 0-45,3 1 1,1-7 0,8-1-1,3-2-42,7-4 0,9-4 1,4-6-1,-1-5-151,1-4 0,4-10 1,-5-3-1,1-5 64,0-1 0,-2-6 0,-8-1 1,-2-3 82,-1-3 0,-3 5 1,3 2-1,-7 4 700,-3 2 1,-2 0-268,0 0 1,-2 9 0,-2 10-176,-1 13 0,-1 4 0,6 10 0,0-1-108,0-1 1,0 5-1,2-3 1,4 1-239,5-1 0,4-4 0,2-8 0,2-2-421,4-4 1,2 3-1,4-9 1,-5-3-1248,1-6 1901,-6-5 0,6-16 0,-8-1 0</inkml:trace>
  <inkml:trace contextRef="#ctx0" brushRef="#br0" timeOffset="1250">2002 617 8151,'-6'-17'1011,"0"0"-316,3 0 1,-1 2 0,0 1-1,-2 3-320,3-2 1,1 3 0,0 1-1,-2-1-337,-2 0 1,-1 7-1,1-3 1,-6 4-135,-3 2 0,-2 0 1,0 2-1,0 4-95,0 5 0,-6 4 1,0 4-1,2 2 120,2 2 0,8 2 0,1-4 1,3 2 187,3-2 0,2-1 1,2 1-1,2 2-47,3-2 0,7-2 0,9-2 0,4-1-207,1-5 0,1 4 0,3-3 1,-3 3-45,-2 2 0,1-6 1,-7 1-1,-5 1 169,-5 2 1,-3 2 0,-6 1 0,-2-1 120,-4 0 1,-5-6 0,-14 1-1,-7-1-143,-6-1 1,-2-3-1,6-7 1,-1 0-537,1 0 0,2 0 1,3 0-1,8-2-1794,8-3 2364,-2-5 0,13-15 0,-6-1 0</inkml:trace>
  <inkml:trace contextRef="#ctx0" brushRef="#br0" timeOffset="1667">2447 549 7830,'12'-16'-965,"-3"3"2632,-1 2 1,-3 5-1164,-5-5 1,-2 7 0,-3-2 0,-7 4-270,-3 2 1,-2 0 0,0 0-1,0 0-139,0 0 0,-6 0 0,0 2 0,2 2-172,2 2 1,-4 7 0,2-2-1,4 5-161,4 1 0,3 0 1,-1 0-1,5 0 67,4 0 0,2 0 0,2 0 0,4 1 223,5-1 1,10 0-1,4 0 1,2 0 1,3 0 1,2 0 0,1 0-1,-5-1 8,-5-5 1,2 4 0,-4-3-1,-4 3 40,-4 2 0,-9 0 0,0 0 1,-8 0-108,-7 1 1,-7-7-1,-2-2 1,-5 1-480,-2 0 0,4-7 0,-5 3 1,-1-4-834,3-2 0,1 0 1316,8 0 0,0-8 0,0-1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7.29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18 52 6871,'0'-10'588,"0"-5"0,-2 13 0,-2-5 513,-2-1-210,1 6-247,5-5 1,1 7-349,5 0 1,-2 7-1,7 3 1,1 1 10,-3 1 1,7 5 0,-3 6 0,6-3-48,4 0 0,5 2 0,-3 1 0,2 0-256,3 2 0,2-4 1,3 5-1,-1 1-160,0 0 1,-1-6-1,-3 3 1,-3-1-398,-3 0 1,5 0 0,-6-6-1215,-2 0 0,-4 0 452,-6 0 0,-3 0 1315,-8 1 0,-8-9 0,-1-1 0</inkml:trace>
  <inkml:trace contextRef="#ctx0" brushRef="#br0" timeOffset="300">326 52 7635,'0'-11'2665,"0"-1"-2232,0 8 1,-6-1 0,1 10-300,1 7 0,-4 3 1,1 4-1,-1 4-173,0 5 0,-5 5 0,2 1 0,-5 2-108,-1 4 0,-6-4 0,1 4 0,1-4-932,2-1 1,7-3 1078,1-3 0,-1-5 0,-5-7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8.4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52 11678,'17'0'390,"0"5"0,2 3 0,2-1-295,2 1 0,5 7 1,-3 1-1,2 4-203,3 1 1,3 4-1,1 0 1,-2 0-280,-3-1 0,1-1 0,-5-6 0,0 0-499,-1 1 0,-6-9 0,-7-3 886,2-4 0,2-2 0,3 0 0</inkml:trace>
  <inkml:trace contextRef="#ctx0" brushRef="#br0" timeOffset="317">360 0 8409,'-17'2'1834,"2"4"-1343,4 5 0,-5 4 1,7 4-1,-2 4-421,-1 6 1,6 3 0,-5 2 0,0 1-452,1-1 0,-3 0 0,5 0 0,1 1-1391,-1-1 1772,-5 0 0,11-7 0,-6-2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09.65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35 7704,'0'-11'1552,"0"-1"0,0 10-943,0 2 0,8 14 0,3 9-327,4-2 1,4-1-1,2 1 1,2 2-182,-2-2 0,4 4 1,0-2-1,-1 0-325,1 1 0,4-5 1,-7 2-1,1-6-494,2-3 0,-6-3 0,4 5 1,-4-5 717,-2-1 0,0 5 0,0-3 0</inkml:trace>
  <inkml:trace contextRef="#ctx0" brushRef="#br0" timeOffset="301">343 1 7704,'-18'11'919,"1"1"1,2-7-1,2 5 1,3-1-676,3 1 1,-5 1 0,5 7 0,-3-1-137,-3 0 0,-2 6 1,-3 1-1,1 3-174,0 3 0,0 3 0,2 3 0,2 2-1124,1 2 1190,1 0 0,-6-6 0,-1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1.043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0 138 9023,'10'2'1089,"-4"3"0,-3-3 0,3 4-778,5-4 0,5 4 0,1 1 0,0 1-149,0-1 1,8 7-1,1-3 1,3 6-154,0 6 0,-1-4 0,6 6 0,1-2-573,-1 0 0,0 5 0,-2-5 1,-3-2-298,-6-2 1,-4-10-1,-2-1 1,0-2 860,0-1 0,0 1 0,0-6 0</inkml:trace>
  <inkml:trace contextRef="#ctx0" brushRef="#br0" timeOffset="283">326 1 7990,'-12'0'1725,"3"2"-1113,1 3 1,-3-1 0,3 8-358,-1 1 0,3 8 1,-6 4-1,-1 3-303,-2 8 0,-2 0 0,0 10 0,0 2-218,-1 1 0,3-3 0,4-2 266,5-3 0,-11 7 0,-2-4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2.25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77 12407,'17'17'459,"-6"-5"0,1-1 1,3 2-288,6 3 1,0 6 0,7 1 0,3 0-421,1 2 0,2-4 0,0 5 1,1-1-143,-1-4 1,-2-2-1,-3-2 1,-6 0-1745,-4 0 0,-4 1 2134,-4-1 0,-3 0 0,-8 0 0</inkml:trace>
  <inkml:trace contextRef="#ctx0" brushRef="#br0" timeOffset="284">309 60 7755,'0'-11'2350,"0"-1"-1612,0 1 0,0-1-445,0 1 1,0 9 0,-2 4-165,-4 13 1,2 4 0,-7 10 0,0 3-40,1 6 0,-5 6 0,3 7 0,-3 1-532,-2-1 0,6 0 1,1 1-1,1-3-3202,-1-3 3644,-1-4 0,1-16 0,3-1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8.009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1 128 8101,'0'-10'2196,"0"3"1,5 9-1729,1 3 1,2 7 0,-4 9 0,1 3-132,-1 3 0,4-4 0,-3 5 1,1 3-175,2 1 1,-4 2 0,5 1 0,-1-1-133,-5 0 1,1-7-1,0-4 1,2-4-543,-2-2 0,-3-6 264,-1 1 1,0-10 0,0-2-6,0-10 1,6-5-1,0-2 1,-2 0 54,-2-1 1,3-4 0,3-3 0,1-2 132,5-3 0,1 3 1,2-1-1,0-1 71,0 2 0,2-5 0,2 5 0,2-1 19,-2-1 1,4 14 0,-2 0 0,-2 5 28,-2 7 0,-2 3 0,0 5 0,0 7 86,0 3 0,-5 10 0,-3 3 0,-1 5 90,-5 1 1,-1 0-1,-2 0 1,0 1-190,0-1 0,0 0 0,0-2 0,-2-3-331,-3-6 1,3-4 0,-4-2-276,4 0 1,4-7 0,2-7-484,2-6 0,7-7 1,-4-7 1046,1 0 0,5-8 0,-5-2 0</inkml:trace>
  <inkml:trace contextRef="#ctx0" brushRef="#br0" timeOffset="467">737 368 15139,'17'-2'168,"0"-4"1,-5 2 0,-1-5 0,3-1-188,1 1 0,2-1 0,0-3 0,0 1-360,0-1 1,-5-2 0,-3-2 0,1 0-173,-1-1 1,-5 1-1,2 0 197,-4 0 1,-2 6 0,-2 1 0,-4 2 151,-5 5 0,-5 3 1,-1 3-1,-2 7 407,-4 5 1,4-1 0,-3 10 0,2-1 85,3 0 0,0 7 1,2-1-1,4 1-7,5-1 0,4 1 1,4-5-1,4 0-167,5 0 1,12-3 0,5-6 0,5-5-364,1-5 1,6-4-1,0-2 1,-2-2-301,-2-4 0,-2-3 0,-1-9 1,-5 1-761,-5 0 1306,-4 0 0,6 0 0,1 0 0</inkml:trace>
  <inkml:trace contextRef="#ctx0" brushRef="#br0" timeOffset="1033">1302 128 8440,'0'-10'1813,"0"3"1,0 20-1,0 4-1589,0 2 0,0 6 0,0 0 0,0-1-99,0 1 1,2 6 0,4-5 0,5 3-91,4-1 0,3-7 0,-1 2 0,0-6-74,0-5 0,6 1 1,2-7-1,-1-5-128,1-4 0,0-7 0,-4-7 0,2-2-30,-3-4 0,-6-3 0,-5-9 0,1 3 99,-1 3 1,-5-3 0,2 5 0,-4 1 216,-2 3 0,0 4 1,-2 4 379,-4 3 1,-3-1-619,-9 7 0,3 10 0,4 11 0,5 6 29,4 0 0,2 6 0,2-1 0,4 3 78,5-1 0,4-1 0,5 4 0,2-5 168,7-1 1,3-2 0,4-6-1,2-2-42,2-3 0,6-5 1,-6-7-1,-2 0-123,-2 0 1,-9-6 0,-2-1 0,-4-3-185,-4-3 0,2-8 0,-12-2 1,1 2 10,0 2 1,-3-4-1,-5-1 1,0-1 75,0 0 0,-2-3 0,-1 3 0,-5 0 257,-2 0 0,7-3 0,-5 5 0,2 2-10,1 2 0,-3 4 1,4 2-612,-2 1 1,-1 10 469,1 2 0,-3 15 0,-9 12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16.74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18 17 13521,'17'10'495,"-2"5"0,-2-3 0,1 5-295,5 6 1,-2-3 0,8 7 0,-1 0-135,5-1 0,-2 3 0,1 5 0,1 0-371,-3 1 1,5-3-1,-8-2 1,-3-1-713,-1 1 0,-1-7 0,-3-4 1,-2-5-2021,-1-1 3037,-9-5 0,13-1 0,-7-7 0</inkml:trace>
  <inkml:trace contextRef="#ctx0" brushRef="#br0" timeOffset="234">377 0 7998,'-2'10'741,"-3"-5"0,1-1 0,-6 2-161,3 5 1,-1 1 0,2 3 0,-5 8-449,-4 7 0,-4 5 0,-4 14 0,-6 6-233,-3 4 0,-2 4 0,1 4 0,3-3-249,2-1 0,7-10 350,-2-1 0,4-16 0,2-11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20.2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292 642 8152,'0'-12'-393,"0"1"1,0 5 392,0-5 0,7 7 0,3-3 0</inkml:trace>
  <inkml:trace contextRef="#ctx0" brushRef="#br0" timeOffset="367">292 556 13373,'-2'-15'1879,"-2"2"-1464,-2 1 0,-7 7 0,2-5-322,-5 2 0,-1 3 0,0 5 0,-2 2-208,-4 3 0,2 11 0,-5 8 1,1 1-222,4 0 0,2 11 0,4-2 0,1 4 78,3 4 0,7-6 0,-1 4 0,3-6 74,2-5 1,7-4 0,7-10-1,5-4 132,3-5 1,7-6-1,-4-6 1,1-7-95,5-8 0,-7-4 0,1-5 1,-2 1-254,0-1 1,0 3 0,-8 1 0,-2 1-247,-1 4 0,-7 2 0,5 2 645,-2 0 0,5 0 0,-4 0 0</inkml:trace>
  <inkml:trace contextRef="#ctx0" brushRef="#br0" timeOffset="650">394 145 8126,'0'-17'837,"0"0"0,-5 6 715,-1-1-1188,0 8 0,6-1 1,0 10-25,0 7 1,0 5 0,0 6 0,0 5-20,0 5 0,0 3 1,-2 4-1,-1 5-105,-3 5 0,0 1 1,4 1-1,-1 1-459,-3 4 0,0-4 0,6 2 0,0-5-342,0-4 1,8-16 0,3-1 0,4-8-131,2-4 1,1-8 0,1-3-1,2-4-1640,1-2 2355,1-15 0,-6 3 0,0-13 0</inkml:trace>
  <inkml:trace contextRef="#ctx0" brushRef="#br0" timeOffset="1150">788 608 8126,'0'-12'819,"0"1"0,0 5 0,0-5 281,0-3 0,0 5-581,0-3 1,0 1-62,0-6 1,0 0-300,0 0 0,-2 7 0,-1 3 1,-5 1-135,-1 0 0,-3 0 0,-5 8 1,0 4-55,0 5 0,-6 5 0,0 3 0,2 4 16,2 5 0,2 4 1,0 3-1,2 1-96,3 4 1,5-4 0,7 4 0,0-6 129,0-5 0,3-5 1,7-6-1,9-3-5,6-4 1,-2-5-1,5-12 1,3-7-103,1-8 1,0 0-1,-1-8 1,-5-1-74,-1-2 0,-2-3 0,-6 1 0,-2 0 59,-3 0 0,1 1 1,-7 5-1,-3 5 253,-1 4 1,-2 2 0,-2 2 31,-3 3 1,-5 6 0,-5 14-167,4 9 1,-3 2 0,7 10-1,-1 1-42,0 3 1,3 1 0,5 0-1,0 0-110,0 1 0,7-1 1,5-2-1,5-3-112,6-7 1,-2-2 0,7-5 0,3-4-300,1-5 1,2-6-1,-1-8 1,-3-7-772,-1-6 1,-7-7 1314,7 5 0,-8-8 0,4 5 0</inkml:trace>
  <inkml:trace contextRef="#ctx0" brushRef="#br0" timeOffset="1450">1456 77 8126,'0'-17'740,"0"0"0,-2 1 1,-1 3 43,-3 2 0,0 9 0,6 2-515,0 9 0,-2 8 0,-2 8 0,-1 7-69,1 6 0,0 12 1,0 1-1,-1 8-9,1 2 0,2 6 0,2-3 0,0 7-123,0 3 1,0-7 0,0-10 0,0-6-423,0-5 1,6-12-1,1-13-468,3-8 0,-1-7 0,5-12 1,-3-7-108,2-8 0,-5 0 1,-2-7-1,-5-3-544,-1-1 1473,0-2 0,-15-8 0,-4-2 0</inkml:trace>
  <inkml:trace contextRef="#ctx0" brushRef="#br0" timeOffset="1633">1199 419 13355,'17'0'560,"1"0"1,1 0 0,2 0 0,3 0-516,3 0 0,1-5 0,5-3 1,-3 0-978,-1 1 0,-1-5 0,7 7 1,-1-1 931,0-2 0,8-1 0,2-8 0</inkml:trace>
  <inkml:trace contextRef="#ctx0" brushRef="#br0" timeOffset="2067">1970 488 8072,'10'0'2774,"-1"0"1,-5-2-1765,2-4 1,-1 2-784,-5-7 0,0 5-161,0-5 0,-7 7 1,-5-2-1,-3 4-141,-2 2 1,-6 0-1,-2 0 1,-1 2-255,-5 4 1,5 4 0,-1 9 0,0 3 99,1 7 0,7-2 0,0 1 0,7 3 399,5 1 1,1 2 0,6 0 0,2-1 13,3-5 1,7-5-1,9-11 1,4-7-134,1-3 1,-3-2 0,4-4 0,-3-5-202,-3-8 1,4-6-1,-2 0 1,-2-4-37,-2 1 1,-2-5-1,0 7 1,-2-1 20,-3 0 0,1 2 282,-7 6 1,-1 10 1,-5 7 0,-5 15 0,-1 13 0,2 5-15,2 1 0,2 0 0,0-2 0,0-1-159,0-3 1,8-1-1,3 2 1,7-8-547,4-8 1,-1 0 0,8-7 0,3-2-2547,6-2 3147,-2-10 0,6-9 0,-8-10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23.575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35 607 9982,'-10'0'1980,"3"-2"-1256,7-3 1,0 1-58,0-7 1,-2 5-273,-4-6 0,4 7-209,-3-7 0,3 7 133,2-7-442,0 8 0,0-5-245,0 3 190,0 4 514,0-5 0,0 22 0,0 8 0,0 7-167,0 4 1,5 8 0,1 6-1,-2 7-161,-2 8 1,3 15 0,1 4-1,-2-1-59,-2 3 1,-2-8 0,0-3 0,0-11-269,0-10 1,0-10 0,0-14-1247,0-5 1141,7-12 0,-5-11 1,4-11-1,-4-4 285,-2-2 1,0-2 0,0-4 0,0-4 232,0 1 0,0-7 1,0 5-1,-2-5-35,-4-1 0,4 0 0,-3 0 0,1-1-66,-2 1 1,4-6-1,-3-2 1,3-2-25,2-3 0,0-3 1,2 1-1,1 1-25,3 3 0,7 7 0,-1-4 1,3 4-36,2 3 1,6 5 0,0 13 0,0 2-81,1 3 0,1 5 1,4 7-1,-4 2 94,-1 3 0,-5 5 0,4 9 0,-6 4 134,-5 5 0,-5-1 0,-7 1 0,0 3 145,0 1 0,-2 2 0,-3-1 0,-7-3-238,-3-1 0,-4-8 1,-2 1-1,-4-2-122,-1-3 1,3-2 0,-4-4 0,2-5-697,5-4 1,-5-2 0,2 0 853,2 0 0,10-15 0,3-4 0</inkml:trace>
  <inkml:trace contextRef="#ctx0" brushRef="#br0" timeOffset="750">686 642 8981,'0'-12'2410,"0"1"1,0-1-2073,0-5 0,-2 6-168,-4-1 1,2 9 0,-7-3-207,-3 4 1,5 2-1,-2 2 1,-3 4-149,-1 5 1,-2 6-1,2 6 1,1 6 123,3 3 0,1 2 0,-1 0 0,5 1 44,4-1 1,4 0 0,4-2-1,5-3-24,5-6 0,8-4 0,5-4 0,1-3-65,-1-7 1,7-10-1,-6-7 1,-1-5 95,-2-6 1,-4-3-1,-6-9 1,-2 3 151,-4 3 1,-3-3 0,-8 5 0,-2-1 111,-4-1 1,1 8 0,-11-1-1,-3 3 42,0 1 0,-5 9 0,-1 3 0,-2 4-467,-3 2 0,3 2 0,0 4 0,3 5-487,3 5 0,2 3 0,4 3 1,3 5-44,6 0 1,5 3 0,1-5-1,1 0 65,5-1 0,4-7 1,7-7-1,2-2 333,4-5 1,1-1 0,5-4 0,-4-3 269,-1-7 1,-5-3 0,6-4-1,-2-2 32,0-2 0,0-2 0,-6 5 0,0-3 22,0 2 1,-2 2 0,-1 2-1,-3 0 294,2-1 0,3 1 0,1 2 0,0 2 215,0 1 1,0 7 0,2-5 0,2 2 96,2 5 0,0-5 0,-6 2-82,0 3 1,-6 1-159,1 2 1,-8 7 0,1 5-4,-3 3 0,-2 2 0,0 0 0,-2 0-85,-3 0 0,1 8 0,-6 4 0,1 3-141,-1 2 1,6 2 0,-3 2-1,1 2-204,0-2 0,1 4 0,5-4 0,0-5-468,0-9 0,2-4 1,3-5-148,7-4 0,-3-5 0,3-14 0,1-7-75,2-6 0,-5-4 1,-5 4-1,-3-3 735,-2-3 0,0-1 0,0-7 0</inkml:trace>
  <inkml:trace contextRef="#ctx0" brushRef="#br0" timeOffset="950">1217 179 8459,'-8'-11'985,"-4"-1"0,3 9 0,-2-3 684,-3 4-3147,7 2 549,-1 0 1,10 8 928,4 3 0,3 4 0,8 2 0</inkml:trace>
  <inkml:trace contextRef="#ctx0" brushRef="#br0" timeOffset="1450">1456 556 8051,'0'-17'2325,"0"0"-1610,0 0 0,0 9 0,0 8-242,0 10 1,0 10-1,0 5 1,0 2-249,0 3 0,0 3 0,0 1 0,0-2-98,0-3 0,0 1 1,0-5-1,0 0-238,0-1 1,6-1 0,2-6-138,1 1 1,-3-9-1,5-3-8,3-4 0,1-12 0,2-5 1,-2-8-57,-3-4 1,3 5-1,-4-7 1,4-1 47,3-3 1,-1 5 0,0-1 0,0 1 212,0 1 0,0-3 0,0 7 0,0 2 260,1 2 1,-7 9-34,0 5 0,-1 6 1,1 9-1,-5 9 263,-4 6 0,-2 3 0,0 7 0,0-1-179,0 0 0,0 0 0,0 1 0,0-1-271,0 0 0,-6-7 1,0-5-1,3-2-1426,1-3 0,4-2 126,3-4 0,-1-5 0,8-12 1311,1-5 0,2-12 0,2-4 0</inkml:trace>
  <inkml:trace contextRef="#ctx0" brushRef="#br0" timeOffset="1767">2124 77 8014,'0'-18'0,"0"1"2730,0 0-2033,0 0 1,0 9 0,0 8-346,0 10 0,0 13 1,0 7-1,-2 8-122,-3 8 1,3 5 0,-6 6 0,2 6-72,1 4 1,-1-3 0,6 3 0,0 2-117,0-5 0,0-3 0,0-11 0,0-5-458,0-5 0,8-6-436,3-5 1,4-12-1,0-13 1,-3-8-45,-7-7 0,-1-6 0,0-4 1,2-4 894,-2-2 0,-10-1 0,-4-6 0</inkml:trace>
  <inkml:trace contextRef="#ctx0" brushRef="#br0" timeOffset="1950">1987 436 8014,'0'-17'1682,"0"0"1,2 2-1,4 3 1,5 7-1733,4 3 0,3-4 0,-1 0 0,0 2-658,0 3 1,2 1 0,2 0 0,4 0-1338,1 0 1,-5 0 2044,2 0 0,4 0 0,-1 0 0</inkml:trace>
  <inkml:trace contextRef="#ctx0" brushRef="#br0" timeOffset="2333">2621 368 15571,'-2'-10'-75,"-4"4"0,-3 5 0,-8 1 0,-3 0-240,-2 0 0,3 1 1,-4 5-1,4 6 14,2 3 0,5-4 0,3 1 0,-1 1 312,1 2 0,5 4 1,0 0-1,8 2 169,7 0 0,5-11 0,1 7 0,2-2-43,4 0 0,1 0 0,7-1 1,-5-3-95,-1 2 0,-2 1 1,-6-1-1,0-2 37,0 3 0,-7 1 0,-5 2-34,-3 0 1,-4 0-1,-3-1 1,-7-3-211,-3-2 1,-8-7 0,-1 2 0,-3-4-248,-4-2 1,7 0 0,-1 0-1,2-2-3096,0-4 3507,8-3 0,0-8 0,5-1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39.82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69 7953,'0'-11'963,"0"-1"1,0 7-218,0-7 1,0 6-79,0-5-361,0 7 0,2-3 0,2 8 0,5 5 58,7 6 1,-3 3 0,12 2 0,-1 0-113,5 0 1,3 6-1,3 2 1,-1-1-332,0 1 0,0-2 0,-1-4 0,-3 0-547,-1-2 0,-8 4 0,1-9 0,-3 1-2366,-1-2 2991,-1 5 0,0-7 0,0 8 0</inkml:trace>
  <inkml:trace contextRef="#ctx0" brushRef="#br0" timeOffset="283">326 18 9108,'0'-10'1385,"-6"10"1,0 12-1317,2 3 0,-3 8 1,-1 1-1,-1 3-409,-5 3 1,-1 1-1,0 1 1,2 1-682,1 3 0,1 2 1021,-6-4 0,-1 0 0,1 1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38.79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0 13415,'17'8'296,"0"3"1,2 4 0,2 2-1,4 1-27,1-1 0,-3 0 1,8 2-1,3 2-143,4 2 1,2 5 0,-6-5 0,0 0-407,1 2 1,-1-6-1,-2 3 1,-3-4-1607,-6-7 1,-4 2-1629,-2-7 3514,-8 0 0,-1-14 0,-8-1 0</inkml:trace>
  <inkml:trace contextRef="#ctx0" brushRef="#br0" timeOffset="250">378 34 8020,'-12'-5'1695,"1"-1"1,5 2-1330,-5 10 0,7 3 1,-4 10-1,1 4-261,-5 6 0,3 3 1,-3 4-1,-1 2-197,-2 2 0,-1 6 1,3-6-1,2-2-1168,-3-2 0,5-5 1260,-3-9 0,1 9 0,-6-12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55.32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 86 8485,'-10'-7'2658,"3"5"-2129,7-6 0,2 8 1,1 2-1,5 4-161,2 5 0,1-1 1,8 1-1,2 3-151,2 1 1,1 2 0,-1 2 0,4 2-365,0 2 0,5 1 0,-4-3 1,3 2-111,-3-2 0,5 4 1,-7 0-1,3-1-3778,0 1 4035,-9-2 0,5-6 0,-8 0 0</inkml:trace>
  <inkml:trace contextRef="#ctx0" brushRef="#br0" timeOffset="300">309 1 9005,'-17'0'1251,"5"0"0,3 2-835,1 3 1,-3 5-1,3 7 1,-1 2-473,-5 4 1,5 4 0,-3 7-1,-3 2-64,-6 4 1,2-4-1,-4 6 1,4-2-696,2 0 0,6 0 1,1-6 814,3 0 0,-7 8 0,5 2 0</inkml:trace>
  <inkml:trace contextRef="#ctx0" brushRef="#br0" timeOffset="1050">960 566 13050,'5'11'0,"3"1"222,2 1 1,7 4-1,7 4 1,3 2-274,3-2 1,3 4 0,1-3 0,-2-1-648,-3-2 1,3-1-1,-5-1 1,0 0-386,-5 0 0,-3 0 1083,-1 0 0,-1-7 0,0-3 0</inkml:trace>
  <inkml:trace contextRef="#ctx0" brushRef="#br0" timeOffset="1349">1199 515 8285,'0'-12'3137,"0"1"-2341,0 7 1,-7-2 0,-3 14-541,1 9 1,-6 6-1,3 7 1,-5 1-323,-6 5 0,4-2 0,-4 6 0,2-4-381,-1-2 1,3-1 0,-4-3 0,6-3 446,5-2 0,-3-3 0,5-4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8:58.1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 26 11285,'-8'7'2541,"8"5"-2058,10 3 0,5 10 0,4 1 0,4 3-330,6-1 1,5 1 0,4 5 0,2 0-582,-2 1 0,-2-3 0,-2-3 1,1-5-427,-1 1 1,-6-6 0,-1 2 0,-2-6 853,-4-3 0,-2-1 0,-2 6 0</inkml:trace>
  <inkml:trace contextRef="#ctx0" brushRef="#br0" timeOffset="250">361 43 8113,'-12'-6'368,"1"0"0,7-1 1,-4 3 1135,1-2 0,5-1-835,-4 1 0,2 6-638,-1 0 0,1 13 1,-8 12-1,1 2 194,1 3 0,-10 10 1,2 6-1,-3 3-118,-3 3 1,3 1-1,-6 2 1,2 2-525,4-2 0,-3-3 1,3-7-1,6-5-2474,7-4 2891,6-9 0,-6-2 0,-1-8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46.2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1 634 12744,'11'0'527,"-1"-1"0,-1-3-262,1-2 1,-1-7 0,5 3 0,-3-1-147,2-1 1,5-5 0,3-7 0,3-3-458,3-4 0,1-3 1,7-4-1,1-4-731,4-2 0,-2-1 1,6-7-1,-3 3-1562,-2 3 2631,4-3 0,-7 13 0,6-6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46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1748 8181,'-8'9'338,"7"6"-484,-7-13 0,8 4 388,0-12 0,6 2 0,1-5 296,3 1 0,-5-3 1,5 3-1,-1-1 85,1-5 0,0-1 0,3-2 0,-2 0-335,3 0 0,1-6 1,4-4-1,4-3-336,5-6 1,5-10-1,3-1 1,2-7-488,2-3 1,7-6 0,-1 6 0,2 2-1088,-3 2 1,-3 7 1621,-8 0 0,1 1 0,-1-7 0</inkml:trace>
  <inkml:trace contextRef="#ctx0" brushRef="#br0" timeOffset="1033">857 669 12319,'6'-17'247,"0"-1"0,13-1 0,0-3 1,5-7-215,7-3 1,1-3 0,4 1 0,2-2-275,2-4 0,8-2 0,-4-5 1,1 3-967,1 2 0,0-6 0,3 5 1207,-3-1 0,-4 2 0,-8 8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0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18 617 7866,'-10'0'2725,"3"0"-1556,7 0-754,0 0 1,2-8 0,3-3-1,7-5-38,3-1 0,2-2 1,2-4-1,4-5-433,5-4 0,5-10 0,1-2 1,2-2-277,4 1 0,-2-1 0,6-4 0,-2 5-319,-4 5 1,-10 7-1,-5 9 651,-4 7 0,-2 3 0,1-3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0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0 754 12512,'10'-18'639,"5"1"0,-2 0 0,6-2-363,4-4 0,8-3 0,-1-10 0,8-4-178,8-6 1,-1-4-1,5-3 1,3-2-532,0-2 1,1 2 0,-3 9 0,-1 6-2281,-5 4 0,-5 4 2713,-11 3 0,-5-3 0,-6 5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2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1 634 14636,'7'-17'366,"5"0"1,9-2 0,5-4 0,5-5-210,5-5 1,9-3-1,1-4 1,4-5-625,1-5 1,0 1 0,1 1 0,-3 4-716,-3 2 0,-4 3 0,-10 6 1182,-3 5 0,-5 3 0,-7 8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2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1 633 7782,'9'-2'2483,"-3"-4"1,-2 2-1837,1-7 1,5-1 0,7-5 0,2 0-125,4 0 1,4-8-1,9-3 1,2-5-288,2-1 0,7-6 1,-3 0-1,2 0-334,-1-2 1,-7 6 0,4-4 0,-4 4-415,-3 2 0,-5 7 1,-13 4-1,0 4-4731,0 2 3376,1 0 1,-11 8 1866,-7 3 0,-7 12 0,-11 3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5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18 547 6043,'-10'-8'0,"3"7"0,7-9 999,0 4 750,0 4-629,0-13 112,0 13-497,0-5 0,0 9-119,0 3 0,0-1 0,2 7-179,3 3 1,5-5-1,7 1 1,0-1-132,0 1 0,8 1 0,4 4 0,5-1-167,6-3 1,5 1-1,12 3 1,6-2-161,4-1 0,11-9 1,6 3-1,5-4-44,0-2 0,5-8 1,-1-3-1,2-4-338,-45 6 1,-1 1 0,44-9-1,-1-1 1,-7 3-644,-5 4 1,-9 1-1,-12 6 1,-8-1-2050,-13 1 3095,-9 10 0,-12 3 0,0 8 0</inkml:trace>
  <inkml:trace contextRef="#ctx0" brushRef="#br0" timeOffset="567">1730 273 8347,'-7'10'0,"3"3"0,-6-6 976,3 3 1,-5-4 1024,7 5-1516,-1-7 0,14 4 0,1-7 0,4 3-173,5 2 0,-5 0 0,10-6 0,-2 0-239,1 0 1,-2 0 0,4 0 0,-1 0-18,0 0 1,7 5-1,-3 1 1,0-2-263,-5-2 1,-2-2-1,-1 0 1,0 2-243,-2 3 0,4-3 0,-12 6 103,1 0 0,-3-5 407,-7 9 1,-7-1 0,-5 6 0,-5 0 2,-6 1 0,2-1 0,-5 0 0,-1 0 15,0 0 1,-1 0 0,-4 0 0,1 0 27,3 1 1,5-3 0,-4-2-1,0-3 103,1-3 0,5 5 0,-2-7 281,4-1 1,8-2-240,-1-2 0,8-2 0,-1-4-270,3-5 0,4-4 0,1-2 0,5 0-33,2-1 0,-5 1 0,5 0 1,-3 0-218,-3 0 0,-2 0 0,0 0 0,2 0-673,2-1 1,-1 1-3281,-5 0 4220,0 0 0,0 7 0,0 3 0</inkml:trace>
  <inkml:trace contextRef="#ctx0" brushRef="#br0" timeOffset="1466">2981 273 8149,'9'8'-597,"6"-6"0,-11 5 537,7-7 1,-1-2 830,1-3 0,3-5-64,-9-7 0,1 5 0,-6 1 742,0-2 0,0 3-745,0-1 0,0-1-357,0-5 0,0 0-15,0 0 0,0 0-239,0 0 0,-2 2 1,-3 3-224,-7 6 1,-5 6-1,-4 6 1,-4 7-5,-1 8 1,-3 0-1,-7 8 1,-2 3 139,-2 6 1,0 0-1,8 6 1,1 0 31,3 0 1,7 1-1,0 7 1,7-3 33,9-3 1,5 1-1,5-7 1,9-2-33,7-1 1,5-11-1,11-5 1,2-8 5,7-7 0,4-4 0,1-6 0,0-7-225,1-12 1,-3-7 0,-1-5 0,-4 1-501,-3 0 0,-8 0 1,-10-1-1,-4 1-653,-2 0 0,-8 1 0,-3 3 1332,-4 1 0,-2 1 0,0-6 0</inkml:trace>
  <inkml:trace contextRef="#ctx0" brushRef="#br0" timeOffset="1816">3340 68 8153,'0'-12'-29,"2"3"602,4 1 1,-4-5 1776,3 1-1849,-3 5 0,-2 1 0,0 12 0,0 5-49,0 4 0,-5 10 0,-3 4 0,0 5-97,1 6 0,-5 5 0,5 11 1,-1 1-298,0-2 1,3 4 0,5-2 0,0-4-144,0-5 1,0-6-1,2-10 1,1-3-599,3-7 0,8-5 1,-1-5-1,6-6-372,4-4 0,0-10 1,-6-4-1,0-3 74,0-2 0,-6 0 1,-1 0 980,-3 0 0,-1-8 0,-6-2 0</inkml:trace>
  <inkml:trace contextRef="#ctx0" brushRef="#br0" timeOffset="2283">3734 496 8321,'2'-16'0,"2"3"559,1 2 1,1-1 0,-4-5 33,4 0 0,-4 0 1,5 2-1,-1 1 76,0 3 0,-1 5 0,-5-5-126,0-3 1,0 5-457,0-2 1,-2 7 0,-3-2 0,-7 4-216,-3 2 1,-8 0 0,-1 2 0,-1 4 42,0 5 1,-3 6 0,3 4-1,0 4-19,0 2 0,-3 1 0,7 6 0,4 1 244,3-1 0,11-2 0,-3-1 0,4-5 39,2-1 1,4-2-1,7-8 1,12-3-110,8-7 0,3-3 1,2-4-1,2-3-60,2-7 1,0-9-1,-6-2 1,-2 1-166,-3-3 0,-4 6 1,-8-6-1,0 2-36,0 0 1,-7 1 0,-5 4 170,-3 1 0,-4 2 0,-3 4 0,-7 5-144,-3 4 0,-2 4 0,0 4 1,0 5-61,0 4 0,5 8 1,3 2-1,1 0 61,4-1 1,2 5-1,2-6 1,2-2 83,4-2 1,3-2 0,10 0 0,6-2-93,9-3 1,1-5-1,7-9 1,-1-2-432,5-1 0,-2-14 1,0 2-1,-3-2-1847,-3 0 2449,-1-6 0,-3-2 0,0-7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01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43 8331,'0'-18'1959,"-6"7"-1498,0 0 1,-5 9 0,5 2-1,0 9 101,-1 6 1,3 10 0,-6 6 0,3 5 18,3 4 0,0 13 0,0 0 0,-1 6-58,1 6 1,2 0 0,2-1-1,0-5-218,0-5 1,2-1 0,2-13 0,3-4 35,3-6 1,-4-12-115,5-13 0,-1-5 1,3-7-1,-4-9-354,-1-5 1,3-3-1,-3 3 1,0-4-154,-1-2 0,-1 5 1,-4-5-1,2 0-378,1 1 1,9 5-1,-5-2 1,3 2 107,-1-2 0,0 8 0,7-4 0,-1 2 312,0 3 0,2 7 1,2-3-1,2 5 274,-2 7 1,3 5-1,-1 12 1,-4 4 185,-6 6 0,1 3 1,-9 2-1,-1 0 123,-2 1 0,-2-7 0,-2 1 0,-3-1-317,-7-1 0,-9-2 0,-4-8 0,1-2-177,-1-4 0,-5-3 1,1-8-1,-1 0-232,1 0 0,2-2 1,6-2-1,1-3-1155,4-3 0,1 4 0,9-5-77,3-2 1,3 3 1612,5-1 0,5-1 0,7-5 0</inkml:trace>
  <inkml:trace contextRef="#ctx0" brushRef="#br0" timeOffset="417">771 556 8331,'0'-17'521,"0"0"0,0 0 439,0 0 1,5 5 0,1 1-25,-2-2 0,-2 3 1,-2-1 0,-2 7-800,-4-2 0,-5 4 0,-10 2-162,-2 0 0,-6 8 0,5 5 1,-1 6-144,0 4 1,-5 2-1,3-2 1,1 5 37,3 5 0,6-1 0,5-2 0,6-1 227,5 1 1,2-3-1,5 0 1,7-5 71,8-6 1,12-1 0,9-9-1,1-5-135,5-4 1,-4-7-1,1-9 1,-1-4-75,-6-5 1,0 1 0,-15-1-1,-2-3-206,-2-1 1,-9-6 0,-7 2 0,-6 3 107,-9 1 0,-13 7 1,-7 2-1,-8 4 87,-4 2 1,-1 8 0,-5 3 0,3 6-201,1 6 0,8 3 0,0 8 0,7 2-629,9 4 0,4 2 1,7 5-1,5-1-293,4 1 0,10-5 1,5-2 1172,8-4 0,6-2 0,7 0 0</inkml:trace>
  <inkml:trace contextRef="#ctx0" brushRef="#br0" timeOffset="783">959 436 8499,'0'-9'2483,"0"-6"1,0 15-2179,0 0 0,0 13 1,0 10-1,0 0-117,0 1 1,2 1 0,4 6 0,5-3-44,4 3 0,2-7 0,2 1 0,4-2-20,6 0 1,3-6 0,2-8 0,1-1-170,-1-4 1,0-10 0,-1-5 0,-5-5-50,-5-1 1,-4-7 0,-4-3-1,-3-2-2,-7 1 1,-5 1-1,-5-3 1,-7 3 55,-3 2 0,-4-1 1,-2 7-1,-4 5-669,-1 5 0,5-3 1,-2 7-746,4 1 0,9 10 1,5 5-1328,3 4 2780,9 2 0,10 8 0,10 2 0</inkml:trace>
  <inkml:trace contextRef="#ctx0" brushRef="#br0" timeOffset="1200">1558 402 10240,'-9'2'1345,"3"4"1,4 3 0,2 10 0,0 2-1089,0 2 1,0 6 0,0-5 0,0 1-141,0 0 1,6 3 0,2-5 0,1-2-166,4-2 1,3-7 0,1-3 0,0-1-255,0-5 0,0-1 0,2-4 1,2-3-95,2-7 0,0-3 0,-4-4 0,2-2 152,2-2 0,-1 1 0,-6 4 0,-3 1 84,-2 0 0,-7 0 1,4 2-630,-1 3 626,-5-3 0,4 21 0,-10 0 1,-1 7 186,1 4 1,2 0-1,2 2 1,0 2-59,0 2 0,0 0 0,2-6 1,3 0-416,7 0 1,9-5-1,3-3 1,3-1-913,4-5 1,1-3 1360,2-5 0,0-12 0,1-10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9:59.8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307 138 8489,'9'0'2857,"-1"0"0,-6 0-2404,3 0 1,-3-8-294,4-3 0,-12 1 0,-7 1-307,-8 1 1,2-3-1,-6 5 1,1 2-74,-5 2 0,2 2 0,-1 0 1,-1 2 121,3 4 1,-5 3 0,10 8 0,4 1 55,4-1 1,9 0 0,-2 0-1,8 0 88,10 0 1,7 0 0,17-2 0,2-1 12,2-3 1,5-1 0,-5 3 0,-2-3 34,-1-3 1,-9 7-1,-1-3-53,-2 4 1,-10 2-1,-10 0 1,-6 1 105,-11-1 0,-1 0 0,-16 0 0,-1 0-260,-2 0 0,-8-5 1,0-3-1,2-1-305,1-5 0,5-1 0,4-2 0,5-2-367,4-3 0,3-5 0,5-7-30,5 0 0,14 0 0,7 0 815,6 0 0,10 0 0,-5-1 0</inkml:trace>
  <inkml:trace contextRef="#ctx0" brushRef="#br0" timeOffset="400">838 138 8360,'0'-17'862,"0"-1"1,0 1-13,0 0 1,0 0 0,-2 2-555,-4 3 1,2 5 0,-7 5-1,-3-2-236,-1-2 1,-8 1 0,-1 5-1,-3 0 54,-3 0 1,3 5 0,-2 3-1,-1 1-151,-2 5 1,5 7-1,4 2 1,4-3 2,2 0 1,7-3-1,5 0 1,3 0 26,2 0 0,9 0 0,7-2 0,8-1 27,9-3 1,-3 1 0,12 3 0,-2-2-105,0-2 0,0-1 0,-6 3 0,0-1 75,1 1 1,-11 2 0,-7 2 120,-9 1 1,-8-1 0,-8 0-1,-9 0-42,-9 0 0,-9-2 0,-5-1 1,-3-5-621,-1-1 1,-4-3-1,10-5 1,4 0-1564,4 0 2113,16-7 0,-16-3 0,11-7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05.0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172 564 8331,'0'9'583,"2"-1"708,4-8-448,-4 0 0,13 0-147,-4 0 0,-1 0-356,1 0 1,-1-8 0,3-1-1,-4-3 29,-1 1 0,-2 5 0,-4-5-202,3-3 0,-5-1 0,0 0-187,-9 3 0,-8-1 0,-4 7 1,-2 3-37,2 1 0,-4 4 0,3 1 0,-1 5 42,-2 2 1,6 7 0,-4 7-1,4 3 113,2 4 1,7-5-1,5 3 1,3-1-71,2-1 1,7-2 0,5-8 0,5-2-47,6-4 0,3-3 0,9-10 0,-1-4-77,0-5 1,0-12-1,1-5 1,-1-5-75,0-1 1,-1 0-1,-5 0 1,-3-3 106,0-3 0,-8 4 0,2-2 0,-8 6 85,-3 3 1,-3 1 0,-5-5-1,0 5-42,0 5 1,0 4 0,-1 2 0,-3 0-119,-2 0 1,-7 0 0,3-1-593,1 1 0,-5 6 7,9-1 1,-1 11 579,6 1 0,-6 7 1,1 10-1,-1 0 461,-2 1 1,4 4 0,-5 3 0,-1 2 316,1 3 0,3 3 0,-5 3 0,-1 2 36,3 2 0,-1 5 1,6-3-1,-1 0-391,1 0 0,2 5 0,2-3 0,2 0-240,4-4 1,11-6 0,9-5 0,3-4-583,0-1 0,5-12 1,6-1-1,-2-7-748,-2-4 0,-2 0 0,-1-2 0,-5-4-23,-5-5 0,-12-4 1,-5-2 1310,-4-1 0,6-6 0,1-3 0</inkml:trace>
  <inkml:trace contextRef="#ctx0" brushRef="#br0" timeOffset="533">908 598 8331,'12'-6'635,"-3"-1"338,-1-3 0,5-1-583,-1-6 1,1-1 0,0 3-1,-3 2 336,-3 1 0,5 7 0,-4-7-112,1-1 1,-5-2-484,2-2 0,-10 5 1,-6 3-1,-3 1-45,-6 4 1,-4 2 0,0 2 0,-3 0-219,-1 0 0,-5 8 0,5 3 1,-2 5 199,1 1 0,7 2 0,-2 4 1,4 5 148,2 5 0,2 1 1,3 0-1,7-2-8,3-3 1,2 1-1,2-7 1,3-2-118,7-2 1,11-9 0,5-5 0,4-3-383,3-2 1,-3-2 0,-2-3 0,-1-9 21,1-7 0,1 0 0,-3-5 0,-5-1 16,-4 1 0,-3 3 0,-3-4 0,-4 2 280,-1 4 0,-2 2 0,-6 2 67,0 0 0,-8 8 0,-3 3-191,-5 4 0,1 10 1,2 3-1,3 4 85,3 2 1,1 6 0,6 0-1,0 0 5,0 2 0,2-6 0,4 3 0,5-2-268,4-3 1,10-6-1,5-1 1,7-3-274,3-3 0,0-2 1,-6-4-1,0-2-331,0-2 1,-1-7 0,-5 2 0,-7-4-1375,-8-3 2252,-5 1 0,0-7 0,1-3 0</inkml:trace>
  <inkml:trace contextRef="#ctx0" brushRef="#br0" timeOffset="900">1371 444 8331,'0'-12'3845,"0"1"-3157,0 7 0,0-2 1,0 12-272,0 6 1,0 3 0,0 4 0,0 4-98,0 5 1,0 5 0,0-1 0,0-2 19,0-1 0,0-6 0,0 3 111,0-1 1,0-2-205,0-6 1,2-7-1,2-7-353,1-6 1,1-9-1,-6-9 1,0-2-321,0 2 0,0-3 0,0-1 0,0 0 31,0 0 0,0-3 0,0 5 0,0 2-187,0 2 0,0 2 0,2 2 0,2 1 98,1 3 0,3 2 0,-2-3 1,5 6-55,4 5 0,2 1 1,1 0-1,-1 0-71,0 0 0,0 0 0,2 0 1,2 0-783,2 0 1391,0 0 0,1 7 0,3 3 0</inkml:trace>
  <inkml:trace contextRef="#ctx0" brushRef="#br0" timeOffset="1183">1816 427 8331,'17'-8'37,"0"-1"456,0-1 1,-5 0 92,-1 5 1,-7 5-1,2 0-2,-4 9 0,-4 7 1,-4 3-1,-3 1 105,-1 3 0,-3 8 1,5-3-1,1 5-233,-1 1 1,2-7 0,4-3-1,-2-1-234,-1 0 0,-1 0 0,6-6-398,0 0 0,8-7-834,3-5 1,2-10 0,-1-7 0,-5-3-746,1-2 0,-6-6 0,4-2 1755,-4-1 0,-18-11 0,-3-6 0</inkml:trace>
  <inkml:trace contextRef="#ctx0" brushRef="#br0" timeOffset="1333">1765 101 8331,'7'-9'858,"-5"-6"1,4 3 365,-4-3 1,0 3-703,3 1 1,5 2-2585,7-3 0,-7 6 2062,-5 12 0,5 11 0,-1 10 0</inkml:trace>
  <inkml:trace contextRef="#ctx0" brushRef="#br0" timeOffset="1683">1953 581 9505,'10'7'172,"5"-5"0,-4 4 763,4-4 0,4-2 1,2 0-1,4 0-502,2 0 1,3-2-1,8-2 1,2-3-302,-2-3 1,-2-1 0,-1-6-1,-3-1-115,-3 1 1,-7 0 0,-8 0-1,-5 0-228,-1 0 0,-4 0 0,-10 0 0,-7-1-116,-8 1 0,0 2 0,-10 2 1,-3 3 113,-4 3 0,4 3 0,5 9 0,-1 7 92,-3 3 1,7 2-1,3 2 1,6 2 250,5 2 1,-1 6 0,7-5 0,5 3 9,4 3 1,7-3 0,9 0-1,4-3-479,5-3 1,5-4 0,3-3 0,2-5-513,2-1 0,5-2 1,-3-8 850,2-4 0,-6-3 0,4-9 0</inkml:trace>
  <inkml:trace contextRef="#ctx0" brushRef="#br0" timeOffset="2050">2707 358 8805,'0'-17'1832,"0"6"-1012,0-1 1,0 6-1115,0-5 1,-8 7 0,-3-1 55,-5 3 1,-1 4-1,0 1 428,0 3 1,2 7 0,1-3 0,5 1 33,1 1 1,-3-1 0,5 6 0,2 0 109,2 1 0,2-1 1,0 0-1,0 0-103,0 0 1,8 0-1,3 0 1,5 0-216,1 1 1,0-1 0,0 0-1,0-2 53,0-4 0,-1 5 1,-3-5 43,-2 4 0,-1 2 0,1 1 177,-5-1 0,-8-2 0,-7-2 0,-11-1-283,-4 1 1,-3-5 0,-3-1-1,1-1-458,-1 0 0,-1-1 1,3-5-1,5 0-2377,4 0 2828,2-7 0,0-10 0,-1-10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2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326 121 8472,'-17'0'-1455,"5"-2"1455,1-4 0,7 4-309,-4-5 0,10 7 1273,4 0-22,-4 0 1,7 5 422,-3 1 0,-2 0-534,7-6 1,-5 0 0,4-2-352,-3-4 0,5 2 0,-7-7-254,-1-2 0,-2-3 1,-2-1-256,0 0 0,-8 8 0,-3 1 0,-4 2-188,-2 1 0,-8-1 0,-2 8 0,-1 5 104,-1 11 0,1 1 0,-7 9 1,3 3 267,4 1 1,3 2-1,8 2 1,1 2 139,5 2 1,3 0 0,10-7-1,4-3 10,5-1 0,7-14 0,4 0 0,7-5-66,3-7 1,3-8-1,-1-7 1,0-5-60,0-6 0,-5 2 0,-3-7 0,-1-1-201,-4 3 1,-2-7-1,-4 7 1,-3-1-75,-6 4 0,1 4 1,-1 2 163,-2 0 1,-4 7 0,-6 5-406,-5 3 1,-5 6 0,-1 5 104,0 8 1,8 12 0,3-1-1,4 3 306,2-3 1,0 5-1,2-7 1,4 1-57,5-4 1,6 1 0,6-3 0,5-5-230,5-9 1,1-5 0,0-2 0,1-2-537,-1-3 1,-2-5-1,-1-7 1,-5-2-973,-1-4 0,-4 4 0,-10-4 1718,-5 4 0,-4-6 0,-2-1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0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206 992 7207,'0'9'3109,"0"-1"1,0-6-1866,0 4 0,0-6-1105,0 0 0,0-2 0,-2-10 0,-1-3 69,-3-6 1,0-5-1,4-9 1,-1-1-19,-3-4 1,-2-4-1,4-7 1,-1-2-104,1-4 1,2 3-1,4-3 1,4 4-110,5 2 1,6-1 0,4 1 0,6 0-342,5-1 0,-1 8 1,10 4-1,-1 4-217,0 2 0,0 13 0,-5 6 0,-3 5-384,-4 7 1,3 3 0,-8 5 0,-2 9 28,-2 7 1,-4-1 0,-2 9 0,-3 1 934,-3 3 0,-1 1 0,-6 0 0</inkml:trace>
  <inkml:trace contextRef="#ctx0" brushRef="#br0" timeOffset="250">1 667 11885,'17'0'1243,"2"0"1,4 0-861,5 0 0,10-2 0,2-2 0,0-4-805,2-1 1,-6 5-1,4-4 1,-2 3-1598,2-1 1,-3 0 2018,2 6 0,-2-7 0,-3-3 0</inkml:trace>
  <inkml:trace contextRef="#ctx0" brushRef="#br0" timeOffset="667">669 701 8225,'0'-17'659,"2"0"6,3-1 0,-3 7 1,4 0 675,-4-3 1,-2 5-681,0-3 1,0 10-171,0 2 0,0 8 1,0 11-1,0 4-43,0 5 1,0 5-1,0-1 1,0-1-119,0-3 1,0-1 0,0 3 0,0-3-106,0-2 1,0-3 0,0-4 1186,0-1-1323,0-8 0,6-22 0,-1-16-167,-1-5 0,-2 4 1,-2 1-1,0-1-302,0-3 0,0-1 0,0 2 0,0 1-62,0 3 1,0 7 0,0-2 0,0 2-380,0-2 1,2 4-1,4-2 193,5 8 1,4 0 0,2 7 0,1 2-167,-1 2 0,5 2 1,3 0-1,2 2-106,3 4 1,1-2-1,-3 5 1,-5-1 899,-4-5 0,-2 7 0,0-8 0,1 6 0</inkml:trace>
  <inkml:trace contextRef="#ctx0" brushRef="#br0" timeOffset="1084">1165 598 8225,'0'17'3129,"2"-2"-2386,4-3 0,-2-5 1,5-9-320,-1-3 0,0 3 0,-5-6 136,3 1 0,0 3-241,-6-8 1,-2 3-345,-4-2 0,-3 3 1,-8 8-1,-1 2-122,1 4 0,0-1 0,0 10 0,0 4 69,0 0 1,5 8 0,3 2 0,1 3 93,4 2 0,4-5 1,6-3-1,6-1 180,3-4 0,8-4 0,1-5 0,5-7-106,7-3 0,-7-2 1,5-2-1,-4-5-86,-3-10 0,0 0 1,-8-8-1,0 2-72,-4 0 1,-9-5 0,-1 3-1,-3 0-144,-2 0 1,-7-3-1,-5 5 1,-5 2 30,-6 2 0,-3 2 0,-9 2 0,1 3-124,0 7 1,0 3 0,1 2 0,5 0-436,5 0 1,4 9-1,4 6 1,3 8-116,6 4 0,5-4 1,2 3-1,7-1 855,9-4 0,0-10 0,23 5 0,-4-7 0</inkml:trace>
  <inkml:trace contextRef="#ctx0" brushRef="#br0" timeOffset="1717">1525 564 13234,'0'17'514,"2"0"0,2 2 0,3 2-312,3 2 0,-6 2 0,3-5 0,-1 3 67,0-2 0,5-2 1,-3-2-146,1 1 1,-3-3 0,5-2-125,3-2 1,-5-7-149,3 2 0,-9-12 0,5-3 0,-2-3-45,-1 1 1,3 0 0,-4-7 0,2-1-10,-3-3 1,7 3-1,1-4 1,3 4-162,-3 2 0,4-6 1,-3 0-1,3 2 351,2 2 1,6 7-1,0 3 1,-2 1 336,-2 5 0,-2 1 1,0 4-1,-2 3-19,-3 7 0,1 3 0,-7 4 0,-1 4 226,3 5 1,-6-1-1,3 1 1,-3 1-227,-2-2 1,0 3 0,0-7-1,0-2-244,0-2 15,8-2 0,-4-7-213,7-5 0,-5-16 0,3-6 1,1-2-155,-1 0 0,1 0 1,3-2-1,-1-2 38,1 2 0,-3-4 1,1 2-1,2 2 151,3 2 0,1 2 0,-2 0 0,-2 2-66,-1 4 0,-1-3 1,6 8 112,0 3 0,-5 1 1,-1 4 343,2 3 1,-5 7 0,0 9 0,-3 2 106,1-3 0,5 5 1,-5 0-1,-2 0-191,-2-1 1,0-1 0,2-6 0,1 1-796,-1-1 1,-2-6-3632,-2 0 1829,0 1 0,2-3 2391,4-3 0,-4-4 0,5-2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3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410 120 10248,'0'-17'2266,"0"0"1,2 5-1518,4 1 1,-4 5-526,3-5 1,-5 1-203,-5-1 1,-5-2 0,-7 7 0,-2 2-244,-4 2 1,2 2 0,-6 0 0,1 2 20,-1 4 0,1 3 0,-3 8 0,4 1 148,1-1 0,10 0 1,-3 0-1,4 0 166,3 0 1,3 0 0,7 0 0,3 1 29,9-1 1,1 0 0,16 0 0,1 0-45,3 0 0,-5 0 1,1 0-1,-1 1-55,-1-1 0,-2 0 0,-10 0 173,-4 0 0,1 6 0,-12 0-124,-8-2 0,-7-2 0,-8-4 0,-6-2-123,-3-1 0,0-9 0,1 3 0,3-4-146,-3-2 0,-1-8 0,0-3 0,3-6-523,6-6 1,10 2-1,3-6 1,3 1-113,3-1 1,4 6 0,4-2-1,3 6-895,3 6 0,1-4 1705,6 3 0,8-3 0,2-2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4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60 8472,'1'-12'0,"3"1"1014,2-2 1,0 3 386,-6-1 0,0 9-540,0 2 1,0 8 0,0 11 0,0 3-291,0 7 1,0 3-1,0 3 1,0-1-248,0 0 1,0-2 0,0-1 0,0-3-440,0 3 1,0-6 0,0-3-1469,0-3 1,0-7-811,0-1 1,0-9 426,0-2 1,0-9 1965,0-14 0,-8-4 0,-1-7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4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94 8745,'0'-17'1657,"0"0"1,0 0 576,0-1 0,0 7-1708,0 0 1,0 9-1666,0 2 0,0 2 0,0 9 1,0 2 1138,0 3 0,0 8 0,0 3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5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35 111 8950,'0'-17'1657,"-2"7"-816,-4 4 1,3 6 0,-7 6-214,2 6 1,3 10 0,5 7 0,0 3-34,0 3 1,0-1 0,0 0-1,0-2-263,0-3 1,0 1 0,0-7 0,2-4-82,3-5 1,5-1 0,7-7 0,0-5-147,0-4 0,2-7 0,2-9 0,4-4-401,2-5 1,-7-5-1,5-1 1,-2 0-110,0 0 0,0 5 0,-6 1 1,-2-1 196,-4 2 0,5 1 1,-5 5-1,4-2 18,2 2 1,-5 10-1,-3 3 185,-1 0 0,3 8 1,-5 0-1,-2 12 399,-2 9 1,-4 2 0,-4 9 0,-3 4 244,-1 0 0,-5 6 0,4-2 0,-3-2-253,3-2 1,-3-1 0,9-3 0,1-4-192,2-5 0,2-4 0,2-4-187,4-3 0,5-6 0,10-14 1,2-7-382,-2-6 1,4-10 0,-1 5 0,1-3 0,0 1 0,5-1 0,-3-5 0,1 0 53,1-1 1,-8 7-1,2 1 1,-4 2 195,-2 5 1,0 1-1,-2 1-328,-3 1 327,-5 8 0,-7 3 1,-2 14-1,-2 7 410,-1 6 1,-7 9 0,5-3 0,-1 1 22,1 1 0,1-6 0,6 3 0,0-1-111,0-4 0,0-2 0,2-2-522,3 0 0,5-7 0,9-4 0,2-4-760,2-2 0,1-8 0,-3-4 0,2-3-947,-2-2 1,-2 2-1,-2 2 2031,0 1 0,1-7 0,-1-7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5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84 8472,'10'-17'401,"-3"0"1,-7 0 3703,0 0-3236,0 7 1,2 4 0,2 12-191,2 6 1,-1 5 0,-5 6 0,0 7-19,0 8 1,0 0 0,0 8-1,0 1-172,0 3 0,0 9 0,0 2 0,0 1-233,0 1 0,6-8 0,2 2 0,-1-3-45,1-3 0,3-15 0,-5-7-1176,-2-8 542,5-12 0,-7-9 1,4-11-1,-4-4-143,-2-2 1,-2-6 0,-2 0 0,-1 0-16,1-2 1,-4-3 0,2-10-1,3-2-57,1 2 0,2-4 0,0 0 0,0-2 184,0-3 1,2-3 0,3 1 0,9 1 224,7 2 1,5 8 0,8 0 0,3 8 147,3 7 1,-4 6 0,4 6 0,-4 5 250,-2 4 0,-2 2 0,-3 0 0,-6 2 263,-4 4 1,-8 5 0,-1 10 0,-5 2-150,-6-2 0,-7 3 0,-11 1 0,-4 0-151,-5 0 1,-11 3 0,-2-5 0,-1 0-464,0 2 0,0-10 1,4 4-1,0-2-439,6-4 1,-1-7 0,10 0-200,2-4 0,10-4 0,5-4 1,6-6-1486,6-3 2453,11-9 0,10 5 0,7-6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5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84 8472,'6'-17'70,"1"0"496,3 0 1,-6 5 1256,1 1-1232,5 7 0,-8-2 0,2 12-129,-8 5 0,2 6 1,-6 6-1,3 6 170,-1 3 1,-2 4 0,4 4-1,-3 6-227,-3 3 1,5 3 0,-5-1 0,3 1-302,3-1 1,-4-7 0,2-4-1,3-4-82,1-2 1,2-7 0,2-5-1141,3-2 1,5-11-1,5-5-130,-4-8 0,3 0 1,-7-5-1,1-1-437,0 1 0,3 3 1685,-5-5 0,7-1 0,-3-5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6.2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1 290 11443,'7'-16'3504,"5"5"-3054,3 5 0,2-1 0,2 1 0,2 0-286,2-1 1,9-1-1,1-5 1,5 3-372,0 3 1,-2-7 0,-2 3 0,-1-4-45,-5-2 0,-3 5 0,-8 1 1,-2-3-120,-3-1 1,-5-2 0,-9 0-1,-3 2 202,-7 3 0,-13 3 1,-7 5-1,-8-2 257,-4 2 0,4 10 0,-3 6 1,1 5 340,4 6 1,3-3-1,7 9 1,5 1-1,4 3 1,10 1 0,3 0 0,8 1-197,9-1 0,8-2 0,19-3 0,6-7-692,7-2 0,12-5 1,0-4-1,2-5-1134,-3-4 0,3-4 1592,-8-4 0,0-11 0,-5-10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7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18 9177,'-8'-10'762,"6"3"1,-6 14-1,8 5 1,0 5-114,0 6 1,0 3-1,0 9 1,2 1-164,4 4 0,-4-2 0,6 7 1,-3 3-201,1 2 1,2-7 0,-5-3 0,3-5 84,-2-7 0,3-3-186,-1-8 0,2-9 1,-4-8-1,3-10-203,3-5 0,-5-10 1,5-2-1,-2-1-309,-5-1 0,1-5 1,0-4-1,4 4-217,1 3 1,-5 5 0,4-5 0,-1 3-27,5-3 1,-3 7 0,2 1-1,1 4 378,-3 2 0,7 1 0,-5 5 324,4 5 1,2 6 0,1 8 0,-1 9 115,0 10 1,-6 5 0,1 4 0,-1 2 276,-1 2 0,5 0 1,-6-6-1,1 1-75,-5-1 1,-3-2-1,-2-1-51,0-3-185,0-7 0,2-4 0,2-13 0,4-10-233,1-11 0,3-2 0,5-8 0,0 1-383,0-1 0,0-1 0,0-5 0,0 3 53,1 1 1,-1 3 0,0-5 0,0 5 46,0 1 1,0 2-1,0 6 1,-2 0-121,-3 0 0,1 9 544,-7 8 0,2 8 1,-5 11-1,3 4 316,-2 5 1,-2 4-1,-2 5 1,0 1 15,0 2 0,0 0 1,0-4-1,0 0-75,0-2 1,2 4-1,1-11-1237,3-1 0,2-3-469,-2-11 0,-3-7 0,9-10-234,1-7 1,-3-3 0,-1-2 1560,-1 0 0,-3-8 0,-5-2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7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257 121 8201,'0'-12'0,"2"1"460,4-2 1,-4 3 455,4-1 1,-4 5 181,-2-5-729,0 7 1,-2-10-208,-4 9 0,-4-1 1,-7 6-1,0 0 5,0 0 1,0 2 0,-2 2 0,-2 5-61,-2 6 0,0-1 0,6 11 0,0-1 10,0 5 1,7-3 0,5 3 0,3 1-46,2 3 0,7-1 0,7-3 0,9-6-104,11-4 0,0-4 1,8-4-1,-2-5-66,0-4 1,5-2 0,-5-2 0,-3-6 56,-7-9 0,0-6 0,-9-7 0,-5 1-74,-9-1 0,-5-2 0,-2-3 0,-4 3-58,-7 3 1,-4-1 0,-18 7-1,-5 2-21,-4 2 0,-3 4 0,-5 4 0,3 5-283,1 4 0,8 4 1,0 4-1,6 7-237,3 8 1,16 5 0,1 9-1,9-1-1146,3 0 1860,7 0 0,3 1 0,7-1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8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309 556 8179,'11'-6'0,"-1"-1"0,-1-1 962,1 0 1,-4 1 0,5 1-275,2-5 1,-3-3 0,-1 1-164,-1 2 0,3-1 0,-5-5-210,-2 0 1,-2 6 0,-4-1-162,-4-1 0,-5 5 0,-10 3 0,-6 3-70,-5 2 0,2 2 1,-10 3-1,3 7-234,3 3 1,0 8 0,0 1-1,1 3-3,5 4 1,5 1 0,10 2-1,3 0 162,2 1 1,3-1 0,9-2-1,5-3 53,8-6 0,14-12 0,1-5 1,8-4-70,4-2 0,-4-4 0,3-6 1,-1-7-62,-4-2 1,2-7 0,-4-3 0,-3-3 28,-1-3 0,-7 1 1,0 0-1,-3 0 20,1-1 1,-6-5 0,-7 0 0,-2 1-26,-5-3 0,5 6 1,-2-6-1,-2 2-4,-3 0 1,-1 5-1,0 7 1,0-1-258,0 3 216,-7 1 1,-3 17-73,-7 8 0,2 16 0,2 12 0,1 5 373,-1 1 0,5 2 0,1 2 0,1 4 84,0 2 0,1 1 1,5 5-1,1-3-308,5-1 1,-2-6 0,7 4 0,5-2-364,5-4 1,-1-10-1,9-7 1,0-6-681,-3-3 0,5-8 0,-9-1 0,-1-6 1055,-2-9 0,-1-11 0,-1-3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8.6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52 223 9157,'0'-12'1397,"0"1"1,2 7-1,4-2 1,3 3-1078,1-3 0,5 4 0,-2-4 1,6 3-204,4-3 0,2 2 0,-4-6 0,4 3-115,1 3 0,-5-5 0,2-1 0,-4-1-195,-2-1 1,-2 1 0,-3-6 34,-6 0 1,-5 5 0,-2 3-1,-5-1-96,-6 1 1,-10 5 0,-7-2 0,-3 4 208,-3 2 1,1 8-1,0 3 1,2 6 250,3 6 0,-1 4 1,7 7-1,4 0 240,5 1 1,7 1 0,9 2 0,3 2-53,7-2 1,11-10-1,7-5 1,8-4-495,8-2 1,5-7 0,4-6 0,2-8-634,-1-8 1,-3-5 0,-4-6 0,-1-5-1115,-2-4 1,-14-3 0,0 1 1846,-5 0 0,3-8 0,-3-2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19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42 8179,'2'-11'3255,"4"-1"-2279,-4 9 0,6-7-297,-8 4 1,0 6 21,0 0 0,0 10 1,0 11-1,0 5 11,0 7 1,1 5 0,3 15-1,2 2-335,-2 2 1,-2 8 0,-2-2 0,0 3-217,0 3 1,5-10-1,1-8 1,0-11-463,1-9 0,-3-8 1,8-12-695,1-5 1,-5-6 0,-1-6-1,-1-5-289,0-5 0,-1-1 1,-5 0-946,0 0 0,-7 5 2229,-5 1 0,-11 7 0,-3-3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0:58.846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788 206 7867,'-8'-10'3744,"6"1"-3156,-3 3-343,3 4 0,2-13-293,0 3 0,-2 3-100,-4-3 1,-3 1 223,-8-6 0,-1 0 0,-1 1 0,-1 3 8,-3 2 1,-2 5 0,4-4-1,-4 3-25,-1 3 0,3-4 0,-4 3 1,2 1-80,4 2 1,-3 2 0,1 0-1,2 0-58,2 0 0,2 0 0,0 0 1,0 0-96,-1 0 1,7 0 0,0 0 114,-3 0 0,-1 0 216,-2 0 1,0 0-11,0 0 1,1 2 0,3 2-54,2 1 0,-1 9-90,-5-3 0,6 3 0,1-1 1,1-2-55,-1 3 0,5-5 0,-5 2 0,1 1 24,-1-3 0,4 7 0,-3-5 81,1 4 1,1 2 0,3 1-9,-2-1 1,0 0 0,6 0-1,-2 0 3,-3 0 0,3 0 0,-4 0 0,4 1-10,2-1 1,0 0 0,0 0 0,0 0 6,0 0 0,0 0 1,0 0-1,0 1-31,0-1 1,0 0-1,0 0-43,0 0 0,0 0 1,2 0-106,4 0 0,-4-5 1,5-3-417,1-1 1,0 0-1,5-5-518,-2 3 1,-5 0 0,5-6 1064,3 0 0,1-8 0,2-1 0</inkml:trace>
  <inkml:trace contextRef="#ctx0" brushRef="#br0" timeOffset="1151">771 103 7756,'-12'2'556,"1"3"1,5-3 178,-5 4-624,7-4 0,-4 0 107,8 4 1,0-3-28,0 9 0,0-7 1,0 7-20,0 1 0,2-3 0,2 1 0,4 2-50,1 3 1,-3 3 0,4 2-1,-3 1-109,-3-1 1,5 0 0,1 0 0,-1 2 14,-3-2 0,2-2 0,-2 0 0,-1 2 15,3 2 0,-6 0 0,3-6 0,-3 0-23,-2 0 0,0 0 0,0 0 0,0 0-39,0 1 1,0-1 0,-2 0 0,-1 0 1,-3 0 1,-7-6-1,1-1 1,-3-2 21,-2-5 1,-8 5 0,-2-2 0,-1-2-48,-1-3 0,-1-1 0,-8 0 0,-2 0-129,2 0 0,2 0 1,1 0-1,3 2-339,4 4 1,-5-2 0,7 5 509,-1-1 0,2 5 0,8-3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1:02.596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737 240 7893,'0'-11'151,"0"-1"1,0 7 584,0-7 1,-6 7-462,0-7 0,1 6 0,5-5-153,0-2 1,-2 5-1,-2 1-12,-2-1 1,-1 0 0,3-5 0,-4 3-7,-1 3 1,-3-5 0,-5 5-110,0-3 0,-6 7 0,0-3 0,0 4 71,-1 2 1,3 0 0,-6 0 0,0 0 23,1 0 1,3 0 0,-4 0 0,3 2-37,3 4 0,-4-5 1,2 7-64,2 0 0,2-1 0,2 7 0,2-3-31,3 2 0,-3-3 0,6 1 0,-3 3 39,1 1 0,5-2 0,-3 2 0,-1 4 31,1 0 1,3 0 0,-6 0 0,1 2 31,2 2 0,-5 2 0,7-4 0,-3 4 63,-3 1 1,5-5 0,1 4 0,1-2-14,0 0 0,-1-1 1,3-4-1,-2-1-8,2 0 0,2 0 0,2 0-59,0 0 1,0 0 0,2 0-24,4 1 1,-4-1 0,5 2 0,-1 2 13,0 1 0,5 1 0,-3-6 0,-1 2 6,1 4 1,5-4 0,-3 4 0,1-4-8,1-2 1,-1 0 0,4 1 0,-1-3 35,-3-4 1,1 4-1,5-5 1,0 1 56,0 1 0,0-1 0,0 4-18,0-3 0,2 3 1,4-4-83,6 5 0,-5-1 1,-1-2-1,-4-3 4,-2-3 0,1 5 0,-1-5 1,0 1 76,0 0 0,0-3 1,0-5-1,0 0-11,0 0 1,1 0 0,-1 0-1,0-2-27,0-3 0,0 3 1,0-6-1,0 1-22,0-5 0,1 3 0,-1-1 0,0 1-37,0-1 0,0 1 0,-2-5 1,-1 3-37,-3-2 1,0 3 0,7-1 0,-3-3 5,-4-1 0,4-2 0,-5 0 0,1 0-81,1 0 0,-7-2 0,5-2 1,0-4 12,-1-2 1,-5-1-1,2-5 1,-5 3 79,-1 1 0,0 1 0,0-5 0,0 3-16,0 1 1,0 3-1,0-5 1,0 3 7,0-3 1,-5 5 0,-3-3 0,1 1-55,-1 1 0,-4-5 0,5 3 0,-3-1-95,-3 1 0,0-3 0,-1 5 1,3-1-291,-2-1 0,-3 2 1,-1-3-1,0 3-839,0 3 1292,0 1 0,-8 6 0,-1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8:57.0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53 472 8563,'-9'8'-360,"-5"-4"309,8 7 1,-6-5 900,7 6 1,-1 0-121,6 5 1,0 1-87,0-1 0,0-5 115,0-1 1,8-7-333,3 2 1,5-4 0,1-4-232,1-4 1,1-6 0,2-9-1,3-2-109,-3 2 0,0-7 1,3-1-1,3-4-187,0-2 0,6 0 1,-4-1-1,4-3-151,2-2 0,-2 0 0,-2 4 0,-4 0-67,-2 3 1,-1 3 0,-7 13 0,-1 1-602,-5-1 231,-3 8 983,-8 3 0,0 9 0,-2 1 342,-4 3-463,4 0-245,-5-6-19,7 0-49,-8 0-35,6 0 1,-6 2 86,8 4 1,-2 2 0,-2 5 0,-1-1 281,1 1 1,-4 5-1,2 5 1,0 6 15,-1 4 1,3 12-1,-6 9 1,2 16-116,4 15 0,-3 11 0,3-45 0,2 0 0,-2 48-147,2-5 1,2-15 0,0-9 0,0-12-29,0-9 1,0-14 0,0-12-1466,0-4-522,0-1-317,0-1 2383,0-7 0,-8-2 0,-2-8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8:57.4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18392,'-8'10'-579,"6"-2"1,-6 0 0,8 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8:59.6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119 70 8511,'0'-17'0,"8"-8"0,1-2 0</inkml:trace>
  <inkml:trace contextRef="#ctx0" brushRef="#br0" timeOffset="950">67 123 11860,'7'-12'293,"5"1"1,3 7-1,3-4 1,1 0-180,5-4 0,-3 3 0,8-1 0,2 0-84,2 1 1,2 5 0,0-4 0,0 2-257,0 0 1,0 3-1,-2 8 1,-4 7 235,-6 4 1,-5 7-1,-7 2 1,-5 2 276,-4 4 1,-12 2 0,-7 2 0,-10 0 80,-6 0 0,-2 0 0,0 0 0,0-2 8,0-4 0,0-2 0,0-6 0,2 3-70,4-3 1,4-9 0,7-4-889,1-1 358,7-5 0,4 6 0,14-8 0,8 0-57,5 0 0,10 0 1,-2 0-1,4 0 23,2 0 1,2 0 0,2 2 0,1 4 162,-1 5 1,-2 1 0,-2 4 0,-2 5 191,-4 4 1,-6 4 0,-11 6 0,-6 2 186,-4 4 1,-16-2 0,-7 5 0,-8-1 356,-8-4 1,-10-2-1,1-2 1,-5-3-172,-1-2 0,5-5 0,1-10 0,-1-3-266,3-6 0,1-4 0,10-6 1,4-8-802,6-11 1,5-4-1,6-6 1,9-4 596,6 0 0,15-8 0,9 1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05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560 577 8338,'15'-2'629,"-1"-2"291,-3-2 0,-5-5 0,4 3-325,-2-2 0,3 5 0,-5-7 0,-2-2-359,-2-1 1,-4 3 0,-4 1 0,-5-3-147,-5-2 0,-3 5 0,-5-1 0,-5 0-222,-4 3 1,4 1-1,0 8 1,-2 0-228,-2 0 1,0 2 0,2 4 0,4 5 101,2 5 0,1 3 0,7 3 0,1 3 216,5 2 0,3 2 0,8 6 0,0 0 51,0 0 0,8-2 0,5-2 1,7-2 42,3 2 1,2 0 0,-4 0 0,5-4-74,1-1 0,-6-3 1,3-8-1,-5-1-123,-2-2 0,-1-1 53,-4 7 0,-7-9 0,-12-1 167,-11 0 1,-1-6 0,-10 4 0,-2-4-22,-2-2 1,-2 0 0,0-2 0,0-2-37,0-2 0,0-8 1,2 3-1,4-5-424,6-1 1,3-1 0,3 1-1895,-1-1 2298,9 1 0,1 0 0,8-1 0</inkml:trace>
  <inkml:trace contextRef="#ctx0" brushRef="#br0" timeOffset="584">961 612 8626,'-7'-10'865,"5"3"1,-12 16 0,8 7 0,2 9-347,2 8 1,2 6 0,0 17 0,0 8-199,0 12 1,0 15-1,0 8 1,0-48-1,0 1-157,0 0 1,0 1 0,6 42 0,2-10 0,0-13 164,-1-12 0,-1-15 0,-6-8-256,0-6 0,0-20-469,0-5 0,-2-23 6,-3-13 1,1-6 0,-8 6 0,0-2-79,3-3 1,-7-6-1,6-2 1,-1-1 19,-1-5 1,2-7 0,-1-4 0,5-1 76,4 1 1,2-4 0,4 4 0,6-2 205,7-4 0,12 6 0,0 4 0,6 7 54,6 8 1,2 6 0,5 6-1,-3 8 396,-2 7 0,-1 7 1,-3 7-1,0 2 101,-6 3 0,-6 7 1,-11 9-1,-5 5 45,-5 1 1,-4 0 0,-4 4 0,-4-2-47,-5 2 1,-13-6 0,-5 1-1,-4-3-264,-2 0 1,2 0 0,2-5 0,2-1-494,-2 1 1,-8-7 0,-2-1 0,5-2-573,5-4 1,-1-2-1,9-2 1,4-2-398,5-4 0,6 2 1341,8-8 0,16-7 0,3-8 0</inkml:trace>
  <inkml:trace contextRef="#ctx0" brushRef="#br0" timeOffset="967">1957 158 8081,'-8'-10'188,"4"-3"409,-8 7 1,7 0-1,-5 8 1,2 4-12,4 5 1,0 13 0,1 5 0,-3 4-8,2 2 1,0 6 0,0 1 0,-2 3-155,2 3 0,2 3 0,2 1 0,0 1-261,0-1 1,6-2 0,0-3 0,0-6-196,2-4 0,-4 1 1,5-3-1,-1-7-1020,-4-7 1,4-9-1643,-3-1 688,1-7 0,-6-4 1250,0-12 1,0 3 0,-2-1 754,-3 2 0,3-5 0,-6 3 0</inkml:trace>
  <inkml:trace contextRef="#ctx0" brushRef="#br0" timeOffset="1350">2376 595 8097,'0'-18'3061,"0"1"-2448,0 7 1,0 4-1,0 14 1,0 7-224,0 7 1,0 7-1,0-4 1,0 2-152,0 4 1,0 2-1,0 2 1,0 0-366,0 0 0,0-8 0,0-2 0,0-1-1562,0-1 0,0 0 428,0-5 1,6-10 1259,0-8 0,7-16 0,-3-11 0</inkml:trace>
  <inkml:trace contextRef="#ctx0" brushRef="#br0" timeOffset="1517">2393 245 8815,'-2'-15'633,"-3"3"1954,3-3-4020,-6 5 1433,8 0 0,0 2 0,0 8 0</inkml:trace>
  <inkml:trace contextRef="#ctx0" brushRef="#br0" timeOffset="1817">2847 18 8684,'8'-9'1010,"-6"1"1,6 23 0,-8 9 0,0 7-438,0 4 1,-2 9-1,-2 9 1,-2 9-157,2 6 1,2 1 0,2 3 0,0 2-170,0 2 1,0-3-1,0-10 1,2-11-176,4-9 0,-2-8 1,6-6-2274,-2-6 1266,-3-11 1,-5-12 0,0-12-1,0-4-982,0-1 1,-2-2 1915,-3-5 0,-13-3 0,-9-8 0</inkml:trace>
  <inkml:trace contextRef="#ctx0" brushRef="#br0" timeOffset="1966">2620 525 8066,'-9'-8'2337,"1"6"1,10-8-1742,4 4 1,11 5 0,12-5 0,6 4-884,6 2 1,6-6-1,13-2 1,11-1 286,15-5 0,9-9 0,-43 9 0,1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01.258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350 252 14367,'-8'-9'830,"-3"3"0,3 12 1,2 7-1,4 9-473,2 7 1,0 6 0,0 5 0,2 9-105,4 7 1,4 6 0,7 6 0,1-4-449,-1-6 1,-1-5-1,-3-7 1,-1-7-591,2-8 1,-5-5-636,3-9 0,-6-7 391,5-5 0,-7-10 0,0-9 1,-8-5-1756,-7-5 2645,-5 1 1,-1-10 0,-1-4 0</inkml:trace>
  <inkml:trace contextRef="#ctx0" brushRef="#br1" timeOffset="317">88 322 8569,'-17'-17'384,"-1"-1"1,3 1 828,3-1 0,-1 1-582,7-1 1,0 1 0,8 0-292,4-1 0,3 6 1,11 1-1,3-1-395,6 2 0,6-3 0,8 5 1,7 0 121,7 1 0,16 1 0,3 6 0,7 2-228,5 4 1,-1 5 0,0 14-1,-1 8-68,-5 6 0,-19 10 0,-17-1 1,-12 7 281,-10 3 0,-11 8 0,-10-4 0,-14 2 188,-17 0 0,-6-8 0,-11 2 0,-3-5-126,-1-7 0,-9-3 1,-1-8-1,-2 2-126,-4 4 1,-6-5-1,1 3 1,5-8-296,4-7 1,11-7 0,10-5 0,6-6-209,6-5 1,6-2-1,11-5 1,7-6 513,3-3 0,9-18 0,3-4 0</inkml:trace>
  <inkml:trace contextRef="#ctx0" brushRef="#br1" timeOffset="919">1608 759 8246,'0'-18'703,"0"1"1,-2-1-372,-4 1 0,2 1 0,-6 3 0,1 3-178,-1 2 1,-2 3 0,-7 5 0,-2 0-109,-3 0 0,1 0 0,4 2 1,-3 3-80,-1 7 1,0 5 0,5 7 0,3 3 127,3 0 0,-2 6 1,9-6-1,1 2 104,2 0 1,4-1-1,2 3 1,5-4-75,7-2 0,-3-4 1,13-7-1,-1-4-219,4-3 1,-2-1-1,2-8 1,0-2-143,-1-1 0,3-15 0,-8 3 0,-2-5 121,-1-3 1,-5-2 0,-1-8 0,-5 2 85,-1 4 0,-2-2 0,-6 8 1,-2 1 282,-4 3 0,2 3 1,-7 5-1,-3 5-72,-1 4 0,3 4 0,2 4 0,1 5-127,-1 5 1,6 7 0,-2 2 0,6 1-15,6-1 1,4 4 0,9-6 0,2 1-122,3 1 1,7-12 0,-2 5 0,4-3-407,2 1 0,6-6 0,-1-5 1,-1-3-1177,-2-2 1,-4-2 1661,-4-3 0,4-5 0,-6-8 0</inkml:trace>
  <inkml:trace contextRef="#ctx0" brushRef="#br1" timeOffset="1201">2341 78 8407,'-10'-18'318,"1"1"89,3-1 0,4 11 0,-4 7 1,2 11 148,-2 11 0,5 7 0,-5 13 0,4 11-157,2 9 1,0 8-1,0 7 1,2 9-145,4 5 1,-3 8-1,9-8 1,0-6-53,-3-7 0,7-22 1,-4-9-1,3-10-213,3-8 1,-3-4 0,-1-9-658,-3-5 1,-1-5-1,2-12 1,-7-5-1033,-3-5 0,-2-1 1699,0-1 0,-7-7 0,-3-2 0</inkml:trace>
  <inkml:trace contextRef="#ctx0" brushRef="#br1" timeOffset="1351">2114 549 12579,'18'0'235,"1"0"1,2 0 0,7 0-1000,5 0 0,-2-6 1,11 1 763,1 1 0,2-6 0,7 0 0</inkml:trace>
  <inkml:trace contextRef="#ctx0" brushRef="#br1" timeOffset="1816">3145 689 8087,'0'-17'509,"0"5"0,0 0 223,0-1 1,0-3 0,0-1-553,0-1 1,0 7 0,-2-1-103,-4-2 1,-4 1 0,-7-1 0,-1 4-53,1 3 0,-3 1 1,-1 6-1,-4 2 35,-2 4 0,-1 3 0,-3 9 0,4 1 80,2 5 0,2 3 1,5 8-1,1 0 65,-1-1 1,9 1 0,3 0 0,4-2-101,2-4 0,8-3 0,3-9 0,7 1-251,5-1 1,-2-7 0,8-4-1,2-4-316,2-2 0,-3-8 0,-1-4 0,0-3 83,-2-3 1,-2-1-1,-7-3 1,-1-3 191,1-2 0,-9 6 1,-3-3-1,-4 5 565,-2 1 0,0 1 0,-2 1 63,-4 5 0,-3 5 0,-7 12-339,4 5 1,-1 5 0,7 1 0,2 3-118,2 3 1,4-3-1,2 3 1,4-2-380,1 2 0,3-3 0,7 1 1,3-5-239,1-5 0,2-1 0,-1 2 0,3-6 631,0-4 0,6-2 0,-6 0 0</inkml:trace>
  <inkml:trace contextRef="#ctx0" brushRef="#br1" timeOffset="2200">3913 619 8053,'0'-17'267,"0"-1"1,0 1 65,0-1 0,0 7 0,0-1 0,0-2 81,0-1 0,-8-1 0,-2 3 0,-1 1-185,-1-1 0,1 3 1,-9 0-1,-1 2-159,-2 5 1,-3 1 0,5 2 0,-2 2-102,1 3 1,3-1 0,1 8 0,1 3 6,0 7 0,7-3 1,4 4-1,4-3 8,2-3 1,2 7 0,4-1 0,5-2-17,5-1 0,7-3 0,3 2 0,1 3-19,4 1 1,0 0 0,0-3 0,-4 1 115,-2 2 1,0 3 0,-5-5 0,-1 2 25,-3-1 1,-10 3 0,-1-2 0,-3-2 31,-2-1 1,-7-5-1,-5-3 1,-6-6-216,-5-4 0,2-2 0,-8 0 0,-2 0-348,-2 0 0,6-8 1,1-2-1,3-3-1674,0-5 2114,7 5 0,1-12 0,5 7 0</inkml:trace>
  <inkml:trace contextRef="#ctx0" brushRef="#br1" timeOffset="2568">4210 776 8059,'6'-11'1574,"-1"-1"0,9 2-1195,-2-1 1,1 1 0,1 6-1,-2-2-327,1 2 1,1 1 0,-1-1 0,-1-4-46,2-2 1,1 4-1,2-3 1,-1-1-417,-4 0 0,1-1 0,-5-7 165,2 1 0,-8-1 1,-2 3 251,-10 3 0,-8 4 0,-3 8 0,-4 0 79,-2 0 0,3 2 0,-5 4 1,0 6 13,2 3 0,2 5 1,7 1-1,3 4 32,3 2 1,4 1-1,8 3 1,0-4-82,0-2 1,10 4-1,6-6 1,7-1-152,4-3 1,2-3-1,6-3 1,2-3-510,4-2 0,-4-2 1,3-6-1,-3-2-924,-2-4 0,2-10 1532,4-7 0,-4-16 0,5 2 0</inkml:trace>
  <inkml:trace contextRef="#ctx0" brushRef="#br1" timeOffset="2850">4926 113 8059,'0'-18'33,"0"1"1,0-1 0,0 1 1437,0-1-951,8 1 1,-6 9 0,3 10-214,-3 14 0,-2 9 0,0 10 0,0 4 165,0 7 1,-2 3 0,-1 15-1,-3 0-144,2-2 1,2 6 0,2-4 0,0 2-132,0-2 1,2-4-1,2-10 1,3-1-241,3-3 0,0-14 1,3-5-1,-1-12-743,2-9 1,-5-4-1,1-4-175,-2-4 1,-2-3-1,-6-11 1,0-1-1537,0-3 2497,-8-7 0,-10 4 0,-9-8 0</inkml:trace>
  <inkml:trace contextRef="#ctx0" brushRef="#br1" timeOffset="2983">4769 549 8059,'-10'0'1914,"2"0"1,10 0 0,6 0-1946,9 0 0,11 0 1,12 0-1,7 0 31,3 0 0,18-15 0,4-5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21.4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123 717 7453,'0'-10'25,"2"3"0,2 5 529,2-4 242,0 4-490,-6-6 0,-2 8-267,-4 0 1,4 2 63,-4 4 0,2 4 1,0 7-1,-1 2 55,1 5 1,0 3 0,0 8 0,-2 2 57,2 3 0,-4 7 1,1 11-1,-1 6-27,0 4 1,-3 2 0,5 0-1,0 0 11,-2 0 0,6 3 1,-6-1-1,3-6-91,-1-4 1,0-4 0,6-5-1,0-3-30,0-3 0,0-4 1,0-9-1,0 1-89,0 0 1,0-2 0,2-4 0,2-5-260,2-5 0,5-7 0,-3-3-851,2-1 0,-4-2 167,5-6 0,-5 0 0,6-2 953,1-4 0,3-3 0,1-9 0</inkml:trace>
  <inkml:trace contextRef="#ctx0" brushRef="#br0" timeOffset="1235">176 630 8144,'0'-12'42,"0"0"1,2 9 0,1-5 88,3 0 1,8 6-34,-3-4 0,5-2 1,1 3-1,1 1-60,-1 2 0,3 0 0,3-2 0,6-2-8,4 2 1,4 0 0,4 1 0,5-5 25,5-2 0,1 6 1,3-4-1,1 3-72,2-1 1,6 0-1,-4 6 1,0 0 52,1 0 0,3 0 1,-6 0-1,0 0-33,2 0 1,-4 0-1,8 0 1,2 0 29,2 0 1,2-6 0,2-2 0,2 1 1,1-1 0,7-6 1,-6 5-1,-3-3 38,-1 0 0,0 3 1,4-5-1,3 4 33,1 3 1,-1-1 0,-3 4 0,3-2-106,1 2 1,11 2 0,-3 0 0,1-2-4,0-1 0,0-3 0,6 2 0,-44 1 0,-1 0-35,2 1 1,-1-1 0,3-3 0,-1 0 0,42-4 0,2-3 19,-47 6 0,1 0 1,3 1-1,1-1 0,0 0 1,0 1-1,-1-1 0,-1 0 50,-2 0 0,-1 1 0,1-1 0,1 0 1,-3 1-1,1 1 0,1 0 0,0 0 42,2 1 0,-1 0 1,47-3-1,-2-3 1,0 4-5,0 1 1,-46 5 0,1 2 0,2-3 0,-1 0-1,-2 1 1,1 2-68,-1 0 0,1 0 0,2 0 0,0 0 0,2 0 0,-1 0 0,-1 0 0,1 0-28,-2 0 0,0 0 1,46 0-1,0 0 1,-48 0-1,-1 0-10,1 0 1,1 0 0,3 2 0,1 2 0,-2-1 0,0-1-1,-1 1 1,-1-2 3,-1 1 0,-1-2 0,0 1 0,1-2 1,4 1-1,0-2 0,3 1 0,-1-2 61,0 1 1,0-1 0,0-1-1,-1 2 1,-4 2 0,1 0-1,0 0 1,0 0-15,3 0 0,-1 0 0,1-3 1,1 0-1,1 0 0,0 0 1,-2 1-1,-1 0-5,-2 1 0,0 0 0,0 1 0,-1 0 0,1 0 0,1 0 0,-1 1 0,1 0-26,-2 2 0,0 0 0,3-2 0,-1 0 1,43 5-1,2-4-11,0-2 1,0 0-1,-47 0 1,1 0 0,-1 0-1,1 0 17,-1 0 0,0 0 1,1 0-1,-1 0 1,0 0-1,1 0 1,-1 0-1,1 0 4,-1 0 0,0 0 1,1-3-1,-1 0 1,1 0-1,1 0 0,0 1 1,1 0 5,0 1 1,0 0-1,3 1 1,1 0-1,-4 0 1,0 0-1,0 0 1,-1 0-3,-1 0 1,1 0 0,-2 0-1,0 0 1,2 0 0,-1 0-1,1 0 1,1 0-1,0 0 1,0 0 0,-2 0 0,-1 0 0,47 0 0,-48 0 0,-1 0 3,1 0 0,1 0 0,3 0 1,1 0-1,-1 0 0,0 0 0,0 0 1,-1 0-7,-1 0 1,1 0 0,1 0 0,0 0 0,2 0 0,1 0 0,0 0 0,0 0-48,1 1 0,0-2 0,1-1 0,-1-1 0,-5 0 0,0 0 0,3 1 0,-1 0 33,1 1 1,1 0-1,0 1 1,0 0-1,2 0 1,0 0-1,0 0 1,-1 0 7,-1 0 1,0 0 0,0 0 0,0 0 0,4 0 0,1 0 0,0 0-1,0 0 10,1 0 0,0 0 1,0 0-1,0 0 0,-3 0 1,0 0-1,1 0 0,0 0-2,2 0 0,0 0 0,2 0 0,0 0 1,4 0-1,0 0 0,-1 0 0,0 0-49,-2 0 1,0 0 0,4 0 0,1 0 0,-1 0 0,0 0 0,2 0 0,0 0-62,0 0 1,1 0-1,-1-1 1,0 0 0,-3-1-1,1 0 1,2-1 0,0 0 122,2 1 1,1 0 0,2 1-1,-1 0 1,1 1 0,0-1 0,-2-1-1,-1 0 38,-2-1 0,-1 0 1,3 0-1,0 0 0,1 3 1,1 0-1,2 0 1,-1 0-19,1 0 1,0 0 0,1 0 0,1 0-1,-6 1 1,1 0 0,1 1 0,1 0-36,1 0 1,-1 2-1,3 0 1,-1-1-1,0-1 1,0 0-1,-3 2 1,1 0-37,-1 1 1,1 0 0,0-3 0,-1 0 0,3 1 0,-1 1 0,1-1-1,0 0-41,-2 0 1,1 0-1,1 1 1,-1 0-1,-5-2 1,-1 0-1,1 1 1,0-1 74,-1 1 1,1-2-1,4 0 1,-1 0-1,-2 0 1,-2 0 0,-2 1-1,0 0 57,-2 1 0,1 0 0,2 1 0,0 0 0,2-2 0,-1 0 0,1 1 0,0-1-27,0 0 0,-1 0 0,0 0 0,0 0 0,-3 0 1,0 0-1,-1 1 0,1 0-41,0-1 0,0 0 0,2 2 0,0 0 0,-2-1 0,-1-1 0,-2 1 0,-2-2-100,-2 0 1,0 0 0,2-1 0,0 0-1,2 1 1,0 0 0,0 1 0,0 0-33,-3 1 1,0 0-1,0 1 1,-2 0 0,-5-2-1,-1-1 1,0 2 0,1 0-442,-1-1 1,0 0 586,4-1 0,-2 0 0,-5 1 0,-1 0 0,4 1 0,1 2 0,0 0 0,0 1 0,0 0 0,1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23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1991 8504,'-8'-10'-1477,"0"1"1327,-3 3 958,3 4-520,8-6 1,0 10-95,0 4 1,0 3 0,0 9 0,0-1 149,0 1 0,0 1 0,0 5 1,0 5-189,0 4 1,6 2 0,0 0 0,-3-1-4,-1 1 1,4 6 0,0 2 0,-2 0-170,-2-1 1,-2-3 0,0-8 0,0-2-242,0 2 0,0-6 1,0-1-194,0-5 0,0-7 0,2-3-84,4-1 0,-2-2 0,7-8 534,3-4 0,1 4 0,3-5 0</inkml:trace>
  <inkml:trace contextRef="#ctx0" brushRef="#br0" timeOffset="1250">71 2794 7511,'0'-9'1730,"2"1"-1562,4 8 1,3 0 0,11-2 0,1-2-92,2-2 1,8 0 0,0 6 0,6 0-12,4 0 0,8 0 0,-3 0 0,6 0 118,7 0 0,3 0 0,8 0 0,1 0-138,5 0 1,4 0-1,5 0 1,-1 0-78,-3 0 1,1 0 0,3 0-1,-2 0-82,-1 0 0,-8 2 0,3 2 0,1 2 65,3-2 0,-3 4 1,0-3-1,-3-1 81,1-2 1,3-2 0,-1 0-1,6 0 95,-1 0 0,2 0 0,7 0 1,3 0-10,2 0 1,-6 0-1,2 0 1,-2 0-98,2 0 1,4 0 0,-44 0 0,-1 0 0,0 0 0,-1 0-23,48 0 0,-2 0 1,-4 0-1,6 0-8,-48 0 1,1 0 0,0 0 0,1 0 0,-1 0 0,0 0 0,0 0 0,-1 0-13,48 0 1,-46 0 0,-1-2 0,-1 1 0,1-2 0,2 1 0,1-1-11,-1 1 0,0 0 0,0-2 0,-1 0 0,-1 1 0,1 0 0,0 0 0,1 0 27,1-1 0,0 1 1,-2 2-1,-1 0 1,1-2-1,1 0 0,-4 1 1,1 0 28,-1-1 1,0 0 0,3 2-1,-1 0 1,2-2 0,1-2 0,0 2-1,0 1 36,0-1 1,-1 0 0,0-3 0,-1 0-1,-1 3 1,1 0 0,0 1 0,0-1-50,3-2 1,-1 2-1,-2 2 1,-1 0-1,1-3 1,1 0 0,-3 1-1,0 0-67,3 0 1,-1 0 0,0 0-1,1 1 1,2 1 0,0 2 0,-1-1-1,-1 0 4,-2 0 0,-1 0 0,-1 0 1,1 0-1,1 0 0,1 0 0,0-1 1,0 0 19,3-2 1,-1 0 0,-2 1 0,1 0 0,1-3 0,0 0 0,0 0 0,-1 1 7,1-2 1,0 2 0,2 1 0,1 0 0,3-2 0,0 0-1,0 0 1,0 1 58,1-1 0,-1 0 0,0 2 0,0 0 0,0-2 0,0 0 0,1 1 0,0 1 16,2 0 0,0 2 1,-1-1-1,-1 0 1,2 0-1,0 0 1,-2-1-1,0 0 58,-1 1 0,0 0 1,2 1-1,0 0 0,2 1 1,0 0-1,2 0 1,0 0-86,-2 1 1,0-2 0,1-1 0,0-1 0,-1 0 0,0 0 0,2 0 0,0 0-36,4-1 1,0 0 0,-4 2 0,0 0-1,2-2 1,1-1 0,-1 0 0,-2 0-54,-1 0 0,0 0 1,6 2-1,0 0 0,-2-1 1,-1-1-1,1 0 0,0 0 90,-2 0 1,0 0 0,1 2 0,0 0 0,-3-1 0,0-1 0,1 0 0,2 2 23,1 1 1,-1 0 0,-5-2 0,0 0 0,4 1 0,0 0 0,-2 1 0,0 1-67,1 0 0,0 0 0,3-2 0,0 0 0,1 0 0,-1 0 0,1 0 0,0 0-57,-2-1 1,0 0 0,0 3 0,0-1 0,2-3 0,1 0 0,2 0-1,0 0 2,0 0 1,1 0 0,-3 1 0,0-1 0,0-2 0,-1 0-1,-2 2 1,0 0 8,-2 2 1,0-1 0,1-2 0,0 0 0,2 2 0,1 0 0,0 0 0,-2 1 112,-3-1 1,0 0-1,0-2 1,0 0 0,-2 3-1,0 0 1,0 1 0,0 0 1,2 1 0,-2 0 1,-4 1-1,-1 0 0,2 0 1,0 0-1,-1 0 0,0 0-43,0 0 0,0 0 0,2 0 0,1 0 0,-1 1 0,0-2 0,0 1 1,0-1-59,-2-2 1,0 0 0,-1 2-1,1 0 1,1-3 0,2 0-1,1 1 1,0 0-12,3 0 0,0 0 0,-5-1 0,0 1 0,-1 1 0,0 0 0,0-2 1,-1 0 80,-1-1 0,2 0 1,4 2-1,0 0 0,0-1 1,0-1-1,-1 0 0,0 2 10,-3 1 1,0 0-1,-1-2 1,1 0-1,1 1 1,2 0-1,0 1 1,2 1-26,0-1 1,0 2 0,-3 0 0,0 0 0,1 0 0,0 0 0,-2 0 0,0 0-81,-1 0 1,0 0-1,4 0 1,0 0-1,0 0 1,0 0-1,0 0 1,-2 0 7,-1 0 0,-1 0 0,-1 0 0,0 0 0,3 0 0,0 0 0,2-1 0,0 0 19,1-2 0,0 0 0,-4 2 0,0 0 1,1-2-1,-2 0 0,-1 2 0,-1 0 43,0 1 0,0 0 0,2-1 0,0 0 0,2 0 0,1-2 0,-1 0 0,0 1 54,-3-1 1,0 2 0,1-1 0,0 2 0,-3 0 0,-1 0 0,1 0 0,0 0-21,1 0 0,-1 0 0,-4 0 0,0 0 1,1 0-1,-1 0 0,-2 0 0,-1 0-40,48 0 0,-4 6 1,4-1-1,-2 1-140,-8 2 1,-4-4 0,1 6 0,-3-3-169,-1-3 1,-9 0 0,3 0 0,-4 2-122,-2-2 0,-6-2 0,-2-2 1,-2 0-813,-4 0 1248,-1 0 0,-11 0 0,-3 0 0,-4 0 0,-2 0 0</inkml:trace>
  <inkml:trace contextRef="#ctx0" brushRef="#br0" timeOffset="1816">23822 0 5990,'0'12'1319,"0"-1"-9,0-7-607,0 12 1,0-12-420,0 7 0,0 1 0,0 5 1,0 3-45,0 3 1,0 6-1,0 14 1,0 11-67,0 14 1,0 14-1,0 15 1,0-45-1,0 2-99,0 2 0,0 1 0,0 4 0,0 0 0,0 3 0,0 0 0,0 0 0,0 0-118,0 2 0,0-2 0,1-9 0,0-1 0,1-2 1,2-1-1,6 36-331,-1-11 1,5-12-1,-6-10 1,-1-9 31,1-10 0,-2-10 0,-4 2 1,2-2-831,2-3 1172,7-3 0,-3-1 0,7-1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26.9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158 123 11595,'0'17'591,"0"7"1,0 1 0,0 2-248,0 4 0,5 4 0,1 4 0,0 3-298,2 3 0,-6 2 0,5 3 0,-1-1-337,0-3 0,0-13 0,-4 2 0,2-4-1171,2-4 1,-1-7 1461,-5-9 0,0-7 0,0 4 0</inkml:trace>
  <inkml:trace contextRef="#ctx0" brushRef="#br0" timeOffset="267">0 88 9872,'8'-10'806,"4"4"0,5 3-676,7-3 0,10 4 1,13-4-1,5 2-438,7-2 0,3 2 0,8-5 1,-2 1-205,-4 4 0,2 0 0,-8 0 0,-4-2 512,-5 3 0,-7 1 0,-7 2 0</inkml:trace>
  <inkml:trace contextRef="#ctx0" brushRef="#br0" timeOffset="485">18 367 8082,'-10'12'1221,"4"0"0,4-7-828,2 7 1,2-8 0,6 2 0,10-4-275,9-2 0,13 0 1,7-2-1,3-2-1007,3-2 0,-1-7 888,1 1 0,7-4 0,2-1 0</inkml:trace>
  <inkml:trace contextRef="#ctx0" brushRef="#br0" timeOffset="902">786 420 8205,'0'-18'1619,"0"9"1,0-3-1063,0 12 0,0 10-321,0 13 0,0 0 0,0-3 1,0 1-109,0 2 0,0 1 0,0-7 0,0 0-315,0 1 0,2-3 0,4-1-72,6-2 0,3-8 0,3 1 0,-1-3-2,1-2 0,-1-2 0,1-3 0,-1-7 33,0-4 1,-1-1 0,-2-1 0,-3 1 250,3 0 1,-6-1 0,-3 1 0,-3-1-273,-2 1-25,0 7 0,-7 2 0,-3 10-132,0 4 1,2-2-1,8 8 1,0 1-722,0 3 1127,0-7 0,8 7 0,2-6 0</inkml:trace>
  <inkml:trace contextRef="#ctx0" brushRef="#br0" timeOffset="1217">1328 70 7396,'0'-17'812,"0"0"0,0 5 1105,0 0-1602,0 8 1,0-1 0,0 10 0,0 7 89,0 4 1,-2 9 0,-2 6 0,-2 6-49,2 3 0,-4 9 0,3-2 0,1 3-126,2 2 0,2-1 0,0-3 0,0-3-106,0-2 1,0-5 0,0-6 0,0-5-886,0-2 1,8-4-421,3-9 1,5-6 0,-1-12-18,-3-6 0,-2-5 1197,-5-7 0,-3-3 0,6-8 0</inkml:trace>
  <inkml:trace contextRef="#ctx0" brushRef="#br0" timeOffset="1468">1502 36 8053,'-9'7'672,"1"-3"0,8 8-139,0 1 0,0 3 0,0 3 0,0 3-24,0 1 0,0 10 1,0 2-1,0 8-245,0 1 1,6 5-1,-1-7 1,-1 1-277,-2 0 0,4 1 0,0-7 0,-2-6-976,-2-3 0,-2-5 0,2-6 988,4 1 0,-5-9 0,7-1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29.4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367 660 12505,'0'-11'1025,"0"-1"-825,0-2 1,-1 5 0,-5-1 0,-6 0-149,-3 1 0,-5 5 0,-1-2 1,-4 6-524,-3 6 1,1-1 0,-4 11 0,2 3 65,-2 1 1,4 7 0,0 2 0,3 4 379,9 2 0,-1-8 0,11-4 0,1-3 80,2-3 1,4-1 0,5-5 0,9-5 36,5-4 1,8-4 0,-3-4-1,1-5-76,4-5 1,-4-3 0,0-2-1,0-5-45,0-1 0,-3-2 0,3-4 0,-2 2-60,-3 2 1,-3-2 0,-2-6 0,1 0 31,-1 4 0,-5 2 0,-2-4 0,-3 2 8,-3 4 1,-2 4 0,-2 7 64,0 1-212,0 7 1,-6 10 0,-1 14-1,-3 7 222,-4 8 1,5 4 0,-1 4 0,0 2 134,1 2 1,5 5-1,-2-3 1,4 0-80,2-1 1,0-1 0,0-6-1,2 0-215,4 0 0,3-8 0,11-6 1,3-7-325,6-8 1,-2-4-1,1-2 1,-1-2 456,0-4 0,-6-12 0,4-9 0</inkml:trace>
  <inkml:trace contextRef="#ctx0" brushRef="#br0" timeOffset="485">1031 678 8183,'0'-18'214,"0"7"1,2 1 0,2 0 579,2 0 1,0-1-1,-6-7-407,0 1 0,0-1 0,-2 3-467,-4 3 1,2-1 0,-8 7 0,-1 2 61,-3 2 0,-3 2 0,-3 0 0,-1 0-172,2 0 1,-4 8 0,1 5 0,3 7 112,2 3 1,-3 6-1,3-4 1,3 3 315,1 3 0,7-4 0,2 0 0,4-2-95,2-3 1,2-3 0,4-2-1,6-1-112,3-4 0,8-5 1,3-7-1,1 0-254,4 0 0,2-7 0,0-5 0,-2-4 10,-2-1 1,-8-2-1,3-3 1,-5-1 85,-2 2 0,-7-5 0,-2 3 0,-2 2 180,0 1 1,-1 3 0,-7 1 0,-3 5 64,-7 5 1,-4 4 0,-1 2 0,0 2-64,-1 4 0,1 9 1,1 10-1,3 1 82,1-1 0,8 6 0,-2-4 0,4 0-88,2-3 0,2-3 1,4 0-1,6 1-157,3-7 1,10 1-1,4-11 1,4-1-586,2-2 0,6-4 1,0-4-1,-2-5 692,-2-5 0,5-9 0,3-2 0</inkml:trace>
  <inkml:trace contextRef="#ctx0" brushRef="#br0" timeOffset="767">1572 66 8183,'0'-17'561,"0"0"1,0 5 40,0 0 0,-1 8 0,-3 0-528,-2 8 0,-6 6 0,6 9 0,2 3-25,3 1 0,-5 10 0,0 2 0,2 10 193,2 5 1,0 4 0,-2 3 0,-2 3-78,3 2 0,1-6 0,2 2 0,0-3-181,0-3 0,0-7 0,0-6 0,2-8-567,3-8 0,-1-4-51,8-1 1,-6-10-1,3-8 1,-1-10-1399,-4-6 2032,-2-1 0,-10-8 0,-1-3 0</inkml:trace>
  <inkml:trace contextRef="#ctx0" brushRef="#br0" timeOffset="901">1345 468 10592,'18'0'319,"-1"0"1,3 0 0,1 0-800,2 0 0,14 0 480,-2 0 0,12-8 0,-3-1 0</inkml:trace>
  <inkml:trace contextRef="#ctx0" brushRef="#br0" timeOffset="1386">2201 573 8085,'0'-12'1103,"-2"3"-120,-4 1 1,3-6-1032,-9 3 0,6 3 0,-4 0 1,1 2-37,-1 0 1,4 1-1,-5 3 1,-3-2 60,-2-2 1,-3 2 0,-2 8 0,-3 4 134,3 1 0,-4 5 0,2 7 0,1 5 94,3 1 1,1-4-1,1 4 1,1 0-66,5 1 0,1-5 0,6 4 0,-2-2-78,2-3 0,10-9 0,8-3 0,5-2-273,4-5 0,9-1 1,-3-2-1,4 0-56,2 0 1,-6-7 0,0-5 0,0-4-67,-2-1 1,4 0 0,-8-1 0,-1 1 6,-3-1 0,-7 3 1,-3 1-1,-1 2 251,-4-1 0,-2 3 0,-4 0 158,-4 3 0,2 3 0,-7 10 1,-3 5 78,-1 5 0,-1-3 1,4 3-1,5 3 39,-1 1 0,6-5 1,-4 1-122,4 3 1,4 1 0,4-9-1,6-3-415,3 0 1,3-6 0,1 3 0,2-5-772,3-5 1105,7 3 0,-4-22 0,8 5 0</inkml:trace>
  <inkml:trace contextRef="#ctx0" brushRef="#br0" timeOffset="1785">2743 590 8085,'0'-17'-10,"0"-1"1,0 1 253,0 0 0,0 5 1,0 0 182,0-1 0,0-3-306,0-1 0,-8 7 0,-4 4 26,-3 4 1,3 2-1,0 0 1,-1 0 30,-3 0 1,-1 6 0,-1 2 0,3 1 70,3 5 0,-3 2 1,5 1-134,0 1 1,2-1-1,8 0 1,0 1-172,0-1 1,8-1-1,4-3 1,3-1 25,3 2 1,1 1 0,3 3 0,1-1 37,-2 1 1,-1-1 0,-3 1-1,1-1 128,-1 0 1,-1 1 0,-3-1 0,-3 1-87,-2-1 0,-3-5 1,-5 0-1,-1-1-62,-5-1 0,-4 4 0,-7-9 0,-3-1-305,-3-2 0,3-2 0,-5-2 0,2-2-651,0-1 0,-1-9 0,7 2-85,-1-3 0,3-3 1052,3 1 0,4-1 0,8 1 0</inkml:trace>
  <inkml:trace contextRef="#ctx0" brushRef="#br0" timeOffset="2199">3162 660 8930,'0'-9'1041,"7"1"0,5 8 0,4 0-951,1 0 1,1-6 0,-1 0 0,1 2 59,-1 2 1,6 0 0,1-2 0,-3-3-236,-2-3 1,-1 6-1,-3-4 1,-1 1-428,-2-5 1,-9 2 284,3-1 1,-6 1 0,-6-2 0,-7 6 96,-9 5 1,1 1 0,-8 0 0,0 0 31,2 0 1,-4 7-1,7 5 1,3 3 161,2 3 0,1 1 0,3 3 0,3 3 111,6 2 1,4-6-1,2 5 1,2-3 106,4 0 1,10 0 0,9-5-1,2-1-472,4 1 1,8-8 0,2-5 0,-3-3-618,-1-2 0,-2-2 0,2-3 0,2-7-1090,2-4 1897,-8-9 0,0-2 0,-6-8 0</inkml:trace>
  <inkml:trace contextRef="#ctx0" brushRef="#br0" timeOffset="2482">3825 84 8004,'16'-12'1621,"-4"1"-1112,-5 7 0,-9 4 1,-2 11-1,-1 7-119,1 5 0,-4 4 1,0 10-1,0 4 73,1 5 0,1 7 0,6 3 0,0 2-97,0-1 1,0 3 0,0-4-1,2-5-237,4-9 0,1-7 1,7-4-2380,-2-2 170,-1-7 1,-1-7 581,-4-15 1,-4-8 1497,-2-9 0,-8-1 0,-2 1 0</inkml:trace>
  <inkml:trace contextRef="#ctx0" brushRef="#br0" timeOffset="2665">3581 398 8085,'0'-17'3990,"2"1"-3546,4 5 1,5 3 0,15 8 0,6 0-775,7 0 0,18 0 0,1 0 330,8 0 0,19 8 0,4 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59:35.670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801 176 12513 251728 43139,'-36'0'-572'0'0,"-5"0"0"0"0,6 7 1 0 0,0 5-1 0 0,10 3 572-1440 0,5 3 0 1440 0,3-1 0 0 0,-1 3 0 0 0,1 1-53 0 0,0 2 1 0 0,-7 1-1 0 0,1-7 1 0 0,2 1 243-1192 0,1-1 0 1192 0,3 3-105-215 0,-1 3 1 215 0,7 2-87-100 0,-1 4 0 100 0,8 4 0 0 0,-4-6 0 0 0</inkml:trace>
  <inkml:trace contextRef="#ctx0" brushRef="#br0" timeOffset="2602">505 630 12513 248717 43139,'17'-28'158'0'39,"1"5"0"0"1,-1 4 140 0-40,0 1 0 0 0,1 7 1 0 0,-1-1 883 0 0,1-2-945 0 0,-1-1 0 0 0,-11 13 0 0 0,-12 10 0 0 0,-15 11 204 0 0,-10 10 0 0 0,-12 4 0 0 0,-1 2 0 0 0,-3 2-256 0 0,0 4 0 0 0,1-2 1 0 0,-5 5-1 0 0,5-1-399 0 0,5-4 0 0 0,12-4 0 0 0,6-6-11 0 0,3-6 0 0 0,14-11 15 0 0,12-7 0 0 0,14-18 1 0 0,20-12-1 0 0,7-10 7 0 0,3-6 0 0 0,9-2 0 0 0,1 4 0 0 0,2-3 191 0 0,4-3 1 0 0,2 4 0 0 0,2-3 0 0 0,0 1 269 0 0,-1 4 0 0 0,-7 4 0 0 0,-5 6 86 0 0,-9 6 1 0 0,-17 17-282 0 0,-19 18 1 0 0,-22 13 0 0 0,-25 25-1 0 0,-11 1-89 0 0,-11 3 1 0 0,-1 4 0 0 0,-8-1 0 0 0,-2 1-32 0 0,2-2 0 0 0,-5 6 1 0 0,32-30-1 0 0,0 0 0 0 0,-1 3 1 0 0,-2 0 89 0 0,-2 3 1 0 0,-1 0 0 0 0,6-2 0 0 0,1 0 0 0 0,-1 1-1 0 0,2-1 1 0 0,-23 30 245 0 0,11-7 0 0 0,14-19-437 0 0,12-5 0 0 0,27-19 0 0 0,15-6 0 0 0,18-14 148 0 0,16-14 0 0 0,9-13 0 0 0,13-12 1 0 0,7-1-36 0 0,3-5 1 0 0,-40 23 0 0 0,0 0 0 0 0,0-2 0 0 0,1 0 0 0 0,1-2 0 0 0,1-1 116 0 0,0 0 0 0 0,1 0 0 0 0,-3 2 0 0 0,1 0 0 0 0,2-2 0 0 0,1 0 1 0 0,0 1-1 0 0,1 0 96 0 0,1 1 0 0 0,-1 2 0 0 0,-6 1 0 0 0,-1 1 0 0 0,36-17 0 0 0,-15 9-227 0 0,-12 5 0 0 0,-16 11-88 0 0,-14 5 0 0 0,-25 16 0 0 0,-11 4 0 0 0,-11 11 103 0 0,-7 10 0 0 0,-10 10 0 0 0,-7 4 1 0 0,-6 2-94 0 0,-5 3 1 0 0,-7 10 0 0 0,2 4 0 0 0,-2 2 212 0 11,2 0 0 0 0,-4 0 0 0 0,4 8 1 0-1,30-34-1 0 1,-1 0 9 0 6,-4 2 1 0-1,2 1 0 0 1,-25 37-1 0-1,2-4 1 0 1,13-8 112 0 10,10-8 1 0 1,8-4 0 0-1,17-3-429 0 14,7-5 0 0 0,12-13 0 0 1,15-17-30 0-6,17-14 0 0 0,7-12 1 0 0,18-15-1 0 0,2-10 108 0-14,2-10 1 0 0,10-7 0 0 0,-38 23 0 0 0,1 0 0 0 0,2-3 0 0 0,0 0 20 0-6,0-2 1 0 1,1 0 0 0-1,3-1 0 0 0,1 0 0 0 0,1-1 0 0 1,1 0 0 0-1,2-1 0 0 0,1-2 186 0-2,2-1 1 0 0,0-1 0 0 0,-4-1-1 0 0,-1 0 1 0-1,2 1 0 0 1,-1-1 0 0 0,-2 2-1 0 0,-1 0 181 0-3,-2 2 0 0 0,-1-1 0 0 0,0 1 0 0 0,-1 0 0 0 0,-1 5 0 0 0,0 0 0 0 0,36-27 330 0 10,-9 8 0 0-1,-15 17 1 0 1,-15 2-67 0 0,-3 6 0 0 0,-17 15 0 0-1,-11 18-819 0-5,-11 15 1 0 0,-17 14-1 0 0,-16 10 1 0 0,-11 9 120 0-8,-11 6 1 0 1,-5 6 0 0-1,27-29 0 0 0,-2 2 0 0 1,-1 2-1 0-1,-1 1 84 0 1,-5 3 0 0 1,0 1 0 0-1,0 3 0 0 1,-1 1 1 0-1,-5 5-1 0 0,-1 1 0 0 1,-2 2 0 0-1,0 0 183 0 5,-4 3 1 0 1,-1-1 0 0-1,-2 1 0 0 0,0 0 0 0 1,-1 1 0 0-1,1 0 0 0 0,3-1-1 0 1,2 0 287 0 28,4-2 1 0 1,3-1-1 0-1,8-7 1 0 1,4-3 0 0-1,-10 18-240 0 19,15-18 1 0-1,27-21 0 0 0,17-25-1 0 1,20-13-16 0-26,18-18 0 0 1,24-26 0 0-1,-27 20 0 0 1,1-3 0 0 0,6-3 0 0-1,1-2-190 0-23,4-4 0 0-1,2-1 1 0 1,5-2-1 0 0,0-1 0 0-1,0-1 1 0 1,0-1-1 0 0,3 0 0 0-1,2 0 74 0-10,3-3 0 0-1,1 1 0 0 1,5-2 0 0-1,1 0 0 0 1,-23 16 0 0-1,0 0 0 0 0,0 0 0 0 1,-2 1 0 0-1,0 0 1 0 1,-1 0 65 0-1,0 1 0 0 0,0 0 0 0 0,-1 1 0 0 0,27-19 1 0 0,-1 3-1 0 0,-2 4 0 0 0,-1 1 0 0 0,-2 4 1 0 0,-2 1 6 0 0,-6 4 0 0 0,-2 2 0 0 0,-5 4 0 0 0,-4 2 0 0 0,29-12 0 0 0,-7 9-110 0 0,-9 9 1 0 0,-10 11-1 0 0,-17 11-424 0 0,-14 16 1 0 0,-12 11-1 0 0,-19 14 1 0 0,-5 4 41 0 0,-11 5 0 0 0,-17 8-1 0 0,-19 10 1 0 0,20-26 0 0 0,-2 0 281 0 0,-5 4 0 0 0,-3 0 1 0 0,-6 4-1 0 0,-1 1 0 0 0,-5 0 1 0 0,-1 1-1 0 0,0-1 0 0 0,0 1 212 0 0,-2-1 1 0 0,-1 1 0 0 0,0 2-1 0 0,0-1 1 0 0,-1-1 0 0 0,0-1-1 0 0,0 0 1 0 0,2 1 347 0 0,0 0 1 0 0,1-1 0 0 0,6-4 0 0 0,1 0 0 0 0,8-6-1 0 0,3-1 1 0 0,-24 28 241 0 0,21-11 1 0 0,20-20-1 0 0,27-22-619 0 0,25-15 0 0 0,21-19 1 0 0,28-14-1 0 0,9-11-64 0 0,-39 21 1 0 0,1-2 0 0 0,6-7 0 0 0,1 0 0 0 0,2 0 0 0 0,2 0 0 0 0,3-2 0 0 0,0-2-107 0 0,4-1 1 0 0,0-1 0 0 0,6-7 0 0 0,0-1 0 0 0,2-3 0 0 0,1-1 0 0 0,2-2 0 0 0,1 0 94 0 0,-25 16 1 0 0,1 1-1 0 0,-1-1 1 0 0,1 2-1 0 0,0 0 1 0 0,0 0-1 0 0,2-1 1 0 0,0 0 0 0 0,0 0-1 0 0,25-18 1 0 0,-1 0 46 0 0,-4 2 0 0 0,-1 1 0 0 0,-4 6 0 0 0,-4 1 1 0 0,-11 9-1 0 0,-3 0 0 0 0,-5 3 0 0 0,-1 1-21 0 0,-5 1 1 0 0,-1 2-1 0 0,32-20 1 0 0,-18 16-30 0 0,-15 10 0 0 0,-14 17 0 0 0,-19 16-253 0 0,-14 19 0 0 0,-14 14 0 0 0,-24 15 0 0 0,-14 8 134 0 0,22-27 0 0 0,-2 2 0 0 0,-7 5 0 0 0,-3 1 0 0 0,-4 3 0 0 0,-1-1 1 0 0,-4 2-1 0 0,-1 1 100 0 0,-1 3 1 0 0,-2 1 0 0 0,-3-1 0 0 0,0 1-1 0 0,-2 4 1 0 0,0 2 0 0 0,-1 1 0 0 0,0 0 295 0 0,-1 2 0 0 0,0 0 1 0 0,2 1-1 0 0,0 0 1 0 0,8-3-1 0 0,2-1 1 0 0,4-3-1 0 0,1 0 266 0 0,5-4 0 0 0,3-1 0 0 0,8-6 0 0 0,4-1 0 0 0,-10 25-259 0 0,22-18 1 0 0,17-26-1 0 0,13-15 1 0 0,13-11-171 0 0,7-11 1 0 0,19-11-1 0 0,10-18 1 0 0,14-11-126-34 0,-31 21 1 34 0,1-2 0 0 0,4 0 0 0 0,1-2-1 0 0,5-5 1 0 0,1-1 0 0 0,1 0 0 0 0,1 0-53-119 0,0 0 1 119 0,0 0 0 0 0,5-3 0 0 0,0-1 0 0 0,6-4 0 0 0,0-1 0 0 0,3 0-1 0 0,0-1 29 0 0,1 0 0 0 0,1-1 0 0 0,0 1 0 0 0,0 1 1 0 0,-4 5-1 0 0,0 1 0 0 0,-3 0 0 0 0,0 1 78 0 0,-5 0 1 0 0,0 2 0 0 0,-2 2 0 0 0,-2 2 0 0 0,-7 6 0 0 0,-3 2 0 0 0,31-15 203 0 0,-20 16 1 0 0,-15 8-292 0 0,-14 19 0 0 0,-13 8 1 0 0,-18 19-1 0 0,-18 12-58 0 0,-19 9 0 0 0,-15 16 0 0 0,17-24 1 0 0,-4 2-1 0 0,-2 1 0 0 0,-1 1 70 0 0,-4 2 0 0 0,-1 1 0 0 0,-3 1 0 0 0,-1 1 0 0 0,-2 5 0 0 0,0 1 0 0 0,-3 1 0 0 0,-1 2 119 0 0,-1 3 0 0 0,0 0 0 0 0,0 2 1 0 0,0-1-1 0 0,1-3 0 0 0,1 0 1 0 0,3-2-1 0 0,2 1 374 0 0,1-2 0 0 0,3 0 0 0 0,3-2 0 0 0,2-1 0 0 0,9-7 0 0 0,2-1 157 0 14,-13 31 1 0 0,26-24-1 0 0,28-25-423 0 50,19-19 0 0-1,24-29 0 0 1,21-20 0 0 0,-30 16 1 0-1,1-2-198 0-24,5-5 1 0 0,1-1-1 0 0,8-2 1 0 0,1-1-1 0 0,1-7 1 0 0,0-2 0 0 0,0 1-1 0 0,0-1-160 0-20,1-2 0 0-1,1 1 0 0 0,2 0 0 0 0,2 1 0 0 1,2-4 1 0-1,1-1-1 0 0,3-1 0 0 0,0 1 67 0-11,2-2 1 0 0,0 1 0 0-1,0 1 0 0 1,-1 1 0 0-1,-2 0-1 0 1,-2 1 1 0 0,-2 1 0 0-1,0 1 107 0-5,-4 3 1 0-1,-2 1 0 0 1,-3-1 0 0-1,-1 2 0 0 0,-8 5 0 0 1,-1 2 0 0-1,-5 4 0 0 1,-3 0 230 0-1,27-20 1 0 0,-17 7-1 0 0,-10 10 222 0 0,-8 4 1 0 0,-18 15-585 0 0,-19 20 1 0 0,-19 13 0 0 0,-25 24 0 0 0,-14 11 55 0 0,24-20 0 0 0,-2 0 0 0 0,-4 5 0 0 0,-1 2 0 0 0,-6 5 0 0 0,-1 1 0 0 0,-1 2 0 0 0,0-1 66 0 0,-3 0 0 0 0,-1 1 0 0 0,2 3 0 0 0,0 1 0 0 0,-1-2 0 0 0,-1 1 1 0 0,0 3-1 0 0,0 0 151 0 0,-1 2 0 0 0,0 1 0 0 0,-3 2 1 0 0,2 0-1 0 0,1 1 0 0 0,3-1 1 0 0,6-6-1 0 0,3 0 355 0 4,6-4 0 0 0,3-3 0 0 0,-18 25 0 0-1,28-14-251 0 65,16-13 0 0 0,18-24 0 0 0,13-9 1 0-1,11-10-390 0 18,10-8 0 0-1,15-13 0 0 1,16-16 0 0 0,10-10-34-52-47,5-5 1 52 1,-40 20 0 0 0,-1-1 0 0-1,3 0 0 0 1,-1-2-1 0 0,3 0 1 0-1,-1-2 8-298-18,1 1 0 298-1,-1-1 1 0 1,5-4-1 0-1,-1 0 0 0 1,-1-1 1 0-1,1 0-1 0 1,3-1 1 0-1,1-1 166-26-11,1-2 1 26-1,0 1 0 0 0,4-2 0 0 0,0 0 0 0 0,3-4 0 0 0,0-1 0 0 0,0 3 0 0 0,-1 1 37 0-6,-1 1 0 0 0,0 1 1 0 0,-5 4-1 0 0,0 0 0 0 0,0 2 1 0 0,-1 1-1 0 0,-2 2 1 0 0,-1 2 62 0-1,-3 3 1 0 0,-1 2-1 0 0,-4 1 1 0 0,-3 3-1 0 0,16-7 1 0 0,-13 6 235 0 0,-12 7 0 0 0,-18 15-143 0 0,-15 3 0 0 0,-17 17 0 0 0,-20 18 0 0 0,-14 10 69 0 0,-11 5 1 0 0,-13 12 0 0 0,33-28-1 0 0,0 0 1 0 0,-2 3 0 0 0,-1 2-164 0 0,-1 0 1 0 0,-1 1-1 0 0,-6 3 1 0 0,1 2-1 0 0,2 1 1 0 0,1 1-1 0 0,0-1 1 0 0,1 1 3 0 0,-1 0 1 0 0,1 1 0 0 0,4 0 0 0 0,1 1 0 0 0,-2 4 0 0 0,0 1 0 0 0,5-1 0 0 0,1 0 88 0 0,2 0 1 0 1,2-1 0 0-1,5-4 0 0 0,4-3-1 0 1,-9 29 1 0-1,12-10-98 0 73,9-11 0 0 1,16-17 0 0-1,15-14 0 0 1,13-11-290 0 40,8-11 1 0 1,21-15-1 0 0,14-18 1 0-1,11-14 13 0-63,-37 16 0 0 0,1-2 1 0 0,2-2-1 0-1,1-2 1 0 1,1-4-1 0 0,0-3 1 0 0,1-1-1 0-1,-1-1 18 0-22,1-1 1 0 0,-1-1 0 0 0,4-4-1 0 0,1-1 1 0 0,0-2 0 0-1,0-1-1 0 1,0 2 1 0 0,1 0 112 0-21,-3 0 1 0 0,0 1 0 0 0,1-1 0 0 0,1-1 0 0 0,-2 2 0 0 0,0 0 0 0 0,-1 2 0 0 0,-1 1 154 0-7,-2 0 0 0 0,-1 3 0 0 0,-6 7 0 0 0,-1 2 0 0 0,31-24 1 0 0,-8 12 434 0 0,-8 9 1 0 0,-7 6 0 0 0,-9 8-160 0 0,-7 9-565 0 0,-11 9 1 0 0,-19 32-1 0 0,-22 12 1 0 0,-22 15 266 284 0,-15 14 1-284 0,20-28-1 0 0,-2 0 1 0 0,-4 7-1 0 0,-2 1 1 0 0,-1 1-1 0 0,-1 0 4 199 0,-2 1 0-199 0,-1 1 1 0 0,2-2-1 0 0,-1 1 1 0 0,-4 4-1 0 0,1 1 1 0 0,-1 0-1 0 0,1 1 194 0 0,0-1 1 0 0,1 1 0 0 0,3-2 0 0 0,2 0 0 0 0,7-6 0 0 0,1 0 0 0 0,3-2 0 0 0,4 1 114 0 0,-19 39 0 0 0,18-14 1 0 0,13-18-1 0 0,16-15-392 0 2,16-16 1 0 0,9-9-1 0-1,14-12 1 0 1,6-6-373 0 86,7-9 1 0-1,12-16 0 0 1,2-14-1 0 0,6-5 6 0-33,3-6 0 0 1,-30 25 1 0-1,0-2-1 0 1,-1-3 1 0 0,-1-2-1 0-1,2 1 0 0 1,-1-1 159 0-33,1-2 0 0 0,0 0 0 0-1,-1-1 0 0 1,1-1 1 0 0,1-3-1 0-1,1-1 0 0 1,1-2 0 0 0,1-1 185 0-19,0 0 1 0-1,-1-1 0 0 1,-1 1 0 0 0,-1 1 0 0-1,-5 7 0 0 1,0 1 0 0 0,-3 1 0 0-1,-1 0 244 0-3,0 3 0 0 0,-2 1 1 0 0,27-27-1 0 0,-6 7 1 0 0,-7 9 311 0 0,-8 7 0 0 0,-12 12 0 0 0,-6 6 221 0 0,-3 3-728 0 0,-11 11 0 0 0,-9 10 1 0 0,-15 17-1 0 0,-11 13 24 361 0,-8 14 1-361 0,-21 5 0 0 0,-3 20-1 0 0,25-32 1 0 0,0 2 67 193 0,-2 1 0-193 0,0 1 1 0 0,-2 2-1 0 0,-2 1 0 0 0,1 0 1 0 0,1 1-1 0 0,0 2 1 0 0,0 1 153 2 0,1 2 1-2 0,0 1 0 0 0,-2 1 0 0 0,1 1 0 0 0,-1 5 0 0 0,2 0 0 0 0,2-2 0 0 0,2-1-28 0 0,3-3 1 0 0,4 1 0 0 0,4-4 0 0 0,5-1 0 0 0,-6 30 0 0 0,11-11-300 0 12,11-14 0 0-1,11-19 0 0 1,16-17 0 0 0,10-10-395 0 137,6-6 0 0 1,4-18 1 0 0,7-9-1 0 0,4-12-70-65-33,6-10 0 65 1,4-11 1 0-1,4-8-1 0 0,-35 30 1 0 1,0-2 298-229-80,0-2 1 229 0,1-1 0 0 0,1-1 0 0 0,0-1 0 0 0,-2-1 0 0 0,0 0 0 0 0,1 0 0 0 0,1-1 157-7-29,1-1 1 7-1,0-1-1 0 0,1-4 1 0 0,-1-1-1 0 0,4-3 1 0 1,0-1-1 0-1,-1 3 1 0 0,1 0 165 0-8,-1 2 1 0 0,1 1 0 0 0,0 1 0 0 0,2 3 0 0 0,0 2-1 0 0,1 2 1 0 0,0 2 0 0 0,1 1 107 0 0,-3 3 1 0 0,1 2 0 0 0,0 5-1 0 0,-1 4 1 0 0,29-16 0 0 0,-6 6 127 0 0,-8 6 1 0 0,-10 3-295 508 0,-9 9 1-508 0,-19 15-1 0 0,-28 10 1 0 0,-18 13 299 1213 0,-12 14 0-1213 0,-19 16 0 0 0,-15 15 1 0 0,30-30-1 0 0,-1 1-143 402 0,-4 3 1-402 0,-1 2 0 0 0,-3 6 0 0 0,1 3 0 0 0,-4 1-1 0 0,1 1 1 0 0,0 0 0 0 0,1 0 14 3 0,0 0 1-3 0,1 1 0 0 0,3-1 0 0 0,1 1 0 0 0,-1 1 0 0 0,1 0 0 0 0,3 1-1 0 0,2 1 87 0 0,3-3 0 0 0,4 1 0 0 0,9-8 1 0 0,4-1-1 0 0,-4 22-568 0 0,15-14 1 0 0,26-25 0 0 0,14-19-1642 0 0,12-12 1 0 0,13-16 1930-131 0,-4-11 0 131 0,9-12 0 0 0,8-3 0 0 0</inkml:trace>
  <inkml:trace contextRef="#ctx0" brushRef="#br0" timeOffset="4169">9970 560 12716 246759 39466,'12'-51'74'0'228,"-1"5"1"0"-1,3 5-20 0-135,2 4 0 0-1,3 8 0 0 0,4 0 1 0 0,4-2 68 0-42,1-2 0 0 1,3 0 1 0-1,-8 2-1 0 0,-2 4 1301 0-45,-1 1-1441 0-4,-11 11 1 0 0,-5 11-1 0 0,-15 18 1 0 0,-17 17 147 221 0,-14 17 0-221 0,-13 20 0 0 0,20-28 0 0 0,-1 2 1 0 0,-2 1-1 0 0,0 1-75 100 0,-2 2 1-100 0,-2 1-1 0 0,0 1 1 0 0,-1 1-1 0 0,-1 3 1 0 0,1 1-1 0 0,-1 0 1 0 0,0 1 125 0 0,1 0 0 0 0,-1 2 1 0 0,-3 4-1 0 0,-1 2 0 0 0,-2 6 1 0 0,1 0-1 0 0,-1 2 0 0 0,1 0 27 0 0,1 0 1 0 0,3 0 0 0 0,5-7-1 0 0,4-2 1 0 0,10-10 0 0 0,2-3-1 0 0,-13 31 170 0 96,12-16 1 0 0,15-21-508 0 15,10-19 0 0-1,16-19 0 0 0,15-9 0 0 0,7-11-233 0-15,9-7 1 0-1,9-12-1 0 0,4-12 1 0 1,4-3-210 0-32,8-3 1 0-1,-2-7 0 0 1,6-4 0 0 0,-4-4 354 0-40,-3-2 0 0 1,-33 35 0 0-1,0-1 0 0 0,2-2 0 0 0,0 0 0 0 0,3-3 0 0 0,1-1 165 0-18,4-4 1 0 1,0 0 0 0 0,-2 1 0 0-1,1-1-1 0 1,1-1 1 0-1,-1-1 0 0 1,-2 2 0 0 0,-1 1 129 0-6,-1 2 0 0 0,0 0 1 0 0,-1 4-1 0 0,-1 1 0 0 0,2 0 1 0 0,-2 0-1 0 0,31-28 551 0 0,-10 16 0 0 0,-15 11-344 0 0,-10 10 1 0 0,-16 15 0 0 0,-17 18-204 0 0,-12 12 1 0 0,-11 20 0 0 0,-20 7 0 0 0,-7 12-147 0 0,-9 9 0 0 0,-5 3 0 0 0,28-31 1 0 0,-2 0-1 0 0,1 2 0 0 0,-1 0 79 0 0,-2 2 1 0 0,0 1 0 0 0,-1 2 0 0 0,0 0 0 0 0,-3 0 0 0 0,-1 1 0 0 0,0 1-1 0 0,1-1 161 0 0,-3 2 1 0 0,0 2 0 0 0,-5 4 0 0 0,-1 2 0 0 0,1 5 0 0 0,1 1 0 0 0,1 0 0 0 0,1 0 162 0 0,6-2 1 0 0,3-2-1 0 0,8-6 1 0 0,4-3-1 0 0,-7 33-184 0 14,13-20 1 0 0,28-23-1 0 0,21-21 1 0 0,18-18-195 0 48,15-20 1 0 1,13-22 0 0 0,-27 10 0 0-1,1-2-1 0 1,4-3 1 0-1,-1-2-218 0-23,2-1 1 0 1,-1-1 0 0-1,1-4 0 0 0,1-1 0 0 0,-1-1-1 0 0,0-1 1 0 0,2-3 0 0 0,1-1 98 0-18,1-4 0 0-1,-2 0 0 0 1,-4 3 0 0-1,-1-1 0 0 1,1-5 0 0-1,-1 0 0 0 1,-3 1 0 0-1,-1-1 102 0-18,-4 1 0 0 0,-1 0 0 0 0,2 1 0 0-1,-2 0 1 0 1,-4 0-1 0 0,-1-1 0 0-1,-1 1 0 0 1,-2 0 162 0-2,-3 2 0 0 0,-2 2 1 0 0,0 4-1 0 0,-1 3 0 0 0,12-38 1 0 0,-1 14 1003 0 0,-2 12-968 0 0,-10 21 0 0 0,-3 24 0 0 0,-15 28 0 0 0,-11 20-145 28 0,-13 18 1-28 0,-18 19 0 0 0,-16 17 0 0 0,21-38 0 0 0,-2 1 40 283 0,-4 4 0-283 0,-2 1 0 0 0,2-2 0 0 0,-2 0 0 0 0,-1 3 0 0 0,-1-1 0 0 0,1-1 0 0 0,0 1 178 43 0,-1 0 0-43 0,0 0 0 0 0,-2 4 1 0 0,-1 1-1 0 0,-4 4 0 0 0,-1 2 0 0 0,-1 1 1 0 0,0 2 52 0 0,1-1 0 0 0,1-1 0 0 0,7-7 0 0 0,3-1 0 0 0,2-4 0 0 0,3-2 0 0 0,5-7 0 0 0,2-2 272 0 0,-12 27 1 0 0,21-20 0 0 0,24-22-630 0 2,17-15 1 0-1,12-11-1 0 1,0-6 1 0-1,4-9-610 0 104,1-11 0 0-1,9-8 1 0 0,5-6-1 0 0,0-4 45 0 16,2-6 0 0-1,-5-3 1 0 0,3-2-1 0 0,-4-1-9 0-39,-2 1 0 0 0,3-8 0 0-1,3-4 0 0 1,4-6 447 0-55,0-6 1 0 0,-27 39 0 0-1,0 0-1 0 1,0-4 1 0 0,0-1 0 0 0,5-2 0 0 0,1 1 203 0-23,5-3 0 0 0,0 0 1 0 0,-1 0-1 0 0,1 1 1 0 0,2 4-1 0 0,1 1 1 0 0,-1 1-1 0 0,-1 2 151 0-2,-1 1 1 0 0,-1 0-1 0 0,-1 4 1 0 0,-1 2 0 0 0,37-24-1 0 0,-10 11 1076 0 0,-10 14-657 0 0,-21 8 0 0 0,-8 21 1 0 0,-21 11-1 0 0,-14 18-315 160 0,-18 16 1-160 0,-16 11 0 0 0,-25 20 0 0 0,29-36 0 0 0,-1 1-177 445 0,-1 2 1-445 0,0 0 0 0 0,-4 1 0 0 0,0 1 0 0 0,0 1-1 0 0,-1 1 1 0 0,-3 3 0 0 0,0 1 20 54 0,-2 3 1-54 0,-1 1 0 0 0,2 1 0 0 0,-1 2 0 0 0,-2 4 0 0 0,-1 1 0 0 0,1-1-1 0 0,1 2 9 0 0,0 0 0 0 0,3 0 1 0 0,6-4-1 0 0,2 0 0 0 0,5-7 1 0 0,2-3 85 0 22,-16 33 0 0 0,24-26 0 0 0,27-40 1 0 0,17-13-189 0 109,14-14 0 0 0,11-11 1 0 0,16-22-1 0 0,12-9-112 0-80,-34 22 1 0-1,0-2 0 0 1,2-5 0 0 0,1-2 0 0 0,1-1 0 0-1,1-1 0 0 1,1-2 0 0 0,1 0-210 0-25,0 0 1 0 1,-1-1 0 0-1,0-2 0 0 0,-1-1 0 0 1,-2 0 0 0-1,-1-1-1 0 1,3-2 1 0-1,-1-1 79 0-22,4-5 1 0 1,-1-1 0 0-1,-1 4-1 0 0,-2-1 1 0 1,-1-4 0 0-1,-1-2 0 0 0,-2 4-1 0 1,-1 1 153 0-5,1 3 1 0 0,0 0 0 0 0,-3-2-1 0 0,-1 1 1 0 0,-1 7 0 0 0,-2 3-1 0 0,27-35 319 0 0,-9 18 0 0 0,-13 15 0 0 0,-1 16 0 0 0,-6 8 13 0 0,-4 7 0 0 0,-13 8 1 0 0,1 14-187 590 0,-1 10 1-590 0,-10 11 0 0 0,-8 17 0 0 0,-16 14 205 971 0,-15 12 1-971 0,-17 10 0 0 0,18-35 0 0 0,0 1 0 0 0,-3 4 0 0 0,0 3-110 359 0,-3 4 1-359 0,0 2 0 0 0,-2 0 0 0 0,-1 0 0 0 0,-5 4-1 0 0,-1 0 1 0 0,-2 0 0 0 0,-1 0 84 10 0,-2 2 0-10 0,1 0 1 0 0,-2-2-1 0 0,1 0 1 0 0,1-2-1 0 0,1-2 1 0 0,4-5-1 0 0,3-1 280 0 0,6-8 1 0 0,4-1 0 0 0,-12 26 0 0 0,30-22-637 0 13,13-13 1 0 0,19-17 0 0 0,18-17 0 0 0,12-8-478 0 137,9-13 1 0 1,6-15 0 0 0,10-13-1 0-1,0-5-323 0-26,-2-1 1 0-1,3-1-1 0 1,-11 3 1 0-1,1 1-1646 0 93,-5 3 2560 0-216,-12 7 0 0 0,-3-4 0 0 0,-8 8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3T23:59:41.405"/>
    </inkml:context>
    <inkml:brush xml:id="br0">
      <inkml:brushProperty name="width" value="0.2" units="cm"/>
      <inkml:brushProperty name="height" value="1.2" units="cm"/>
      <inkml:brushProperty name="color" value="#E71224"/>
      <inkml:brushProperty name="inkEffects" value="pencil"/>
    </inkml:brush>
  </inkml:definitions>
  <inkml:trace contextRef="#ctx0" brushRef="#br0">36 26 11957 223269 59582,'-10'-10'1491'0'0,"-5"-6"1"0"0,13 18-1057 0 0,-4 4 1 0 0,4 2-98 0 0,2 21 0 0 0,0-4 0 0 0,0 20-72 0 0,0 3 0 0 0,0-9 0 0 0,0 10 0 0 0,0-3-19 0 0,0 7 0 0 0,0 9 0 0 0,0 14 0 0 0,0 5-158 0 0,0 4 1 0 0,0 11 0 0 0,2 2-1 0 0,-1-45 1 0 0,2-1-92 0 0,-1 4 0 0 0,1-1 0 0 0,3-3 0 0 0,0 1 0 0 0,-2-1 1 0 0,-2 0-1 0 0,2 44-23-510 0,-2-7 0 510 0,-2-8 0 0 0,0-3 0 0 0,0-6-3-1302 0,0-10 0 1302 0,0-6 0 0 0,0-4 0 0 0,0 1 42-1618 0,0-1 1 1618 0,-2-7 0 0 0,-2-4 137-1728 0,-2-5 1 1728 0,-2-8 674-1475 0,3-5 47 341 0,3-11-2909 263 135,-6-12 1 871 0,23-18 0 0 0,5-9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59:51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0 8048,'-11'0'1834,"-1"0"-1121,8 0-554,-12 8 1,15 2-69,-5 7 0,4 1 1,2-1 149,0 0 0,0 3 0,0 3 1,-2 6 51,-4 4 1,4 10 0,-4 4 0,4 7 68,2 10 1,0 2-1,0 17 1,0 7-313,0 7 1,0-43 0,0 2 0,0 1 0,0 1 0,0-2 0,0 0-46,0-3 1,0-1-1,0-1 1,0-1 0,0 39-1,0-3-142,0-1 0,-2-9 0,-2-7 0,-1-8 91,1-7 1,0 0-1,0 1 1,-2-3 9,2-7 0,-3-7 0,1-3 1,0-2-155,-2-3 1,6-3-1,-6-6-40,1 2 1,5 1 0,-4-7 0,2-1-886,-2-5 0,4-1-1475,-4-4 952,5-4 1638,1 5 0,7-14 0,3-3 0</inkml:trace>
  <inkml:trace contextRef="#ctx0" brushRef="#br0" timeOffset="566">18 2113 9202,'-9'0'1076,"1"2"0,8 4-734,0 6 1,0-3-1,0 3 1,2 4-74,4 5 0,1 6 0,7 6 0,-2-2-142,1-2 1,3 0 0,1 6 0,1-2 12,-1-4 1,1 2 0,-1-9 0,1-5-202,-1-3 1,-5-10 0,-1 2 0,3-5-96,1-1 0,-3-7 0,-2-7 1,-1-5 38,1-5 1,-4-1 0,4 4 0,-1-4-3,1-3 1,-4 5 0,6-6 0,-1 0-29,-1 2 1,5-6-1,-3 4 1,4-4-33,1-2 1,-5 6 0,-1 0 0,1-1-157,-2 3 1,3-4 0,-5 8 0,0 2-716,0 1 1050,-3 11 0,-5-7 0,0 6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10.4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18 464 8391,'0'-17'1881,"0"7"1,-6 4-1602,0 12 1,0 4 0,6 7 0,0 1-74,0-1 1,0 7-1,0 1 1,0 0-133,0 0 1,2 4 0,4-5 0,6-5-159,3-5 1,8-1 0,3-7 0,1-2-155,4-2 0,2-4 0,2-6 0,0-7 61,0-7 1,-6-7-1,-4 4 1,-4 0 148,-5-1 1,-10-3-1,0 4 1,-5 0 8,-1 0 0,0 1 1,-1 7-1,-5 1 8,-6 5 0,-2 1 0,1 6 0,1-2-239,-1 2 1,5 4 0,0 6 0,2 8-370,0 7 0,1-1 0,7 3 1,3-2 62,7 3 1,4-5-1,1 4 1,2-5 554,5-7 0,-5 5 0,14-14 0,-6 6 0</inkml:trace>
  <inkml:trace contextRef="#ctx0" brushRef="#br0" timeOffset="384">839 342 8166,'0'-12'399,"0"1"657,0-3 0,0 5-175,0-3 0,-2 6 0,-4-4-797,-6 3 1,-3-5 0,-3 6 0,1 2-38,-1 2 0,-1 2 1,-3 2-233,-1 4 1,0-2-1,7 8 1,3 1-14,1 3 0,8 1 1,-2 1-1,6-1 162,6 1 1,4-1-1,7 0 1,3 1 38,3-1 0,-2 1 0,7-1 0,-1 1-9,0-1 0,-6 1 0,3-1 0,-5 3 0,-2 3 1,-5-4-1,-2 5 1,-2-3 37,-5 2 0,-4-9 1,-9 3-1,-8-1-152,-1-1 0,-8-5 1,-2-4-1,-4-4-97,-2-2 1,0 0-1,2-2 1,4-4-426,5-6 1,7-5-1,5-6 72,7-6 1,3 9 0,5 3 0,7 1 569,8 1 0,11-3 0,-2 1 0</inkml:trace>
  <inkml:trace contextRef="#ctx0" brushRef="#br0" timeOffset="752">1135 517 8434,'2'9'1885,"4"-3"1,-2 2-1585,8-2 1,-1 0 0,7-6 0,-1 0-423,1 0 0,-1-8 1,3-2-1,1-1-12,2-1 0,1 0 0,-7-5 0,0 1-66,1 5 0,-6-5 0,-3 4 218,-1-3 0,-2-3 0,-8 3-70,-4 3 1,-9 5-1,-11 7 1,-1 0 5,-4 0 1,4 7 0,0 7 0,0 5 82,-1 5 1,9 1 0,0-4 0,7 4 88,4 3 0,2-5 0,6 6 0,2 0-22,4-2 0,12-2 1,11-7-1,4-3-570,2-3 1,5 2 0,1-9 0,0-1-194,2-2 0,-7-9 0,3-5 1,-8-6 657,-7-5 0,3-4 0,0-8 0</inkml:trace>
  <inkml:trace contextRef="#ctx0" brushRef="#br0" timeOffset="1270">1956 552 8561,'0'-18'2069,"0"1"-469,0-1 0,0 1-1096,0-1 1,0 7-412,0-1 0,-8 6 0,-3-3 0,-5 1-121,-1 4 0,-8 4 0,-3 6 1,-1 5-140,0 5 1,6 1-1,-4 3 1,2 1 16,3 2 1,11 6 0,3-5 0,2-1 103,0 2 1,2-5 0,10 3 0,8-6-244,7-5 0,6 2 0,8-9 0,0-1-186,0-2 1,0-9 0,-2-7 0,-2-5 59,-2-5 0,-2-7 0,2 2 0,-5-4 223,-5-2 1,-2-2 0,-1-1 0,-4-3 194,-7 2 1,3-4 0,-2 3 0,-2 1 251,-2 2 0,-2 2 0,0 2 0,0 4 90,0 6 0,6 1 0,0 1 0,-1-1 1043,3 7-816,-6-2-430,6 15 0,-8 2 1,0 13-1,-2 7 129,-4 3 0,-2 8 1,-5-2-1,3 6-50,2 6 0,-3 1 0,5 7 0,2-3-189,2 3 0,2-4 0,0-1 0,2-1-662,4-4 1,5-10 0,11-6 0,1-3-3130,-2-3 3759,7-7 0,-9-10 0,6-10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08.3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333 524 8384,'17'0'1122,"-7"0"0,0 0-472,-5 0 1,-3-7-350,4-5 1,-4 2 0,-4-1-115,-4-3 1,2 4 0,-7 1 0,-3 1-154,-1 4 1,-9-4-1,-1 2 1,-2 2-56,-4 2 0,4 10 0,-2 4 0,0 3-4,1 3 1,-3 1-1,8 5 1,2 5-10,1 4 1,11 2 0,3 0-1,4-2 29,2-4 0,4 2 0,5-8 0,11-4-158,5-5 1,4-6 0,6-8 0,0-2-87,0-4 0,0-10 1,0-9-1,-2 0-2,-4 0 1,-2-6 0,-7 2 0,-1-6 86,-4-6 0,-3 4 0,2-6 0,-5 3 89,-1-1 0,-2-2 0,-6 4 1,0-1 14,0 1 1,0-2 0,0 4 0,0 4 35,0 0 0,0 8 0,0 2 1,0 3 286,0 3-227,0 7 1,-2 2 0,-2 12 120,-2 8 1,-1 1 0,3 17 0,-4 1 3,-2 2 1,6 2 0,-1 1-1,3 5-37,2 6 1,0 3 0,0 3-1,0-1-115,0 0 1,7-1 0,7-3-1,5-3-389,5-2 1,7-5-1,-2-8 1,6-9-278,5-8 0,-3-5 0,4-10 0,-6-4 657,-6-5 0,-4-12 0,-7-5 0</inkml:trace>
  <inkml:trace contextRef="#ctx0" brushRef="#br0" timeOffset="470">1119 542 8248,'0'-12'433,"0"0"178,0-1 0,0-3 1,0-1-197,0-1 0,0 7 1,-2 1-1,-4 2-195,-6 4 0,1-3 0,-5 1 0,-3 2-169,-1 2 0,-5 4 0,0 4 1,-2 5-84,-4 5 1,0 3 0,1 5-1,7 3-72,4 0 0,3 6 0,3-6 0,3 2 152,2 0 0,2-1 1,6 1-1,2-6-33,4-4 0,10-1 1,9-3-1,0-3-62,0-6 0,6-4 0,-2-2 0,2-2-180,-1-4 0,-5-4 0,-8-7 1,1-1 58,-1 1 0,1-6 0,-3-1 0,-3 3 129,-6 2 0,1 1 1,-1 1-1,-2-1 536,-2 1 1,-2 5-381,0 0 1,-8 10 0,-1 2-112,-1 10 0,2 6 0,8 1 1,0 1-68,0-1 1,2 1 0,4-1 0,6 0-236,3 1 0,8-1 0,3-1 1,-1-3-316,0-1 0,6-8 0,-4 2 1,2-4-1514,0-2 2124,-7 0 0,11-8 0,-6-2 0</inkml:trace>
  <inkml:trace contextRef="#ctx0" brushRef="#br0" timeOffset="753">1695 105 8248,'0'-17'352,"0"-1"-2,0 1 0,0 5 1,-2 2-148,-4 3 0,2 3 0,-5 10 1,1 5-96,4 5 0,0 9 1,0 4-1,-2 6 170,2 6 0,1 5 0,-1 13 0,-2 5-77,2 3 1,2 3 0,2 0 0,2-2-264,4-4 0,2-6 1,5-11-1,-1-6-204,1-4 0,3-18 1,1-7-1,1-9-552,-1-3 1,-5-3 0,-2-9 0,-3-9-297,-3-5 1,-2-7 1113,-2 4 0,-15-11 0,-5-5 0</inkml:trace>
  <inkml:trace contextRef="#ctx0" brushRef="#br0" timeOffset="917">1433 472 8248,'8'17'446,"-4"-5"0,7-2-142,3-3 1,1-1 0,3-4 0,1 2-197,5 2 1,3 0-1,8-6 1,0-2-342,-1-4 1,3 2-1,2-6 1,0 1 232,-6-1 0,2-2 0,-8-5 0</inkml:trace>
  <inkml:trace contextRef="#ctx0" brushRef="#br0" timeOffset="1369">2324 542 8385,'-2'-16'1208,"-2"3"-66,-2 1 0,-2 6-858,2-5 1,3 1 0,-9-2-379,-2 6 1,-1 4 0,-3 2 0,1 0-172,-1 0 0,1 0 0,-1 2 0,1 4 27,0 6 1,1 3 0,2 3-1,3-1 143,-3 1 0,4 5 0,1 0 0,1 1 224,4 1 1,2-6 0,2 5 0,2-7-71,4-5 1,4 1-1,7-7 1,1-2-112,-1-2 1,2-2 0,3-2 0,1-2-107,-2-2 0,-1-7 0,-3 1 0,1-4 257,-1-1 0,-5 0 1,-2-1 844,-3 1 1,5-1-43,-6 1-749,0 7 0,-6 10 0,0 12 0,0 5-94,0 6 0,2-3 1,3 5-1,7-2-302,4 1 0,9-1 1,4-8-1,4-1-474,2-2 1,6-9-1,-1 3 1,-1-4 716,-2-2 0,6-8 0,1-1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06.4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402 190 8037,'0'-27'0,"0"2"114,0 0 0,0 5 0,0-3 1,0 4 759,0 1 1,0 6-205,0 1 0,-2 7-482,-4-2 1,4 14 0,-3 7 0,1 9 296,-2 3 1,4 8 0,-6 7 0,2 3-216,1 4 1,-7 7-1,6 4 1,0 0-298,-1 0 0,5 4 1,-4-3-1,4-3-227,2-4 0,2 0 1,4-15-1,3-4-1085,1-4 0,6-17 454,-5-3 0,3-9 0,-3-7 0,-5-7-32,-4-4 0,-4-3 917,-4-4 0,-11-4 0,-10-8 0</inkml:trace>
  <inkml:trace contextRef="#ctx0" brushRef="#br0" timeOffset="164">1 487 11059,'17'0'155,"0"0"0,9 0 0,5-2 0,6-2-508,3-1 0,15-9 0,-1 2 0,4-1-212,2 1 1,4-3 0,-7 3 564,-7-4 0,3-1 0,-9-1 0</inkml:trace>
  <inkml:trace contextRef="#ctx0" brushRef="#br0" timeOffset="614">856 173 8037,'0'-18'2382,"0"1"-1713,0-1 1,0 11 0,0 7-364,0 9 0,-6 15 0,1 5 0,-1 6-159,-2 5 1,6-1-1,-4 8 1,4 1-71,2 3 0,0 1 1,0-1-1,0-5 4,0-5 1,2-4 0,4-4-139,6-4 1,3-6 0,3-11-1,-1-6-165,1-4 0,-1-4 0,1-4 0,-1-6-25,1-3 1,-7-3 0,1-1-1,1-3-158,3-1 0,1 0 1,-1 5-1,-1 1-176,3 0 1,-10-1-1,9 1 410,-1-1 0,-3 6 1,1 3 449,-3 1 0,-7 4 1,2 10-1,-4 6 138,-2 3 0,0 8 0,0 3 0,0-1 12,0 0 1,0 4 0,0-6 0,0-1-502,0-3 0,8-3 0,3-5 0,5-3-497,1 0 1,1-6 0,1 2 0,3-6-189,1-4 1,0-8 0,-5 5 0,-3-3 305,-3 0 0,1 1 0,-5-5 1,0 3 450,0 1 0,5 0 0,-3-5 0</inkml:trace>
  <inkml:trace contextRef="#ctx0" brushRef="#br0" timeOffset="897">1502 592 8307,'18'0'1048,"-6"0"-442,-1 0 1,1 0-487,5 0 1,1-2-1,-1-2 1,1-2-83,-1 2 1,1-5-1,-1-1 171,1 0 0,-7-5 1,1 3-24,1-3 1,-5 3-105,-2 0 1,-6 3 0,-6-3 0,-5 6 130,-5 4 0,-1 4 0,-1 4 1,-1 6 96,-5 3 0,11 3 0,-5-1 0,5 1-120,3-1 1,-4 6 0,9 1 0,1-1-247,2 2 0,10-5 0,5 3 0,10-6-563,12-5 1,16-4-1,13-8 1,4 0-1377,2 0 0,5-8 1995,1-4 0,0-19 0,-6-6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05.5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333 437 8037,'0'-17'861,"6"5"-213,-1 0 1,-1 3 0,-10-5-129,-5 2 1,-5 8 0,-1-3-1,-1 1-264,1 0 1,-3 0 0,-1 6 0,-4 2-96,-2 4 1,3 4 0,-3 7 0,2 1-149,4-1 1,1 3 0,3 1 0,1 4-129,5 2 0,3-3 1,8 3-1,0 0-35,0 0 0,10 0 1,5 0-1,10-7 23,8-7 0,-2-7 1,10 4-1,-4-4-50,-2-8 0,0 0 1,-2-12-1,-2-3-25,-2-5 0,-10-9 0,-1 2 0,-8-4 97,-3-2 0,-5 0 0,2 2 0,-10 4 59,-11 6 1,-6 4 0,-8 1 0,1 3 119,-1 3 1,-2 4 0,0 10 0,4 4-240,6 6 0,4 5 0,1 6 0,3 7-302,3 3 1,6-4 0,10 0-1,6 2-214,5 2 0,1-4 1,11-2 680,-2-2 0,14-1 0,-2-7 0</inkml:trace>
  <inkml:trace contextRef="#ctx0" brushRef="#br0" timeOffset="350">734 664 8037,'-5'18'2867,"-1"-1"-2311,0-7 0,6-4 0,0-12-379,0-6 1,0-3 0,2-3 0,2-1 151,2-5 0,-1 3 0,-5-6 0,0 0 36,0 0 1,-5-3-1,-3-4 1,0-1-204,0 0 1,-3 0 0,5 0 0,2 0-159,2 0 1,2 2-1,0 2 1,2 2-576,4-2 0,3 6 1,9 1-1,1 5-297,5 1 1,-3 7-1,6 1 1,0 2 303,0 4 1,-5 2 0,1 2 0,-4 0-399,-1 0 0,-3 8 962,-3 4 0,-4 3 0,-8 3 0</inkml:trace>
  <inkml:trace contextRef="#ctx0" brushRef="#br0" timeOffset="582">577 437 8037,'-11'0'1152,"-1"0"1,8-2-1,0-2-1022,8-2 1,6 1-1,9 5 1,4-2-504,7-4 0,8 4 0,5-6 1,0 2 372,-1 0 0,7-7 0,-4 3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01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245 106 8237,'0'11'898,"0"1"1,0-6-1,0 5 1,0 3-503,0 2 1,6 9 0,0 4 0,0 6-320,2 6 0,-5 9 0,9 10 0,2 2-159,1 4 0,1 2 0,-3 0 0,-1-4-262,1-6 1,-5-11 0,0-8 0,-2-8-3235,0-8 2499,-1-4 0,-5-17 1079,0-7 0,8-17 0,2-5 0</inkml:trace>
  <inkml:trace contextRef="#ctx0" brushRef="#br0" timeOffset="348">1 211 8188,'0'-18'207,"0"1"1,0 5 0,0 0 0,0-1 64,0-3 0,0 5 0,2-1 1,4 0-126,5 3 1,11-7 0,3 6 0,4-1-86,8-1 0,5 2 0,13-1 1,1 5 68,2 4 1,8 2-1,-4 2 1,2 4-58,0 5 1,-13 7 0,-3 3-1,-9 4-137,-12 3 0,-7 1 1,-9 6-1,-5-2-6,-4-4 1,-10 4 0,-5-6 0,-9 0-196,-7-4 1,-4-3 0,-2-3 0,-1 1-79,-5-1 0,-2-5 0,-5-3 0,3-1 34,2-4 0,4 0 0,8 0 0,4 2-1151,2-2 1459,2-3 0,21-1 0,4 0 0</inkml:trace>
  <inkml:trace contextRef="#ctx0" brushRef="#br0" timeOffset="816">1101 717 10666,'0'-17'928,"0"-1"1,-2 1-1,-4 1-859,-5 4 1,-5-1-1,-3 7 1,-5 2 19,-5 2 1,2 2 0,-2 0-1,-2 2-79,-2 4 1,6 9 0,2 11 0,1-1-66,1 0 0,8 6 1,9-2-1,4 2 10,2-2 1,13 3 0,9-9 0,7-2-90,8-1 1,9-9 0,1-1 0,3-2-113,3-4 0,-9-8 1,-5-6-1,-6-4-6,-4-5 0,-7-8 0,-1 2 1,-8-3 85,-7-3 0,-6-2 0,-7 0 0,-11 2 151,-9 2 0,-8 8 0,-6-2 0,-5 5 148,-5 6 1,-1 5-1,1 7 1,5 0-56,5 0 1,12 9 0,6 9-1,5 9-485,7 6 0,3 0 0,10-2 0,5-2-257,11 2 0,3 0 0,12-2 1,4-5 663,0-5 0,6-9 0,-3-4 0,9 3 0,-4 1 0</inkml:trace>
  <inkml:trace contextRef="#ctx0" brushRef="#br0" timeOffset="1184">1433 665 11338,'0'17'1782,"2"1"-1524,4-1 0,-4 0 1,5 3-1,-1 1-55,0 2 0,6 3 0,-5-5 0,1 2-70,0-1 0,-2-9 0,-4-1 147,3 1-448,-3-5 1,6-8 0,-8-11-1,0-5-118,0-1 0,0-3 0,0-1 0,0-2-55,0 1 0,0 3 0,0 1 0,0 1-173,0-1 0,0 1 0,2 0 92,4-1 0,4 6 1,9 3-1,2 1 0,3 4 0,1 2 1,-4 2-1,4 0-231,3 0 1,1 0 652,6 0 0,7 0 0,3 0 0</inkml:trace>
  <inkml:trace contextRef="#ctx0" brushRef="#br0" timeOffset="1483">2254 350 8037,'5'-11'265,"1"-1"0,0 6 0,-4-4 681,4 3-517,-4 1 0,4 14 1,-10 5-1,-2 9-29,2 7 1,-4 4 0,2 3-1,3 3-148,1 2 0,2 8 1,0-3-1,0 5-203,0 1 1,0 4 0,0-1 0,2-7-383,3-3 0,-1-6 0,8-10 0,0-6-759,-3-4 0,7-9 0,-6-6 17,-1-8 0,-1-2 0,-8-9 1075,0-5 0,-8-9 0,-1 2 0</inkml:trace>
  <inkml:trace contextRef="#ctx0" brushRef="#br0" timeOffset="1667">2027 665 10934,'29'0'325,"0"0"1,4 0-474,6 0 0,3-2 1,7-2-1,-3-4-1152,3-2 0,-6 4 1300,-3-5 0,5-1 0,0-5 0</inkml:trace>
  <inkml:trace contextRef="#ctx0" brushRef="#br0" timeOffset="1932">2760 665 12653,'0'17'108,"0"6"1,0 3-1,0-1-423,0 0 0,0 4 1,0-4-1,0 1-433,0-1 0,2-2 1,2-5-590,2-1 0,7-7 1337,-1-4 0,4-12 0,1-4 0</inkml:trace>
  <inkml:trace contextRef="#ctx0" brushRef="#br0" timeOffset="2083">2725 438 8912,'-11'0'2548,"1"-2"-1707,2-4-1418,2 4 0,14-6 577,4 8 0,3 0 0,3 0 0</inkml:trace>
  <inkml:trace contextRef="#ctx0" brushRef="#br0" timeOffset="2532">3197 700 8037,'6'-18'1948,"-1"1"1,1-1 712,-6 1-2523,0-1 0,-2 8 0,-4 5-394,-5 3 0,-3 9 1,1 7-1,1 5 137,-2 5 1,7 5 0,-1-4 0,2 2 78,0 4 1,0 0 0,6 0 0,0-3 22,0-3 1,8-2 0,6-5 0,7-1-173,8 0 0,4-1 0,2-4 0,0-7-228,0-3 1,4-2 0,-2-2 0,-4-5 228,0-11 0,-8 1 1,-4-8-1,-7-1 273,-8-3 0,-4-2 0,-4 0 0,-6 4 128,-10 2 1,-3-4 0,-12 5 0,-4 3-74,0 2 0,-5 3 1,1 4-1,2 7-133,2 3 1,8 4 0,4 3-1,4 9-296,5 7 0,4 5 1,1 5-1,7-2-354,8 2 0,5-4 1,11 0-1,1-2 215,2-3 1,9-5 0,-3-5-1,4-6 428,2-4 0,-1-2 0,1 0 0</inkml:trace>
  <inkml:trace contextRef="#ctx0" brushRef="#br0" timeOffset="2899">3721 665 13162,'2'15'152,"1"-1"1,3-3-156,-2 3 0,4 1 1,0 3-1,-1-1-57,1 1 0,0-3 1,-4-1-1,2-2-264,-2 1 0,5-5 0,3-2 71,3-4 0,-3-2 1,0 0-1,1-2 27,3-4 1,-1-4 0,-1-5 0,-2 1 151,1 2 0,3 3 0,-1-5 0,-1 3 349,-3-3 0,-5 6-4,6 2 1,-2 6 0,1 6 0,-3 6 28,0 3 0,-4 3 0,5 1 0,1 3-299,0 1 0,1 4 0,7-8 0,-1-3-722,1-1 1,5-7 0,2-2 720,2-4 0,10-2 0,8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12.4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60 8070,'0'-17'629,"0"-1"0,0 7-23,0-1 1,0 10 0,-2 2-174,-4 10 1,4 7-1,-4 7 1,4 7-75,2 8 1,0 5 0,0 11-1,0 1-167,0 2 0,8 8 0,2-4 1,1 2-384,1 0 0,-2-13 1,3-1-1,-3-7-943,-2-10 1,-1-8-277,-1-13 0,-4-7 0,4-10 603,-4-7 0,-2-11 807,0-6 0,-8-4 0,-2-2 0</inkml:trace>
  <inkml:trace contextRef="#ctx0" brushRef="#br0" timeOffset="182">1 480 11267,'7'-10'339,"5"4"1,6 4 0,7 2-1,8 0-367,6 0 0,9 0 0,-1 0 0,3 0-726,3 0 0,-1-6 1,0-1-1,1-3 754,-1-4 0,1-1 0,-1-3 0</inkml:trace>
  <inkml:trace contextRef="#ctx0" brushRef="#br0" timeOffset="551">891 497 8472,'6'-12'1450,"0"1"0,0 5-826,-6-6 0,0 6-515,0-5 0,-8 5 1,-4-4-195,-3 3 0,1 1 0,-1 6 0,-5 0 51,1 0 1,0 7-1,1 5 1,1 4-33,-1 1 1,7 1-1,1-1 1,2 2 79,4 5 0,2-3 1,2 6-1,4-2-72,8-3 1,1 3 0,17-2 0,3-3-126,5-7 1,-1 1 0,4-8 0,-2-2 34,1-2 1,-10-10-1,-1-4 1,-8-5-69,-3-7 1,-7-3 0,-1-8 0,-4 0-56,-8 0 1,-14 6 0,-15 2 0,-8 0 16,-7 0 1,-5 11 0,-1 1 0,1 5-89,5 6 0,3 6 0,8 8 342,0 7 0,8 12 0,2-1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16.4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437 111 8034,'-6'-17'0,"0"-1"112,2 1 0,2 5 1,1 0 596,-5-1 0,4 3-43,-4-2 0,4 12-374,2 6 0,0 6 0,0 17 1,0 4 78,0 6 1,0 0-1,0 9 1,0 5-171,0 3 0,6 4 0,2-4 0,-1 2-175,1-1 0,4-3 0,-4-2 0,-1-1-572,1-5 0,4-5 0,-5-12-873,3-5 0,-6-17 0,2-11 1419,-4-11 0,-2-22 0,0 0 0</inkml:trace>
  <inkml:trace contextRef="#ctx0" brushRef="#br0" timeOffset="183">18 356 8689,'-10'7'725,"2"-5"0,16 6 1,6-8-1,7 0-658,8 0 0,6 0 0,4 0 0,4 0-386,1 0 1,-3-2 0,4-2 0,-1-4-1504,1-1 1822,-6 5 0,11-12 0,-5 7 0</inkml:trace>
  <inkml:trace contextRef="#ctx0" brushRef="#br0" timeOffset="657">821 94 8036,'0'-12'1426,"0"0"-973,0 8 0,0 1 0,0 12 0,0 11-152,0 5 0,0 4 0,0 6 0,0 4-46,0 7 1,0 1 0,2 11-1,2-4-80,2-1 1,5-1-1,-3 1 1,2-3-283,4-3 1,-5-11 0,3-10 0,-1-5-121,-1-5 0,6-11 0,-5-1-114,5-8 0,-1-11 0,-1-10 1,-4-1 23,-3 1 0,5-6 1,-6 4-1,0-2 93,2 0 1,-5 2-1,7-3 1,-2 7 193,-4 4 1,0 1-1,-1 1 1,5-1 241,2 1 0,-4 7 16,5 4 1,-5 4-1,4 4 1,-2 4 66,-4 6 0,3 5 1,-1 5-1,0 3-15,2 2 1,-6-4 0,4 6 0,-5 1-268,-1-3 1,6 4-1,0-8-543,-2-2 0,4-1 0,-1-5-30,3-3 1,2-4-1,3-10 1,-1-2-45,-2-2 1,-3-9-1,5-1 1,-4-5 603,-3-1 0,7 3 0,-4 2 0</inkml:trace>
  <inkml:trace contextRef="#ctx0" brushRef="#br0" timeOffset="951">1397 583 9520,'12'0'821,"0"0"0,-1 0 0,9 0-778,3 0 1,-3-8-1,3-4 1,-4-3-70,-1-3 0,-7-1 1,1-3-1,0-3 76,-3-2 0,-1 6 0,-8-3 1,0 5 78,0 2 1,-8-1-1,-5 3 1,-7 3-59,-3 6 1,-8 4 0,2 4 0,-2 4 56,2 6 1,-2 5 0,7 6 0,5 6 56,5 4 1,7 2-1,7 0 1,0 0-99,0 0 0,15-6 0,8-2 0,10-1-358,8-5 1,-2-9 0,8-7 0,1-3-965,3-2 0,-5-2 1,-1-3 1234,-3-7 0,-1-11 0,-6-4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13.8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 9100,'-12'6'748,"3"1"0,1 3-197,4 4 1,2 3-1,2 8 1,0 8-130,0 6 0,0 10 0,0-1 0,0 8-224,0 8 1,2 2 0,2-2 0,2-5-236,-2-5 1,3-7 0,-1-3-1,0-3-420,2-8 1,-6-6-1,5-11-1006,1-5 0,-4-3 1,6-10 528,-2-4 1,-3-3 0,-5-9 933,0 1 0,0-9 0,0-1 0</inkml:trace>
  <inkml:trace contextRef="#ctx0" brushRef="#br0" timeOffset="200">0 490 9688,'25'9'373,"-3"1"0,7-6 0,4 2-342,6-2 0,5-2 0,9-2 0,-1-2-408,1-4 0,-1-2 0,0-5 0,-1 1-1815,-5-2 2192,5-1 0,-14-10 0,5-3 0</inkml:trace>
  <inkml:trace contextRef="#ctx0" brushRef="#br0" timeOffset="616">804 507 8131,'9'12'787,"-3"-1"0,-4 1 0,-2 6 1,0-1-385,0 1 0,0 5 0,0 2 0,0 0-315,0 0 0,6 5 0,2-7 0,-1-2-252,1-1 1,0-3 0,-2-1-189,5-5 1,-3 1 196,-2-12 0,-4-4 0,-2-13 0,0-1 68,0 1 1,-2-3 0,-2-1 0,-4-2-27,-1 1 1,5-3 0,-2 2 0,4 1-65,2 3 1,0 2-1,0-3 1,0-1-26,0-3 0,8 3 1,5 8-1,7 1 96,3-2 1,8 1-1,0 1 1,6 6-260,4 4 1,7 2-1,-1 0 1,3 0 364,3 0 0,-1 8 0,0 2 0</inkml:trace>
  <inkml:trace contextRef="#ctx0" brushRef="#br0" timeOffset="1100">1729 525 7924,'0'-12'1305,"0"0"0,0 1-888,0-7 1,-2 9 0,-2 1 0,-3 2-326,-3 0 0,-2 0 0,-5 6 1,-3 0-28,-3 0 0,2 2 0,-6 2 0,1 4-173,5 2 0,-4 1 1,2 9-1,1 1-17,3 2 0,3 3 0,5-5 1,3 2 130,0-2 1,6 5 0,-4-3 0,6-2-21,6-1 0,4-9 0,9-1 1,3-2-134,1-4 1,8-2 0,-4-2-1,0-2-10,-3-4 1,1-4 0,-2-7 0,-2-1 31,-1 1 1,-5-3 0,-1-1-1,-4-2 238,-3 1 0,-1 3 1,-6 2 681,0-1-852,0 8 0,-2 3 0,-2 9 0,-1 3-14,1 7 0,2 4 0,2 1 0,0 1-2,0-1 1,2 0 0,4 1 0,5-1-109,5 1 1,3-3 0,4-3 0,5-6-386,-1-4 1,6-2-1,-4 0 1,2-2 565,-2-4 0,4-4 0,-14-15 0,7-2 0</inkml:trace>
  <inkml:trace contextRef="#ctx0" brushRef="#br0" timeOffset="1350">2218 472 12562,'0'18'50,"0"-1"1,0 3-1,0 1-97,0 2 1,2 1-1,2-7 1,2 0-710,-2 1 1,3-1 0,1-1-716,2-4 1,-4-5 1470,5-7 0,-7 0 0,4 0 0</inkml:trace>
  <inkml:trace contextRef="#ctx0" brushRef="#br0" timeOffset="1515">2131 158 8100,'-12'0'-6,"1"0"-1850,-1 0 1856,2 0 0,10 0 0,10 0 0</inkml:trace>
  <inkml:trace contextRef="#ctx0" brushRef="#br0" timeOffset="1967">2585 420 12417,'0'17'472,"0"-3"0,0 1-515,0 5 1,8 3-1,1 0 1,3 5-1,0-1 31,1-4 0,3-2 1,1-1-1,1-1-112,-1-3 1,1-10 0,-1-1 0,1-3-25,-1-2 0,1-7 1,-1-7-1,0-5-108,1-5 0,-1-5 0,1 6 0,-1 0 19,1-3 0,-3 7 0,-1-4 1,-4 3 103,-3 3 0,5 5 0,-4 2 217,1 3 0,-5 3 1,2 10 139,-4 5 0,0 5 0,2 3 0,2 4 7,-2 7 1,-2 1-1,-2 0 1,2-2-248,3 2 0,-1-4 0,6 0 0,0-2-970,-1-3 0,3-5 986,5-5 0,1 3 0,-1-5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0:19.2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0 402 7949,'6'-12'1257,"0"0"1,0 10-909,-6 2 1,0 8-1,0 10 1,0 1-96,0 4 0,0 5 0,0 6 0,2 1-62,4 0 1,-4-2 0,5-2-1,-1-2-105,0 3 1,2-5-1,-4 0-167,1-2 1,9-4 44,-2-9 0,-3-8 0,1-14 0,0-9-205,-1-6 0,-3-3 1,4-3-1,0 2-99,-1-2 1,-5-2 0,4-2 0,-2 2 163,0 4 1,5 2 0,-5 6 0,0-1 36,2 7 0,-4-1 1,7 11 138,3 1 1,-4 4 0,1 7 0,1 9 202,-2 5 0,5 10 1,-5-4-1,1 3 166,1-1 1,-6 0 0,4 4 0,-3-4-115,-3-6 1,4 2 0,-2-1-222,-2-3 0,3-7 0,1-5-88,2-1 0,2-10 0,3-10 0,-1-5-152,-3-6 0,1-2 0,5-7 1,1 3 27,-1-2 1,1-2 0,-1 0 0,1 2 80,-1 2 0,-1 8 1,-3-2-1,-1 5-49,2 6 1,1-1 0,3 7 151,-1 2 0,0 4 1,1 6-1,-3 6 219,-3 3 0,4 8 0,-7 3 0,3-1 0,0 0 1,-7 4 0,5-4 0,-2 1 38,-4-1 0,-2-2 1,-2-5-610,0-1 0,2-1-586,3-5 1,-1-3 0,8-10-78,2-4 0,1-1 1007,3-5 0,-1-11 0,0 3 0</inkml:trace>
  <inkml:trace contextRef="#ctx0" brushRef="#br0" timeOffset="433">1415 419 8018,'-2'-15'723,"-2"1"0,-4 4-52,-1 3 1,-3-1 0,-5 4-405,-1-2 0,-5 0 1,0 6-1,1 0-234,3 0 1,1 2-1,-1 4 1,-2 6-21,-3 3 0,7 10 1,5 3-1,1 1 7,1 0 0,-4 0 0,8 6 1,3-2 49,1-4 1,2 2-1,2-8 1,5-1-21,11-3 1,1-9 0,10-4 0,2-4-47,2-2 1,2-8 0,-2-4 0,-2-5-126,-2-7 1,-7 3-1,1-6 1,-4 0 40,-1 0 1,-8 5-1,-5-3 1,-3 2 32,-2-1 0,-2-3 0,-5 8 1,-9 3-24,-5 1 0,-10 7 1,2 2-1,-4 4-260,-2 2 0,2 8 0,4 4 0,5 5-152,5 6 0,9-1 1,4 7-1,5 0-658,1-2 1,7 4 1139,5-8 0,11 8 0,4-3 0</inkml:trace>
  <inkml:trace contextRef="#ctx0" brushRef="#br0" timeOffset="850">2009 489 8013,'0'-12'-134,"0"1"610,0-3 1,-2 1 0,-2-1 717,-2 2 1,-2 1-876,3-7 0,-5 3 0,-8 3-182,1 6 1,-1 4 0,1 2 0,-2 2-76,-5 4 0,5 4 1,-6 9-1,1 4-107,1 7 1,0 3-1,5 1 1,3 1-14,3 0 0,4 0 1,8 0-1,0-2 34,0-4 1,4-3 0,6-9 0,9-2-140,7-3 0,3-4 0,6-12 1,0-6-364,0-7 0,-1-12 0,1 0 0,-2-4-84,-3-2 0,-5-6 0,-8 0 0,-1 0 210,-5-1 0,3 5 1,-8-4-1,-2 4 400,-2 2 0,-10 0 0,-4 1 0,-1 1 0,1 3 0,-2 5 0,9 8 0,-9-9 0,4-1 0</inkml:trace>
  <inkml:trace contextRef="#ctx0" brushRef="#br0" timeOffset="1050">2061 35 8801,'0'17'708,"0"1"0,-2-1 0,-2 3 1,-1 1-452,1 2 1,2 14-1,2 0 1,0 6-177,0 5 1,0 3 0,0 1 0,0 1-223,0-1 1,0-7-1,0-7 1,2-7-432,4-7 1,1-5 0,7-3 0,-3-5-316,3-5 1,2-12 0,1-7 886,1-9 0,-9 3 0,-1-6 0</inkml:trace>
  <inkml:trace contextRef="#ctx0" brushRef="#br0" timeOffset="1385">2253 576 8013,'12'-5'249,"0"-1"251,1 2 1,3 2 0,1 2 0,1-2-286,-1-4 0,3 4 0,1-6 1,2 3-257,-2-1 1,5-8 0,-3 4 0,-4-1 0,-5-1 0,2 1 0,-7-7 0,1 1 71,-4-1 1,-4 1-1,-2-1 1,0 1 138,0-1 0,-8 7 0,-4 1 0,-5 2 32,-6 4 0,1 2 0,-7 4 0,0 4-76,2 6 0,0 3 0,5 5 0,1 3-84,5 6 0,-1 4 0,7 2 0,1 0-69,3 0 0,6 0 0,6 0 0,5-2-255,5-4 0,9 2 0,4-8 0,4-3-238,2-7 0,6-5 0,-1-8 1,-3 0-510,-6 0 0,0-8 1029,-7-4 0,7-19 0,-4-5 0</inkml:trace>
  <inkml:trace contextRef="#ctx0" brushRef="#br0" timeOffset="1684">2969 35 8013,'-2'-16'1088,"-3"5"1,1 3 0,-6 10-595,2 4 1,2 5-1,6 13 1,0 5-64,0 4 1,0 9 0,0 5 0,0 4-255,0 1 1,0 8 0,0 2 0,0 2-207,0 0 0,2-9 0,2-3 0,4-9-795,2-6 1,-6-10-1,3-6-2166,1-7 2990,-6-7 0,14-14 0,-7-3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4T00:00:46.065"/>
    </inkml:context>
    <inkml:brush xml:id="br0">
      <inkml:brushProperty name="width" value="0.2" units="cm"/>
      <inkml:brushProperty name="height" value="1.2" units="cm"/>
      <inkml:brushProperty name="color" value="#008C3A"/>
      <inkml:brushProperty name="inkEffects" value="pencil"/>
    </inkml:brush>
  </inkml:definitions>
  <inkml:trace contextRef="#ctx0" brushRef="#br0">507 189 12578 244800 41886,'-2'-18'-311'0'186,"-2"1"0"0"-1,16-1 677 0-185,1 1 1 0 0,-3 5 360 0 0,2 0-321 0 0,-1 9 0 0 0,-3-7 0 0 0,-8 16-217 0 0,-10 13 0 0 0,-13 10 1 0 0,-6 8-1 0 0,-6 4-54 0 0,-6 5 0 0 0,-3 5 0 0 0,-11 3 0 0 0,-1 2 117 0 0,-2 3 0 0 0,-4 3 0 0 0,9-10 0 0 0,11-9 421 0 0,9-10-762 0 0,7-8 1 0 0,34-25 0 0 0,15-12 0 0 0,20-13-148 0 0,13-8 0 0 0,8-10 0 0 0,10-3 0 0 0,2-3-123 0 0,-3 3 1 0 0,5-5 0 0 0,0 5 0 0 0,-1-3 63 0 0,1 3 0 0 0,-10 3 0 0 0,-10 10 0 0 0,-6 4 134 0 6,-5 6 1 0 0,-12 9 0 0 0,-16 6 427 0-1,-11 6 1 0 0,-25 20-1 0 0,-22 19 140 0 9,-4 5 1 0-1,-13-1 0 0 0,4 6 0 0 0,-5 1-77 0 23,-3 3 0 0-1,0 7 1 0 1,-6 2-1 0-1,4 0 37 0 13,2 0 1 0 1,-6 6 0 0-1,4-2 0 0 1,1 2-401 0 54,9-2 0 0 0,11-5-117 0-50,18-13 0 0 1,19-13 0 0-1,26-19 0 0 1,14-18-28 0-2,13-18 0 0 0,1-14 0 0 1,14-7 0 0-1,2-2-358 0 4,2-3 1 0-1,2-3 0 0 1,0-1-1 0-1,0-2 141 0-2,0-5 0 0 0,5-1 0 0 0,-1-4 0 0 0,-4 6 450 0-13,-4 4 0 0 0,-12 9 1 0 1,1 2-1 0-1,-11 5 383 0 64,-7 3-141 0-85,-6 11 0 0 1,-29 32 0 0-1,-8 17 0 0 0,-9 12 98 0 9,-9 10 0 0 0,-5 3 0 0 0,-11 5 0 0 0,-5 3-347 0 10,0 6 1 0 0,-5 4-1 0 0,1 2 1 0 0,-5 1 4 0-9,-4 5 1 0 0,22-34 0 0-1,0 1 0 0 1,1 3 0 0-1,0 0 0 0 1,0-2 0 0 0,-2-1 26 0 31,1-1 0 0 0,1-1 0 0 0,-26 33 0 0 0,7 0 1 0 0,9-12 125 0 300,9-16-306 0-268,12-18 1 0 0,32-30 0 0 1,17-16 0 0-1,12-11-163 0-12,10-10 1 0 1,13-7-1 0-1,10-12 1 0 1,7-5 92 0-57,-37 32 1 0 0,0 0 0 0-1,3-2 0 0 1,-1 0 0 0 0,-1 3-1 0 0,0 0 1 0 0,1-1 0 0 0,1 0 101 0-12,0-1 0 0 0,2-2 0 0 1,4-2 0 0-1,2-2 0 0 0,2 0 0 0 1,-1 1 1 0-1,2 0-1 0 0,1 0 181 0-5,1 1 1 0 0,0 0-1 0 0,1 1 1 0 0,-1 0-1 0 0,2 0 1 0 0,0 0-1 0 0,-4 2 1 0 0,-1 1 112 0-6,-4 2 1 0 1,-3 1-1 0 0,30-19 1 0 0,-24 19-1 0 0,-9 5 114 0-2,-6 5 0 0 0,-4 2-369 0 0,-4-1 1 0 0,-14 10-1 0 0,-15 10 1 0 0,-13 14-233 215 0,-14 11 0-215 0,-10 14 0 0 0,-17 7 1 0 0,-5 8 213 611 0,-5 9 0-611 0,28-32 0 0 0,-1 1 0 0 0,-2 2 0 0 0,0 0 1 0 0,-1 1-1 0 0,0 0 38 146 0,-1 0 1-146 0,-1 2 0 0 0,-1 2 0 0 0,1 1 0 0 0,-3 0 0 0 0,0 1 0 0 0,0 3 0 0 0,-1 2 166 0 0,-1 1 1 0 0,1 1 0 0 0,0 2 0 0 0,1 0 0 0 0,4-6 0 0 0,2 0 0 0 0,4-4 0 0 0,2 1 729 0 0,-21 35 1 0 0,17-18-709 0 3,25-14 0 0 0,12-19 0 0 0,35-23 0 0 0,8-8-313 0 39,6-7 1 0 1,5-18-1 0-1,6-8 1 0 1,10-8-164 0-13,9-9 1 0 0,-35 27 0 0 0,0 0 0 0 0,1-5 0 0 0,1-1 0 0 0,1 1 0 0 0,1-1-24 0-12,1-1 1 0 1,-1 0-1 0 0,1-4 1 0 0,1 0-1 0 0,4-1 1 0-1,1 0-1 0 1,1 0 1 0 0,2-1 168 0-9,3-2 0 0 1,0 0 0 0 0,0 1 0 0-1,-1-1 1 0 1,-3 1-1 0-1,0 0 0 0 1,0 3 0 0 0,-1 1 230 0-8,-2 0 1 0 1,0 2 0 0 0,-2 1-1 0-1,-1 2 1 0 1,-4 2 0 0 0,-2 2-1 0-1,30-19 749 359-3,-13 8 0-359 1,-21 18 1 0-1,-8 4 2 1460 0,-6 1 0-1460 0,-13 14-721 1201 0,-14 14 1-1201 0,-16 7-1 0 0,-15 24 1 0 0,-10 1-206 800 0,-11 9 1-800 0,-8 1 0 0 0,-12 12 0 0 0,35-32 0 0 0,-2 0-32 234 0,-1 0 1-234 0,-1 0 0 0 0,-1 6 0 0 0,-1 0 0 0 0,-2-4 0 0 0,0-1 0 0 0,-1 4 0 0 0,-1 2 112 4 0,-2 3 0-4 0,-1 1 0 0 0,-7 5 1 0 0,0 1-1 0 0,-3 5 0 0 0,1 1 1 0 0,2-1-1 0 0,0 0 122 0 1,2 1 0 0 1,1-1 1 0-1,4-5-1 0 1,3-1 0 0-1,8-6 1 0 1,2-1 73 0 38,3-3 1 0-1,4-2 0 0 1,3 8 0 0 0,27-19-17 0 9,29-21 1 0 0,22-29-1 0-1,13-18 1 0 1,13-9-361 0-28,-33 21 0 0 0,2-1 0 0 0,2 0 1 0 0,1-2-1 0 0,4-2 0 0 0,0-2 0 0 0,2 1 1 0 0,-1 1-66 0-4,1-1 0 0 1,1 0 1 0 0,0-1-1 0-1,0 0 1 0 1,0-1-1 0 0,-1 0 0 0 0,3-1 1 0-1,0 0 112 0-7,2 1 1 0 0,1 1 0 0 0,2-2 0 0 0,2 0 0 0 1,-1 2 0 0-1,0 0 0 0 0,-2 2 0 0 0,0 0 188 0-5,-3 0 0 0 0,0 0 0 0 0,-2 5 0 0 0,-1 0 1 0 0,-4 2-1 0 0,-1 0 0 0 0,-3 3 0 0 0,-1-1 323 0 1,34-23 1 0 0,-13 11 0 0 1,-21 4 0 0-1,-8 4 1074 782-4,-8 2-1299 659-2,-6 5 0-1441 0,-31 15 0 0 0,-15 20 0 0 0,-20 18-143 1050 0,-17 14 0-1050 0,-16 11 1 0 0,34-25-1 0 0,-1 0 0 0 0,-3 2 1 0 0,0 0-52 412 0,-2 3 0-412 0,-1 0 0 0 0,-1 4 1 0 0,-1 0-1 0 0,-2-2 0 0 0,-1 1 0 0 0,1 1 1 0 0,1 0 175 10 0,1 1 0-10 0,-1 1 0 0 0,1 4 0 0 0,-1 1 0 0 0,-3 3 1 0 0,0 1-1 0 0,0 1 0 0 0,1 1 118 0 6,2-1 0 0 0,1 1 0 0 0,3-3 0 0 0,5-1 1 0 0,-18 30-1 0 1,17-11 109 0 72,14-13 1 0 0,17-15 0 0 0,24-16-415 0-5,17-13 1 0 1,12-17 0 0 0,16-13-1 0 0,8-14-278 0-29,8-12 1 0 0,6-5 0 0 0,-37 24-1 0 0,1 0 1 0 1,0-1 0 0-1,-1 1 87 0-16,1 0 1 0 0,0 0 0 0 1,2-4 0 0-1,1 0-1 0 0,-1-1 1 0 0,1 0 0 0 1,-1-1 0 0-1,1 0 109 0-9,0-1 0 0 1,1 1 0 0-1,0 2 0 0 0,1-2 0 0 1,3-1 0 0-1,1-2 1 0 0,-1 2-1 0 1,1 1 213 0-13,-1-1 1 0 1,1 0 0 0 0,-5 0 0 0-1,1 1 0 0 1,-3 6 0 0-1,-1 0-1 0 1,38-24 283 0-9,-7 3 0 0 1,-2 4 0 0-1,-10 12 425 0-1,-14 8 1 0 0,-15 11-549 227 0,-17 24 0-227 0,-17 9 0 0 0,-30 20 0 0 0,-13 8-10 848 0,-13 7 0-848 0,-13 6 1 0 0,31-27-1 0 0,-1 0 1 0 0,0 1-1 0 0,0 0-211 318 2,-1 1 0-318 0,0 1 0 0 1,1-1 0 0-1,-1 0 1 0 0,-4 4-1 0 0,0 0 0 0 1,2-1 0 0-1,-1 1 42 19 28,0-1 0-19 0,1 0 1 0 0,0-4-1 0 1,2-1 0 0-1,-25 28 1 0 0,8-5 115 0 96,7-8 1 0-1,8-7-277 0-63,12-14 0 0 1,22-8 1 0-1,20-15-1 0 0,18-14-343 0-11,14-11 0 0-1,15-10 0 0 1,8-10 0 0-1,8-4 66 0-16,3-1 0 0-1,7-3 0 0 0,-42 21 1 0 0,1 0-1 0 0,38-25 26 0 4,-3 5 0 0-1,1-5 0 0 1,-3 5 0 0 0,-2-3 452 0-9,-5 3 1 0 0,1 3 0 0 0,-16 10 0 0 0,-5 4 1430 0 35,-8 6-1205 0-55,-7-5 0 0 0,-20 21 1 0 0,-16 7-1 0 0,-21 19-94 168 3,-16 12 1-168 1,-16 14-1 0 0,-11 5 1 0-1,-6 8-204 202 0,-5 5 0-202-1,35-32 0 0 0,0 2 0 0 0,-3 1 0 0 0,-1 1 0 0 1,0 1 0 0-1,1 0 104 3 5,-1 2 1-3 0,0 0 0 0 1,1-2 0 0-1,1 0 0 0 0,1 1 0 0 0,2 1 0 0 1,-29 30 590 0 41,14-9 0 0 1,27-17 1 0 0,23-20-461 0-8,18-9 1 0 1,28-21 0 0 0,22-17 0 0 0,16-14-514 0-31,-35 14 1 0 0,1-2 0 0 1,2 1-1 0-1,1 0 1 0 0,3-4 0 0 1,1-1 0 0-1,-2 2-1 0 0,-1 0 253 0-20,-3 1 0 0 0,-1-2 0 0 0,-2-2 0 0 0,-3-2 0 0 0,29-28 0 0 0</inkml:trace>
  <inkml:trace contextRef="#ctx0" brushRef="#br0" timeOffset="1016">4716 84 12114 248764 53457,'0'-27'1172'0'0,"0"1"-220"0"0,0 9-310 0 0,0 7 1 0 0,-6 6-55 0 0,0 16 0 0 0,0 7 0 0 0,6 18 1 0 0,0 4-45 0 0,0 6 0 0 0,0 20 0 0 0,0 17 0 0 0,0-34 0 0 0,0 3-275 0 0,1 6 1 0 0,-2 2-1 0 0,-1 8 1 0 0,-2 2-1 0 0,1 7 1 0 0,1 1-1 0 0,-1 3 1 0 0,2 1-160 0 0,-1 1 1 0 0,2-1 0 0 0,0-5 0 0 0,0-1 0 0 0,0-8 0 0 0,0-2 0 0 0,0-8 0 0 0,0-2-268 0 0,0 38 0 0 0,2-29 0 0 0,3-19-1374 0 0,7-8-1494-12 0,-4-12 1179-451 0,7-10 0 463 0,-15-11 1846-632 0,0-12 0 632 0,-23-3 0 0 0,-14-9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01.83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559 105 8154,'-6'-12'0,"1"1"709,1-3 1,0 5 1033,-2-3-1474,4 8 1,-6 6 0,8 14 0,0 7 53,0 4 0,2 8 1,2 10-1,4 3 32,2 6 0,-7 8 0,5-1 1,-2 1-168,0 4 1,6 0 0,-5-2 0,1-8-120,0-8 1,0-5 0,-5-10 0,5-4-947,2-5 1,-4-13-831,5-5 1,-5-14 1706,6-9 0,-8-8 0,3-10 0</inkml:trace>
  <inkml:trace contextRef="#ctx0" brushRef="#br0" timeOffset="266">0 140 8848,'20'0'1044,"3"0"0,6-2-622,4-4 1,12 2 0,9-5 0,12-1-298,8 0 0,11-1 0,1-5 0,5 3-344,0 1 1,-4 0-1,-5-3 1,-8 3-120,-8 6 338,-6 4 0,-8 2 0,0 0 0</inkml:trace>
  <inkml:trace contextRef="#ctx0" brushRef="#br0" timeOffset="750">1258 437 8080,'-10'0'3244,"0"8"-2700,5 3 0,3 5 1,-4 1-1,4 1-309,2-1 1,6 7-1,0 1 1,-1 2-67,3 4 1,-4 2-1,6 0 1,-1-2-147,1-2 1,-4-8-1,4 3 1,-3-5-282,-3-1 0,0-7 187,2 1 0,-4-16 1,4-2-1,-4-7-117,-2-5 1,0-7 0,0-4 0,0-4-120,0-2 0,0 2 0,0 2 0,0 4-41,0 1 0,0-3 0,0 6 0,2 2 94,3 1 0,3 3 0,8-1 0,-1 3 30,5 3 1,3 4 0,0 8 0,4 0-251,1 0 1,5 0-1,-4 2 474,4 4 0,9 4 0,3 7 0</inkml:trace>
  <inkml:trace contextRef="#ctx0" brushRef="#br0" timeOffset="1284">2131 577 9838,'-2'-16'1394,"-4"5"0,2-3-1163,-7 8 0,-1-6 0,-5 7 0,-1 1-60,1 2 0,-1 2 0,1 2 0,-3 4-189,-3 5 0,4 5 1,-5 1-1,5 3-78,2 3 1,-1-2 0,3 6-1,3-1-86,6-5 0,4 0 0,2 1 96,0 1 1,10-2-1,5-9 1,9-6-73,3-4 0,0-4 0,4-4 0,-2-6-109,2-3 0,0-3 0,0 1 1,-2-1 104,2 1 1,-5-1-1,-3 1 1,-4 0 404,-1-1 1,-7 1 403,1-1 1,-8 6-378,2 1 0,-6 9 1,-6 2-99,-6 10 1,5 7-1,1 4 1,4 3-83,2-3 1,0-2 0,0-1-1,0-1-242,0 1 1,8-1-1,3 1-463,5-1 0,1-7 1,1-4-1,-1-4-582,1-2 0,-7 0 1,1 0 1196,1 0 0,3-8 0,1-2 0</inkml:trace>
  <inkml:trace contextRef="#ctx0" brushRef="#br0" timeOffset="1550">2637 559 8943,'0'-17'1870,"0"5"-1045,0 0 0,0 11-555,0 1 1,6 7 0,0 11 0,-2 1-91,-2 4 1,0-1-1,2 7 1,2 0-245,-3-2 1,5 4 0,-2-8-1,-2-1-1198,-2-3 0,4-1-974,0-1 2236,-1-7 0,3-2 0,2-8 0</inkml:trace>
  <inkml:trace contextRef="#ctx0" brushRef="#br0" timeOffset="1715">2655 192 9738,'0'-9'255,"0"1"0,8 8 0,1 0 1</inkml:trace>
  <inkml:trace contextRef="#ctx0" brushRef="#br0" timeOffset="2149">3057 507 8210,'0'-18'3755,"0"11"-3304,0 7 0,5 9 0,1 13 0,-2 3-160,-2 2 0,0-4 0,2 4 1,2 1-155,-2-1 1,3-6 0,-1 2-1,0-3-53,2-3 1,1-1-328,9-5 1,-1-3-1,1-10-99,-1-4 0,1-9 1,-1-8-1,1 1 5,-1 3 1,1-4-1,-1-1 1,1 3 94,-1 2 1,1 3 0,-1 2 0,0 5 177,1 1 1,-6 2-1,-1 6 1,3 2 432,1 4 1,-3 4 0,-2 7 0,-3 3-58,-3 3 0,0 4 0,0 6 0,2-2-156,-2-2 0,-2-8 0,-2 3 0,0-5-1506,0-1 0,2-3 1350,3-3 0,-3-4 0,6-8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11.397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1 315 8002,'0'-18'2008,"0"1"483,0-1-1976,0 9 0,0 3-390,0 12 0,2 3 1,2 9-1,3 1 13,3 4 1,-4 5-1,6 9 1,1 3-110,3 7 0,1 9 0,1 4 0,-1 4 17,1 8 1,-3 0-1,1 9 1,-3 1 57,1-3 0,5-9 0,-9-13 0,2-9 151,-1-7 1,-1-12-1,3-8-86,-1-7 1,-8-8 0,2-12 0,-4-6 0,-2 3 0,0-3 0,0-2-112,0-1 1,0-3 0,0 1 0,0-1-45,0 1 1,0-1-1,0 1-334,0 0 1,0 5-141,0 0 0,0 6-9,0-5 0,0 5 343,0-6 0,2 3 0,2-5 1,3 2 80,3-1 1,-4-10 0,5-7 0,5-3 27,5-2 1,-1-7-1,5-7 1,0-9-161,4-12 0,4-2 0,0-7 0,-2 1-105,-2 5 1,-1-3 0,-1 6 0,-8 10-277,-5 9 0,-10 11 0,1 9-1059,-3 1 36,-2 17 1581,0-3 0,-7 24 0,-3 2 0</inkml:trace>
  <inkml:trace contextRef="#ctx0" brushRef="#br0" timeOffset="558">926 943 7858,'0'-17'344,"0"5"0,0 1 871,0-3 0,0 4-778,0-1 0,0-1 0,0-5-223,0-1 0,0 7 0,-2 1-32,-3 2 0,1-4 1,-8 7-1,-1 1-83,-3 2 1,-7 6-1,-2 7 1,-3 13-80,-3 7 1,4 6 0,-2 3-1,0 7-43,2 3 0,2 8 0,9-1 1,4-7-2,7-7 0,5-6 1,5-4-1,7-6-6,4-10 1,9-7 0,4-12 0,4-4-74,2-5 0,0-13 0,0-5 0,-2-6 18,-4-5 0,-4 1 0,-8-6 0,1 1 28,-1-1 1,-7 6-1,-2-2 1,-2 6 162,-1 6 0,-1 4 0,-9 10 120,-7 3 1,-4 4-1,-1 10 1,1 6-339,5 9 0,-5 9 0,7 8 0,-1 3-54,4 4 1,4-4 0,2 4 0,0-6-224,0-6 0,8 2 1,5-8-1,7-2-136,3-1 0,8-5 0,-2-3 0,4-6-26,2-4 0,0-4 1,-2-4 550,-4-6 0,4-3 0,-6-3 0</inkml:trace>
  <inkml:trace contextRef="#ctx0" brushRef="#br0" timeOffset="880">1468 192 7913,'0'-17'342,"-2"1"160,-4 5 0,4 1 0,-6 6 73,1-2 0,5 10 0,-4 12 0,4 9-368,2 8 1,0 2 0,0 15 0,0 7-66,0 3 1,0 6-1,0 10 1,-2 5-75,-4 4 1,4 7-1,-6-3 1,3-8-9,-1-7 1,0-4 0,6-16 0,0-7-286,0-8 1,8-10-291,3-18 1,5-3-1,1-10-324,1-4 1,-7-3 0,-1-11 0,-2-3-452,-4-6 0,-2 2 1290,-2-2 0,-8 0 0,-2-6 0</inkml:trace>
  <inkml:trace contextRef="#ctx0" brushRef="#br0" timeOffset="1130">1625 908 7913,'0'-17'1591,"0"0"0,0 5-1017,0 0 0,0 10 0,0 2-320,0 10 0,0 8 0,0 5 0,0 6-187,0 4 1,0 2-1,0 2 1,0 1-336,0 3 1,0-6 0,0-8 0,0-1-2911,0-5 2442,0 6 0,8-17 0,1-4 0,1-16 736,-4-11 0,4-7 0,-1-14 0,9-3 0</inkml:trace>
  <inkml:trace contextRef="#ctx0" brushRef="#br0" timeOffset="1280">1765 402 7913,'-18'-6'2033,"1"0"1,5 1-1885,1 5 1,7 2-2953,-2 3 2803,4-3 0,10 22 0,1-5 0</inkml:trace>
  <inkml:trace contextRef="#ctx0" brushRef="#br0" timeOffset="2013">2201 996 8743,'0'-18'830,"0"1"1,0-1 0,2 1-437,4-1 0,-4 7 0,4-1 0,-4-1-177,-2-3 0,0 4 0,0 1-227,0-3 1,-6 5 0,-2-1 0,-1 2-86,-5 4 0,-7 4 1,-3 6-1,3 8 21,2 7 1,-5 0 0,1 10 0,2 4 4,1 4 1,9 4 0,1-4 0,2 1 62,4-1 0,2-8 0,4-4 1,4-1-121,6-5 1,3-9 0,5-7 0,3-5-36,6-5 1,-2-7 0,0-11 0,1-8 111,-1-8 1,-4 0-1,4-8 1,-2-1 40,-3-3 1,-3-1 0,-1 0 0,-3-1 203,-3 1 1,1 5 0,-7 3 0,-2 3 32,-2 8 0,-2-2 0,0 8 0,0 0-104,0 3 0,0 5 1,0 1-274,0 1-199,0 7 0,0 5 0,0 10 52,0 7 1,0-2 140,0 1 383,0 1-27,0-2 0,0-5-232,0-10 1,0-5 0,0-8-130,0 1 1,0 0-1,0-1 54,0 1 1,0-1 0,0 1 160,0-1 0,-2 9 192,-4 3 0,2 6 0,-5 6 0,1 5 60,4 5 0,2 3 0,0 2 0,-2 3 40,-2-3 1,1 0 0,5 1 0,0 1-145,0-2 0,-2 7 0,-2-1 0,-2 2-150,2 0 1,0 2-1,0 10 1,-2 7-122,3 9 0,1-1 0,2 6 0,0-2-200,0-4 1,7-1 0,5-5 0,6-5-1,5-10 0,-2-10 0,6-13 0,0-7-195,1-3 0,-7-11 1,2-9-1,-5-7-205,-7-2 0,3-4 0,-8 5 0,-2 1 667,-2 0 0,-10-6 0,-2 4 0</inkml:trace>
  <inkml:trace contextRef="#ctx0" brushRef="#br0" timeOffset="2530">2882 874 8043,'-2'-18'980,"-3"1"0,3 5-136,-4 0 0,4 7 0,4-5-371,4 2-523,-4-6 0,11 5 112,-7-9 1,-8 9-1,-10 3-36,-3 4 0,-8 10 0,-1 3 1,1 5 112,-2 1 0,5 8 1,-3 5-1,4 5 41,1 5 0,1-1 0,1 6 0,5-3-219,5-3 1,6-4 0,6-6 0,5-5 13,5-5 1,7-9 0,2-5 0,3-5-39,3-5 0,-4-11 1,0-9-1,0-2-48,0-4 1,-11-2-1,1-2 1,-1 0 220,-1 0 0,-3 0 0,-2 2 0,-3 4 172,-3 6 1,-2 3 0,-2 3-1,-2 1-171,-4 5 0,3 3 0,-9 10 0,0 5-159,3 11 1,-5 1-1,6 10 1,0 4-99,1 6 1,1-2 0,6 4-1,2-4-115,4-2 0,3-2 0,9-2 0,-1-4-112,1-2 1,5-4 0,0-9-1,1-6-262,1-4 1,-4-2 0,6-2 0,-1-4-59,-5-6 1,-7-5-1,-5-4 1,1-5 692,0-1 0,-7-10 0,5-7 0</inkml:trace>
  <inkml:trace contextRef="#ctx0" brushRef="#br0" timeOffset="2813">3476 262 8368,'0'-17'0,"0"-3"596,0-3 0,0 10 0,-2-3 465,-4 6 0,5 6-826,-5 10 0,2 12 1,0 13-1,-4 8-84,-2 7 1,7 9-1,-5 7 1,2 9-21,0 7 1,-2 4-1,5 3 1,-3 0-36,2 3 0,2-15 0,2 3 0,2-16-84,4-11 1,1-12 0,7-12 0,-2-6-300,1-9 0,-3-6 0,0-6-627,-3-4 0,-1-4 0,-4-7 0,2-3 26,2-3 0,0 2 0,-8-8 0,-2-2 888,-2-2 0,-8-2 0,5 0 0,-9 0 0</inkml:trace>
  <inkml:trace contextRef="#ctx0" brushRef="#br0" timeOffset="2964">3249 804 6206,'-17'0'2952,"5"0"-2026,0 0 0,10 0 0,2 0-480,10 0 0,6 0 1,1 0-1,3 0-636,3 0 0,4-6 1,8-2-1,0 0-324,0 1 1,-6-5-1,0 4 1,0 0-317,-2 1 0,6-5 1,-6 6 829,1 2 0,12-5 0,-3-1 0</inkml:trace>
  <inkml:trace contextRef="#ctx0" brushRef="#br0" timeOffset="3231">3983 769 7871,'0'-18'583,"0"1"1,0-1 1050,0 1 1,0 9-1127,0 8 1,-2 14 0,-2 13-1,-2 4-383,2 6 0,2 9 0,2 1 0,0 1-188,0-1 1,0-2 0,0-8 0,0-1-623,0-3 1,0-3 0,2-3-421,4-10 0,4-9 0,5-14 385,-3-6 1,-4-13-1,-6-8 1,1-8 719,3-3 0,0-3 0,-6-5 0</inkml:trace>
  <inkml:trace contextRef="#ctx0" brushRef="#br0" timeOffset="3363">4018 454 7871,'-8'-17'1324,"6"-1"1,-6 11-3960,8 7 2635,8 7 0,2 11 0,7-1 0</inkml:trace>
  <inkml:trace contextRef="#ctx0" brushRef="#br0" timeOffset="3782">4402 821 9679,'0'-17'1188,"0"-1"1,0 7-629,0-1-454,0 8 0,-8-4 0,-2 10 1,-1 6 76,-1 9 1,0 3 0,-3 9 0,1 2 2,3 2 0,1 4 0,-2 2 0,7 0-127,3-6 1,2-1 0,2-8 0,3-3-356,7-1 1,3-5 0,5-3-1,1-6 20,3-5 0,7-8 0,-4-7 1,0-5-56,-4-5 1,0-7-1,-3 4 1,-5-2 174,1 0 1,-6 0 0,-1-4-1,-1 2 195,-4 2 1,-4 7 0,-6-1 0,-7 4 15,-9 1 1,-5 7-1,-6 1 1,0 2-70,-2 4 1,10 4-1,-8 6 1,6 8-310,5 7 0,3 0 0,4 8 0,3 3-401,6 0 0,4 3 0,2-2 0,2-2 724,4-1 0,9-9 0,9 2 0,-1-11 0,-6-4 0</inkml:trace>
  <inkml:trace contextRef="#ctx0" brushRef="#br0" timeOffset="4146">4821 681 7804,'0'12'2293,"-2"-2"-1600,-4-2 0,4-1 0,-4-1 0,4 6-423,2 3 1,0 5 0,0 1 0,0 6-166,0 6 0,0-2 0,0 10 0,0-2-28,0 2 0,0-5 0,0 5 1,0-6-300,0-6 0,2-4-58,4-7 1,4-8-1,7-6 1,1-10-11,-1-12 1,3-7 0,1-10 0,2 0-31,-1 0 0,-3 0 1,-1 0-1,-1 0 175,1 0 0,-7 3 0,-1 2 0,0 9 939,-1 7-573,-5-1 0,4 21 0,-10 2 0,-4 11-184,-5 10 1,1 10 0,0 2 0,2-1-587,4 3 1,-3-4 0,1 5 548,2-1 0,2 6 0,2-5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26.1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69 7944,'0'-18'792,"0"1"1,0 5-320,0 0-48,0 9 0,0-3-138,0 12 0,0 3 0,0 9 0,0 1 9,0 4 0,0 6 0,0 14 0,0 10-107,0 9 0,0 17 0,0 16 0,0-38 0,0 3-120,0 6 1,0 4 0,3 9 0,2 3 0,-1 4 0,1 0 0,1 1 0,0-1-76,0 0 1,0-1 0,-2-9 0,1-1 0,2-1 0,0-2 0,-2-7 0,0-2 123,-1-6 0,-1-2 0,5 33 1,-4-24-1,2-12-132,-2-11 1,4-2-1,-3-16 1,-1-2-999,-2-1-625,-2-11-718,0-1-764,0-23 3119,0 3 0,-8-13 0,-1 7 0</inkml:trace>
  <inkml:trace contextRef="#ctx0" brushRef="#br0" timeOffset="517">0 1885 7901,'0'-18'-155,"0"1"1017,0-1 0,2 11-436,4 7 0,-2 13 1,6 13-1,-1 1-143,1 4 1,2 4-1,5 3 1,1 3-27,-1-2 0,1 4 0,-1-1 1,0 1-61,1 0 1,-1-4 0,1-8 0,-1-4-94,1-2 1,5-4-1,0-11-3,-1-10 1,-3-15 0,-1-16 0,-3-8-83,-3-8 1,1-9 0,-5-4 0,0 0-40,0-1 1,5-5 0,-1 4 0,3 0-174,3 4 0,-7 10 1,1 3-1,2 4-122,1 8 1,3 6 0,-1 11 314,1 5 0,-1 3 0,1 8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39.0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210 610 7252,'8'17'-211,"-6"-5"1,5-3 0,-1 1 857,0 0 1,0-4 0,-4 3-9,4-1 0,-3-2-84,9-6 0,-6 0 1,6-2-160,1-4 0,-5 2 0,-2-7 0,-2-3 59,1-1 1,-3 3-1,4 0 1,-4-1-167,-2-3 1,0 5 0,0-1 0,-2 0-244,-4 3 0,-3-5 0,-9 8 0,-1 2-102,-5 2 1,3 2 0,-6 2-1,0 4-16,0 6 1,-1 11 0,-3 6 0,4 6 84,2 6 1,4 1 0,9 7 0,6-2 2,4 1 0,4-7 1,4-4-1,6-8-288,3-4 0,10-8 1,5-7-1,3-2-188,1-4 1,1-10-1,-2-8 1,-2-5-414,-1-4 0,-9-3 1,0 3-1,-5-6 157,-5-4 0,-5-2 1,4 0-1,-2-2 716,-4-3 0,-3 3 0,-1-6 0</inkml:trace>
  <inkml:trace contextRef="#ctx0" brushRef="#br0" timeOffset="232">402 138 8336,'0'-12'446,"0"1"455,0-3 1,0-1 558,0-3-1190,0 9 1,0 9-1,0 13 1,0 8-53,0 9 1,0 4 0,0 9 0,0 8 52,0 5 1,0 10 0,0-2-1,0 4-167,0 2 0,0-2 0,0-4 0,0-6-525,0-4 1,2-9 0,4-6-1,5-8-374,5-8 1,1-11 0,1-7 0,-1-5-100,1-5 1,-3-7 0,-3-9-1,-6-5 894,-4-1 0,-2-2 0,0-6 0</inkml:trace>
  <inkml:trace contextRef="#ctx0" brushRef="#br0" timeOffset="584">699 610 8336,'10'-8'1108,"-5"-4"1,3-3 263,-2-3-1055,0 9 0,-6 3 0,0 12 1,0 7-45,0 8 0,-6 1 0,0 7 0,2 0-52,2-2 0,2 6 1,0-6-1,0 2 21,0 1 0,2-9 1,4 2-1,6-3-178,3-3 1,9-7 0,3-4 0,4-4-185,6-2 0,3-2 0,-1-6 0,2-8-136,-2-5 1,-4-10 0,-6 2 0,-6-4 58,-4-2 0,-3 6 0,-4 0 0,-7-2 37,-3-2 0,-4 5 0,-1 3 0,-7 4 31,-6 3 1,3-1 0,-11 13-325,5 2 0,4 10 0,3 6 0,6 5-308,4 7 0,2-3 1,2 6-1,4 0-983,6 0 1744,3-5 0,10 3 0,2-8 0</inkml:trace>
  <inkml:trace contextRef="#ctx0" brushRef="#br0" timeOffset="932">1432 522 11304,'0'18'1628,"0"1"0,0 4-1293,0 7 0,0-3 0,0 4 0,2 4-143,4 4 1,2 1-1,5-5 1,-3-2-134,-2-4 1,4-3 0,-5-11 0,1-1-144,0-3 1,-2-9-1,-6-2 30,0-10 1,0-11 0,0-4-1,0-2-199,0-4 0,0-2 0,0 0 0,0 2-55,0 2 0,0 1 0,0-1 1,0 6-135,0 4 0,0 1 0,0 1-64,0-1 1,2 9 0,3 3 0,7 4-76,4 2 1,7 2 0,2 4 0,2 5-1455,4 5 2035,-5-7 0,14 7 0,-3-6 0</inkml:trace>
  <inkml:trace contextRef="#ctx0" brushRef="#br0" timeOffset="1198">2009 610 8380,'0'-12'1639,"0"0"0,0 10-1142,0 2 1,0 8 0,0 12 0,0 3-177,0 6 1,0 4 0,0 2 0,2 0-385,3 0 0,-3 0 0,4-2 0,-2-4-659,2-6 1,-4-4 0,6-3 178,-1-4 0,-3-5 0,6-9 0,-2-5-1030,-4-11 0,-2-1 1573,-2-10 0,0-8 0,0-8 0</inkml:trace>
  <inkml:trace contextRef="#ctx0" brushRef="#br0" timeOffset="1348">1956 330 10324,'0'-10'332,"2"3"-3341,4 7 3009,-4 0 0,13 0 0,-5 0 0</inkml:trace>
  <inkml:trace contextRef="#ctx0" brushRef="#br0" timeOffset="1800">2445 645 8577,'0'-18'1776,"0"1"0,0 9-1146,0 8 0,0 10 1,0 13-1,0 6-284,0 4 1,0 4 0,0 2-1,2 3-197,4 3 0,-2-6 0,8 1 1,1-5-211,3-5 1,-5-5-1,1-10 1,3-1-192,7-2 0,-3-11 0,4-1 0,-1-11-136,1-11 0,-3-5 1,3-8-1,-4 2 55,-1 4 1,-1-4-1,1 4 1,-1-4 162,1-2 0,-3 8 0,-1 2 0,-3 2 49,3-1 0,-4 7 261,1 5 0,-7 10 0,4 2 0,-2 10 124,0 5 1,-1 9 0,-5 1 0,0 2-94,0 4 0,2 2 1,2 0-1,4-2-363,2-2 1,1-7 0,7 1 0,-1-2-421,1 3 1,1-11 0,4 3 0,5-7-280,-1-5 1,6-4 0,-4-6 0,4-5 890,2-5 0,0-9 0,0-2 0</inkml:trace>
  <inkml:trace contextRef="#ctx0" brushRef="#br0" timeOffset="2218">3615 784 8336,'0'-11'2567,"0"-1"-1807,0-2 0,0 5 0,0-3-61,0-2 0,-5-1 0,-3-3-607,-2 1 0,4 1 1,-5 5-1,-3 5-54,-1 4 0,-3 2 1,-1 0-1,-3 0-122,-1 0 0,0 10 0,5 5 0,1 9-3,-1 3 1,9 0-1,3 4 1,4-2 87,2 2 1,0-4-1,2 2 1,4 1-113,5-3 1,11-2-1,3-10 1,0-3-47,0-6 0,6-4 1,-3-2-1,1 0-117,0 0 0,-8 0 0,4 0 0,-1-2 429,-1-4 1,0 6-1,-5 2 389,-1 14 0,-5 5 0,-3 12 1,-1 6 150,-4 3 0,-2 13 0,-4 9 1,-2 4-138,-2 2 0,-13 5 0,0 1 0,-7 0-348,-5 1 0,-2-13 1,-2 0-1,0-9-609,1-9 1,-1-5 0,0-14-1,0-9-188,0-11 0,0-9 0,0-7 0,0-11-1117,0-5 1,8-12 0,2-9 1703,-1-5 0,7-17 0,-6-4 0</inkml:trace>
  <inkml:trace contextRef="#ctx0" brushRef="#br0" timeOffset="2917">4838 86 7835,'0'-18'54,"-2"7"1,-2-1-1,-4 0 550,-1 3 1,3-5-36,-6 8 0,6 2 0,-3 12-75,1 10 0,-4 7 0,4 12 0,1 5 42,-1 11 0,0 7 1,4 10-1,-2 2-218,3 3 0,1 11 1,2 9-1,0 0-305,0 0 1,0-12 0,2-13 0,1-14-728,3-13 0,2-6-272,-2-20 0,2-17 1,5-19-1,-3-6 203,-2-6 1,-3-8-1,-5-2 1,-1 2 158,-5 3 1,-6-5 0,-11 0 623,-6 2 0,-12 2 0,-4 2 0</inkml:trace>
  <inkml:trace contextRef="#ctx0" brushRef="#br0" timeOffset="3081">4314 610 8189,'10'11'1908,"-3"-1"-1373,1-2 0,2 3 0,9-5 0,5-2-212,5-2 0,6-2 0,5 0 0,7-2-378,3-4 0,-3-3 0,0-11 1,-1-1-609,-1-2 0,3-9 0,-7 5 0,-2 0 663,-2 4 0,-2-4 0,-1 0 0</inkml:trace>
  <inkml:trace contextRef="#ctx0" brushRef="#br0" timeOffset="3451">5117 627 8003,'10'-17'354,"4"-1"1280,-9 1-1185,1 7 1,-6 4 0,0 14 0,0 7 155,0 7 0,0 9 0,0-2 0,0 6-175,0 6 1,0-5 0,0 5-1,0-4-209,0-2 0,0-2 1,0-4-1,0-6 25,0-3 1,2-5-195,4-3 1,-2-18-1,6-13 1,-3-6-310,-3-7 1,0-2-1,0-5 1,2-2-84,-2 2 1,-2-3 0,0 1-1,1 4-37,3 6 0,2 0 1,-4 6-1,4-1-141,1 1 0,-3 8 0,6 7 0,1 2-82,3 4 0,9 4 0,2 6 0,2 6-25,1 3 1,-1 3 0,6-1-1,0-1 625,-1-5 0,1 5 0,0-6 0</inkml:trace>
  <inkml:trace contextRef="#ctx0" brushRef="#br0" timeOffset="3933">5886 697 9388,'9'0'2824,"-1"-2"-2558,-8-4 1,-2-4-1,-4-7-69,-5 0 1,-5 5 0,-1 2 0,-3 2-12,-3 5 1,2 1 0,-6 2 0,-1 0-142,1 0 1,4 9 0,-4 7 0,2 7 23,3 4 1,5-3-1,5 5 1,6 2-74,4 2 1,2 2 0,2-2 0,6-4-61,10-6 1,1-6 0,8-5-1,0-6-116,0-4 1,1-2 0,1-2 0,-4-4-61,0-6 0,-5-5 0,3-6 0,-6-4-33,-5-1 1,2-3 0,-7 8 0,1 2 131,0 1 0,-2 3 0,-6-1 339,0 1 1,0 5-93,0 1 1,-6 15-1,-2 3 1,0 11 11,1 5 1,1 8 0,6-2 0,0 4-11,0 2 1,2 0 0,2 0 0,3-2-315,3-4 0,7 2 1,9-8-1,-1-3-487,0-7 0,0-5 1,-3-8-1,1 0-114,-2 0 0,3-10 0,-5-7 1,-5-8 806,-5-2 0,5-6 0,-4 5 0</inkml:trace>
  <inkml:trace contextRef="#ctx0" brushRef="#br0" timeOffset="4165">6357 697 8336,'-11'0'1125,"-1"0"0,2 2 1,-1 4-1,5 5-743,4 5 0,-4 7 1,0 2-1,2 3-268,2 3 0,2 7 0,0 3 0,0-4-279,0-6 1,6 0 0,2-8 0,0-1-894,-1-3 0,7-9 0,-2-6-407,3-8 0,-3-8 0,-2-11 1465,-3-6 0,7-12 0,-4-4 0</inkml:trace>
  <inkml:trace contextRef="#ctx0" brushRef="#br0" timeOffset="4331">6322 365 8003,'-9'-8'1803,"3"-3"1,-2 1-1157,2-2-1710,0 8 0,6-1 0,2 10 1063,4 7 0,4 4 0,7 1 0</inkml:trace>
  <inkml:trace contextRef="#ctx0" brushRef="#br0" timeOffset="4999">6584 714 8830,'0'-17'2255,"0"5"-312,0 1-1602,0 7 0,6 4 1,0 13-1,0 7-87,2 3 1,-5 8-1,7-2 1,-2 4 80,-4 2 1,3 6-1,-1 0 1,-2-3-212,-2-1 1,0-8 0,2-1-1,2-3-181,-2-4 0,0-9 0,1-6-207,7-4 0,-2-10 0,1-6 0,3-7-258,1-8 0,3-4 0,-1-2 0,1 0 68,-1 0 0,1 0 1,-1 2-1,1 2 213,-1 2 0,1 6 1,-1-5 434,1 3 1,-1 10 85,0 9 0,-7 14 0,-4 9 0,-4 10 354,-2 6 1,0 4 0,0 2 0,0 2-287,0-3 1,0-1-1,0-2 1,0 0-327,0 0 1,2-8 0,2-3-1126,2-5 1,1-3-1,-3-7 29,2-9 0,2-2 0,-4-9 0,2-5-286,-3-5 1,1 1 1359,2-3 0,-4-4 0,6 0 0</inkml:trace>
  <inkml:trace contextRef="#ctx0" brushRef="#br0" timeOffset="5265">7248 749 9441,'0'-17'3454,"-2"7"-2912,-4 4 1,4 12 0,-4 6 0,4 5-104,2 7 1,2 1 0,2 8 0,2 0-441,-2 4 0,-2-1 0,-2-4 0,0-3-312,0 2 1,2-6 0,2-2 0,2-3-2009,-3-3 1,-1-5 1299,-2-1 1,6-15 0,0-1 0,-2-11 1020,-2-7 0,6-4 0,1-8 0</inkml:trace>
  <inkml:trace contextRef="#ctx0" brushRef="#br0" timeOffset="5415">7300 487 8130,'-7'-17'0,"5"-1"0,-6 1 3479,0 0-1384,6 7-2894,-6 2 1,8 10 0,2 4-3196,4 5 3994,-4-3 0,14 8 0,-7-7 0</inkml:trace>
  <inkml:trace contextRef="#ctx0" brushRef="#br0" timeOffset="5899">7510 732 8130,'0'-18'768,"0"1"583,0-1 1,0 11-735,0 7 0,0 9 0,0 15 0,0 5-210,0 4 0,0 4 0,0 1 0,2 5-153,4 2 1,-2-4 0,5 3-1,1-3-167,0-8 1,-5 0 0,7-10-1,0-1-61,-3-3 0,7-9 0,-4-6 0,3-8-298,3-8 1,1-5 0,0-5 0,1-3-203,-5-2 0,-1 0 1,3-4-1,1 1 48,-1-1 0,-5 6 0,0 0 1,-1 2 116,-1-1 0,4-1 1,-7 6-1,1-1 173,0 5 1,-2 7 0,-4-2 275,3 3 0,-3 9 0,4 9 0,-4 7 211,-2 5 0,0-2 0,0 8 0,0 2-140,0 2 0,0 2 0,0-2 0,0-2-495,0-1 1,0-9 0,2 2 0,4-3-694,6-3 1,3-7 0,2-4 0,1-5 374,-1-1 0,1-1 1,1-7-1,3-8 602,1-5 0,0-10 0,-5 4 0</inkml:trace>
  <inkml:trace contextRef="#ctx0" brushRef="#br0" timeOffset="6316">8313 889 8130,'0'-17'756,"0"-1"683,0 1 1,0-1-746,0 1 1,-2-1 0,-2 1-253,-1-1 0,-3 9-369,2 3 1,-4 4-1,-7 2 1,-1 2-72,1 4 1,-1 3 0,1 9 0,0 1-110,-1 4 1,6-1-1,3 5 1,1 0 93,4 0 1,2-5 0,2 1-1,0-4-47,0-1 1,0-1-1,2 1 1,4-3-162,6-3 0,5-4 1,4-8-1,3 0 23,-3 0 0,0 0 0,1 2 0,1 2 264,-2 1 0,5 3 0,-3-2 0,-2 7 482,-1 9 0,-3 5 0,-1 8 1,-5 4 313,-5 7 0,-4 3 0,-2 15 1,-4 2-381,-8 2 0,-3 2 0,-20-1 1,-8 1-338,-5 0 1,-5-8 0,1-5 0,0-11-403,-1-11 1,1-10-1,-1-13 1,3-6-454,3-4 1,-1-16 0,5-7 0,-1-8-480,-5-8 1,6-8 0,3 2 0,3-1 1188,2-5 0,0-9 0,0-4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33.6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105 682 8071,'0'-10'2455,"0"18"1,0 15-1907,0 8 0,0 12 0,0 3 0,2 7-106,4 5 1,-2 12 0,6 10 0,-3 1-602,-3 1 0,4-11 0,0-1 0,0-10-301,-1-5 0,1-20 0,-2-12-849,6-13 1,-5-10 0,1-8 0,-2-12-266,0-13 0,-2-3 1573,-10-11 0,-4 0 0,-7-5 0</inkml:trace>
  <inkml:trace contextRef="#ctx0" brushRef="#br0" timeOffset="283">1 734 8071,'0'-17'1095,"0"-1"0,0 7-346,0-1 1,7 0 0,7-3 0,7 3-643,8 6 1,6-1 0,6-1 0,6 0-179,3 0 0,0 3 1,-1 6-1,-4 3 16,-3 2 0,-1 10 0,-8-1 0,-4 8-277,-6 5 0,-11-5 0,-6 6 0,-6 2 157,-6 2 1,-11-4 0,-12-2 0,-4 1-7,-2-1 1,-8-6 0,-2 0-1,-1-7-74,-1-8 0,8 2 0,1-3 0,5-1-361,3-2 0,11-4 1,2-4 615,9-5 0,6-5 0,2-1 0</inkml:trace>
  <inkml:trace contextRef="#ctx0" brushRef="#br0" timeOffset="665">734 752 8059,'12'0'1037,"-1"0"1,-5 0-1,4 2 1,0 2-777,-1 1 1,3 1 0,5-6-1,3-2-284,3-4 0,-4 3 0,7-7 0,-3 0-54,0 0 0,1-3 0,-7-9 0,-1-1-62,-5 2 1,3 1 0,-8 3-1,-3 0-22,-1-1 1,-9 6 0,-5 3 0,-4 1 170,-1 4 0,-6 4 0,-1 6 1,1 6 131,-2 3 0,6 10 1,-5 2-1,7 3-130,5-1 0,-1 0 1,7 6-1,2-2 18,2-4 1,10 2 0,5-8-1,7-2-241,3-1 1,10-8-1,0-3 1,6-1-561,0-4 0,-8-4 1,-2-4-1,0-4 771,-2-1 0,6-11 0,-6-7 0</inkml:trace>
  <inkml:trace contextRef="#ctx0" brushRef="#br0" timeOffset="1017">1363 595 8059,'-10'-8'1714,"4"-4"0,2 4-1316,-1 3 1,3 10-1,-4 9 1,4 7 58,2 8 0,0 4 0,0 4 0,0 2-254,0 2 1,0 0 0,0-7 0,2 1-135,4 0 1,-4-7 0,3-5 0,-3-4 128,-2-1 1,6-11-1,2-7-378,2-9 0,-7-9 0,3-5 0,-4-6 38,-2-4 0,0-4 0,0-2 0,0 0-153,0 6 1,2-2 0,2 6-1,2-4-96,-2-2 1,0 2-1,0 4 1,3 4-120,3 0 0,2 9 0,5-3 0,2 3 16,5 9 0,-5-3 0,6 4 0,1 2-150,3 2 1,-2 10-1,0 4 644,-2 3 0,6 3 0,-3-1 0</inkml:trace>
  <inkml:trace contextRef="#ctx0" brushRef="#br0" timeOffset="1366">1887 979 8059,'-6'11'-187,"0"1"1,-2-8 0,4 4 1190,-1-1 1,-7-3-241,6 8 1,0-10 0,6-2-470,0-10 0,0-5 1,0-3-1,0-1 17,0-4 1,0-5 0,0-9-1,0-3-29,0-7 0,6 3 0,0-5 1,0-3-79,2-5 1,-5-3-1,9 4 1,2-4-492,1-2 0,3 7 0,1 1 0,4 7-156,6 5 0,4 1 0,2 8 1,0 4-533,0 6 1,-2 5 0,-2 6-1,-4 7-1504,-1 3 2478,-3 9 0,-6 3 0,1 8 0</inkml:trace>
  <inkml:trace contextRef="#ctx0" brushRef="#br0" timeOffset="1633">1782 664 8163,'-10'0'3420,"4"0"-3041,12 0 0,10 0 1,9 0-1,2-2-654,4-3 1,2 1 0,2-6 0,0 0-140,0 1 0,0-1 1,-2-2-1,-4 5-472,-6-1 886,4 6 0,1-14 0,6 7 0</inkml:trace>
  <inkml:trace contextRef="#ctx0" brushRef="#br0" timeOffset="2049">2411 699 7950,'9'-7'663,"-1"3"1,-6-6 282,4 2 0,-4-5-185,4 1 0,-4-4-486,-2-1 0,-2 1 0,-4 5-144,-6 5 1,-3 4 0,-3 2 0,1 2-18,-1 4 0,-5 4 0,0 9 0,1 4-263,3 6 1,1-2 0,3 3 0,3-1 61,6-2 1,-1 6 0,1-6 0,4 2 58,6 0 0,5-7 0,11-1 1,3-6-165,6-3 1,4-8-1,2 2 1,0-6-35,0-6 1,-6-10 0,0-9 0,0-2-5,-1-4 0,-9-8 1,-9-2-1,-3 1 175,-3-3 0,-2 6 0,-6-4 1,-5 6 168,-9 6 1,-11 4-1,0 10 1,-4 3-154,-2 6 0,0 6 1,2 8-1,4 9-475,6 11 1,5 5-1,7 3 1,5 3-5,4 2 0,2 2 0,2-5 1,4 1 517,5-6 0,5 2 0,1-8 0</inkml:trace>
  <inkml:trace contextRef="#ctx0" brushRef="#br0" timeOffset="2417">2742 595 8426,'-9'-8'1633,"-7"8"-1046,5 0 0,3 8 0,2 9 0,4 0-305,2 1 0,0 1 0,0 3 0,0 1-268,0-2 0,0 5 0,2-3 1,2-2 11,2-1 1,-1-3-1,-3-1 72,4-5-42,-4-3 1,6-10 0,-6-4-128,4-5 0,-4-5 1,3-1-1,-3-1-32,-2 1 0,6-1 1,0-1-1,0-3-45,2-1 0,-4 0 0,7 5 0,1 1-86,-2-1 1,5 1-1,-3 0 1,3-1-27,3 1 0,5 1 0,0 2 1,-1 5-419,-3 1 0,-2 2 1,1 6-1,-1 0-927,1 0 1605,-1 8 0,1-6 0,-1 6 0</inkml:trace>
  <inkml:trace contextRef="#ctx0" brushRef="#br0" timeOffset="3031">3284 595 7950,'0'-18'913,"0"1"397,0-1-873,0 1 0,0 15 0,0 8 0,0 9 85,0 8 0,0 5 1,0 6-1,0 1-163,0 0 0,0 0 1,0-2-1,0-2-214,0-2 0,0-7 1,0 1-1,0-4-197,0-1 0,2-8-193,4-5 1,3-12 0,7-9 0,-3-7-159,-1-4 1,0-2-1,5-8 1,-1-2 102,-5-2 0,5 0 0,-5 6 0,3 2 145,-2 4 1,3 2 0,-5 6-1,2-1-7,-1 7 1,1 5 355,5 10 1,-1 8 0,-5 6 0,-3 7 134,0 8 1,-6 4 0,4 2 0,-4 0 239,-2 0 1,2-2-1,2-2 1,1-4-270,-1-2 0,-2-1 0,-2-7 0,2-1-377,4-5 0,-2-3 0,7-8 0,3-2-222,2-4 0,-5-9 0,3-11 0,3-1-168,5-4 0,1-4 0,-6-4 0,1-1 99,-1 1 0,1 4 1,-1 4-1,1 4 261,-1 2 1,1-5 0,-1 7-16,1 2 1,-3 11 310,-3 10 1,1 10 0,-7 13 0,-2 6 228,-2 4 1,-4 4 0,-2 2 0,-4 2 20,-1-3 0,5-1 1,-2-2-1,4-2-253,2-4 0,0 4-786,0-4 0,2-11 0,4-6 1,3-11-455,1-6 0,8-5 1,-3-8-1,6 1-338,1 0 0,-3-3 1392,-1-3 0,-1 3 0,1-5 0</inkml:trace>
  <inkml:trace contextRef="#ctx0" brushRef="#br0" timeOffset="3480">4349 647 7950,'10'-8'0,"-2"-2"311,-1 1 1,-5-7 0,6 5-1,0-5 1,-6-1-1,6 1 1,-3 2 163,1 3 0,0 5 0,-4-4 0,2 1 981,2-1-1184,-1 6 0,-6-4 1,-5 8-1,-6 0-153,-3 0 1,-3 2 0,-1 4 0,-3 6-11,-1 3 0,0 3 1,5-1-1,1 3-7,-1 3 0,1 2 0,-1 6 1,3-2-57,3 2 1,4-4-1,8 1 1,0-3-237,0-4 1,4-3-1,6-7-225,8-5 1,9-4 0,-2-4-1,2-6 10,4-9 0,-4-1 0,0-5 1,-1 2 82,-5-3 0,-2 5 1,-1-2-1,-3 5 559,-3 5-21,4-1 1,-14 4-1,3 10 49,-3 14 0,-8 3 1,1 8-1,1 0-117,2 1 1,2-1 0,0 4-1,0-4-320,0-2 0,8-2 0,3-5 0,5-3-387,1-3 1,3 2-1,1-9 1,4-3-103,2-5 1,-3-1 0,3-10 0,-2-3 660,-4-5 0,7-17 0,-1 3 0</inkml:trace>
  <inkml:trace contextRef="#ctx0" brushRef="#br0" timeOffset="3881">4891 542 7950,'0'-17'2196,"0"-1"-1214,0 8-513,0 3 1,0 26 0,0 6-206,0 4 1,0 3-1,0 2 1,0 1 15,0 0 0,0 0 1,0 0-1,0-2-114,0-4 0,0 2 0,0-7 0,1-5-289,5-5 0,-2-7 1,8-7-1,1-2-247,3-3 0,1-5 0,3-10 1,1-1-73,2-2 0,-1-8 0,-9 4 0,-1-2 101,2-1 0,-1 9 1,1-2-1,-5 3 339,-1 3 1,-2 5 0,-4 3 166,4 1 1,-4 4 0,4 12 133,-5 9 0,-6 3 0,-1 7 0,2 0-173,2 0 0,2 0 0,0 4 1,0-4-261,0-1 1,0-3-1,2-6 1,4-1-511,5-4 1,5-5-1,3-7 1,3 0 32,1 0 0,2-7 1,-3-5-1,1-6 611,-2-5 0,-1 4 0,-3-14 0,1 6 0</inkml:trace>
  <inkml:trace contextRef="#ctx0" brushRef="#br0" timeOffset="4197">5607 647 8536,'0'-18'2208,"-2"1"-1547,-4 0 0,4 5 0,-6 2-583,0 2 1,4 1 0,-7 3 0,-3-2-81,-1 2 0,-3 8 0,1 4 0,-1 3 97,1 9 1,-1-3-1,3 8 1,1 1 100,3 3 0,5-2 0,-4 2 0,2 2 115,4 2 1,4-4-1,4-2 1,4-1-271,2-5 1,7 2 0,9-3 0,1-7-494,4-3 0,2-4 0,2-6 0,0-2-328,-1-4 1,1-10-1,0-9 1,0 0 75,0 0 1,0-4 0,-2 5 0,-4 1 150,-5-2 0,-7 11 0,-3-1 553,-3 5 0,-7-4 0,12 20 0,-7-4 0</inkml:trace>
  <inkml:trace contextRef="#ctx0" brushRef="#br0" timeOffset="4464">5938 769 7991,'18'0'1452,"-1"0"1,-5 0-1026,0 0 1,-1-2 0,7-4-362,-1-5 1,1 1 0,1-2 0,2 1 30,3 1 1,5-5-1,-6 5 1,-2 0-295,-1 4 0,-3-1-116,1 1 0,-3-2 187,-3 2 0,-12 4 1,-12-4-1,-5 4 11,-6 2 0,1-5 0,-7-1 1,0 2 605,2 2 0,-4 4 0,7 4 0,1 5 251,-2 5 1,7 7-1,-1 2 1,7 3-413,5 3 0,1 2 0,10 2 0,7-1-786,13 1 1,11-5 0,11-5-1,14-4 456,12-5 0,15-11 0,10 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32.0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35 8190,'0'-17'3792,"0"7"-3359,7 2 0,-5 22 1,4 7-1,-4 10 33,-2 12 0,2 5 0,2 7 0,2 5-261,-2 10 1,-2 1 0,-2 9 0,0-2-334,0-5 1,1-9 0,3-7 0,2-11-589,-2-11 0,6-4-471,1-13 0,3-12 1,0-18-1,-5-6-1516,-1-5 2703,-2-4 0,-6-16 0,0-1 0</inkml:trace>
  <inkml:trace contextRef="#ctx0" brushRef="#br0" timeOffset="198">1 419 10680,'19'0'2923,"4"0"-2598,6 0 0,4 0 0,4-2 0,4-2-310,6-1 0,9-9 1,2 4-1,-4-1-921,-5-1 1,1 6-1,-5-3 1,0-1-2713,-5 0 3618,-3-1 0,-10-7 0,-1 1 0</inkml:trace>
  <inkml:trace contextRef="#ctx0" brushRef="#br0" timeOffset="633">821 87 8049,'10'-11'704,"-4"-1"1579,-4-1-1823,-2 5 1,0 8 0,0 11 0,0 7-131,0 5 1,0 4 0,0 10-1,2 4 7,4 6 1,-4 3 0,5 4 0,-1 3-91,0 1 1,6 0-1,-5-7 1,3-5-73,4-5 0,-5-12 0,3-6 0,2-3-242,1-3 1,3-9 0,-1-8 0,1-12-382,-1-9 1,6-4 0,-1-6-1,-5 2-158,-3-3 0,-3-1 1,7-1-1,-1-1 199,1 0 0,-3 6 0,-1 1 0,-4 3-224,-3 4 750,7 1 1,-10 13 0,5 7 0,-1 11 166,-4 11 0,-2-1 0,-2 8 0,0 2 49,0 2 0,6 6 0,2-2 0,-1-4-220,1 0 0,4-8 0,-4-2 0,1-3-483,5-3 1,7-7 0,2-4-1,1-4-545,1-2 0,-6 0 0,5-2 1,-5-6-1613,-1-10 2525,-1 1 0,-7-16 0,-3 6 0</inkml:trace>
  <inkml:trace contextRef="#ctx0" brushRef="#br0" timeOffset="933">1695 542 8049,'11'0'0,"-1"1"0,0 3 928,-1 2 0,-3 0 0,6-6-21,1 0 0,-3 0 1,2 0-648,1 0 1,-3 0 0,2-2 0,1-4-308,3-5 0,-5-5 0,-1-1 0,-2-1-50,-4 1 1,4-1 0,-3 1-1,-1-1-56,-2 1 0,-4-1 0,-4 1 0,-5 1 189,-5 5 1,-3 3 0,-2 8 0,-5 2 221,-1 4 1,0 11 0,-2 12 0,6 4 76,3 2 1,5 0 0,3 0-1,6 0-217,4 0 1,4 0 0,6-2 0,9-4-252,11-6 1,14 1 0,9-7 0,9-7-1486,8-6 1,-2-12 1617,9-4 0,5-11 0,0-4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1:27.8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1 445 8091,'0'-17'594,"0"-1"1331,0 1-964,0-1-563,0 8 0,6 5 1,-1 10-1,-1 9 180,-2 7 1,-2 1 0,0 7 0,0 2-240,0 2 1,0 10-1,0 3 1,0 5-246,0 1 1,0-2-1,0-1 1,0-3-54,0 3 1,8-6 0,2-3 0,3-5-367,5-6 1,-3-11 0,14-12 0,4-4-205,6-2 0,0-8 0,8-6 0,-1-5-124,-1-4 1,9-6-1,-7 5 1,-5 5-71,-3 5 0,-6-1 0,-2 3 1,-6-3 722,-5-3 0,1 1 0,-11-1 0</inkml:trace>
  <inkml:trace contextRef="#ctx0" brushRef="#br0" timeOffset="232">18 323 8926,'4'-10'2545,"6"2"-1956,7 1 1,12 3 0,2-8 0,8-2-489,8-1 1,9-3 0,2 1 0,-1-2-851,-3-5 0,2 5 0,-3-2 1,-9 5 748,-5 4 0,-12 1 0,-2-7 0</inkml:trace>
  <inkml:trace contextRef="#ctx0" brushRef="#br0" timeOffset="449">1 620 10331,'13'0'1591,"3"0"0,5 0-1092,4 0 0,6-2 1,8-4-1,4-6-837,2-3 1,1 3 0,7 0 0,-1-1-2351,0-3 2688,-7-1 0,5-8 0,-5-3 0</inkml:trace>
  <inkml:trace contextRef="#ctx0" brushRef="#br0" timeOffset="867">839 567 9160,'-8'-9'2793,"6"3"-2118,-3 12 1,3 9 0,2 10-1,0 2-160,0 4 0,2 4 0,3 6 0,7 4-219,4-1 1,1 5-1,0-8 1,1-2-141,-1-3 0,7-3 1,-1-5-1,0-11-153,2-9 1,-5-6 0,3-6 0,-3-8-347,-3-11 0,0-14 0,1-6 0,-3-1 48,-3-5 1,2 1 0,-7-1-1,1 5-207,0 1 1,-2 0 0,-4 6 0,2 2-723,1 8 0,1 6 337,-6 3 1,0 11 0,0 7 0,2 11 886,4 11 0,-4 5 0,6 8 0</inkml:trace>
  <inkml:trace contextRef="#ctx0" brushRef="#br0" timeOffset="1334">1695 724 8115,'15'-2'776,"-1"-3"-41,-2-7 0,-9 2 1,3-1-321,-4-3 1,-2-1-1,0-3-136,0 1 1,0 5 0,0 0-130,0-1 1,-8-1 0,-3 3 0,-5 5-84,-1 4 1,-3 2-1,-1 0 1,-4 2-47,-2 4 0,3 5 0,-3 11 0,2 3 124,4 2 0,1 2 1,5 6-1,3 0-20,6 0 1,4 0-1,2 0 1,0-2-157,0-4 1,10-6 0,6-9 0,7-5-76,4-1 1,2-8 0,4-10 0,-2-3-89,-2-7 0,-2-9 0,2 2 0,-5-2 54,-5 0 0,-1 2 1,-3-4-1,-3 4 429,-6 1 1,1 9-230,-1 5 1,-2 8 0,-8 0-1,-4 8-304,-1 8 0,5 11 0,-2 4 1,4 3-60,2-1 1,0-2 0,2 4-1,4-4-256,6-2 1,3 2 0,3-7 0,1-7-50,4-3 1,-1-4 0,7-6-1,0-2-825,-2-4 1433,6-11 0,-14-10 0,7-8 0</inkml:trace>
  <inkml:trace contextRef="#ctx0" brushRef="#br0" timeOffset="1601">2236 235 8115,'0'-11'298,"0"-1"1012,0-1 0,0-3-324,0-1 0,-2 11-707,-4 12 0,4 7 0,-3 22 0,1 8 26,-2 5 0,4 7 0,-4 3 0,4 6-147,2 4 1,0 0-1,0-2 1,0-4-344,0-2 0,0-4 1,0-11-1,2-8-193,4-6 0,2-16 1,5 1-560,-1-7 1,0-3 0,3-10 0,-1-5-287,-3-9 1,-7-3 0,2 2 1222,-4-5 0,6-3 0,2-8 0</inkml:trace>
  <inkml:trace contextRef="#ctx0" brushRef="#br0" timeOffset="1933">2498 655 8099,'0'-18'1445,"0"1"1,-2 7 0,-2 2-856,-1 0 0,-1 8 0,6 0-373,0 10 1,0 11 0,0 5-1,0 1-126,0 4 0,2-4 0,2 2 0,3 2-108,3 2 0,2-6 1,5-3-1,-1-5-149,-5-1 0,11-3 1,-5-3-1,2-6-4,1-5 1,3-8-1,0-7 1,-1-5-156,-3-5 1,-1-7 0,-1 2 0,-1-4 75,-5-2 0,3 0 1,-8 0-1,-2 1 153,-2-1 1,-4 7-1,-2 5 1,-4 4-491,-2 1 1,-1 9-134,-7 3 1,3 12 0,3 5-1,6 5 719,4 1 0,10 8 0,2 3 0</inkml:trace>
  <inkml:trace contextRef="#ctx0" brushRef="#br0" timeOffset="2384">3319 637 8560,'6'-12'1383,"0"1"1,-1 5-1,-5-6-1008,0-1 0,0 3 0,0-2-246,0-1 1,-2 5 0,-3 2-58,-7 4 1,-3 2 0,-3 0 0,-1 2-82,-5 4 0,3 4 0,-6 7 0,2 3 33,3 3 0,-3 4 0,2 6 0,3-2-5,7-2 0,5-2 0,8 4 0,0-3-117,0-3 0,2-8 1,6-7-1,7-2-88,7-4 0,7-2 0,-4-4 0,2-4-16,4-6 0,0-5 0,0-5 0,-4-3 77,-1-2 0,-3 4 0,-6-6 0,1-1 522,-1 3 1,-5 2 0,-2 8-91,-3-1-242,-1 8 0,-6 12 0,0 14 0,0 7-135,0 4 1,0 1-1,0 3 1,0-2-400,0 2 1,8-6 0,4 0 0,3-3-298,3-5 1,5-1-1,2-13 1,2 1 186,4-6 0,2-7 1,2-15 578,0-5 0,8-11 0,2-5 0</inkml:trace>
  <inkml:trace contextRef="#ctx0" brushRef="#br0" timeOffset="2650">4070 96 8037,'0'-18'-527,"0"1"0,0-1 4819,0 1-3598,0-1 0,-2 11 0,-2 7-372,-2 9 0,-7 15 1,3 7-1,-2 7-62,1 9 1,1 5-1,-4 7 1,3 5-92,-3 4 1,5 7 0,-3 1-1,0-2-312,3-3 0,1-16 0,8-9 1,0-9-1863,0-8 1013,0-3 1,6-19-1,1-7 1,1-9-173,0-7 0,-2-3 0,-6-3 1164,0-1 0,0-16 0,0 2 0</inkml:trace>
  <inkml:trace contextRef="#ctx0" brushRef="#br0" timeOffset="2815">3738 462 14458,'18'0'0,"1"0"-240,4 0 0,6 0 0,10 0 0,4-1-301,2-5 1,-1 2 0,5-8 0,-3-1-3092,3-3 3632,1-1 0,3-16 0,-1-4 0</inkml:trace>
  <inkml:trace contextRef="#ctx0" brushRef="#br0" timeOffset="3415">4472 655 11155,'2'-10'2682,"3"2"-2241,7 0 0,4 4 0,1-7 0,0-1-416,1 2 0,5-5 1,2 1-1,1-5-74,-1-4 0,4-1 1,-8 5-1,-3-2-339,-5-3 0,-3 1 1,0 8 63,-10 3 1,-10 4 0,-13 8-1,-6 0 213,-4 0 0,0 8 0,2 5 1,2 9 596,-2 7 0,5 4 1,3 2-1,6 0 137,5 0 0,4-2 0,8-2 0,2-2-361,4 2 0,13-8 1,16-3-1,12-9-1097,9-3 1,12-4 0,10-12 0,1-9-2107,5-11 2941,1-12 0,2-5 0,-43 19 0,0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14T00:01:57.044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424 216 11877 242465 63658,'0'-29'-809'0'0,"0"0"832"0"0,0 8 646 0 0,0-12 436 0 0,0 21-303 0 0,0-11-234 0 0,0 21 0 0 0,-8 13 1 0 0,-4 13-1 0 0,-3 1-386 0 0,-3 2 1 0 0,-5-6 0 0 0,-2 9 0 0 0,-2 3-64 0 0,-4 5 0 0 0,0-1 0 0 0,2 4 1 0 0,5-4 2 0 0,5-2 0 0 0,3 0-275 0 0,5 0 0 0 0,13-10 0 0 0,15-10 0 0 0,12-15-201 0 0,10-15 0 0 0,6-12 0 0 0,7-14 0 0 0,-1-6 90 0 0,-5-3 1 0 0,-1 3 0 0 0,-6 3 0 0 0,-1-1 162 0 0,-5 0 0 0 0,-7 7 354 0 0,-15-3 0 0 0,-9 16 0 0 0,-17 13 49 0 0,-14 16 1 0 0,-10 17 0 0 0,-2 8 0 0 0,-6 6-30 0 0,-3 6 1 0 0,-1-4 0 0 0,3 6-1 0 0,1-3-69 0 0,-1 1 0 0 0,5 2 0 0 0,2-6 1 0 0,5 0 617 0 0,1-4-895 0 0,7-10 1 0 0,17 0 0 0 0,21-15-80 0 0,17-14 0 0 0,10-6 1 0 0,-1-17-1 0 0,3-2-261 0 0,2-2 0 0 0,0-2 0 0 0,-6 0 0 0 0,0 2 15 0 0,0 4 0 0 0,-2-2 0 0 0,-4 8 0 0 0,-6 2 28 0 0,-4 1 525 0 0,-1 3 1 0 0,-16 28 0 0 0,-10 13 0 0 0,-11 11 131 0 0,-11 7 0 0 0,-3 5 0 0 0,-1 11 0 0 0,-3 6-15-2 0,-4 4 0 2 0,4-4 0 0 0,-4-2 0 0 0,4-2-173-237 0,2-3 1 237 0,8-5-1 0 0,6-5-222-504 0,7-7-15-22 0,7-11 0 526 0,22-19 1 0 0,8-16-1 0 0,8-9-99-455 0,4-8 1 455 0,2-7-1 0 0,4-8 1 0 0,4-5-18-271 0,-1-2 1 271 0,7-1 0 0 0,-3-7 0 0 0,7-1 184-69 0,3-4 1 69 0,6-2-1 0 0,-4-6 1 0 0,2 2 112 0 0,4-2 0 0 0,8 4 0 0 0,0 1 0 0 0,-7 7 712 0 0,-6 9 0 0 0,-15 16-423 0 0,-5 12 0 0 0,-14 23 1 0 0,-11 19-1 0 0,-16 12-210 0 0,-16 9 0 0 0,-11 9 0 0 0,-14 7 0 0 0,-5 8-109 0 0,-5 1 1 0 0,-7 3 0 0 0,-2 0 0 0 0,29-35 0 0 0,0 1-45 0 0,-2 3 1 0 0,0 0 0 0 0,-4-1 0 0 0,0 1 0 0 0,-2 6-1 0 0,0 1 1 0 0,0 1 0 0 0,-1-1 65 0 0,-2 1 0 0 0,0 1 0 0 0,3 0 0 0 0,1 1 0 0 0,0-2 0 0 0,2-1 1 0 0,4-4-1 0 0,2-1 165-255 0,-17 30 0 255 0,18-20-202-1453 0,29-20 1 1453 0,8-20-1 0 0,27-22 1 0 0,8-19-169-1353 0,5-11 0 1353 0,14-21 1 0 0,6-4-1 0 0,-31 26 0 0 0,0-2-7-724 0,0-1 1 724 0,0-1 0 0 0,-1-1 0 0 0,1 0 0 0 0,2-3 0 0 0,0-1 0 0 0,4-2 0 0 0,1-1 161-73 0,4-4 1 73 0,1-1 0 0 0,1 1 0 0 0,-1-1 0 0 0,2-2 0 0 0,1 0 0 0 0,2 1 0 0 0,1 1 123 0 0,1 0 1 0 0,0 1-1 0 0,-1 1 1 0 0,-1-1 0 0 0,1 3-1 0 0,-1 1 1 0 0,-4 5 0 0 0,-1 3 312 0 0,-5 5 0 0 0,-1 4 0 0 0,27-14 0 0 0,-18 22 349 0 0,-9 4 1 0 0,-10 13-716 0 0,-10 12 1 0 0,-15 17 0 0 0,-22 22 0 0 0,-9 3-125 0 0,-12 6 0 0 0,-15 12 0 0 0,-14 2 0 0 0,29-29 0 0 0,0 0-68 0 0,-3 4 1 0 0,0-1 0 0 0,2-3 0 0 0,0 0 0 0 0,-2 4 0 0 0,-1 1 0 0 0,1-1 0 0 0,0 0 60 0 0,0-1 0 0 0,0 1 0 0 0,3-2 1 0 0,0 0-1 0 0,-27 36 0 0 0,6-5 817 0 0,11-10 0 0 0,14-21-542 0 0,26-12 1 0 0,16-17 0 0 0,24-14 0 0 0,10-14-338 0 0,5-11 1 0 0,12-16-1 0 0,6-7 1 0 0,6-7-168 0 0,0 1 0 0 0,0-6 1 0 0,1-2-1 0 0,-34 30 1 0 0,2-2 160 0 0,2-2 1 0 0,1 1 0 0 0,1 1 0 0 0,1 0-1 0 0,2-2 1 0 0,1 0 0 0 0,-3 2 0 0 0,1 0 97 0 0,-1 1 1 0 0,-1 0 0 0 0,-3 1 0 0 0,-1 1 0 0 0,-3 1 0 0 0,0 1 0 0 0,34-21 798 0 0,-12 9 1 0 0,-18 24-297 0 0,-20 13 0 0 0,-28 16 0 0 0,-16 19 0 0 0,-17 14-268 0 0,-15 11 1 0 0,-10 16 0 0 0,26-30 0 0 0,-2 1 0 0 0,0 2 0 0 0,-1 0-200 0 0,-1 0 1 0 0,0 1 0 0 0,0 1 0 0 0,-2-1 0 0 0,-1 2 0 0 0,-1-1 0 0 0,0 4 0 0 0,-1-1 20 0 0,-2 4 0 0 0,1-1 0 0 0,3-1 1 0 0,0-1-1 0 0,2 3 0 0 0,1-1 0 0 0,7-6 1 0 0,2-3 362 0 0,-20 30 0 0 0,26-19 1 0 0,21-20-444 0 0,18-14 0 0 0,19-19 0 0 0,15-17 1 0 0,9-14-214 0 0,7-14 1 0 0,9-4 0 0 0,-34 18 0 0 0,0-2 0 0 0,1 0 0 0 0,0-2 87 0 0,1-1 0 0 0,1-1 1 0 0,-1-2-1 0 0,0-2 0 0 0,0-2 1 0 0,1-1-1 0 0,1 1 0 0 0,-1 0 47 0 0,1 3 1 0 0,-2-1-1 0 0,-3-1 1 0 0,-1 0-1 0 0,1 4 1 0 0,0 1 0 0 0,-2 0-1 0 0,0 0 289 0 0,-1 1 1 0 0,0 0-1 0 0,27-26 1 0 0,-6 8-1 0 0,-9 11 1418 0 0,-12 14-1222 0 0,-8 8 0 0 0,-21 32 1 0 0,-12 17-1 0 0,-17 16-77 0 0,-14 16 0 0 0,-10 8 1 0 0,-11 8-1 0 0,26-35 0 0 0,0 1-300 0 0,-2 3 0 0 0,0 2 1 0 0,1 0-1 0 0,0 3 0 0 0,0 2 1 0 0,0 0-1 0 0,0 1 0 0 0,0-1 122 0 0,2 1 1 0 0,2-1 0 0 0,2-4 0 0 0,1-1 0 0 0,-14 38 0 0 0,13-15 45 0 0,11-15 0 0 0,18-20 0 0 0,17-20 1 0 0,14-15-265 0 0,12-15 0 0 0,9-13 0 0 0,6-12 1 0 0,6-7-260 0 0,0-3 0 0 0,-2-3 0 0 0,1-1 0 0 0,-5-2 5 0 0,0-3 0 0 0,-6 1 0 0 0,2 4 0 0 0,-5-2 109 0 0,-5-3 0 0 0,3-1 0 0 0,7 4 1 0 0,2 0 286 0 0,-1 5 1 0 0,-3 1-1 0 0,-2 9 1 0 0,1 2 371 0 0,-1 2 1 0 0,-13 18-116 0 0,-4 7 0 0 0,-14 18 1 0 0,-7 13-1 0 0,-18 14 63 0 0,-17 12 1 0 0,-20 15 0 0 0,-10 10 0 0 0,-7 10-185 0 0,27-38 0 0 0,0 1 1 0 0,3 0-1 0 0,0-1 1 0 0,-1 0-1 0 0,0 0 1 0 0,-26 39 204 0 0,3 3 1 0 0,7-5 0 0 0,8-3 0 0 0,12-10-203 0 0,14-16 1 0 0,13-18 0 0 0,15-17-238 0 0,18-13 0 0 0,11-19 0 0 0,7-16 0 0 0,-1-8-363 0 0,1-4 1 0 0,-1-1 0 0 0,0-7-1 0 0,-1 1-126 0 0,-5-1 0 0 0,5 1 0 0 0,-6 0 1 0 0,1-1 330 0 0,1 1 0 0 0,-8 1 0 0 0,1 5 1 0 0,-3 5 359 0 0,-2 4 0 0 0,0 4 0 0 0,-2 4 1034 0 0,-4 6-692 0 0,-11 11 0 0 0,-18 32 1 0 0,-14 18-1 0 0,-7 13 42 0 0,-8 11 1 0 0,-10 4-1 0 0,-2 4 1 0 0,0 2-425 0 0,-1 3 0 0 0,5-3 1 0 0,-2 4-1 0 0,8-5-191 0 0,8-1 1 0 0,5-9 0 0 0,10-11-129 0 0,14-13 0 0 0,14-20 0 0 0,20-21 0 0 0,7-17-205 0 0,3-18 0 0 0,8-17 0 0 0,3-10 0 0 0,1-6 250 0 0,-29 35 0 0 0,0-1 0 0 0,0-3 1 0 0,0 0-1 0 0,0 3 0 0 0,0 0 1 0 0,29-35 141 0 0,-2 1 0 0 0,-2 2 0 0 0,-9 2 1 0 0,-9 6 9 0 0,-10 10 1 0 0,-21 19 249 0 0,-15 21 0 0 0,-11 16 0 0 0,-20 25 0 0 0,-4 14 204 0 0,-5 11 0 0 0,-11 16 1 0 0,28-30-1 0 0,0 1 0 0 0,1 2 1 0 0,2 0 182 0 0,-23 44 0 0 0,9-6 0 0 0,11-1 0 0 0,5 0-181 0 0,5-1 1 0 0,11-21-1 0 0,12-7 1 0 0,17-16-622 0 0,18-12 0 0 0,12-15 0 0 0,7-14 0 0 0,6-17-724 0 0,4-14 0 0 0,0-16 0 0 0,-2-11 0 0 0,-4-4-1123 0 0,-2-1 1 0 0,-4 1 2060 0 0,-9 4 0 0 0,-5-4 0 0 0,-7 6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06.05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1 103 7903,'9'-8'321,"-3"-3"1,-4 1-1,0-2 1245,4-1 1,-4-3 930,4-1-2125,-4 7 1,-2 4 0,2 14 0,1 10 127,3 9 1,0 14 0,-6 5 0,0 6-225,0 7 0,0 3 0,2 8 0,2 1-345,2 5 0,-1-2 0,-3 5 0,2-3-248,2-8 1,8-6-1,-3-11 1,5-5-954,1-5 1,-5-18-209,0-5 1,-3-20-1,3-4 554,-6-8 0,-12-11 0,-6-2 0,-5-2 924,-6 0 0,3-8 0,-5-8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06.37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70 9234,'33'0'692,"0"0"1,20-1 0,7-3-579,6-2 0,12 0 0,3 4 1,6-2-611,7-2 1,-5 1 0,2 3 0,-8-2-881,-7-2 1,-6 0 1375,-6 6 0,-12-8 0,-9-1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06.80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16 263 7606,'2'-10'42,"2"2"0,3 2 549,3 0 1,0-1-1,3 1 1,-1-4-288,2 0 0,1-5 0,3 3 0,1-3-398,4-3 0,-9 1 0,3-1 0,-1 1 41,-1-1 1,-5 1 0,-4-1-241,-4 1 1,-4 7 0,-4 5-1,-7 3 149,-9 2 0,1 9 0,-6 7 0,0 7 415,-1 4 0,7 8 0,-2 6 1,3 0 26,3 1 1,7-5 0,4 4-1,6-2-174,6 2 1,6-10 0,13 2 0,10-8-486,10-10 1,5-5 0,1-10 0,-3 0-388,-1 0 0,-9-10 0,1-5 0,-6-8 748,-4-5 0,-7-1 0,1-4 0,-4 4 0,-1-12 0,-1 5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07.22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243 210 7966,'8'-18'0,"-6"-5"0,4 0 0,-4 1 150,-2 3 1,0 2 0,0-1 1173,0 1 1,0-1-1080,0 1 1,-2 7 0,-4 4 0,-6 4-283,-3 2 1,-5 2-1,-1 2 1,-2 4 68,1 2 1,3 7 0,1 6-1,1-1-89,0-3 1,1 0-1,4 3 1,7 1 172,3-2 0,2-1 0,2-3 0,3 1-81,7-1 1,9 1-1,5-3 1,1-1-61,4-3 0,2-5 0,2 6 0,-2 0-15,-4-3 1,2 7 0,-8-7 0,-2 3 97,-1 0 0,-5-1 0,-3 7 0,-6-1 65,-4 1 0,-12 1 0,-7 3 0,-11 1-134,-5-2 1,-7-3-1,-1-5 1,0-1-185,-1 1 1,5-5-1,-2-2 1,8-4-218,8-2 1,5-2 0,6-4-304,7-5 1,7-5 0,7-1 0,11-1-299,5 1 1,4-1 1012,6 1 0,0-9 0,0-1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07.55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71 115 7966,'0'-23'0,"0"-1"0,0 3-579,0 2 1,5 7 2248,1 0-1151,0 8 1,-6 6 0,0 14-1,0 9-47,0 8 1,0 0-1,-2 14 1,-2 3 128,-2 6 0,1 6 0,3 8 0,-2 0-265,-2 0 0,0 8 1,6-1-1,0-1-307,0-6 1,0-12 0,0-4 0,2-9-814,4-10 0,-2-14-682,7-3 0,-7-16 1,2-14-1,-4-5 795,-2-7 0,-2-3 0,-4-8 0,-5 0 671,-5 0 0,-9-7 0,-2-3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19.72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18 105 8002,'0'-10'161,"0"-5"1,-6 11 395,0-8-256,0 8-101,6-3-139,0 7 0,10 0-102,7 0 1,5 0 0,13 0 0,9 0 11,11 0 0,7 0 1,10 0-1,3-2-215,7-4 0,-5 2 0,-1-6 1,-6 3-330,-6 3 0,-6 2 1,-13 2 572,-10 0 0,-16-8 0,-11-2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27.1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8080,'-10'0'1743,"3"2"0,7 4-1380,0 6 0,0 5 0,0 7 0,0 7-98,0 7 1,0 13 0,2 11 0,3 6-138,7 9 1,-2 5-1,0 1 1,-1-3-70,1-2 1,-6-3 0,4-9 0,-3-8-668,1-11 1,0-16-630,-6-8 1,6-13 426,0-10 0,-1-2 0,-5-10 0,0-3-111,0-6 0,2 1 921,4-3 0,-4-4 0,6 0 0</inkml:trace>
  <inkml:trace contextRef="#ctx0" brushRef="#br0" timeOffset="385">36 996 7880,'0'17'100,"0"1"717,0-1 1,2-5 0,3-2 0,7-3-335,4-3 1,3 0-1,6 0 1,8 2-368,6-2 1,10-4 0,-3-4-1,5-4-628,1-2 0,-6 5 0,-1-5 0,0 0-1077,-1 0 1589,-5 7 0,4-13 0,-8 6 0</inkml:trace>
  <inkml:trace contextRef="#ctx0" brushRef="#br0" timeOffset="883">769 874 7926,'8'-12'1302,"4"0"0,3 8 0,4-1-922,5 3 1,-5 2 0,6 0-1,-1 0-364,-1 0 1,6 0 0,-4 2 0,1 1-141,-1 3 0,-2 8 1,-6-4-1,-1 1-317,-4 1 0,1 0 0,-7 5 248,-2 0 1,-4 1 0,-6-1-1,-6 1 185,-3-1 0,-8 1 1,-3-1-1,1 1 130,0-1 0,-6 1 1,4-1-1,0-1 49,3-5 1,-1 5 0,2-7-1,1 3 0,3 0 1,2-8 0,-1 1-40,1-3 1,7-4-1,4-3 1,4-9-274,2-7 0,0-1 1,2-5-1,2 0-312,2 0 1,0 6 0,-6-5 0,0 3-1107,0 0 0,0-1 1559,0 7 0,-8-8 0,-2-2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28.8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86 253 9752,'-10'2'1767,"5"4"-1282,3 5 0,2 7 0,0 5 0,0 6-132,0 4 1,0 8 0,0 2 0,0 3-152,0 9 0,6-9 0,1 7 1,3-3-251,4 0 1,-5-5-1,5-6 1,3-8-219,5-8 1,3-3 0,-2-5 0,6-3-248,4-6 0,-4-4 0,0-2 0,3 0-178,1 0 1,5-2-1,-1-2 1,-4-4-624,0-2 1314,0-1 0,2-15 0,0-1 0</inkml:trace>
  <inkml:trace contextRef="#ctx0" brushRef="#br0" timeOffset="283">51 305 8385,'0'-17'2036,"0"-1"-1345,0 1 0,14 5 1,5 3-1,8-1-292,10 0 1,6 4-1,9-3 1,1-1-437,-1 0 0,6 6 1,3-3-1,-3 1-405,-4 0 0,0 0 1,-13 4-1,-4-2 442,-6-1 0,2-9 0,-6 4 0</inkml:trace>
  <inkml:trace contextRef="#ctx0" brushRef="#br0" timeOffset="516">16 428 8462,'-9'0'1162,"3"0"0,12 0 0,5 0-550,5 0 0,15-2 1,6-2-1,5-2-423,7 2 0,1 2 0,1 2 0,-3 0-1009,-1 0 1,-6-6-1,3 1 1,-1-1 819,-4-2 0,-2-2 0,-2-7 0</inkml:trace>
  <inkml:trace contextRef="#ctx0" brushRef="#br0" timeOffset="1083">732 567 8561,'0'-11'1486,"0"-1"1,2 8-1,2 0-1071,2 8 1,6 6-1,-5 7 1,3 3-265,4 3 0,-1-2 1,1 8-1,-3 1-35,3-3 0,2 4 0,1-8 0,-1-2-192,-5-1 1,5-3 0,-5-1 0,3-3-72,-2-1 0,3-8 1,-3 2 114,3-4 0,1-10 0,-3-6 0,-1-5-204,2-4 0,-5-6 0,3 3 0,0-1-141,-3-4 1,7 0 0,-6 2 0,1 4-156,1 0 1,-8 5-1,3-3 1,-1 3-976,0 3 1,0-1 1506,-6 1 0,8 0 0,1-1 0</inkml:trace>
  <inkml:trace contextRef="#ctx0" brushRef="#br0" timeOffset="1599">1675 672 8561,'-2'-17'371,"-1"-1"106,-3 1 0,-2 5 1,4 0 64,-2-1 1,-1 3-381,1-1 1,2 1 0,-8-2-13,-1 6 1,-3 4-1,-1 4-31,-1 4 1,1-2-1,-1 8 1,1 3 42,-1 7 0,1-3 1,-1 6-1,3-2 50,3 1 0,-1 7 0,5-4 0,0 0-96,0-4 0,3-3 0,6-3 1,5 1-188,6-1 0,3-7 0,5-4 0,3-4-98,6-2 1,4-2-1,2-4 1,-2-6-56,-4-3 1,2-9 0,-7 1 0,-5 2 161,-5 1 1,1-3-1,-5 0 1,0 2 297,-5 1 0,-3 8 1,-4 3-168,-3 1 0,1 2 0,-8 8 0,0 6-261,3 9 0,-5 3 0,8 9 0,2 0-153,2-2 1,4 4-1,4-6 1,6 1-63,3-1 1,5-2 0,3-7-1,6-5-176,4-5 1,2-4-1,0-2 1,0 0 582,0 0 0,0-8 0,0-1 0</inkml:trace>
  <inkml:trace contextRef="#ctx0" brushRef="#br0" timeOffset="1932">2339 78 8561,'0'-11'1571,"0"-1"-1120,-8 8 0,1-2 0,-7 12 0,4 6 85,2 3 0,3 11 0,3 3 0,-2 4-96,-2 2 1,0 7-1,6 7 1,0 5 156,0 4 1,0 8-1,0 0 1,0 4-288,0 0 1,6 2 0,2-16 0,0-5-552,-1-9 1,7-7 0,-4-6-1,1-7-587,1-9 1,0-7-1,3-12-636,-3-5 1,-5-7 0,-7-5 0,0-6 1463,0-4 0,-15-2 0,-4 0 0</inkml:trace>
  <inkml:trace contextRef="#ctx0" brushRef="#br0" timeOffset="2332">2549 550 9599,'-12'6'3608,"2"1"-3051,3 3 1,1-4 0,6 6-1,0 1-306,0 3 1,2 1-1,3 1 1,5-1-171,0 1 0,11-1 0,-3-1 0,1-3-254,0-1 1,5-6-1,-1 3 1,0-1-88,3-4 1,-5-4 0,6-6 0,-2-5-199,-3-5 0,-9-7 1,-3-3-1,0-1 289,-1-4 1,-5 0-1,2 0 1,-4 4 128,-2 2 0,-6 1 1,-2 7-1,-1 1-466,-5 5 1,4-3-1,-1 8-201,-3 3 0,4 8 0,1 7 0,1 4 707,4 1 0,10 8 0,4 2 0</inkml:trace>
  <inkml:trace contextRef="#ctx0" brushRef="#br0" timeOffset="2815">3527 515 7897,'0'-18'1091,"-2"3"1,-2 1 0,-4 5-928,-2 1 0,-1 2 1,-9 6-1,-3 0 37,-6 0 1,2 0 0,-2 2 0,-2 4-24,-2 6 0,-2 3 1,2 4-1,4 5-12,5 5 1,5 2 0,3 0 0,5-2-83,5 2 1,4-6-1,4-1 1,6-5-116,9-2 1,8-7 0,12-4 0,2-4-166,2-2 1,0 0-1,-7-2 1,1-6-64,0-9 0,-2-1 1,-4-7-1,-5 2 26,-5-1 1,-3-1 0,-5 4 0,-5-2 451,-4 1 1,-4 3-192,-4 1 1,-3 9-1,-9 5 1,1 8-62,-1 7 1,7 11 0,1 1 0,2 0-158,4 2 0,2-3 0,2 5 1,2-2-71,4-3 0,10-3 0,9-2 0,2-1-180,4-4 0,2-5 0,4-7 0,2 0 37,1 0 1,1-2-1,-8-3 1,-2-7 402,-2-4 0,-7-9 0,3-2 0</inkml:trace>
  <inkml:trace contextRef="#ctx0" brushRef="#br0" timeOffset="3082">4173 96 8209,'0'-27'211,"0"1"0,0 9 555,0-1 1,0 11-406,0 7 0,-6 7 0,-2 13 1,0 5-2,1 10 0,-7 8 0,4 9 1,-1 2 145,-1 5 1,6-3 0,-3 6 0,1-2-197,4-4 1,2 1 0,2-3-1,0-2-404,0-7 0,6-8 0,2-8 0,1-6-296,5-3 1,-4-11 0,-1-5-1156,-1-8 1,-2 1 0,-6-11 1544,0-5 0,-8-7 0,-2-9 0</inkml:trace>
  <inkml:trace contextRef="#ctx0" brushRef="#br0" timeOffset="3249">3771 410 8209,'-10'0'1447,"3"0"1,26 0 0,8 0-1125,8 0 0,0 0 0,12 0 0,3 0-713,6 0 0,1 0 0,5-2 0,-2-2 390,-4-1 0,-1-9 0,-3 4 0</inkml:trace>
  <inkml:trace contextRef="#ctx0" brushRef="#br0" timeOffset="3682">4574 620 12882,'18'-10'560,"5"2"0,2 6 0,3-2-629,3-1 1,7-9 0,3 2-1,-2-3-44,-2-3 0,-2 1 0,-2-1 1,-2 1-375,-2 0 1,-15-1 0,-3 1 249,-7-1 1,-12 3 0,-5 3-1,-9 6 215,-7 4 0,-6 8 1,-3 4-1,-3 3 181,2 7 0,10 3 0,6-2 1,3 5 237,3 1 0,7 0 0,4 4 0,6-4-150,6-2 0,13-1 1,18-7-1,16 1-677,15-1 0,3-7 0,13-4 0,3-4 430,4-2 0,3-8 0,-7-2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33.3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176 122 8367,'0'-11'-328,"0"-1"1,5 6 3954,1-5-2819,0 7 0,-6-2-544,0 12 0,2 5 1,2 13-1,2 5-148,-2 4 0,-3 9 1,-1 3-1,0 2-280,0-1 0,0-1 1,0 3-1,0-3-334,0-2 1,0-3-1,0-7 1,0-4-2777,0-5 3274,8-5 0,-6-1 0,6-1 0</inkml:trace>
  <inkml:trace contextRef="#ctx0" brushRef="#br0" timeOffset="233">1 384 8367,'0'-11'1106,"0"-1"1,2 8 0,4-4-893,5 1 1,11 5 0,3-6 0,2 2-191,4 0 0,8-2 0,4 5 0,1-5-568,5-2 0,1 6 1,1-4-1,-5 3 544,-5-1 0,4-8 0,-1 5 0</inkml:trace>
  <inkml:trace contextRef="#ctx0" brushRef="#br0" timeOffset="683">752 0 8038,'-10'0'905,"0"2"1,7 4-353,-3 5 0,0 11 1,6 3-1,0 2-291,0 4 1,0 4 0,0 6 0,0 5-44,0 5 1,2-5 0,2-1 0,4-2-160,1-4 1,1-4 0,3-4 0,-1-4-222,2-2 0,1-9 1,3-11-129,-1-3 1,-1-4-1,-3-3 1,-1-9-85,2-7 0,-1-1 0,1-5 0,-3 0 83,3 0 0,1 3 1,1-3-1,-2 2 160,-3 4 1,-1 1 0,3 5 0,-3 1 238,-2 3 147,5 7 1,-5-2-1,4 14-70,-6 9 1,-2 2 0,-1 11 0,3-1 1,-2-2 1,4 6 0,0-6 0,-1 0-368,1-4 1,6-3-1,-3-3 1,3 1-447,-2-1 1,3-7 0,-3-4-1,3-4-947,3-2 1572,-8 0 0,13-16 0,-4-3 0</inkml:trace>
  <inkml:trace contextRef="#ctx0" brushRef="#br0" timeOffset="1049">1415 437 8540,'0'-12'863,"0"0"0,6 7 0,2-5 0,2 2-752,3 4 1,3 0 0,1 0 0,1-1-95,-1 1 1,1-4 0,-1 2 0,1 0-190,-1-1 1,-5 3 0,-3-8-48,-1-2 1,-2 5 0,-6-3 150,0-1 0,-8-1 0,-3 2 1,-7 6 194,-5 5 0,2 1 0,-9 0 0,1 1 352,2 5 0,-4 4 0,8 7 0,3 3-67,7 3 0,-1-2 0,8 9 0,3-1-252,1-2 1,11 4 0,9-6 0,11 0-427,10 1 1,5-5 0,9-9 0,1-5-588,4 1 1,-1-6 0,5 4 0,-2-6 852,-4-6 0,-2-11 0,-1-11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38.7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8367,'0'17'-714,"0"1"866,0-1 1,0 3-1,0 1 343,0 2 1,2 2 0,2-1 0,4 7-207,1 8 0,3 5 0,5 11 0,1 3-159,-1 6 1,1 2 0,-1 0 0,-1-4-241,-5-2 1,5 0-1,-6-5 1,-1-5-432,-3-11 0,-2-4-1460,2-12 2001,-4-7 0,-2-24 0,-10-12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39.1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86 8500,'-8'-18'691,"5"3"1,-7 1 911,2 3 1,4 1-1282,10-2 1,6 6 0,13 10 0,8 4-250,6 2 1,9 1-1,-1 5 1,3-2-671,3-3 1,-3 1 0,-3 3-1,-7-1-160,-3-2 1,-4-1 0,-6 7 354,-9-1 1,-10 1 0,-14 1 0,-8 2 442,-7 3 1,-8 1 0,-12-4 0,-6 3 238,-3-3 0,0 4 0,3-2 0,6-1 28,4-3 0,8-3 0,2-3-535,2-1 0,11-10-406,14-2 0,10-8 633,13-9 0,4-1 0,8 1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39.4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26 228 8564,'-18'-8'840,"10"6"0,8-4 0,12 5-636,9 1 1,6 0 0,8 0-1,0-2-287,0-4 0,0 2 0,0-6 1,-2 1-158,-4-1 1,2-2 0,-7-7 0,-3-3 197,-2-1 0,-7 0 0,-2 5 0,-5 3 116,-6 3 1,-9-1-1,-12 7 1,-3 2 131,-2 2 1,-2 2 0,-6 2 0,0 4 114,0 5 1,2 7-1,4 3 1,6 4 3,3 3 0,11 3 1,3 7-1,4 3-87,2-2 1,8-2 0,7-2 0,12-2-319,14-4 0,8-4 0,5-9 1,2-5-634,2-5 1,3-6-1,-5-4 1,0-4-1257,-5-1 1,-9-9 1968,-13-5 0,4-16 0,-5 2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39.8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31 8384,'9'-8'1075,"-1"5"1295,-8-9-1550,0 8 0,0 0 0,0 14-272,0 7 0,0 12 0,0 1 1,0 3-194,0 1 1,0 1 0,2 0 0,2 0-213,2 0 0,0-8 0,-6-3 0,0-5-21,0-1 1,2-5-96,3-7 0,-3-8 0,4-17 0,-4-5-357,-2-5 0,0-4 1,0-2-1,0 0 2,0 0 1,0 6-1,0 2 1,0 2-116,0 4 0,0 1 0,2 5 0,4 1-324,6 2 1,3 9-1,3-3 1,1 4-56,4 2 1,4 8 0,8 1 821,0 1 0,8 5 0,2-5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0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1 909 11525,'0'9'2779,"0"-15"1,0-11-2345,0-2 0,0-9 1,0-3-1,0-7-264,0-9 1,0-5 0,0-7 0,0-3-270,0 0 0,0-4 0,0 8 0,2 2-585,3 1 0,7-1 0,11 6 0,6 9-310,4 8 0,2 12 1,2-3-1,2 7 62,2 5 1,5 4 0,-3 10 0,0 4-1650,-1 6 2580,-1 3 0,-14 11 0,-1 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0.6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 88 8836,'-12'0'3299,"0"0"-2811,9 0 1,8-2-1,13-2-476,1-2 1,3-2-1,1 4 1,4-3-701,0-3 0,6 6 0,-4-4 0,4 2-1703,2 1 2391,8-1 0,-6-2 0,5-2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1.0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243 123 8642,'-8'-18'1037,"6"7"1,-4-1-724,4-2 1,2 5-1,0-3-172,0-2 0,-2 7 0,-1-1 0,-5 2 65,-2 0 0,4 0 0,-5 6 0,-3 0-69,-1 0 1,-3 10-1,-1 6 1,-3 7-18,-1 4 0,0 0 0,7 4 0,3-2-21,1 2 1,8 2 0,-2 0-1,6-2-110,6-1 1,6-11 0,11 0 0,6-7-240,4-4 0,2-2 1,0-8-1,0-4-78,0-6 1,0-3 0,-2-5 0,-4-3 49,-6-6 1,-5 2 0,-7-2 0,-5-2 198,-4-2 1,-4 3 0,-6 3 0,-9 2 156,-10 4 1,-6 3 0,-4 7 0,-2 5-281,-2 4 0,6 2 1,8 2-1,2 4-174,4 5 1,1 7 0,5 5 0,3 6-367,6 4 0,6 8 0,8 0 741,9-3 0,1-1 0,7-2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1.4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 53 8665,'-11'0'981,"-1"0"1,2 2 0,-1 4-1,5 5-727,4 5 0,2 3 0,0 2 0,0 3-154,0-3 0,0-2 0,0-1 0,0-1 83,0 1 0,2-3 0,2-1 557,2-2-821,-1-8 1,-3-4 0,2-12 0,2-4-142,-2-1 1,-2-1 0,-2 1 0,0-1-30,0 1 1,0 0 0,0-1-43,0 1 1,6-1-1,2 1 1,-1-1-50,1 1 0,6 5 0,-3 2 0,5 1-148,1-1 1,1 6-1,1-2 1,2 4-244,3 2 0,1 0 0,-4 0 733,3 0 0,7 0 0,-4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2.0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34 12086,'0'17'637,"0"7"0,0 1 0,0 0-441,0 0 1,0 4 0,0-5 0,0-1 41,0 2 0,0-5-234,0 3 0,2-6 1,2-7-162,2-10 0,5-4 1,-5-11-1,0-5-27,2 1 0,-6-3 0,5 1 0,-1-2-107,0 1 1,2 1 0,-4 0 0,3-3-15,3 3 1,-4 2-1,5 3 1,1 3 90,-2 1 0,3 6 0,-5-4 189,2 3 0,0 3 0,3 10 183,-1 5 0,-8 7 1,2 3-1,-5 4 144,-1 2 0,2-3 1,2 3-1,2-2-176,-2-4 0,-2-1 0,-2-3 0,0 1-128,0-1 0,8 1 27,3-1 1,-1-7 0,2-4 0,-1-6-115,-1-6 0,6-4 0,-7-7 1,3-3-79,0-3 0,-3 2 0,5-6 0,-3 1 14,3 5 0,-4-4 0,1 1 0,3 3 13,1 2 1,-3 1 0,0 3 0,-1 1 51,-1 2 1,6 9 179,-5-3 0,-3 6 0,-2 6 0,-2 5 153,2 5 0,-4 7 0,3 0 1,-3 1-145,-2 1 0,6-4 0,0 6 1,-2-1-245,-2-5 0,4-2 1,1-1-638,3-1 0,-4-1 1,5-5-1958,3-5 2737,2-4 0,9-2 0,2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2.5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402 175 8191,'-18'-8'0,"7"0"0,1-5 0,0 1 513,1-2 0,5 5 0,-4-3 0,2-2-229,0-1 0,1 3 1,3 3-1,-2-1-242,-2 0 1,0 4-1,4-3-81,-4 1 1,-3 2 0,-9 6 0,1 2 24,-1 4 1,-5 4 0,0 7 0,-1 2 173,-1 5 1,6-3 0,-6 8-1,3 0 165,5-2 0,-5 8 0,13-4 1,-1 4-107,4-2 0,4-4 0,6 1 0,6-7-177,7-4 1,12-9 0,0-4 0,6-4-222,6-2 0,-2-8 1,6-6-1,-3-5-109,-3-4 0,-8-8 0,-4 1 0,-1-3 115,-5-1 0,-4 1 0,-5 2 0,-6 3 191,-4 3 0,-2 2 0,0 5 0,-2 3 183,-4 3 1,-4 4 0,-7 10-217,-1 4 0,1 12 0,1 11 0,5 2-32,5-2 1,4 4 0,2-4 0,0 2 1,0-2 0,2 2 0,4-7 0,5-1-1,5 2 1,9-11-1,2 1 1,2-5-469,1-6 0,4-2 1,7-2-1,-2 0-1794,-2 0 2308,-2-8 0,0-2 0,0-7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2.9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78 8191,'-6'-18'718,"0"1"-1216,2-1 1,2 7 1341,2-1 0,0 10 0,0 2-676,0 10 1,0 5 0,0 3 0,0 1 65,0 5 1,0-3 0,0 6-1,0 0 135,0 0 1,0 1 0,2 3 0,2-4-151,2-2 1,1-2-1,-3-5 1,4-1-153,2 1 1,1-9 0,7-3 0,-1-4-200,1-2 0,7-4 0,2-5 0,2-11-36,0-5 1,-5 2 0,3-6 0,-2-1-272,-4 3 0,-1-4 0,-3 8-570,1 2 834,-8 1 1,-5 12 0,-9 8 0,-3 12 338,-3 9 1,4 1-1,-4 7 1,3 0-50,3-2 1,2 4 0,4-6 0,2 1-216,2-1 1,13-4 0,0-7-1,7-4-639,5-3 0,4-1 0,5-8 0,7-4-983,3-5 1722,-5-13 0,5-3 0,-5-8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3.3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298 105 8183,'0'-17'455,"0"-1"-865,0 1 0,0 5 0,-2 1 1551,-4-3 0,2 6-854,-8 3 1,6 3-1,-5 2 1,-3 0-393,-1 0 1,-3 2-1,1 3 1,-1 5 247,1 0 1,-3 7 0,-1-1 0,-2 5 91,1 0 1,3 5 0,2-1 0,1 2 268,4 4 1,5-4 0,7 0-1,0 1-107,0-1 1,4-4 0,5 4 0,11-2-465,5-3 0,6-9 0,8-3 0,1-2-394,-1-4 1,-2-2 0,-2-2 0,0 0-632,0 0 1,-2-2 0,-4-4 0,-6-4 1091,-3 0 0,-3-13 0,1 4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3.5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1 211 9390,'7'-10'837,"-3"2"-363,8 8 1,-6 0 0,5 0 0,3-2-415,1-4 0,9 2 1,-1-5-1,0-1-124,3 0 1,-5 1-1,6-5 1,-2 2 37,-3-1 0,-3-3 0,-3-1 0,-5-1-63,-5 1 1,-4 5-1,-6 3 220,-8 1 1,-7 2 0,-16 8 0,0 4 216,0 5 1,0 7 0,2 3 0,4 4 99,6 3 1,5 1 0,7 6 0,5-2-125,4-4 1,4 4-1,6-6 1,11 0-770,14-4 1,18-5 0,13-7 0,6-5 444,5-4 0,5-2 0,7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4.6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227 106 8051,'18'0'-485,"-7"0"1840,1 0-636,-8 0 1,4-2-534,-8-4 0,-2-2 0,-4-5 0,-6 3-26,-3 2 1,-3-3 0,1 5 0,-1 2-109,1 2 0,-1 2 0,-1 2 0,-2 4-75,-3 5 1,1 5-1,6 3 1,-1 4 98,1 7 0,7-3 0,4 2 1,4 2 28,2 2 1,2 0 0,4-4 0,8-6 27,7-3 1,6-5 0,8-1-1,0-4-76,0-3 0,0-3 1,-2-10-1,-2-7-203,-2-9 0,-8 1 0,3-8 0,-7 0-136,-5 2 0,-5-6 0,-7 4 0,-2-4 45,-3-2 1,-7 6 0,-11 1 0,-6 3 96,-4 4 0,-2 3 1,2 7-1,2 5-46,2 4 1,5 10 0,-3 5 0,4 9-150,7 7 0,1 6 0,11 5 0,4 5 15,4 0 0,17 3 1,2-7-1,10-2 36,8-2 0,-2-10 1,7-6 283,3-7 0,-6 1 0,-1-5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5.0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26 8299,'-11'9'2658,"-1"-3"-2926,8-4 1,-3 0 405,7 4 0,5 4 1,3 5-1,2 1 115,3 1 0,-3-3 1,2 9-1,1-4-139,3-1 0,1 5 0,3-2 0,1-3 22,2-4 0,1-9 1,-7 5-1,1-2-34,-1-4 1,1-4-1,-3-8 1,-1-8-131,-3-5 0,-1-10 1,2 4-1,-7-2-158,-3 0 1,-2 1-1,0-1 1,0 6-57,0 4-39,0 1 1,0 10-1,0 10 164,0 14 1,8 3 0,4 10-1,3 2-72,3 2 0,1-3 1,4-3-1,9-2-298,6-4 1,5 3 0,6-5 0,-3-5 486,3-5 0,1-3 0,2-6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5.7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49 8681,'0'-18'1578,"0"1"-658,-8 7 0,-2 6-565,-7 16 0,7 1 0,4 16 0,4 2-103,2 2 1,0 2 0,2 2 0,2 2-99,2 2 0,6 0 0,-5-8 0,3-4-149,4-6 0,-5 2 0,3-2-38,2-1 0,1-11 1,3-5-109,-1-4 0,-5-10 0,-1-5 1,3-9-207,1-7 1,3 2 0,-1-2 0,1 0 40,-1 2 0,-5-4 0,0 7 0,-1 3 148,-1 2 1,-2 7-295,-8 0 0,0 11 436,0 1 1,0 13 0,0 12-1,0 2-167,0 5 1,0-7-1,2 0 1,2-2-157,1 1 1,9-1 0,-2-6-1,5-1-208,6-5 0,-1-3 0,7-8 547,2 0 0,2-8 0,2-1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6.1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0 245 12053,'17'-1'9,"1"-5"0,5 2 0,1-6 1,-3 0-8,-2 1 0,5-1 0,-1-6 0,-2 3-155,-1-1 0,-9-5 0,-1 7 1,-2-3 59,-4-3 0,-2 1 1,-2-1-1,-2 1 45,-4-1 1,-6 9 0,-9 3 0,-3 4 69,3 2 0,-4 8 1,2 3-1,1 7 184,3 5 0,1 4 0,3 8 1,3 0 42,6 0 0,4 0 0,4 0 0,6 0-125,10 0 1,7-8-1,12-4 1,2-3-335,1-3 1,13-7 0,-5-4 0,1-4-486,1-2 1,-7-2-1,-2-4 1,-5-6 694,-1-3 0,-7-11 0,-3-1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6.6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0 245 11997,'0'19'1058,"0"2"-684,0 3 1,2 1 0,4-2 0,6 4-119,3 1 1,3 3 0,1-6-1,4-2-106,6-3 1,4-1-1,4-13 1,2-2-213,2-2 0,0-4 0,-8-4 0,-2-8-78,-2-7 0,-10-4 0,1-6 0,-9 2-43,-3-2 0,-2-1 1,-6 1-1,-2 4 99,-4 2 1,-4 2 0,-7 5 0,-1 3-6,1 3 1,-1 4 0,1 8-66,0 0 1,1 2-1,4 4 1,7 8 219,3 7 0,2-2 0,0 5 0,2-3 159,3 2 1,11-3-1,9 3 1,2-4 59,4-1 0,4-6 0,6-3 0,4-1-156,-1-4 0,7-4 1,-7-4-1,1-6-260,-4-5 0,-4 1 1,-4-11-1,-4 0-296,-6-4 0,-6-4 0,-5 0 0,-6 2-588,-4 2 1,-10-1 0,-5-5 0,-9 2 1014,-7 4 0,-4-4 0,-2 6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7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243 575 7810,'10'-8'115,"-1"6"1,-5-6 572,2 0 0,2 6 0,-4-5-167,1-1 1,1-2 0,-6-7-246,0-1 0,0 7 1,0-1-1,0-2-51,0-1 0,-13-1 1,-5 3-1,-1 3-198,-1 2 1,-3 3 0,-2 5 0,-2 1-141,-4 5 1,5 4 0,3 9-1,4 5-46,1 5 1,7 4 0,1 2-1,2 0 132,4 0 0,4-1 0,6-1 0,8-1 10,7-3 1,0-8-1,9 0 1,-1-7 19,-2-8 1,6-6-1,-6-8 1,0-8-37,-4-5 0,3-16 0,-3 2 1,-2-4-48,-1-3 1,-9 3 0,-1-6 0,-2 1-166,-4-1 1,-2 4 0,-2-3 0,0 1 40,0 4 1,0 2 0,-2 2 0,-2 0 107,-2 1 1,-2 6 0,4 5-1,-1 4 72,1 1 1,2 7 0,0 1 110,-4 2 0,4 4 1,-4 10 22,4 6 0,2 5 0,0 5 0,0 5 52,0 6 1,0 0-1,0 11 1,0 1 84,0 0 1,2 3-1,4 8 1,6 4-173,3 3 1,5-7 0,3 0 0,6-7-332,4-9 1,2-3 0,0-6 0,-2-7-485,-4-13 0,2-7 1,-8-6-1,-1-4-382,-3-5 1,-7-7 1121,-1-5 0,-7-4 0,4-8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8.0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262 211 8360,'10'-18'194,"3"6"1,-5 1 287,2-3 0,-6 5 0,4-1-88,-1 2 1,-5 0 0,4 2-137,-4-5 0,-2 1 0,0-2-20,0-1 0,-2-1 0,-4 1 0,-7 3-146,-9 2 1,1-3-1,-8 5 1,0 2-122,2 2 0,-4 2 1,5 2-1,1 4 3,0 5 0,2 7 0,5 3 0,3 4 89,3 3 0,4 1 1,8 6-1,0-2 31,0-4 0,2-4 0,6-8 0,7 1 1,7-1 1,9-7 0,-2-4-1,2-4-166,-2-2 1,4-8 0,-6-4 0,2-5-137,0-6 1,-7 1-1,-1-5 1,-5 2-1,-5 4 1,-7 1 0,4 3 387,0-1 0,-8 3-295,0 3 1,-8 6 0,-10 14 207,1 9 0,7 3 0,4 7 1,5-2 21,1-3 0,0 3 1,1-2-1,5-2-77,6-1 0,5-3 0,7 1 0,7-3-433,8-3 0,-1-4 0,9-8 0,-1 0-699,-1 0 1,0-2-1,-6-2 1,1-4 1092,-1-2 0,-10-9 0,-4-8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8.3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35 121 8549,'0'-27'0,"0"3"303,0 5 0,0 1 506,0 1 0,-2 7-394,-4 4 0,5 18 0,-5 8 0,4 5-45,2 6 1,-6 10 0,0 3 0,2 3 43,2-1 0,2 1 0,0 5 1,0 3-132,0 3 0,0-6 1,2 3-1,2-7-449,2 1 0,8-1 1,-3-1-1,5-9-561,1-6 1,1-7 0,-1-10 0,1-3-232,-1-6 0,-5-4 0,-3-6 0,-1-6-190,-4-7 0,-2-12 1148,-2-1 0,-16-3 0,-3-2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8.4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18 8298,'-18'0'-1400,"6"0"3094,1 0 1,7 1-1080,-2 5 1,12-4 0,6 6 0,5-2-320,6 0 0,-1-1 0,9-5 0,4 0-415,3 0 1,3 0-1,-4-1 1,2-3-1403,2-2 1521,7-8 0,-3 5 0,7-9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2:48.9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385 158 8378,'0'-18'838,"-2"3"595,-4 3 0,4-4-774,-4 5 1,4-5-552,2-1 0,0 5 0,-2 2 0,-4 3-176,-5 3 1,-1-4-1,-4 2 1,-3 2 174,0 2 0,-8 4 1,-3 4-1,-3 6-6,-2 3 0,6 10 1,2 3-1,2 1 40,4 0 1,1 2-1,5 6 1,3 0-40,6-4 0,4-4 1,4 2-1,4-4-61,6-2 0,5-3 0,6-11 0,7-5-100,3-4 1,1-4-1,-1-4 1,-1-7 12,-3-9 0,-8 1 1,2-8-1,-3 0-94,-3 2 1,-1-6 0,-5 5-1,-5 1 115,-4 4 1,-2 4-1,0 1-74,0 1 1,-2 7 0,-4 6 87,-5 8 0,1 11 0,0 11 1,2 1 46,5 4 1,1-4 0,2 2 0,0 0 147,0-2 0,7-1 0,7-9 0,7 1-461,8-1 1,4-5 0,4-3 0,4-1-1959,6-4 2235,11-10 0,4-4 0,8-7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49.6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0 105 6878,'10'-17'3129,"-2"5"-1917,-8 1 0,0 5-694,0-6 1,2 8-50,3-1 1,-3 5 0,4 5 0,-4 7-259,-2 4 1,6 9 0,0 4 0,-2 6-260,-2 6 1,3-3 0,1 9 0,0 0-26,2-3 0,-4-1 0,5-8 0,1-2-63,0-4 1,1-4 0,7-9 0,-1-5-289,1-5 0,5-4 0,2-6 1,3-6-316,3-7 0,0-6 0,0 1 0,-2-3-222,2-2 0,-4 6 961,2-3 0,-8 5 0,5 1 0</inkml:trace>
  <inkml:trace contextRef="#ctx0" brushRef="#br0" timeOffset="299">454 18 8242,'-9'-8'2068,"1"6"-786,8-5-773,-8 7 1,6 2 0,-4 3-1,4 9 10,2 7 0,0 14 0,0 16 0,0 11-345,0 14 1,6 21 0,-2-45 0,0 2 0,0 1-1,0 1-233,-1 0 1,1 0 0,2-1-1,0-1 1,2 43 0,0-11-316,-1-15 0,7-24 0,-4-18 1,1-10 373,1-7 0,0-4 0,5-8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48.0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484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865">892 1202 8025,'11'0'9257,"1"0"-4875,-8 0-5247,3 0-291,-7 0 1,0 8 0,0 2-1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54.7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1 680 7490,'0'-18'268,"0"1"0,0-1 0,0 1 1039,0-1 0,0 7 1114,0-1-2045,0 8 0,0-2 1,0 12-1,0 8 141,0 7 0,2 8 0,2 10 1,2 4-242,-2 1 0,3 3 0,-1 5 0,0 1-118,2-1 1,-6-7 0,3-7 0,-1-5-168,2-3 0,-2-9 1,8 0-85,1-7 1,-3-16 0,2-16-1,1-9-34,3-6 1,-1-8-1,-1-1 1,-3-3-37,3-3 1,-4 3 0,1 0 0,1 3-135,-2 3 1,3 4 0,-5 6-1,2 6-48,3 3 0,-3 5 0,2 5 119,1 10 0,3 8 0,-1 11 0,-1 4 324,-2 6 1,-3 4 0,3 2-1,-4 0 208,-1 0 1,-5 0 0,4 0 0,-2-2 3,2-4 1,-4 2-1,4-7 1,-4-3-156,-2-2 0,2-9 0,3-4-116,7-4 1,-2-4 0,1-6 0,3-9-206,1-11 0,9-5 0,-1-3 0,-2-3-153,-1-2 1,3-6 0,0 7 0,-1-1 67,-3-2 1,-1 12 0,-1-2 0,-1 6-4,-5 6 1,3 7 228,-8 2 0,5 16 0,-5 2 0,-2 8 231,-2 3 1,0 8-1,2 3 1,2 1 52,-3 0 1,-1 0 0,-2 4 0,0-2-373,0-2 0,6-8 0,0 3 0,-2-5-732,-2-1 0,0-7 1,4-1-940,5-2 1,-1-2 1783,2-6 0,-1-8 0,7-2 0</inkml:trace>
  <inkml:trace contextRef="#ctx0" brushRef="#br0" timeOffset="417">1468 732 8335,'0'-18'995,"0"1"0,-2 0-451,-4-1 0,4 6 1,-5 3-1,1-1-89,0 0 1,-2 6 0,2-3-418,-5-1 0,-5 6 0,-1-4 0,-1 4 60,1 2 1,-7 2-1,1 4 1,0 8-192,-2 7 1,5 0-1,-3 8 1,4 0 118,1-1 1,3 5-1,3-4 1,6 6 155,4 5 1,2-9 0,2 2-1,6-5-51,9-7 1,9-2-1,8-3 1,1-4-161,0-7 1,0-5-1,0-7 1,0-9-230,0-5 0,-2-10 0,-4 2 0,-6-4-7,-3-2 0,-10-2 0,-5-2 0,-3-2 164,-2 2 1,-4 8 0,-5 4 0,-11 2 107,-5 4 0,-4 9 1,-6 6-1,0 6-373,0 6 1,0 11-1,2 13 1,4 4-1378,6 7 0,5-2 1743,7 8 0,3-1 0,8 7 0</inkml:trace>
  <inkml:trace contextRef="#ctx0" brushRef="#br0" timeOffset="1067">2062 784 13522,'9'-2'1044,"-3"-3"1,-4 1 0,-4-8-1095,-4-2 0,-3 1 1,-9-1-156,1 3 0,-1 7 0,1-2 0,-2 6-49,-5 6 1,5 3-1,-4 11 1,3 3 14,3 6 1,5 4-1,2 2 1,3 0 92,3 0 0,4 0 0,4 0 0,5-2 111,7-4 1,-1-6 0,12-11 0,1-6 6,-1-4 1,2-12 0,6-7 0,0-11 19,0-5 1,-6-9 0,-2-5 0,-2-3 71,-3-3 0,-3 1 0,-2-2 0,-1-3 50,-4-1 1,1-2 0,-7 4-1,-2-1 7,-2 7 0,-2 5 0,0 10 0,0 0 65,0 0 0,0 8-216,0 4-66,0 11 1,-8 26 0,-2 15 165,1 6 0,-7 8 0,6 1 0,1 5 54,3 5 0,-2 10 0,2 0 0,2 4-78,2 2 1,2-6 0,2-2 0,4 0-407,6 0 1,9-13 0,4-5-1,3-11-66,3-9 1,4-13-1,1-7 1,1-8-979,-4-7 1,-6-13 1403,-3-5 0,7-4 0,-12-2 0</inkml:trace>
  <inkml:trace contextRef="#ctx0" brushRef="#br0" timeOffset="1417">2568 784 8069,'18'18'-172,"-1"-3"1094,1-3 0,-7-4 0,1-8-155,1 0 0,-3-2 1,2-2-1,-1-4-267,-1-2 1,6 5 0,-7-7 0,3-2-289,0-1 0,-6 3 1,3 1-1,1-3-169,0-2 0,-6-1 0,1-2 1,-3-3-275,-2-1 1,0 0-1,0 5 1,-2 1-37,-3-1 0,-5 7 1,-8 1-1,1 2 165,-1 4 0,-1 4 0,-2 6 1,-3 8 140,3 7 1,4 6 0,3 8-1,4 2 314,3 4 0,1-2 0,6 5 1,2 1-94,3-1 1,13-7-1,9 0 1,4-8-405,4-3 0,2-5 0,10-9 0,-5-7-348,1-3 1,-6-15 0,5-7-1,-3-5-646,-4-6 0,-2-2 0,-13-2 1138,-3 0 0,4-8 0,-11-1 0</inkml:trace>
  <inkml:trace contextRef="#ctx0" brushRef="#br0" timeOffset="1700">3249 68 8314,'10'-17'987,"0"1"1,-6 3 304,1 1-979,1 8 0,-6-2 1,-2 12-1,-2 6 49,-1 3 1,-7 11 0,4 5 0,0 7 28,1 9 0,-5 5 1,6 5-1,2 3-48,2 2 1,2 8 0,0 5 0,2-1-120,4-2 1,2-10-1,7-4 1,-1-7-526,0-10 1,5-8 0,-7-16 0,3-2-603,3-3 1,-7-4 0,-1-10 0,0-4-2642,-1-6 3544,-5-3 0,12-10 0,-6-2 0</inkml:trace>
  <inkml:trace contextRef="#ctx0" brushRef="#br0" timeOffset="2084">3808 575 7101,'6'-20'170,"0"-3"1,0 9 0,-6-3-1,0 1 2139,0 1 1,0-2-1428,0-1 1,-8 1 0,-4 1-583,-3 4 0,-3 5 1,1 7-1,-1 0-345,1 0 0,-6 2 0,-1 3 0,5 7-27,5 4 0,-1 1 0,5 1 0,0-1-18,5 0 0,-3 7 1,2-1-1,2-2 134,2-1 0,10-3 0,4 1 0,3-1 207,3 1 1,5 5 0,0 0 0,0-1 29,3-3 0,-5-2 0,6 3 0,-2 1 26,-3 2 0,-3 3 0,-3-5 1,-3 4-65,-1 2 0,-8-3 1,0 3-1,-10-2-233,-12-4 1,-7 3 0,-10-5 0,-2-3-1152,-3-1 0,3-7 1,-4-2-1,6-4-698,6-2 0,0-2 1839,11-4 0,5-4 0,13-7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51.4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418 210 6491,'10'8'1606,"5"-6"0,-11 6-863,8-8 1,-8-8 0,3-3-300,1-5 1,-6-1-1,4-1 1,-4 1-46,-2-1 1,0-5 0,-2 0-1,-4 1-227,-6 3 0,-3 7 1,-4 2-1,-3 3-200,-1 3 0,-8 2 0,2 2 0,-4 2-158,-2 4 0,6 5 1,2 11-1,1 3-83,5 2 1,4 2 0,5 6 0,6 2 173,4 4 0,6-2 1,8 5-1,11 1 185,8-1 0,12-3 0,3 6 1,3-1-126,-3-1 1,-3-2-1,-8-7 1,-2 3-25,-4 2 0,0 0 0,-11-6 0,-9 0 58,-5 0 1,-13-6-1,-7 0 1,-7 0-22,-4-2 0,-3-2 0,-6-5 1,-3-1-162,-2-1 0,-6 1 1,5-13-1,-1-2-169,0-2 1,3-2 0,5-2 0,2-6-49,4-10 0,9-1 0,10-10 0,3-2-749,3-2 0,12-8 1149,9 0 0,8 1 0,10 5 0</inkml:trace>
  <inkml:trace contextRef="#ctx0" brushRef="#br0" timeOffset="315">837 717 10329,'0'12'1313,"-2"-3"1,-2 3-758,-1 3 0,-1 1 0,6 13 0,-2 4-469,-4 6 0,4-2 1,-4 5-1,4-1-191,2 0 0,0-6 1,2-8-1,2-2-1184,2-3 0,2-5 0,-4-7 1288,1-10 0,9-8 0,-4-9 0</inkml:trace>
  <inkml:trace contextRef="#ctx0" brushRef="#br0" timeOffset="483">890 403 9388,'-8'-10'5097,"6"-6"-7975,-6 14 2878,8-5 0,0 7 0,0 0 0</inkml:trace>
  <inkml:trace contextRef="#ctx0" brushRef="#br0" timeOffset="1100">1221 839 8222,'12'-15'598,"-2"1"611,-2 2 1,-3 7 131,-5-7 1,0 10-801,0 2 0,0 14 0,0 11 0,0 0-385,0 0 1,0 4 0,0-3 0,0-1-76,0 0 1,2-2 0,2-5 5,2-1 1,8-7-300,-3-4 1,3-8-1,-1-8 1,-1-7-1,2-3 1,1-7 0,1-2 0,-3-2 57,-1 2 1,-1-2 0,7 6 0,-1-1 133,1 1 1,-6 2 0,-1 5 0,3 1 6,1-1 1,3 9-1,-1 3 115,1 4 1,-1 12 0,-1 7-1,-3 10 501,-1 6 0,-8 2 1,4 0-1,-3 0-200,1 0 0,2-2 0,-4-4 0,2-6-293,-2-3 0,5-5-242,3-3 1,-2-6 0,1-12 0,3-6-249,1-3 0,1-10 0,-3-5 0,-1-2 50,2-3 1,-5 0-1,1 2 1,0 2 197,-1 2 0,1 7 0,4-1 0,-5 3 78,-1 3 1,0 1 0,-2 5 269,5 5 1,3 6 0,0 6 0,-3 5 132,3 5 0,-1 3 1,1 5-1,-2 3-85,1 0 1,-3 4 0,0-6 0,-3 1-203,-3-1 1,0 4-1,0-4 1,2 0-470,-2 1 0,-2-9 0,-2-5-4497,0 1 951,0-5 3953,0 0 0,0-24 0,0-3 0</inkml:trace>
  <inkml:trace contextRef="#ctx0" brushRef="#br0" timeOffset="1617">2444 822 7329,'2'-18'-66,"4"1"1,-4-1 3454,3 1-2888,-3-1 0,4 16 1,0 8-1,-2 10 190,-2 7 1,-2 4 0,0 10-1,0 4-127,0 5 1,0 7 0,2 5 0,2 8-317,1 8 0,3-2 0,-4 3 0,2-5-278,-2-6 0,4-11 1,-3-13-1,-1-5-520,-2-6 0,-2-7 95,0-17 1,0-1 0,0-17-1,0-7-210,0-7 0,0-6 0,0-2 0,-2 0 103,-4 0 0,3-5 1,-7-1-1,2 0 349,4-2 0,-4 5 0,3-7 0,1 0 171,2 1 1,2 3 0,0-6-1,4 1 68,7 1 1,1-3 0,13 9-1,0 4 262,5 4 0,10 10 0,9-3 0,5 5 389,4 1 1,6 9 0,-5 3 0,-5 6-288,-6 6 1,-15 9 0,-15 11-1,-10 1-146,-6 4 1,-4 2 0,-6 0 0,-10-2-8,-9-2 0,-6-2 1,-4 4-1,-1-4-402,-3-2 1,0-3 0,4-9 0,-2-3-431,-1-2 1,1-2-1,10-6 1,5 0-1423,5 0 1,4-8 2016,3-4 0,4-11 0,8-4 0</inkml:trace>
  <inkml:trace contextRef="#ctx0" brushRef="#br0" timeOffset="1966">3474 158 8010,'10'-12'3467,"-4"1"-2845,-4-1 1,-2 10 0,-2 8-1,-2 8-189,-2 3 0,-6 10 0,7 8 0,-1 10-21,-2 5 1,6 8 0,-4 3 0,4 1-154,2 4 1,0 2 0,0 0 0,0-4-415,0-6 0,2-12 1,4-7-1,4-6-863,0-4 0,5-15 0,-3-3 98,3-7 1,-3-11 0,-2-5-1,-1-4-2512,1-1 3432,-6 0 0,11-9 0,-5-1 0</inkml:trace>
  <inkml:trace contextRef="#ctx0" brushRef="#br0" timeOffset="2249">3631 787 8010,'18'8'588,"-6"-7"0,-1 5 141,3-4 0,-5-2 0,3 0 0,2 0-146,1 0 1,3 0 0,-1 0 0,3 0-140,3 0 0,-4-6 1,6-1-1,-1-1-388,-1 0 1,0-5 0,-5 1 0,-1-6-353,1-5 1,-1 4 0,-1-5-1,-5 3-26,-5-2 1,-4 2 0,-2-7-1,0 3-48,0 4 1,-13 7 0,-7 4 0,-3 3 528,-2 3 1,-4 10 0,3 5 0,1 7 551,0 5 0,2 6 1,7 10-1,4 4-213,7 1 1,5-3 0,5 4-1,9-1-746,7 1 0,14-12 0,14 0 0,7-6 248,8-6 0,12-9 0,3-4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49.6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0 105 6878,'10'-17'3129,"-2"5"-1917,-8 1 0,0 5-694,0-6 1,2 8-50,3-1 1,-3 5 0,4 5 0,-4 7-259,-2 4 1,6 9 0,0 4 0,-2 6-260,-2 6 1,3-3 0,1 9 0,0 0-26,2-3 0,-4-1 0,5-8 0,1-2-63,0-4 1,1-4 0,7-9 0,-1-5-289,1-5 0,5-4 0,2-6 1,3-6-316,3-7 0,0-6 0,0 1 0,-2-3-222,2-2 0,-4 6 961,2-3 0,-8 5 0,5 1 0</inkml:trace>
  <inkml:trace contextRef="#ctx0" brushRef="#br0" timeOffset="299">454 18 8242,'-9'-8'2068,"1"6"-786,8-5-773,-8 7 1,6 2 0,-4 3-1,4 9 10,2 7 0,0 14 0,0 16 0,0 11-345,0 14 1,6 21 0,-2-45 0,0 2 0,0 1-1,0 1-233,-1 0 1,1 0 0,2-1-1,0-1 1,2 43 0,0-11-316,-1-15 0,7-24 0,-4-18 1,1-10 373,1-7 0,0-4 0,5-8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48.0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484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865">892 1202 8025,'11'0'9257,"1"0"-4875,-8 0-5247,3 0-291,-7 0 1,0 8 0,0 2-1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54.7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1 680 7490,'0'-18'268,"0"1"0,0-1 0,0 1 1039,0-1 0,0 7 1114,0-1-2045,0 8 0,0-2 1,0 12-1,0 8 141,0 7 0,2 8 0,2 10 1,2 4-242,-2 1 0,3 3 0,-1 5 0,0 1-118,2-1 1,-6-7 0,3-7 0,-1-5-168,2-3 0,-2-9 1,8 0-85,1-7 1,-3-16 0,2-16-1,1-9-34,3-6 1,-1-8-1,-1-1 1,-3-3-37,3-3 1,-4 3 0,1 0 0,1 3-135,-2 3 1,3 4 0,-5 6-1,2 6-48,3 3 0,-3 5 0,2 5 119,1 10 0,3 8 0,-1 11 0,-1 4 324,-2 6 1,-3 4 0,3 2-1,-4 0 208,-1 0 1,-5 0 0,4 0 0,-2-2 3,2-4 1,-4 2-1,4-7 1,-4-3-156,-2-2 0,2-9 0,3-4-116,7-4 1,-2-4 0,1-6 0,3-9-206,1-11 0,9-5 0,-1-3 0,-2-3-153,-1-2 1,3-6 0,0 7 0,-1-1 67,-3-2 1,-1 12 0,-1-2 0,-1 6-4,-5 6 1,3 7 228,-8 2 0,5 16 0,-5 2 0,-2 8 231,-2 3 1,0 8-1,2 3 1,2 1 52,-3 0 1,-1 0 0,-2 4 0,0-2-373,0-2 0,6-8 0,0 3 0,-2-5-732,-2-1 0,0-7 1,4-1-940,5-2 1,-1-2 1783,2-6 0,-1-8 0,7-2 0</inkml:trace>
  <inkml:trace contextRef="#ctx0" brushRef="#br0" timeOffset="417">1468 732 8335,'0'-18'995,"0"1"0,-2 0-451,-4-1 0,4 6 1,-5 3-1,1-1-89,0 0 1,-2 6 0,2-3-418,-5-1 0,-5 6 0,-1-4 0,-1 4 60,1 2 1,-7 2-1,1 4 1,0 8-192,-2 7 1,5 0-1,-3 8 1,4 0 118,1-1 1,3 5-1,3-4 1,6 6 155,4 5 1,2-9 0,2 2-1,6-5-51,9-7 1,9-2-1,8-3 1,1-4-161,0-7 1,0-5-1,0-7 1,0-9-230,0-5 0,-2-10 0,-4 2 0,-6-4-7,-3-2 0,-10-2 0,-5-2 0,-3-2 164,-2 2 1,-4 8 0,-5 4 0,-11 2 107,-5 4 0,-4 9 1,-6 6-1,0 6-373,0 6 1,0 11-1,2 13 1,4 4-1378,6 7 0,5-2 1743,7 8 0,3-1 0,8 7 0</inkml:trace>
  <inkml:trace contextRef="#ctx0" brushRef="#br0" timeOffset="1067">2062 784 13522,'9'-2'1044,"-3"-3"1,-4 1 0,-4-8-1095,-4-2 0,-3 1 1,-9-1-156,1 3 0,-1 7 0,1-2 0,-2 6-49,-5 6 1,5 3-1,-4 11 1,3 3 14,3 6 1,5 4-1,2 2 1,3 0 92,3 0 0,4 0 0,4 0 0,5-2 111,7-4 1,-1-6 0,12-11 0,1-6 6,-1-4 1,2-12 0,6-7 0,0-11 19,0-5 1,-6-9 0,-2-5 0,-2-3 71,-3-3 0,-3 1 0,-2-2 0,-1-3 50,-4-1 1,1-2 0,-7 4-1,-2-1 7,-2 7 0,-2 5 0,0 10 0,0 0 65,0 0 0,0 8-216,0 4-66,0 11 1,-8 26 0,-2 15 165,1 6 0,-7 8 0,6 1 0,1 5 54,3 5 0,-2 10 0,2 0 0,2 4-78,2 2 1,2-6 0,2-2 0,4 0-407,6 0 1,9-13 0,4-5-1,3-11-66,3-9 1,4-13-1,1-7 1,1-8-979,-4-7 1,-6-13 1403,-3-5 0,7-4 0,-12-2 0</inkml:trace>
  <inkml:trace contextRef="#ctx0" brushRef="#br0" timeOffset="1417">2568 784 8069,'18'18'-172,"-1"-3"1094,1-3 0,-7-4 0,1-8-155,1 0 0,-3-2 1,2-2-1,-1-4-267,-1-2 1,6 5 0,-7-7 0,3-2-289,0-1 0,-6 3 1,3 1-1,1-3-169,0-2 0,-6-1 0,1-2 1,-3-3-275,-2-1 1,0 0-1,0 5 1,-2 1-37,-3-1 0,-5 7 1,-8 1-1,1 2 165,-1 4 0,-1 4 0,-2 6 1,-3 8 140,3 7 1,4 6 0,3 8-1,4 2 314,3 4 0,1-2 0,6 5 1,2 1-94,3-1 1,13-7-1,9 0 1,4-8-405,4-3 0,2-5 0,10-9 0,-5-7-348,1-3 1,-6-15 0,5-7-1,-3-5-646,-4-6 0,-2-2 0,-13-2 1138,-3 0 0,4-8 0,-11-1 0</inkml:trace>
  <inkml:trace contextRef="#ctx0" brushRef="#br0" timeOffset="1700">3249 68 8314,'10'-17'987,"0"1"1,-6 3 304,1 1-979,1 8 0,-6-2 1,-2 12-1,-2 6 49,-1 3 1,-7 11 0,4 5 0,0 7 28,1 9 0,-5 5 1,6 5-1,2 3-48,2 2 1,2 8 0,0 5 0,2-1-120,4-2 1,2-10-1,7-4 1,-1-7-526,0-10 1,5-8 0,-7-16 0,3-2-603,3-3 1,-7-4 0,-1-10 0,0-4-2642,-1-6 3544,-5-3 0,12-10 0,-6-2 0</inkml:trace>
  <inkml:trace contextRef="#ctx0" brushRef="#br0" timeOffset="2084">3808 575 7101,'6'-20'170,"0"-3"1,0 9 0,-6-3-1,0 1 2139,0 1 1,0-2-1428,0-1 1,-8 1 0,-4 1-583,-3 4 0,-3 5 1,1 7-1,-1 0-345,1 0 0,-6 2 0,-1 3 0,5 7-27,5 4 0,-1 1 0,5 1 0,0-1-18,5 0 0,-3 7 1,2-1-1,2-2 134,2-1 0,10-3 0,4 1 0,3-1 207,3 1 1,5 5 0,0 0 0,0-1 29,3-3 0,-5-2 0,6 3 0,-2 1 26,-3 2 0,-3 3 0,-3-5 1,-3 4-65,-1 2 0,-8-3 1,0 3-1,-10-2-233,-12-4 1,-7 3 0,-10-5 0,-2-3-1152,-3-1 0,3-7 1,-4-2-1,6-4-698,6-2 0,0-2 1839,11-4 0,5-4 0,13-7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51.4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418 210 6491,'10'8'1606,"5"-6"0,-11 6-863,8-8 1,-8-8 0,3-3-300,1-5 1,-6-1-1,4-1 1,-4 1-46,-2-1 1,0-5 0,-2 0-1,-4 1-227,-6 3 0,-3 7 1,-4 2-1,-3 3-200,-1 3 0,-8 2 0,2 2 0,-4 2-158,-2 4 0,6 5 1,2 11-1,1 3-83,5 2 1,4 2 0,5 6 0,6 2 173,4 4 0,6-2 1,8 5-1,11 1 185,8-1 0,12-3 0,3 6 1,3-1-126,-3-1 1,-3-2-1,-8-7 1,-2 3-25,-4 2 0,0 0 0,-11-6 0,-9 0 58,-5 0 1,-13-6-1,-7 0 1,-7 0-22,-4-2 0,-3-2 0,-6-5 1,-3-1-162,-2-1 0,-6 1 1,5-13-1,-1-2-169,0-2 1,3-2 0,5-2 0,2-6-49,4-10 0,9-1 0,10-10 0,3-2-749,3-2 0,12-8 1149,9 0 0,8 1 0,10 5 0</inkml:trace>
  <inkml:trace contextRef="#ctx0" brushRef="#br0" timeOffset="315">837 717 10329,'0'12'1313,"-2"-3"1,-2 3-758,-1 3 0,-1 1 0,6 13 0,-2 4-469,-4 6 0,4-2 1,-4 5-1,4-1-191,2 0 0,0-6 1,2-8-1,2-2-1184,2-3 0,2-5 0,-4-7 1288,1-10 0,9-8 0,-4-9 0</inkml:trace>
  <inkml:trace contextRef="#ctx0" brushRef="#br0" timeOffset="483">890 403 9388,'-8'-10'5097,"6"-6"-7975,-6 14 2878,8-5 0,0 7 0,0 0 0</inkml:trace>
  <inkml:trace contextRef="#ctx0" brushRef="#br0" timeOffset="1100">1221 839 8222,'12'-15'598,"-2"1"611,-2 2 1,-3 7 131,-5-7 1,0 10-801,0 2 0,0 14 0,0 11 0,0 0-385,0 0 1,0 4 0,0-3 0,0-1-76,0 0 1,2-2 0,2-5 5,2-1 1,8-7-300,-3-4 1,3-8-1,-1-8 1,-1-7-1,2-3 1,1-7 0,1-2 0,-3-2 57,-1 2 1,-1-2 0,7 6 0,-1-1 133,1 1 1,-6 2 0,-1 5 0,3 1 6,1-1 1,3 9-1,-1 3 115,1 4 1,-1 12 0,-1 7-1,-3 10 501,-1 6 0,-8 2 1,4 0-1,-3 0-200,1 0 0,2-2 0,-4-4 0,2-6-293,-2-3 0,5-5-242,3-3 1,-2-6 0,1-12 0,3-6-249,1-3 0,1-10 0,-3-5 0,-1-2 50,2-3 1,-5 0-1,1 2 1,0 2 197,-1 2 0,1 7 0,4-1 0,-5 3 78,-1 3 1,0 1 0,-2 5 269,5 5 1,3 6 0,0 6 0,-3 5 132,3 5 0,-1 3 1,1 5-1,-2 3-85,1 0 1,-3 4 0,0-6 0,-3 1-203,-3-1 1,0 4-1,0-4 1,2 0-470,-2 1 0,-2-9 0,-2-5-4497,0 1 951,0-5 3953,0 0 0,0-24 0,0-3 0</inkml:trace>
  <inkml:trace contextRef="#ctx0" brushRef="#br0" timeOffset="1617">2444 822 7329,'2'-18'-66,"4"1"1,-4-1 3454,3 1-2888,-3-1 0,4 16 1,0 8-1,-2 10 190,-2 7 1,-2 4 0,0 10-1,0 4-127,0 5 1,0 7 0,2 5 0,2 8-317,1 8 0,3-2 0,-4 3 0,2-5-278,-2-6 0,4-11 1,-3-13-1,-1-5-520,-2-6 0,-2-7 95,0-17 1,0-1 0,0-17-1,0-7-210,0-7 0,0-6 0,0-2 0,-2 0 103,-4 0 0,3-5 1,-7-1-1,2 0 349,4-2 0,-4 5 0,3-7 0,1 0 171,2 1 1,2 3 0,0-6-1,4 1 68,7 1 1,1-3 0,13 9-1,0 4 262,5 4 0,10 10 0,9-3 0,5 5 389,4 1 1,6 9 0,-5 3 0,-5 6-288,-6 6 1,-15 9 0,-15 11-1,-10 1-146,-6 4 1,-4 2 0,-6 0 0,-10-2-8,-9-2 0,-6-2 1,-4 4-1,-1-4-402,-3-2 1,0-3 0,4-9 0,-2-3-431,-1-2 1,1-2-1,10-6 1,5 0-1423,5 0 1,4-8 2016,3-4 0,4-11 0,8-4 0</inkml:trace>
  <inkml:trace contextRef="#ctx0" brushRef="#br0" timeOffset="1966">3474 158 8010,'10'-12'3467,"-4"1"-2845,-4-1 1,-2 10 0,-2 8-1,-2 8-189,-2 3 0,-6 10 0,7 8 0,-1 10-21,-2 5 1,6 8 0,-4 3 0,4 1-154,2 4 1,0 2 0,0 0 0,0-4-415,0-6 0,2-12 1,4-7-1,4-6-863,0-4 0,5-15 0,-3-3 98,3-7 1,-3-11 0,-2-5-1,-1-4-2512,1-1 3432,-6 0 0,11-9 0,-5-1 0</inkml:trace>
  <inkml:trace contextRef="#ctx0" brushRef="#br0" timeOffset="2249">3631 787 8010,'18'8'588,"-6"-7"0,-1 5 141,3-4 0,-5-2 0,3 0 0,2 0-146,1 0 1,3 0 0,-1 0 0,3 0-140,3 0 0,-4-6 1,6-1-1,-1-1-388,-1 0 1,0-5 0,-5 1 0,-1-6-353,1-5 1,-1 4 0,-1-5-1,-5 3-26,-5-2 1,-4 2 0,-2-7-1,0 3-48,0 4 1,-13 7 0,-7 4 0,-3 3 528,-2 3 1,-4 10 0,3 5 0,1 7 551,0 5 0,2 6 1,7 10-1,4 4-213,7 1 1,5-3 0,5 4-1,9-1-746,7 1 0,14-12 0,14 0 0,7-6 248,8-6 0,12-9 0,3-4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00:58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1 680 7490,'0'-18'268,"0"1"0,0-1 0,0 1 1039,0-1 0,0 7 1114,0-1-2045,0 8 0,0-2 1,0 12-1,0 8 141,0 7 0,2 8 0,2 10 1,2 4-242,-2 1 0,3 3 0,-1 5 0,0 1-118,2-1 1,-6-7 0,3-7 0,-1-5-168,2-3 0,-2-9 1,8 0-85,1-7 1,-3-16 0,2-16-1,1-9-34,3-6 1,-1-8-1,-1-1 1,-3-3-37,3-3 1,-4 3 0,1 0 0,1 3-135,-2 3 1,3 4 0,-5 6-1,2 6-48,3 3 0,-3 5 0,2 5 119,1 10 0,3 8 0,-1 11 0,-1 4 324,-2 6 1,-3 4 0,3 2-1,-4 0 208,-1 0 1,-5 0 0,4 0 0,-2-2 3,2-4 1,-4 2-1,4-7 1,-4-3-156,-2-2 0,2-9 0,3-4-116,7-4 1,-2-4 0,1-6 0,3-9-206,1-11 0,9-5 0,-1-3 0,-2-3-153,-1-2 1,3-6 0,0 7 0,-1-1 67,-3-2 1,-1 12 0,-1-2 0,-1 6-4,-5 6 1,3 7 228,-8 2 0,5 16 0,-5 2 0,-2 8 231,-2 3 1,0 8-1,2 3 1,2 1 52,-3 0 1,-1 0 0,-2 4 0,0-2-373,0-2 0,6-8 0,0 3 0,-2-5-732,-2-1 0,0-7 1,4-1-940,5-2 1,-1-2 1783,2-6 0,-1-8 0,7-2 0</inkml:trace>
  <inkml:trace contextRef="#ctx0" brushRef="#br0" timeOffset="1">1468 732 8335,'0'-18'995,"0"1"0,-2 0-451,-4-1 0,4 6 1,-5 3-1,1-1-89,0 0 1,-2 6 0,2-3-418,-5-1 0,-5 6 0,-1-4 0,-1 4 60,1 2 1,-7 2-1,1 4 1,0 8-192,-2 7 1,5 0-1,-3 8 1,4 0 118,1-1 1,3 5-1,3-4 1,6 6 155,4 5 1,2-9 0,2 2-1,6-5-51,9-7 1,9-2-1,8-3 1,1-4-161,0-7 1,0-5-1,0-7 1,0-9-230,0-5 0,-2-10 0,-4 2 0,-6-4-7,-3-2 0,-10-2 0,-5-2 0,-3-2 164,-2 2 1,-4 8 0,-5 4 0,-11 2 107,-5 4 0,-4 9 1,-6 6-1,0 6-373,0 6 1,0 11-1,2 13 1,4 4-1378,6 7 0,5-2 1743,7 8 0,3-1 0,8 7 0</inkml:trace>
  <inkml:trace contextRef="#ctx0" brushRef="#br0" timeOffset="2">2062 784 13522,'9'-2'1044,"-3"-3"1,-4 1 0,-4-8-1095,-4-2 0,-3 1 1,-9-1-156,1 3 0,-1 7 0,1-2 0,-2 6-49,-5 6 1,5 3-1,-4 11 1,3 3 14,3 6 1,5 4-1,2 2 1,3 0 92,3 0 0,4 0 0,4 0 0,5-2 111,7-4 1,-1-6 0,12-11 0,1-6 6,-1-4 1,2-12 0,6-7 0,0-11 19,0-5 1,-6-9 0,-2-5 0,-2-3 71,-3-3 0,-3 1 0,-2-2 0,-1-3 50,-4-1 1,1-2 0,-7 4-1,-2-1 7,-2 7 0,-2 5 0,0 10 0,0 0 65,0 0 0,0 8-216,0 4-66,0 11 1,-8 26 0,-2 15 165,1 6 0,-7 8 0,6 1 0,1 5 54,3 5 0,-2 10 0,2 0 0,2 4-78,2 2 1,2-6 0,2-2 0,4 0-407,6 0 1,9-13 0,4-5-1,3-11-66,3-9 1,4-13-1,1-7 1,1-8-979,-4-7 1,-6-13 1403,-3-5 0,7-4 0,-12-2 0</inkml:trace>
  <inkml:trace contextRef="#ctx0" brushRef="#br0" timeOffset="3">2568 784 8069,'18'18'-172,"-1"-3"1094,1-3 0,-7-4 0,1-8-155,1 0 0,-3-2 1,2-2-1,-1-4-267,-1-2 1,6 5 0,-7-7 0,3-2-289,0-1 0,-6 3 1,3 1-1,1-3-169,0-2 0,-6-1 0,1-2 1,-3-3-275,-2-1 1,0 0-1,0 5 1,-2 1-37,-3-1 0,-5 7 1,-8 1-1,1 2 165,-1 4 0,-1 4 0,-2 6 1,-3 8 140,3 7 1,4 6 0,3 8-1,4 2 314,3 4 0,1-2 0,6 5 1,2 1-94,3-1 1,13-7-1,9 0 1,4-8-405,4-3 0,2-5 0,10-9 0,-5-7-348,1-3 1,-6-15 0,5-7-1,-3-5-646,-4-6 0,-2-2 0,-13-2 1138,-3 0 0,4-8 0,-11-1 0</inkml:trace>
  <inkml:trace contextRef="#ctx0" brushRef="#br0" timeOffset="4">3249 68 8314,'10'-17'987,"0"1"1,-6 3 304,1 1-979,1 8 0,-6-2 1,-2 12-1,-2 6 49,-1 3 1,-7 11 0,4 5 0,0 7 28,1 9 0,-5 5 1,6 5-1,2 3-48,2 2 1,2 8 0,0 5 0,2-1-120,4-2 1,2-10-1,7-4 1,-1-7-526,0-10 1,5-8 0,-7-16 0,3-2-603,3-3 1,-7-4 0,-1-10 0,0-4-2642,-1-6 3544,-5-3 0,12-10 0,-6-2 0</inkml:trace>
  <inkml:trace contextRef="#ctx0" brushRef="#br0" timeOffset="5">3808 575 7101,'6'-20'170,"0"-3"1,0 9 0,-6-3-1,0 1 2139,0 1 1,0-2-1428,0-1 1,-8 1 0,-4 1-583,-3 4 0,-3 5 1,1 7-1,-1 0-345,1 0 0,-6 2 0,-1 3 0,5 7-27,5 4 0,-1 1 0,5 1 0,0-1-18,5 0 0,-3 7 1,2-1-1,2-2 134,2-1 0,10-3 0,4 1 0,3-1 207,3 1 1,5 5 0,0 0 0,0-1 29,3-3 0,-5-2 0,6 3 0,-2 1 26,-3 2 0,-3 3 0,-3-5 1,-3 4-65,-1 2 0,-8-3 1,0 3-1,-10-2-233,-12-4 1,-7 3 0,-10-5 0,-2-3-1152,-3-1 0,3-7 1,-4-2-1,6-4-698,6-2 0,0-2 1839,11-4 0,5-4 0,13-7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00:58.0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418 210 6491,'10'8'1606,"5"-6"0,-11 6-863,8-8 1,-8-8 0,3-3-300,1-5 1,-6-1-1,4-1 1,-4 1-46,-2-1 1,0-5 0,-2 0-1,-4 1-227,-6 3 0,-3 7 1,-4 2-1,-3 3-200,-1 3 0,-8 2 0,2 2 0,-4 2-158,-2 4 0,6 5 1,2 11-1,1 3-83,5 2 1,4 2 0,5 6 0,6 2 173,4 4 0,6-2 1,8 5-1,11 1 185,8-1 0,12-3 0,3 6 1,3-1-126,-3-1 1,-3-2-1,-8-7 1,-2 3-25,-4 2 0,0 0 0,-11-6 0,-9 0 58,-5 0 1,-13-6-1,-7 0 1,-7 0-22,-4-2 0,-3-2 0,-6-5 1,-3-1-162,-2-1 0,-6 1 1,5-13-1,-1-2-169,0-2 1,3-2 0,5-2 0,2-6-49,4-10 0,9-1 0,10-10 0,3-2-749,3-2 0,12-8 1149,9 0 0,8 1 0,10 5 0</inkml:trace>
  <inkml:trace contextRef="#ctx0" brushRef="#br0" timeOffset="1">837 717 10329,'0'12'1313,"-2"-3"1,-2 3-758,-1 3 0,-1 1 0,6 13 0,-2 4-469,-4 6 0,4-2 1,-4 5-1,4-1-191,2 0 0,0-6 1,2-8-1,2-2-1184,2-3 0,2-5 0,-4-7 1288,1-10 0,9-8 0,-4-9 0</inkml:trace>
  <inkml:trace contextRef="#ctx0" brushRef="#br0" timeOffset="2">890 403 9388,'-8'-10'5097,"6"-6"-7975,-6 14 2878,8-5 0,0 7 0,0 0 0</inkml:trace>
  <inkml:trace contextRef="#ctx0" brushRef="#br0" timeOffset="3">1221 839 8222,'12'-15'598,"-2"1"611,-2 2 1,-3 7 131,-5-7 1,0 10-801,0 2 0,0 14 0,0 11 0,0 0-385,0 0 1,0 4 0,0-3 0,0-1-76,0 0 1,2-2 0,2-5 5,2-1 1,8-7-300,-3-4 1,3-8-1,-1-8 1,-1-7-1,2-3 1,1-7 0,1-2 0,-3-2 57,-1 2 1,-1-2 0,7 6 0,-1-1 133,1 1 1,-6 2 0,-1 5 0,3 1 6,1-1 1,3 9-1,-1 3 115,1 4 1,-1 12 0,-1 7-1,-3 10 501,-1 6 0,-8 2 1,4 0-1,-3 0-200,1 0 0,2-2 0,-4-4 0,2-6-293,-2-3 0,5-5-242,3-3 1,-2-6 0,1-12 0,3-6-249,1-3 0,1-10 0,-3-5 0,-1-2 50,2-3 1,-5 0-1,1 2 1,0 2 197,-1 2 0,1 7 0,4-1 0,-5 3 78,-1 3 1,0 1 0,-2 5 269,5 5 1,3 6 0,0 6 0,-3 5 132,3 5 0,-1 3 1,1 5-1,-2 3-85,1 0 1,-3 4 0,0-6 0,-3 1-203,-3-1 1,0 4-1,0-4 1,2 0-470,-2 1 0,-2-9 0,-2-5-4497,0 1 951,0-5 3953,0 0 0,0-24 0,0-3 0</inkml:trace>
  <inkml:trace contextRef="#ctx0" brushRef="#br0" timeOffset="4">2444 822 7329,'2'-18'-66,"4"1"1,-4-1 3454,3 1-2888,-3-1 0,4 16 1,0 8-1,-2 10 190,-2 7 1,-2 4 0,0 10-1,0 4-127,0 5 1,0 7 0,2 5 0,2 8-317,1 8 0,3-2 0,-4 3 0,2-5-278,-2-6 0,4-11 1,-3-13-1,-1-5-520,-2-6 0,-2-7 95,0-17 1,0-1 0,0-17-1,0-7-210,0-7 0,0-6 0,0-2 0,-2 0 103,-4 0 0,3-5 1,-7-1-1,2 0 349,4-2 0,-4 5 0,3-7 0,1 0 171,2 1 1,2 3 0,0-6-1,4 1 68,7 1 1,1-3 0,13 9-1,0 4 262,5 4 0,10 10 0,9-3 0,5 5 389,4 1 1,6 9 0,-5 3 0,-5 6-288,-6 6 1,-15 9 0,-15 11-1,-10 1-146,-6 4 1,-4 2 0,-6 0 0,-10-2-8,-9-2 0,-6-2 1,-4 4-1,-1-4-402,-3-2 1,0-3 0,4-9 0,-2-3-431,-1-2 1,1-2-1,10-6 1,5 0-1423,5 0 1,4-8 2016,3-4 0,4-11 0,8-4 0</inkml:trace>
  <inkml:trace contextRef="#ctx0" brushRef="#br0" timeOffset="5">3474 158 8010,'10'-12'3467,"-4"1"-2845,-4-1 1,-2 10 0,-2 8-1,-2 8-189,-2 3 0,-6 10 0,7 8 0,-1 10-21,-2 5 1,6 8 0,-4 3 0,4 1-154,2 4 1,0 2 0,0 0 0,0-4-415,0-6 0,2-12 1,4-7-1,4-6-863,0-4 0,5-15 0,-3-3 98,3-7 1,-3-11 0,-2-5-1,-1-4-2512,1-1 3432,-6 0 0,11-9 0,-5-1 0</inkml:trace>
  <inkml:trace contextRef="#ctx0" brushRef="#br0" timeOffset="6">3631 787 8010,'18'8'588,"-6"-7"0,-1 5 141,3-4 0,-5-2 0,3 0 0,2 0-146,1 0 1,3 0 0,-1 0 0,3 0-140,3 0 0,-4-6 1,6-1-1,-1-1-388,-1 0 1,0-5 0,-5 1 0,-1-6-353,1-5 1,-1 4 0,-1-5-1,-5 3-26,-5-2 1,-4 2 0,-2-7-1,0 3-48,0 4 1,-13 7 0,-7 4 0,-3 3 528,-2 3 1,-4 10 0,3 5 0,1 7 551,0 5 0,2 6 1,7 10-1,4 4-213,7 1 1,5-3 0,5 4-1,9-1-746,7 1 0,14-12 0,14 0 0,7-6 248,8-6 0,12-9 0,3-4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00:58.0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1555 275 6878,'10'-17'3129,"-2"5"-1917,-8 1 0,0 5-694,0-6 1,2 8-50,3-1 1,-3 5 0,4 5 0,-4 7-259,-2 4 1,6 9 0,0 4 0,-2 6-260,-2 6 1,3-3 0,1 9 0,0 0-26,2-3 0,-4-1 0,5-8 0,1-2-63,0-4 1,1-4 0,7-9 0,-1-5-289,1-5 0,5-4 0,2-6 1,3-6-316,3-7 0,0-6 0,0 1 0,-2-3-222,2-2 0,-4 6 961,2-3 0,-8 5 0,5 1 0</inkml:trace>
  <inkml:trace contextRef="#ctx0" brushRef="#br0" timeOffset="1">2009 188 8242,'-9'-8'2068,"1"6"-786,8-5-773,-8 7 1,6 2 0,-4 3-1,4 9 10,2 7 0,0 14 0,0 16 0,0 11-345,0 14 1,6 21 0,-2-45 0,0 2 0,0 1-1,0 1-233,-1 0 1,1 0 0,2-1-1,0-1 1,2 43 0,0-11-316,-1-15 0,7-24 0,-4-18 1,1-10 373,1-7 0,0-4 0,5-8 0</inkml:trace>
  <inkml:trace contextRef="#ctx0" brushRef="#br0" timeOffset="2">0 607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3">489 153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4">891 1201 8025,'11'0'9257,"1"0"-4875,-8 0-5247,3 0-291,-7 0 1,0 8 0,0 2-1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00:03:48.0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484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865">892 1202 8025,'11'0'9257,"1"0"-4875,-8 0-5247,3 0-291,-7 0 1,0 8 0,0 2-1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0:31.9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53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0:33.4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434">1063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0:37.727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400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913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1264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161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1998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2398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2664">5189 282 8422,'10'0'1519,"-3"7"1,-9 5 0,-3 3-1246,-7 2 0,-3 8 0,-2 3 0,2 5-214,3 1 1,-3 6 0,5 0-1,1-4-367,3-6 0,-1 1 0,1-8 1,2-2-1754,2-2 0,4-8 2060,4 1 0,3-9 0,8 5 0</inkml:trace>
  <inkml:trace contextRef="#ctx0" brushRef="#br1" timeOffset="2831">5258 59 8100,'0'-11'2756,"0"-1"-1112,0-1 0,0 3-1097,0-1 0,0 9-3821,0 2 3274,0 8 0,7 16 0,3 3 0</inkml:trace>
  <inkml:trace contextRef="#ctx0" brushRef="#br1" timeOffset="3266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3649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0:34.8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754 777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299">1079 623 8524,'6'-11'1284,"0"-1"0,0 10-798,-6 2 0,-8 10 0,-2 15 0,-1 9-56,0 10 0,-1 5 0,-3 3 1,2-1-328,1 0 0,8-5 0,-3-2 0,1-4-1016,0-8 1,1-5 311,5-10 0,5-10 0,3-8 1,0-15 600,-1-10 0,6-14 0,-3-4 0</inkml:trace>
  <inkml:trace contextRef="#ctx0" brushRef="#br0" timeOffset="449">1131 212 8196,'0'-17'5688,"0"0"-5290,0 0 1,0 9 0,0 8-399,0 10 0,0 5 0,0 2 0</inkml:trace>
  <inkml:trace contextRef="#ctx0" brushRef="#br0" timeOffset="816">1627 538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133">2312 92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299">1936 623 8148,'9'-2'789,"-1"-2"606,-1-1 0,-5-3 1,6 4-1,0-3-565,3-3 1,6 5-1,6-5 1,5 0-1025,5 1 1,7-1 0,2-3 0,1 2-629,5-3 0,1 7 1,3-1 821,-1 1 0,-7-3 0,-2-7 0</inkml:trace>
  <inkml:trace contextRef="#ctx0" brushRef="#br0" timeOffset="1549">2843 520 9763,'0'-17'4255,"0"10"-3656,0 7 1,0 15 0,-2 13 0,-1 5-661,-3 1 1,-2 8 0,4 2-1,-1-1-141,1-3 0,2-3 0,2-5 0,0-2-990,0-1 0,0-14-360,0 2 0,0-19 1552,0-3 0,8-16 0,1-6 0</inkml:trace>
  <inkml:trace contextRef="#ctx0" brushRef="#br0" timeOffset="1716">2878 246 8216,'-6'-17'2327,"0"0"0,-2 6 71,3-1 0,3 7-2537,-4-7 1,6 10 0,6 0 0,5 8-5917,5 4 6055,1 1 0,0 6 0,0 0 0</inkml:trace>
  <inkml:trace contextRef="#ctx0" brushRef="#br0" timeOffset="1999">3494 538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08.2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08.2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08.264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08.2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16.7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16.7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16.764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16.7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1.8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1.8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1.840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1.8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6.6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6.6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6.629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6.6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9.7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9.7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9.761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29.7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3.9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3.9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3.939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3.9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7.4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7.4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7.410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7.4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8:19.18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8:19.1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8:19.187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38:19.1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2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3">2397 642 8524,'6'-11'1284,"0"-1"0,0 10-798,-6 2 0,-8 10 0,-2 15 0,-1 9-56,0 10 0,-1 5 0,-3 3 1,2-1-328,1 0 0,8-5 0,-3-2 0,1-4-1016,0-8 1,1-5 311,5-10 0,5-10 0,3-8 1,0-15 600,-1-10 0,6-14 0,-3-4 0</inkml:trace>
  <inkml:trace contextRef="#ctx0" brushRef="#br0" timeOffset="4">2449 231 8196,'0'-17'5688,"0"0"-5290,0 0 1,0 9 0,0 8-399,0 10 0,0 5 0,0 2 0</inkml:trace>
  <inkml:trace contextRef="#ctx0" brushRef="#br0" timeOffset="5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6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7">3254 642 8148,'9'-2'789,"-1"-2"606,-1-1 0,-5-3 1,6 4-1,0-3-565,3-3 1,6 5-1,6-5 1,5 0-1025,5 1 1,7-1 0,2-3 0,1 2-629,5-3 0,1 7 1,3-1 821,-1 1 0,-7-3 0,-2-7 0</inkml:trace>
  <inkml:trace contextRef="#ctx0" brushRef="#br0" timeOffset="8">4161 539 9763,'0'-17'4255,"0"10"-3656,0 7 1,0 15 0,-2 13 0,-1 5-661,-3 1 1,-2 8 0,4 2-1,-1-1-141,1-3 0,2-3 0,2-5 0,0-2-990,0-1 0,0-14-360,0 2 0,0-19 1552,0-3 0,8-16 0,1-6 0</inkml:trace>
  <inkml:trace contextRef="#ctx0" brushRef="#br0" timeOffset="9">4196 265 8216,'-6'-17'2327,"0"0"0,-2 6 71,3-1 0,3 7-2537,-4-7 1,6 10 0,6 0 0,5 8-5917,5 4 6055,1 1 0,0 6 0,0 0 0</inkml:trace>
  <inkml:trace contextRef="#ctx0" brushRef="#br0" timeOffset="10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7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7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39.4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1.6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1.6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1.693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1.6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120 129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1062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  <inkml:trace contextRef="#ctx0" brushRef="#br0" timeOffset="13">2072 796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4">2397 642 8524,'6'-11'1284,"0"-1"0,0 10-798,-6 2 0,-8 10 0,-2 15 0,-1 9-56,0 10 0,-1 5 0,-3 3 1,2-1-328,1 0 0,8-5 0,-3-2 0,1-4-1016,0-8 1,1-5 311,5-10 0,5-10 0,3-8 1,0-15 600,-1-10 0,6-14 0,-3-4 0</inkml:trace>
  <inkml:trace contextRef="#ctx0" brushRef="#br0" timeOffset="15">2449 231 8196,'0'-17'5688,"0"0"-5290,0 0 1,0 9 0,0 8-399,0 10 0,0 5 0,0 2 0</inkml:trace>
  <inkml:trace contextRef="#ctx0" brushRef="#br0" timeOffset="16">2945 557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17">3630 111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18">3254 642 8148,'9'-2'789,"-1"-2"606,-1-1 0,-5-3 1,6 4-1,0-3-565,3-3 1,6 5-1,6-5 1,5 0-1025,5 1 1,7-1 0,2-3 0,1 2-629,5-3 0,1 7 1,3-1 821,-1 1 0,-7-3 0,-2-7 0</inkml:trace>
  <inkml:trace contextRef="#ctx0" brushRef="#br0" timeOffset="19">4161 539 9763,'0'-17'4255,"0"10"-3656,0 7 1,0 15 0,-2 13 0,-1 5-661,-3 1 1,-2 8 0,4 2-1,-1-1-141,1-3 0,2-3 0,2-5 0,0-2-990,0-1 0,0-14-360,0 2 0,0-19 1552,0-3 0,8-16 0,1-6 0</inkml:trace>
  <inkml:trace contextRef="#ctx0" brushRef="#br0" timeOffset="20">4196 265 8216,'-6'-17'2327,"0"0"0,-2 6 71,3-1 0,3 7-2537,-4-7 1,6 10 0,6 0 0,5 8-5917,5 4 6055,1 1 0,0 6 0,0 0 0</inkml:trace>
  <inkml:trace contextRef="#ctx0" brushRef="#br0" timeOffset="21">4812 557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5.3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5.3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5.3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1063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5.338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5.3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754 777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">1079 623 8524,'6'-11'1284,"0"-1"0,0 10-798,-6 2 0,-8 10 0,-2 15 0,-1 9-56,0 10 0,-1 5 0,-3 3 1,2-1-328,1 0 0,8-5 0,-3-2 0,1-4-1016,0-8 1,1-5 311,5-10 0,5-10 0,3-8 1,0-15 600,-1-10 0,6-14 0,-3-4 0</inkml:trace>
  <inkml:trace contextRef="#ctx0" brushRef="#br0" timeOffset="2">1131 212 8196,'0'-17'5688,"0"0"-5290,0 0 1,0 9 0,0 8-399,0 10 0,0 5 0,0 2 0</inkml:trace>
  <inkml:trace contextRef="#ctx0" brushRef="#br0" timeOffset="3">1627 538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4">2312 92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5">1936 623 8148,'9'-2'789,"-1"-2"606,-1-1 0,-5-3 1,6 4-1,0-3-565,3-3 1,6 5-1,6-5 1,5 0-1025,5 1 1,7-1 0,2-3 0,1 2-629,5-3 0,1 7 1,3-1 821,-1 1 0,-7-3 0,-2-7 0</inkml:trace>
  <inkml:trace contextRef="#ctx0" brushRef="#br0" timeOffset="6">2843 520 9763,'0'-17'4255,"0"10"-3656,0 7 1,0 15 0,-2 13 0,-1 5-661,-3 1 1,-2 8 0,4 2-1,-1-1-141,1-3 0,2-3 0,2-5 0,0-2-990,0-1 0,0-14-360,0 2 0,0-19 1552,0-3 0,8-16 0,1-6 0</inkml:trace>
  <inkml:trace contextRef="#ctx0" brushRef="#br0" timeOffset="7">2878 246 8216,'-6'-17'2327,"0"0"0,-2 6 71,3-1 0,3 7-2537,-4-7 1,6 10 0,6 0 0,5 8-5917,5 4 6055,1 1 0,0 6 0,0 0 0</inkml:trace>
  <inkml:trace contextRef="#ctx0" brushRef="#br0" timeOffset="8">3494 538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8.8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1 608 8044,'0'12'-1636,"0"0"5053,0 1 195,0-5-1295,0 0-1451,0-8 1,8-8-540,3-4 1,7-3 0,3-5 0,4-3-189,2-6 0,5-4 0,6-2 0,3-2-210,-2-4 0,4 3 0,-3-7 0,-1 0-607,-2 1 1,-8 3-1,-2-4 1,-1 5-1335,-5 7 1,-10 0 986,-5 9 1,-6 9 0,-6 11 0,-3 8 1024,-1 7 0,-13 13 0,3 3 0</inkml:trace>
  <inkml:trace contextRef="#ctx0" brushRef="#br0" timeOffset="1">490 154 7350,'0'-17'-335,"-6"5"1767,0 0 1,0 7 68,6-7-1213,0 8 1,0 12-191,0 15 1,0 2 0,0 5 0,0 2 125,0 7 0,0 6 0,0 11 1,2 8-19,4 12 0,-4 7 1,6 7-1,-2 3-377,0 6 0,-1-2 0,-5-4 0,2-10-321,4-15 1,-4-13 0,4-15 0,-2-11-1213,2-7 1704,-5-13 0,15-9 0,-6-9 0</inkml:trace>
  <inkml:trace contextRef="#ctx0" brushRef="#br0" timeOffset="2">892 1202 8025,'11'0'9257,"1"0"-4875,-8 0-5247,3 0-291,-7 0 1,0 8 0,0 2-1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8.8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69 8135,'-12'0'3193,"1"0"-1758,7 0-922,-4 0 0,10 0 0,6-2-23,9-4 1,2 4 0,10-3 0,3 1-166,6-2 1,0 4-1,6-5 1,0 1-347,-1 0 1,3-1-1,3 3 1,-3-2-649,-6 2 1,-4 2 0,-3 2 668,-5 0 0,4 8 0,-5 2 0</inkml:trace>
  <inkml:trace contextRef="#ctx0" brushRef="#br0" timeOffset="1">138 155 8228,'-8'-10'-429,"6"-5"1,-3 3 510,3-3 1,0 6-1,-2 1 2128,-2 0-2112,0 7 0,6-5 0,-1 10-160,-5 1 1,2 14-1,-5-1 1,-1 2 346,1 5 0,3-4 0,-4 6 0,1-1-18,-1 1 0,6 2 1,-3 3-1,1-2-65,0-1 1,1-8 0,5 2 0,0-2-47,0 1 0,2-3 0,3 2 0,7-5-199,3-5 1,2-5 0,2 3-1,4-1-97,6-4 1,3-2 0,2-2 0,2 1-45,4 5 1,-2-4 0,6 6 0,-2-1 99,-4 5 1,-2 3-1,-2 4 1,-1 2 203,-5 2 0,-5 7 1,-12 1-1,-5 5 158,-4 4 1,-11 5-1,-10-5 1,-12 0-91,-7 2 1,-8-6-1,5 4 1,-3-5-107,-4-7 0,4-3 1,1-10-1,-1-2-413,0-1 1,12-10 0,-1-2 0,7-12-747,5-9 0,8-7 1077,1-12 0,8-4 0,-3-7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8.8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121 129 8501,'9'-26'0,"-3"3"772,-4 4 1,-2 2 615,0 0 0,0 5 609,0 1-1800,0 7 1,0 10 241,0 11 0,0 6 0,0-2 0,0 5 149,0 7 0,-8-1 0,-1 16 0,-3 3-86,1 4 0,-1 16 0,-5-1 0,0 6-296,0 6 0,6 7 1,1 3-1,3-5 23,3-5 0,2-14 0,2-12 1,2-11 44,3-10 0,5-11 0,7-12-224,0-7 1,0-3 0,2-4-1,2-1-199,2-3 1,0-6 0,-4 5-1,4-3-412,5-3 0,5-2 0,1-2 0,2 0-341,4-1 0,-2 1 1,8-2-1,-1-2-568,-1-1 1,-2 4 0,-8 7 1469,1-2 0,-1-3 0,0-1 0</inkml:trace>
  <inkml:trace contextRef="#ctx0" brushRef="#br0" timeOffset="1">1063 797 8887,'0'-17'0,"0"0"637,0 0 0,5 6 1,1-1 939,-2-1 0,-2-2-458,-2-3 0,-2 3-1031,-4 4 1,-1 1 0,-7 6-1,3-1-118,-3 1 0,-6 2 1,-5 4-1,0 4-71,0 5 1,-5 6 0,3 4 0,-1 4-50,-1 2 1,8 3-1,-2 8 1,4 2 226,2-2 1,8 4-1,3-2 1,6-2 54,6-2 1,3-7 0,10-3 0,6-3-44,9-8 0,2-5 1,10-10-1,0 0-76,-2 0 0,-3-10 0,-6-7 0,-3-9 5,-3-7 0,1-1 0,-9 0 1,-6-1-199,-7 1 1,-8 0-1,-8 0 1,-9-1-214,-10 1 0,-7 8 1,-6 5-1,-6 7-118,-3 9 1,0 5 0,3 5-1,6 9-2394,4 7 2905,9 5 0,-5 8 0,5 1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8.844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0 470 8915,'10'-8'-58,"-1"7"0,-5-7 3887,2 0-2845,-1 6 0,-3-11-488,4 7 1,-4 8-1,4 12 1,-4 5-124,-2 3 0,0 11 0,0-1 0,0 6-381,0 0 0,0-2 0,0-1 0,0-1-171,0 0 1,0-7 0,0-4 0,0-4-227,0-2 1,5-6 339,1 1 0,0-18 0,-6-4 1,0-11-270,0-5 1,0-3 0,0-5 0,0 0 113,0 0 1,0-1 0,0 1-1,0 0-171,0 0 0,5 5 0,3 0 0,2 1-68,3 1 0,4-3 0,6 7 0,5 2 9,5 2 0,3 4 1,2 2-1,4 3 437,2 2 0,1 3 1,7 5-1</inkml:trace>
  <inkml:trace contextRef="#ctx0" brushRef="#br1" timeOffset="1">651 624 8452,'9'0'1870,"7"0"1,-5 0-1326,4 0 0,10 0 1,4 0-1,5 0-418,6 0 1,-2-6-1,6-1 1,-1-1-139,1 1 1,-6-7 0,0 3 0,-5-4-235,-5-2 0,-13-1 0,1 1 0,-7 0-243,-5 0 0,-4 0 0,-8 2 0,-9 1 117,-9 3 1,-9 7-1,-3-2 1,-4 5 266,-1 1 1,5 1-1,-2 7 1,3 7 276,3 6 0,2 10 0,3-3 0,6 5 172,4 1 1,10 6-1,3 0 1,6-2-173,6-2 0,11-4 1,13-3-1,10-8-226,12-8 1,5-5 0,8-8 0,-3 0-216,3 0 1,-4-14 0,0-3 0,-2-4-969,-4-3 1236,-9 5 0,3-21 0,-5 3 0</inkml:trace>
  <inkml:trace contextRef="#ctx0" brushRef="#br1" timeOffset="2">2072 487 8245,'12'-17'526,"-1"0"1,-7 0 0,2 0 220,-4 0 1,-2 5 0,0 1-703,0-3 1,-2 5 0,-4-1 0,-5 3-156,-5 3 0,-3 2 0,-4 4 0,-5 2-59,-4 1 0,-3 9 0,1-3 0,0 4 58,0 3 0,-1 4 1,1 3-1,2 0 275,3 0 1,4 3-1,10-3 1,4 0-11,5-1 1,4-1-1,6-8 1,7-1-83,12-3 1,8-7-1,5 2 1,2-4-341,2-2 0,6 0 0,-7 0 0,1-2 57,2-4 0,-11 4 0,1-6 0,-3 3 119,-3-1 1,-5 0-1,0 8 1,-6 6 341,-3 9 1,-8 10 0,1 13 0,-3 9 374,-2 12 1,0 4 0,-2 16 0,-3 7-299,-7 7 1,4-45-1,-1 1 1,-2 1-1,-1 1 1,-2-2 0,-2 0-147,-3-2 0,0-1 0,-19 40 1,-6-27-1,2-10-41,4-9 0,-2-10 0,4-9 0,4-13-219,-1-12 0,1-10 0,-2-9 0,1-3-456,5-3 0,-3 0 0,8-3 0,2 1-237,2-1 0,2-8 1,2-2-1,4 0-75,5-2 1,4 4 0,4-8-1,4 1 847,5 1 0,20-5 0,5 5 0</inkml:trace>
  <inkml:trace contextRef="#ctx0" brushRef="#br1" timeOffset="3">2483 504 8245,'10'-24'0,"-1"5"0,-5-4 0,2 4 692,-2 2 1,-2 5 0,-1 3 33,5 1 0,-4 4 0,4 10-375,-4 5 1,-4 6-1,-2 6 1,-4 4 59,-1 0 1,-1 11 0,-3-4 0,2 4-88,-3 4 0,5-6 0,-3 4 0,1-6-145,1-5 1,1 1 0,5-7-1,-2-2 326,3-2-506,1-10 0,2-9 0,2-13 0,3-8-511,7-7 1,3-5-1,2-1 1,0 0-71,0 0 1,0 1 0,1 3-1,-1 1-5,0-1 0,2 3 1,2 1-1,2 1 153,-2 4 1,5-4 0,3 4 0,5 4-7,6 4 0,-4 9 1,4-2-1,-4 4 440,-2 2 0,8 0 0,2 0 0</inkml:trace>
  <inkml:trace contextRef="#ctx0" brushRef="#br1" timeOffset="4">3185 504 8175,'18'0'573,"-1"0"1,0 0 0,0 0 0,2 0-154,4 0 1,-4-7 0,6-3-1,-3-1-266,1-1 0,0 1 0,-6-4 0,-2 1 48,-3 3 0,1 0 0,-7-7-312,-2 1 0,-10 8 1,-7 3-1,-8 4-46,-8 2 1,-9 0 0,-4 2 0,-2 4 70,-3 5 1,5 4-1,2 4 1,4 2 225,2 2 0,7 6 0,4-4 0,6 1 114,6 5 0,5-1 1,12 0-1,9-3-106,12-2 0,3-2 0,16-8 0,3-4-439,6-5 0,-1-4 1,5-4-1,-2-4-258,0-5 1,-8-4-1,-9-2 1,-4-1 547,-1 1 0,-9-7 0,-1-3 0</inkml:trace>
  <inkml:trace contextRef="#ctx0" brushRef="#br1" timeOffset="5">4076 333 8222,'0'-17'553,"6"6"1,-1-1 90,-1-1 1,0-1 0,0 1-485,1 2 0,1 5 0,-8-3-456,-3 1 1,-5 2 0,-7 6 0,-2 0 199,-4 0 0,-4 6 0,-5 2 0,2 1 198,1 4 0,6 3 1,-5 1-1,-1 0 112,3 0 1,1 0-1,10 0 1,3 0-45,6 0 0,-1 1 1,1-1-1,4-2-81,6-4 0,11 5 0,10-5 0,4 4-90,7 2 0,0-5 0,8-1 0,-3 2 10,-2 3 0,-3 1 0,-4 0 1,-3 2 20,-7 4 1,-4-4 0,-7 4 0,-5-4-18,-4-2 1,-10 0 0,-5-2 0,-10-2-61,-11-1 1,-6-3-1,-8 3 1,2-6-449,-1-5 1,5-1-1,2 0 1,4 0-315,2 0 1,13-1-1,5-5 809,7-6 0,3-3 0,6-2 0</inkml:trace>
  <inkml:trace contextRef="#ctx0" brushRef="#br1" timeOffset="6">4795 333 8997,'12'-8'0,"-3"-3"681,-1-4 0,-1 3 1,-3 1 129,2-2-370,0-3 1,-8 1 0,-6 4-372,-9 5 1,-2 4-1,-12 2 1,-3 0 55,-4 0 0,-9 6 0,3 2 0,0 1-43,4 4 0,4 3 1,2 1-1,1-2 5,5-4 1,11 5-1,11-5 1,4 4-87,2 2 0,10-5 0,7-3 0,9 1-64,7-1 1,9-3 0,3 5 0,3 1 35,-3-3 0,-3 5 0,-7-7 0,-1 3-61,0 3 1,-7-3-1,-6 1 1,-8 2 45,-7 3 1,-6 6 0,-8 3 0,-9 0 5,-10 0 0,-13 3 0,-5-5 1,-5 0-234,-1 2 1,-1-6 0,3 2-1,5-8-120,10-7 1,2-5 0,11-2-385,5-5 1,11-4 0,14-7 771,8 0 0,20-8 0,-1-1 0</inkml:trace>
  <inkml:trace contextRef="#ctx0" brushRef="#br1" timeOffset="7">5189 282 8422,'10'0'1519,"-3"7"1,-9 5 0,-3 3-1246,-7 2 0,-3 8 0,-2 3 0,2 5-214,3 1 1,-3 6 0,5 0-1,1-4-367,3-6 0,-1 1 0,1-8 1,2-2-1754,2-2 0,4-8 2060,4 1 0,3-9 0,8 5 0</inkml:trace>
  <inkml:trace contextRef="#ctx0" brushRef="#br1" timeOffset="8">5258 59 8100,'0'-11'2756,"0"-1"-1112,0-1 0,0 3-1097,0-1 0,0 9-3821,0 2 3274,0 8 0,7 16 0,3 3 0</inkml:trace>
  <inkml:trace contextRef="#ctx0" brushRef="#br1" timeOffset="9">5788 419 8089,'8'-10'1929,"-6"-5"-716,4 4 1,1 1-973,-1-1 1,-8 7 0,-9-2-182,-5 4 1,-6 2-1,-1 2 1,2 2 43,2 2 0,-4 7 0,0-2 0,2 6 256,2 6 0,2-4 1,2 6-1,2 0 7,1 3 1,8-1-1,1 0 1,6-3-246,9-3 0,5 2 1,8-4-1,7-6-588,6-3 1,10-4 0,-3-6 0,5-2 59,1-4 1,-1-5-1,-5-10 1,-5-4 184,-4-2 1,-3-1 0,-7-6 0,-9-1 122,-9 1 0,-8 0 1,-8 0-1,-11 1-62,-13 5 0,-6 3 0,-11 8 0,-5 2-230,1 3 1,-6 5 0,4 8 0,5 5-130,8 6 1,8 5-1,6 7 1,7 9 50,7 5 1,7 4-1,11-4 1,5 2 467,8-2 0,12-2 0,-3-2 0</inkml:trace>
  <inkml:trace contextRef="#ctx0" brushRef="#br1" timeOffset="10">6439 265 8089,'12'0'1922,"-1"0"1421,-7 0-3048,3 0 0,-7 7 0,0 6 1,0 7 8,0 2 1,-1 9 0,-3-5-1,-2 3-15,2 0 0,2-3 0,2 3 0,2-5-280,4 1 1,3-8 0,10 2 0,2-7-204,2-5 0,8-1 0,-3-8 0,5-4-162,1-5 0,6-6 0,0-4 1,0-4 31,2-1 1,-8-1-1,2-3 1,-7 3 173,-5 2 0,-1 2 0,-8 6 669,-3 0 0,-7 9-163,-10 8 1,-5 10-1,-7 13 1,2 5-81,3 5 0,5-5 0,7 1 0,0 1-411,0 3 1,15-5 0,10-1 0,13-3 134,13-3 0,8-2 0,10-1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1:48.8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754 777 7895,'0'-17'81,"0"0"1,0 0-1,0 0 829,0 0 0,0 0 1,0-1-335,0 1 1,-2 2-1,-2 2 1,-3 3-361,-3 3 1,-1-5-1,-8 7 1,-2 1-155,-2 2 1,-7 4 0,1 5 0,-3 9 4,-3 4 0,1 11 1,0-3-1,2 5-262,3 1 0,0 6 1,10 0-1,4-4-115,0-5 0,7 1 0,3-5 215,3-1 0,9-3 0,5-12 1,5-5 4,6-4 1,3-2 0,9-2 0,-1-4-44,0-5 1,0-4 0,-1-2 0,-5 0 2,-5-1 0,2 1 0,-2 2 0,-2 2-10,-2 1 0,-8 3 0,0-3 151,3 7 0,-5 3 0,1 4 1,-3 5 171,-3 10 0,4 8 1,-2 11-1,-3 4 147,-1 6 0,-2 11 0,-2 6 0,-3 5 56,-7 7 0,-11 3 0,-7 7 0,-6 1-120,-4-1 0,-8-7 0,3-3 0,-5-7-41,-1-5 1,1-12 0,3-11-1,3-5-115,2-7 0,-4-11 1,6-11-1,4-4-383,6-2 1,3-10 0,6-5 0,0-8-578,6-3 0,0-3 1,9-5-1,2-2-41,3-4 1,8 2 0,5-6 890,3 2 0,9-6 0,3 5 0</inkml:trace>
  <inkml:trace contextRef="#ctx0" brushRef="#br0" timeOffset="1">1079 623 8524,'6'-11'1284,"0"-1"0,0 10-798,-6 2 0,-8 10 0,-2 15 0,-1 9-56,0 10 0,-1 5 0,-3 3 1,2-1-328,1 0 0,8-5 0,-3-2 0,1-4-1016,0-8 1,1-5 311,5-10 0,5-10 0,3-8 1,0-15 600,-1-10 0,6-14 0,-3-4 0</inkml:trace>
  <inkml:trace contextRef="#ctx0" brushRef="#br0" timeOffset="2">1131 212 8196,'0'-17'5688,"0"0"-5290,0 0 1,0 9 0,0 8-399,0 10 0,0 5 0,0 2 0</inkml:trace>
  <inkml:trace contextRef="#ctx0" brushRef="#br0" timeOffset="3">1627 538 7436,'18'0'858,"-7"0"0,0 0 1031,3 0 0,-5-8-998,3-3 0,-9-5-1020,3-1 0,-6 2 0,-6 4 0,-7 3 34,-8 0 0,-5 6 0,-9-3 1,1 5-32,0 5 1,0 5 0,1 7 0,3 0 67,1 0 1,8 0 0,0 2-1,8 2 245,7 2 1,4 6-1,4-6 1,6-1-17,9 3 1,8-6-1,9 4 1,0-4-120,1-2 0,-1-2 1,0-1-1,-2-3-80,-3 2 1,-4 3-1,-10 1 1,-4 0-16,-5 0 1,-4 0 0,-4 0 0,-6 2 55,-9 4 0,-7-4 1,-11 4-1,-1-4-232,-4-2 1,4-7 0,-2-5-1,6-3-304,3-2 0,8 0 0,-2-2 0,6-3-637,6-7 1,3-5 1159,8-6 0,0-3 0,0-9 0</inkml:trace>
  <inkml:trace contextRef="#ctx0" brushRef="#br0" timeOffset="4">2312 92 8148,'0'-17'160,"0"0"0,0 0 448,0 0 1,0 5-308,0 1 0,0 15 1,-2 1-1,-3 13 103,-7 10 1,-3 3 0,-2 14 0,0 3 251,0 1 0,0 10 0,0 4 0,-1 4-203,1 1 0,6 1 1,1-1-1,1 1-308,-1-1 0,7-7 0,-3-6 0,4-9-712,2-12 0,6-7 1,1-12-1572,3-4 0,-6-5-1087,1-12 3225,-3-11 0,-9-9 0,-3-9 0</inkml:trace>
  <inkml:trace contextRef="#ctx0" brushRef="#br0" timeOffset="5">1936 623 8148,'9'-2'789,"-1"-2"606,-1-1 0,-5-3 1,6 4-1,0-3-565,3-3 1,6 5-1,6-5 1,5 0-1025,5 1 1,7-1 0,2-3 0,1 2-629,5-3 0,1 7 1,3-1 821,-1 1 0,-7-3 0,-2-7 0</inkml:trace>
  <inkml:trace contextRef="#ctx0" brushRef="#br0" timeOffset="6">2843 520 9763,'0'-17'4255,"0"10"-3656,0 7 1,0 15 0,-2 13 0,-1 5-661,-3 1 1,-2 8 0,4 2-1,-1-1-141,1-3 0,2-3 0,2-5 0,0-2-990,0-1 0,0-14-360,0 2 0,0-19 1552,0-3 0,8-16 0,1-6 0</inkml:trace>
  <inkml:trace contextRef="#ctx0" brushRef="#br0" timeOffset="7">2878 246 8216,'-6'-17'2327,"0"0"0,-2 6 71,3-1 0,3 7-2537,-4-7 1,6 10 0,6 0 0,5 8-5917,5 4 6055,1 1 0,0 6 0,0 0 0</inkml:trace>
  <inkml:trace contextRef="#ctx0" brushRef="#br0" timeOffset="8">3494 538 8141,'17'0'873,"0"0"1,-5-6 0,-3-2 226,-1-1 1,-4 3 0,-10-3-804,-5 1 1,-7 2 0,-3 6-1,-5 0-115,-7 0 1,9 2 0,-11 2 0,3 4 257,0 1 0,3 8 0,3 6 0,1 0-20,4 2 1,4 1 0,5 8-1,7 1-195,3-1 1,11 0 0,10-1 0,16-3-501,14-1 1,4-10 0,10 0 0,4-8-3479,5-3 3753,-2-3 0,14-12 0,-6-3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2:16.9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440 463 8456,'10'-8'80,"-5"-3"0,-1-5 0,0-1 1,3 0 887,3 0 1,-6 0 0,1 0 0,-1 0-151,2-1 1,-4 1 0,4 0 0,-5 0-441,-1 0 1,0 0 0,-1 0-1,-5 1-328,-6 5 0,-10 3 0,-7 8 0,-3 2-153,-3 4 0,-1 5 0,-2 12 0,-4 8-146,-1 7 0,3 7 0,-2 13 0,4 4 122,5 5 0,13 1 0,0 1 0,9 1 254,3 5 1,10-13-1,14 1 1,8-10-150,11-7 1,10-6-1,3-11 1,5-8-278,4-8 0,2-7 0,-4-12 0,2-6-348,-1-3 0,-16-8 0,-8-1 1,-5-1-2448,-7 0 3094,-8-5 0,3 3 0,-5-7 0</inkml:trace>
  <inkml:trace contextRef="#ctx0" brushRef="#br0" timeOffset="300">1022 223 7959,'15'-25'0,"-3"-2"263,-6 1 0,-3 7 989,3 7 0,-4 10 0,2 2-664,-8 10 0,0 15 0,-7 9 0,-3 10-23,-1 5 0,-2 4 0,0 5 1,0 4-156,0 5 1,0 0-1,-1-3 1,3-1-300,4 2 1,-2-1-1,7-1 1,2-8-377,2-7 1,2-8 0,2-12 0,4-7-554,5-7 1,4-7 0,2-7-1,1-2-100,-1-3 0,0-5 0,-2-7 918,-3 0 0,3-8 0,-6-1 0</inkml:trace>
  <inkml:trace contextRef="#ctx0" brushRef="#br0" timeOffset="766">1485 839 8187,'7'-24'135,"-5"3"0,6-6 1,-3 2 942,1 4 0,2 2 0,-4 2-166,1 0 0,7 0-776,-7 0 0,-1 5-330,-9 1 1,-5 7 0,-9 0 0,-2 6 92,-2 4 1,-7 7-1,3-1 1,-1 3 149,-1 2 1,2 8-1,-3 1 1,3 3 246,3 0 0,1-1 0,6 6 1,1-1 40,5-5 1,3 3-1,8-7 1,2 1-112,4 0 1,3-2-1,11-8 1,0-4-223,3-5 1,8-4-1,-3-2 1,5-4-163,1-7 1,-2-1-1,-1-11 1,-5 3-22,-1-3 1,-2 2-1,-6-6 1,0 2 146,0 4 1,-7 2-1,-3 2 34,1 0 0,-8 2 0,2 5-80,-6 10 1,-9 10 0,3 11-1,-1 4 13,-1 1 0,9 1 0,-3 3 0,4-1-85,2 1 1,8-5-1,3-2 1,4-6-193,2-6 1,8 3 0,4-9 0,3-1-460,2-2 0,2-9 0,2-5 0,2-5-1871,-2-6 2672,-1 4 0,-3-13 0,0 5 0</inkml:trace>
  <inkml:trace contextRef="#ctx0" brushRef="#br0" timeOffset="1149">2341 651 8705,'17'0'0,"-2"-2"676,-3-4 0,-5 3 0,-5-7 0,2 1 374,2-1 1,-1-1-1,-7-5-757,-3 5 0,1-2 0,-7 7 0,-3 2-509,-1 2 0,-4-4 1,-4 1-1,-3 1 1,-1 2 0,-5 8 1,3 1-1,-3 1-1,-3 0 0,9 5 0,3-4 0,4 3 368,2-1 1,0 1 0,1 5 79,5 0 1,3 0 0,10 0-1,4 0-32,5 0 0,12-5 1,6-1-1,3 3-182,2 1 0,1 2 0,-1 0 1,0 0-169,0 0 0,-1 0 0,-5 2 0,-5 2 144,-4 2 1,-9 0 0,-5-6-1,-3 2 63,-2 4 1,-13-4 0,-6 2 0,-6-6-63,-5-3 1,-3-9 0,-1 3 0,0-4-536,0-2 1,1-2 0,5-4 0,5-5-536,4-4 0,4-2 1,3 0-1,7-1 1075,3 1 0,9 0 0,3 0 0</inkml:trace>
  <inkml:trace contextRef="#ctx0" brushRef="#br0" timeOffset="1533">2957 651 8261,'16'-8'888,"-5"-3"0,2 1 0,-7-1-106,-2-2 0,-2-3-314,-2-1 0,0 6 0,-2 1-456,-4 3 1,-3-1-1,-8 4 1,-3-1-8,-2 1 0,-5 2 1,-7 4-1,0 2-18,-1 1 1,3 7 0,3-5 0,5 3 106,-1 3 0,6-3 0,-2 1 0,8 2 8,7 3 0,4 1 0,2 0 0,0 2 31,0 4 0,13-4 1,6 4-1,6-2-31,6 1 0,1-3 1,2 6-1,0-2-121,1 0 0,-7 2 0,1-4 0,-1 1-31,-1-1 1,-8-2 0,-10-2 0,-1 1-141,-4-1 0,-4 0 1,-8-2-12,-9-4 0,-8-3 0,-9-8 0,0 0-127,0 0 0,-1 0 0,3-2 0,2-2-465,1-1 0,8-7 0,-2 5 793,4-3 0,10-1 0,1-6 0</inkml:trace>
  <inkml:trace contextRef="#ctx0" brushRef="#br0" timeOffset="1816">3471 634 8910,'-2'-10'1379,"-3"5"0,1 12 0,-6 8 0,3 8-788,3 4 1,-4 3 0,2 8 0,1 2-421,-3-2 0,6-1 1,-3-5-1,3-2-707,2-1 1,0-8 0,2 0-619,3-8 1,5-7 0,5-12 1153,-4-5 0,5-12 0,-7-4 0</inkml:trace>
  <inkml:trace contextRef="#ctx0" brushRef="#br0" timeOffset="1967">3523 274 8156,'0'-26'2652,"0"3"0,0 4-613,0 2 1,0-1-1634,0 1-2025,0 8 1,5 9 1618,1 11 0,7 4 0,-3 3 0</inkml:trace>
  <inkml:trace contextRef="#ctx0" brushRef="#br0" timeOffset="2299">3865 1062 8048,'17'17'996,"-5"-7"2665,-1-5-2464,-7 5 1,3-10-1,-7 0-609,0-10 0,0-5 1,0-2-1,0-2-314,0-4 0,0-5 0,0-11 1,0-2-300,0-3 1,0-4 0,0-9 0,0-6-230,0-3 1,2 3 0,4 0 0,7-1-240,8-3 0,6 0 1,7 6-1,2 8-234,4 6 0,-4 14 0,6-1 0,-2 5 162,0 9 0,0-1 0,-6 15 1,1 2-106,-1 2 1,0 2 0,-2 2 0,-3 4 669,-6 5 0,-4 4 0,-2 3 0</inkml:trace>
  <inkml:trace contextRef="#ctx0" brushRef="#br0" timeOffset="2532">3814 719 8233,'0'18'327,"0"-1"773,0 0 1,2-8-300,3-3 0,5-4 0,9-2 0,4 0-736,5 0 0,10-6 1,4-1-1,0-3-177,0-3 1,3-1 0,-5 1 0,-2 2 111,-1-3 0,5-1 0,1-2 0</inkml:trace>
  <inkml:trace contextRef="#ctx0" brushRef="#br0" timeOffset="2783">4396 737 8100,'11'0'934,"1"0"1,-7 0 0,5 1-85,-2 5 1,-3 4 0,-5 9-1,0 4-553,0 5 0,0 3 0,0-1 0,0-1-287,0 1 0,0 0 0,0-1 0,0-6-849,0-4 1,0-2-819,0 0 1,0-9-1,0-8 1657,0-10 0,0-13 0,0-3 0</inkml:trace>
  <inkml:trace contextRef="#ctx0" brushRef="#br0" timeOffset="2935">4636 394 8079,'0'-17'0,"0"0"0,0 0 1161,0 0 0,0 5 2276,0 1-3437,0 7 0,0-4 0</inkml:trace>
  <inkml:trace contextRef="#ctx0" brushRef="#br0" timeOffset="3234">5286 788 8033,'18'0'880,"-1"0"0,-8-8-382,-3-3 0,-4 1 1,-4 1-1,-4-1-280,-5 1 1,-6 3 0,-4-3 0,-4-1-97,-2 1 1,1 5-1,-5-2 1,3 4 150,-3 2 1,5 8 0,-1 3 0,0 4 91,1 3 1,3 6 0,-2 5 0,4 5-77,6 6 1,9-4 0,1 4 0,5-4-373,5-1 1,7-7-1,12-1 1,9-3-423,5-3 0,9-9 0,-3-6 0,2-5-998,-1-1 1,-5-3-1,4-7 1503,-2-7 0,-2-12 0,-6 3 0</inkml:trace>
  <inkml:trace contextRef="#ctx0" brushRef="#br0" timeOffset="3700">5817 805 8041,'6'-17'554,"0"0"1,5 5 0,-3 1 432,1-2 1,1-3-1,3 1-153,-2 4-787,-7-4 1,2 7-1,-12-3 1,-5 5 259,-4 4 1,-10 10 0,-4 1-1,-3 4 212,-2 5 1,1-5 0,3 12-1,1-3-144,-1 1 0,3 8 0,1-3 0,3 5-213,8 1 1,-1-2 0,11-1 0,1-5-242,2-1 1,12-2 0,7-8 0,9-4-474,7-5 1,1-4 0,0-4 0,0-4 28,1-5 0,-1-4 0,0-4 1,0-2 117,1-2 0,-9-7 1,-3 1-1,-4-1 253,-2 1 1,-1-1 0,-3 7 0,-4 2 315,-1 2 1,-4 4 118,-10 3 0,2 5 0,-7 10 0,-1 7 25,3 7 1,-4 12-1,5-1 1,0 3 35,1-3 0,1 4 0,6-3 0,2 1-229,4-1 0,-3 1 0,9-7 0,3-2-563,6-2 1,0-4 0,7-3 0,3-6-1504,1-5 1,-3-2 0,-1-5 1950,3-6 0,1-10 0,2-5 0</inkml:trace>
  <inkml:trace contextRef="#ctx0" brushRef="#br0" timeOffset="4000">6605 154 7997,'0'-17'1554,"0"0"-1252,0 0 0,0 9 0,0 8 1,0 12 307,0 9 1,-6 13 0,-1 12-1,-1 5 132,0 6 1,-3 4 0,3 7-1,1 1-154,-1-1 0,-3 7 1,5-1-1,2-4-343,2-5 0,2-8 0,0-11 1,0-6-1006,0-4 0,0-10-512,0-3 1,2-11-1,2-8-538,2-8 0,0-8 0,-6-9 1810,0-1 0,-8-9 0,-2 4 0</inkml:trace>
  <inkml:trace contextRef="#ctx0" brushRef="#br0" timeOffset="4182">6297 685 9290,'2'10'1565,"3"-5"0,7-3 0,9-2 0,5 0-1477,7 0 0,-1-2 0,12-1 0,0-5-999,-1-2 0,3 1 1,4-4-1,-3 1 911,-1-1 0,-8-10 0,4-4 0</inkml:trace>
  <inkml:trace contextRef="#ctx0" brushRef="#br0" timeOffset="4416">7050 685 10529,'0'17'1278,"-2"2"0,-1 2 1,-3 6-959,2 5 1,0-1-1,0 9 1,-1-4-226,1-2 1,2 0 0,2-1 0,0-5-759,0-5 0,8-6-1351,3-5 0,4-7 1,1-10 2013,-5-7 0,4-11 0,-5-3 0</inkml:trace>
  <inkml:trace contextRef="#ctx0" brushRef="#br0" timeOffset="4567">7153 360 9662,'-6'-17'2087,"1"0"1,-1 5-232,6 1-3754,0 7 0,6 4 1898,-1 11 0,16 5 0,-2 1 0</inkml:trace>
  <inkml:trace contextRef="#ctx0" brushRef="#br0" timeOffset="4983">7581 788 7989,'17'-6'502,"0"1"0,-5-3 1,-3 2 73,-1-5 0,-2 1 0,-8-1-321,-4-2 1,-3 5-1,-9 2 1,1 4 157,0 2 0,-6 0 0,1 0 1,1 2 14,2 4 0,-4 5 0,0 10 0,2 4-41,2 2 0,8 1 1,1 6-1,2 1-262,5-1 0,3 0 1,5 0-1,7-1-405,3-5 1,10 3 0,1-10 0,5-4-117,3-4 0,-4-9 0,8 0 0,-5-8-52,-5-7 1,-1-12-1,3-6 1,-5-3 19,-6-2 1,0-6 0,-13-2-1,-2 0 105,-2 0 0,-6 2 0,-8 8 0,-10 1 345,-9 3 0,-3 13 1,-2-1-1,-2 7-39,-2 5 0,6 10 0,7 7 1,2 8-480,4 7 1,4 5 0,6 3 0,5 2-110,4 2 1,4 6 0,4-8 604,5-6 0,4 2 0,2-7 0</inkml:trace>
  <inkml:trace contextRef="#ctx0" brushRef="#br0" timeOffset="5383">8061 685 8774,'0'12'2146,"0"-1"1,0-5-1568,0 5 0,-6 1 1,0 7-1,2 2-119,3 1 0,1 9 0,0-5 1,0 3-53,0 0 0,0-1 0,1 4 0,3-1-231,2-3 1,7-7 0,-3 2 0,1-6-189,1-5 0,5-5 1,6-7-1,-1-2-587,3-3 0,2-7 0,7-9 1,0-5-73,1-7 1,-3 3 0,-2-10-1,-1 4 296,1 2 0,-5-1 0,-2 3 0,-4 2 437,-2 1 0,-6 14 123,1-2 1,-10 11-1,0 2 1,-8 10 397,-4 11 0,1 8 1,-4 9-1,3 0-511,3 0 1,1 1 0,8-3 0,5-3-1126,10-7 1,8-3 0,13-1 1051,8-1 0,7-8 0,16-1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4T12:02:15.4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1 649 15102,'17'-7'463,"-6"3"0,3-9 0,3-5-318,4-2 1,9-11 0,1 1 0,5-8-109,4-8 1,7-4-1,-1-1 1,4 0-146,1-1 0,-7 3 0,-4 3 0,-6 8-490,-6 8 1,-3 1 0,-10 10 82,-3 4 1,-6 9 289,-12 0 2,4 12 0,-11 4 277,7 7 1,0-6 0,4-1 0,-1-1 193,-3 1 1,0-5 59,6 7 154,0-8-131,0 3-759,0-7 0,0 8 557,0 3 0,0 12 0,0 6 0,0 5 57,0 6 0,0 11 0,-2 14 1,-2 9-94,-1 12 1,-3 1 0,4 7-1,-1-7-28,1-9 1,2-19-1,2-11 1,0-8-115,0-8-1274,0-9-209,0-6 0,0-8-960,0-3 2492,7-4 0,-5 13 0,6-5 0</inkml:trace>
  <inkml:trace contextRef="#ctx0" brushRef="#br0" timeOffset="280">960 992 8181,'0'-12'1448,"0"1"0,0 5 1032,0-5-1287,0 7 0,2-4-488,4 8-2583,-5 0 0,7 2 1878,-8 4 0,0-4 0,0 6 0</inkml:trace>
  <inkml:trace contextRef="#ctx0" brushRef="#br0" timeOffset="763">1696 204 8278,'0'-17'123,"0"0"0,0 0 339,0 0 0,2 7 1,2 2 1124,2 1-578,-1-3 1,-6 1-734,-5 3 0,2 8 0,-7 8 0,-3 9-83,-1 5 0,-8 12 1,0 10-1,1 4-87,-3 1 1,6 10 0,-2 5 0,6 9-98,3 3 0,8-4 1,1 4-1,8-2-48,12-4 1,8-11 0,9-9 0,3-12 103,3-10 0,3-7 0,9-12 1,-1-5-139,0-4 0,-7-6 0,-4-5 0,-2-11-31,2-4 1,-9 1-1,1-6 1,-5 1-206,-6 1 1,-10-5-1,-5 3 1,-4-1-67,-2 1 1,-8-1 0,-5 7 0,-8 2 320,-8 2 0,-9 10 0,-4 3 0,0 4 151,1 2 0,-5 9 0,6 7 1,4 7 9,5 3 0,7 3 1,8 5-1,5 0-594,5 0 1,14-1 0,9-5-1,12-7 487,9-7 0,13 1 0,10-6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0:43.1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88 445 7513,'-8'10'1330,"-1"0"-594,-9-5 0,7-3-126,-1 4 0,6 2 806,-6-2-623,9 7 0,-5-9 1099,8 8-1513,0-8 0,8 3 0,5-9 0,7-3-237,3-7 0,8-5 1,0-7-1,6-5-245,4-4 0,1-2 0,-1-2 0,4-1-566,-1-3 0,5-2 1,-8 4-1,-1-1-103,3 1 0,-14 4 0,0 6-117,-7 5 0,-13 15 773,-3 9 0,-4 15 0,-4 14 0,-2 4 627,-2 2 0,-1 8 0,3 4 0,-2 5 125,2 6 1,2 6-1,2 10 1,0 4-145,0 1 1,0-5-1,0 0 1,0-6-295,0-4 1,6-16 0,0-3-1,0-12-996,1-10 1,-3-9-866,8-3 0,-8-9-1992,1-2 3655,-3-8 0,-2-17 0,0-2 0</inkml:trace>
  <inkml:trace contextRef="#ctx0" brushRef="#br0" timeOffset="269">1258 987 9374,'-11'0'2916,"-1"0"0,6 0-1599,-6 0-1534,9 0 217,-5 0 0,0 0 0,-2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49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228 954 8251,'17'-2'-492,"0"-4"996,1-6 1,-3 2-1,-1-1 360,-2-3 1,-6 1-1,3-1 1,-1 2-369,-4-1 1,-2 3 0,-2-2 0,0-1-195,0-3 1,0-1 0,-2-1-207,-4 1 1,-4 5 0,-9 3 0,-2 1-164,-3 4 0,-5 2 1,4 4-1,-2 4-68,-4 5 0,4 11 0,-1 3 0,3 2 74,4 4 1,1 4-1,5 4 1,3 2 66,6-2 0,5-3 0,1-3 0,1-2 110,5-1 1,10-11 0,9-2-1,2-9 120,4-6 1,4-4 0,4-4-1,0-7-32,-6-9 1,2-5 0,-6-8 0,4-2-127,2-3 0,-8-5 0,-2-7 0,-2-1-107,1 1 1,-7 0-1,-5 1 1,-1 3-213,-1 1 0,-2 10 1,-8 0-1,0 6-153,0 0 0,0 6 126,0 2 1,0 13 107,0 10 0,-6 10 1,-2 11-1,-1 6 82,-5 6 0,-1-2 0,-1 10 0,2-2 250,3 2 1,1-3-1,-4 9 1,5-1-61,1-1 1,2 4-1,6-7 1,2 1-363,4 0 1,4-3 0,9-5 0,4-2-387,6-4 0,4-9 0,2-10 1,0-3-171,0-3 1,-2-4 0,-4-6 0,-3-5 805,-1-5 0,-6-9 0,6-2 0</inkml:trace>
  <inkml:trace contextRef="#ctx0" brushRef="#br0" timeOffset="467">1101 831 8251,'17'-2'320,"-1"-3"400,-5-7 1,3 2 0,-8-1 0,0-3 4,1-2 0,-5 5 1,4-1-511,-4-1 0,-2-3 1,0-1-125,0-1 0,-8 8 1,-3 5-1,-5 1-47,-1-2 1,-3 4 0,-3-2 0,-6 8-140,-4 8 0,4 3 0,0 3 0,0-1 170,1 1 0,-3 7 0,8 4 0,2 4 66,1 2 1,5-6 0,3-2 0,6 0-4,4 0 1,4-5 0,4 1 0,8-4-23,7-1 0,0-8 0,9-5 0,1-3-137,2-2 0,2-7 0,-3-5 0,0-4-77,-3-1 1,-6-6-1,4-3 1,-2 1 70,-3 0 1,-5-4-1,-3 6 1,-5 1 479,-1 3 0,-2 1-226,-6 1 1,-2 7-1,-2 6-165,-2 8 1,-7 8-1,1 11 1,-1 4-27,1 0 0,-2 6 1,9-3-1,1 1 20,2-2 0,4 4 0,3-6 1,7 0-552,4-4 1,9-5 0,2-7 0,4-3-515,4 0 0,-10-6 0,10 2 0,-2-8 1009,0-8 0,2-3 0,0-3 0</inkml:trace>
  <inkml:trace contextRef="#ctx0" brushRef="#br0" timeOffset="1233">1922 63 8241,'0'-12'0,"2"3"0,1-1 419,3 0 1,0 4 2416,-6-5-2272,0 7 1,0 4 0,0 13 0,0 9-101,0 7 1,-2 6 0,-2 6 0,-4 7-117,-1 8 0,5 1 1,-4 5-1,2 0-103,0 0 0,-5 2 0,5 4 1,0-4-647,-2-6 1,6-11-1,-3-7 1,3-5-3661,2-6 2967,0-3 1,6-24 0,-1-8-1,1-8 1094,2-3 0,-6-9 0,6-1 0</inkml:trace>
  <inkml:trace contextRef="#ctx0" brushRef="#br0" timeOffset="1483">1590 569 9032,'-10'-17'1800,"2"5"-1215,8 1 1,2 7 0,4-2-255,6 4 0,-3 2 0,3 0 0,2 0 110,1 0 1,5 0-1,1 0 1,2 0-75,-1 0 0,3 0 1,0 0-1,2 0-426,4 0 0,2 0 0,2 2 0,0 2-1075,0 2 1,2-1-1,2-3 1,1 2-3760,-1 2 4893,6 0 0,-1-6 0,9 0 0</inkml:trace>
  <inkml:trace contextRef="#ctx0" brushRef="#br0" timeOffset="1969">2515 779 8422,'18'0'162,"-1"0"0,1 0 412,-1 0 0,-5-6 0,-2-2 711,-3-1 0,-1 3-392,-6-6 1,0 1-738,0-7 1,-6 6 0,-3 3 0,-5 1-128,-5 4 1,-5 2 0,1 2-1,-6 0-113,-4 0 1,-4 2 0,-2 4-1,0 6-58,6 3 1,-1 4 0,4 3 0,-1 3 0,2 2 0,4-4 0,10 5 0,3-1 191,6 0 1,4-6 0,4 3 0,6-7 121,9-5 0,3-5 0,11-7 0,4 0-29,4 0 1,1-1 0,-5-5 0,0-8-149,0-7 1,0 1-1,-2-5 1,-2 0-83,-2-4 1,-8 2 0,3 0 0,-5 1 247,-1 5 0,-9 2-4,-3 1 1,-6 4 0,-6 9-145,-5 10 0,-3 9 0,1 5 0,3 5-186,2 5 0,2 2 0,6 0 1,0-4-307,0-2 1,4 4 0,6-5-1,9-3-407,6-2 1,6-9 0,10-2 885,6 0 0,3-6 0,3 5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47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1 272 6489,'17'0'2551,"-7"-7"0,-2 3-719,-8-8-1477,0 8 0,0-2 1,0 12-1,1 4 161,5 0 0,-4 11 1,4-4-1,-4 5-245,-2 3 1,0-4-1,0 7 1,2-1-213,4 0 0,-4-6 1,5 2-1,-1-3 16,0-3 1,2-1 0,-2-4-32,5-7 1,-1-5-1,0-5 1,-1-7-160,1-4 1,2-9-1,3-2 1,-1-2-131,-2 0 0,-3 2 0,5-4 0,-3 3-1,3 3 0,2-4 0,-1 6 0,-1 1-310,-3 3 1,1 7-1,5 3 386,1 1 1,-1 4 0,-1 10 0,-3 5 326,-1 5 0,-2 9 1,1 4-1,-3 4 171,0 2 1,-6-6 0,4 0-1,-4 3 130,-2 0 1,2-4-1,2-3 108,1 0-321,1-5 0,-4-5 0,4-15 0,4-10-218,-1-5 1,9-10 0,-3-3 0,7-1-251,-1 0 1,-2 0-1,-1-4 1,-1 2-53,1 2 1,-3 8 0,-1-3 0,-2 5-61,1 1 0,-3 7 0,1 1 125,3 2 0,-4 3 0,-1 6 0,-1 5 245,-4 6 1,-2 5 0,0 5 0,2 3 414,2 2 0,0 2 0,-6 6 0,0 0-158,0 0 1,0-2 0,0-2-1,0-4-77,0-2 0,0 5 0,0-7-891,0-2 0,1-9-374,5-6 0,2-6 0,6-6 0,-5-6-1195,-1-3 0,4-3 2245,-6 1 0,7-8 0,-3-3 0</inkml:trace>
  <inkml:trace contextRef="#ctx0" brushRef="#br0" timeOffset="399">1118 342 8321,'0'-17'248,"-5"5"0,-1 0 451,2-1 1,0 5 0,0 0 1110,-2 1-1482,0 5 0,6-4 1,0 12-1,0 5 76,0 5 0,0 3 0,0 3 1,0 1-36,0-2 1,0 6-1,2 1 1,4-1-164,6-4 0,-2 2 1,1-1-1,3-3-157,1-2 0,9-3 0,1-5 0,0-5-100,0-4 1,4-2-1,-3-4 1,-1-5-245,0-9 1,4-5 0,-6 0 0,-3-7 96,-7-3 1,1 1 0,-8 0 0,-2 3 180,-2-2 0,-2 0 1,0 0-1,-2 4-73,-4 2 0,-4 3 1,-7 11-1223,-1 5 1,1 6-1,1 8 1312,5 9 0,-5 8 0,6 10 0</inkml:trace>
  <inkml:trace contextRef="#ctx0" brushRef="#br0" timeOffset="750">1974 377 8286,'10'-17'1226,"-4"-1"0,-4 1 258,-2-1 0,0 7-910,0-1 0,0 0-410,0-5 0,-8 5 0,-4 3 0,-3 1 31,-3 4 1,1 2 0,-3 2 0,-3 2-123,-6 4 0,2 3 0,-2 11 1,0 1-71,1 2 0,3 7 0,10-5 0,3 0 10,6 0 0,4 6 0,4-4 1,6 1-24,9-5 0,11-4 0,10-3 0,5-4-134,2-7 1,-7-3 0,5-2 0,-2 0-577,0 0 1,-3-2-1,-8-3 1,-7-7-1062,-4-4 0,-3-1 1781,-5-1 0,5-7 0,-6-2 0</inkml:trace>
  <inkml:trace contextRef="#ctx0" brushRef="#br0" timeOffset="1164">2201 63 8286,'10'-12'396,"-4"1"1,-4 5 2252,-2-6 0,0 6-1035,0-5-1325,0 7 0,0 6 1,0 13 171,0 7 0,0 7 1,0-2-1,0 4-21,0 6 0,2 2 0,1-3 0,3 3-185,-2 2 0,4 0 0,0-6 0,1-2-253,5-4 1,1 2-1,3-10 1,1-3-250,5-5 0,-5-9 0,6 0 0,-1-8-252,-1-8 1,2-5 0,-4-4 0,3-5-144,-3-1 0,-2 0 0,-1-4 0,-1 4 130,1 2 1,-9 1 0,-3 7 599,-4-1 240,-2 1 1,0 9 0,-2 8 0,-2 10-102,-1 5 0,-1 3 0,6-1 1,0 3-263,0 3 1,2-4 0,4 5-1,5-5-704,5-1 0,7-1 0,4 0 0,4-1 739,6-4 0,10 3 0,-3-5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44.8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8261,'9'-8'444,"5"4"1706,-8-8 176,0 8-1904,-6-3 1,0 14-1,0 7 1,0 7 288,0 8 1,6 6-1,-1 6 1,-1 6-316,-2 3 0,0 8 0,2 1 0,2-1-248,-2 2 0,0-6 0,-1 3 0,5-11-230,2-11 0,-4-2 0,5-12-492,3-5 0,1-8 0,3-16 234,-1-10 0,1-1 0,-1-8 0,1 0 59,-1 0 1,-5-1 0,-2-1-1,-1 4 32,1 0 1,2 5 0,3-3 0,-1 4 57,-3 1 1,1 7 0,6-1-1,1 0 181,4 3 0,-3 1 0,3 8 1,-4 2 128,-1 4 1,-1 9 0,-1 10 0,-3 3 437,-1 3 0,-8 4 0,2 3 0,-4 3-27,-2-2 1,0-4-1,0-4 1,0-4-471,0-2 1,0-1-765,0-7 1,2-7-1,1-6 45,3-8 1,6 0-1,-4-8 1,-1-1-953,1-3 0,0-1 1611,-2-1 0,3 1 0,9-1 0</inkml:trace>
  <inkml:trace contextRef="#ctx0" brushRef="#br0" timeOffset="482">1031 577 8261,'0'-18'937,"0"1"1,0 0 849,0-1 1,0 1-1262,0-1 0,-2 8 0,-2 3 0,-3 1-431,-3 0 1,-2 0 0,-5 6-1,-1 0-98,1 0 0,-1 0 1,1 0-1,-1 2-117,1 4 0,-4 4 1,1 7-1,5 3 4,-1 3 0,3-2 1,1 6-1,6-1 162,4-5 0,2 4 1,0-2-1,0-1 20,0-3 1,10-3 0,5-3-1,9-3-24,3-2 1,-4-2 0,6-8-1,0-4-8,-1-6 1,3-3 0,-6-3 0,0-1 99,0-4 1,-3 1 0,-9-5-1,-1 0 30,1 0 1,-5 5 0,-2-1 0,-4 4 318,-2 1 1,0 7-794,0-1 0,-8 10 1,-2 4 170,1 13 0,1 5 0,8 7 0,0 0-78,0 0 1,0 0 0,0 5 0,2-5-145,4-2 1,3-2 0,9-5 0,-1-1-241,1 1 1,-1-9 0,1-1 0,-1-2-202,1 0 1,1 0-1,2-8 1,1-4 801,-7-6 0,11-3 0,-7-3 0</inkml:trace>
  <inkml:trace contextRef="#ctx0" brushRef="#br0" timeOffset="983">1468 437 8819,'0'-9'2608,"6"14"0,-1 15-2044,-1 5 1,6-2-1,0 6 1,1 2-100,1 2 1,0-3 0,5-3 0,1 0-121,-1 0 1,0-6-1,1 1 1,-1-9-133,1-7 0,-6-4 0,-1-2 0,3 0-122,1 0 1,1-10 0,-3-5 0,-1-8-338,2-5 1,-5 5 0,1-6 0,0-2-438,-1-2 1,-5-2 0,4 0-1,-2 0-472,0 0 1,0 0 0,-5 2-1,3 4 48,2 6 1,0 4 382,-6 1 1,0 16 0,-2 10 0,-2 11 90,-2 10 0,-1 4 633,1 2 0,4 0 0,-6 0 0</inkml:trace>
  <inkml:trace contextRef="#ctx0" brushRef="#br0" timeOffset="1333">2044 525 9978,'-10'0'4673,"5"0"-4334,10 0 0,5 0 0,8 0 0,-1 0-143,0 0 1,1-6 0,-1-2 0,1-2-101,-1-3 1,1-3-1,-1-1 1,1-1-15,-1 1 0,-1-1 0,-5 1 0,-5-1-300,-4 1 0,-2-1 0,-4 3 9,-7 3 1,-3 6 0,-15 12 0,-2 6 388,-2 3 1,4 11 0,2 3 0,1 4 19,5 2 1,4 0 0,5 0-1,6-2-31,4-4 0,4 4 0,6-6 0,11 0-563,14-4 0,12-11 0,15-6 0,10-4-847,9-2 0,7-16 0,3-7 1241,4-8 0,-3-12 0,-43 21 0,1-1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42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315 794 8376,'0'10'4086,"0"0"-2969,0-4 0,0-6-416,0 0 1,2-2 0,2-10-502,1-2 0,1-1 1,-6-3-1,-2 1-222,-3-1 0,-1 1 1,-10 1-1,-3 3 8,-1 1 1,-7 8 0,-2-1-1,-2 5-202,2 5 1,-4 5 0,6 9 0,0 5-7,3 5 0,7-2 0,5 0 0,6 0-58,4 0 0,4-5 1,4-1-1,8-7 24,7-8 0,6-4 0,8-2 0,0-2-172,0-4 1,0-4 0,0-7 0,0-1-574,0 1 0,-6-7 0,-2 1 1001,-2 2 0,-1-6 0,-7-1 0</inkml:trace>
  <inkml:trace contextRef="#ctx0" brushRef="#br0" timeOffset="248">524 235 8221,'0'-27'304,"0"2"0,0 8 0,0-1 804,0 1 1,-2 7 0,-1 2 1469,-3 0-2419,0 6 1,6 2-1,0 14 1,0 7-32,0 9 1,-2 4-1,-2 9 1,-4 8 29,-1 5 1,3 12-1,-4 0 1,2 3-264,5-3 1,1 6 0,2-10 0,0-4-112,0-3 1,7-15 0,5-5-1,3-10-889,3-7 1,5-7 0,1-15 0,-3-3-1019,-2-7 2123,-1-4 0,-1-9 0,1-2 0</inkml:trace>
  <inkml:trace contextRef="#ctx0" brushRef="#br0" timeOffset="683">978 707 8164,'0'-18'0,"2"1"333,4 0 0,-4-1 0,4 1 938,-4-1 1,-2 1 0,0-1-569,0 1 1,0 5-1,-2 2-510,-4 3 0,-4 1 1,-7 6-1,0 2-134,-1 4 1,-5 3 0,0 11 0,-1 1-181,-1 2 0,6 8 0,-5-1 0,5 1 76,1-2 1,7 8 0,1-6-1,2 0 80,4 2 0,4-8 1,6-2-1,8-3 78,7-3 0,6-7 1,10-4-1,2-5-281,2-1 0,5-1 0,-3-5 0,-2-8-83,-4-7 1,0-1 0,-12-7 0,-2 0 148,-4 2 1,-5-6-1,-14 4 1,-2-2 98,-4 2 0,-5-2 0,-13 7 0,-5 3 104,-4 2 0,-7 9 0,-3 4 0,0 4-50,0 2 1,3 2 0,7 4 0,4 8-1356,5 7 1,11 6 0,3 8 0,4-2 579,8-4 0,2 2 0,12-6 0,5-1 724,4-5 0,6 0 0,10-13 0,-4 0 0,5-6 0</inkml:trace>
  <inkml:trace contextRef="#ctx0" brushRef="#br0" timeOffset="1083">1310 655 8221,'0'-18'2198,"0"6"964,0 1-2688,0 7 0,0-2 1,0 14-172,0 9 1,6 1 0,0 7 0,-2 0-82,-2 4 1,4-1-1,1-1 1,1 0-128,0 0 1,0-6-1,-3 3-258,7-5 0,-2-9 0,1-4-40,3-4 0,0-10 0,-1-4 0,-1-5-160,1-7 0,3-3 0,-1-8 0,-1 0-1,-2 0-1,-1 2 1,7 2 0,-1 2 290,1-2 0,-7 8 0,-1 4 1,0 7 140,-1 4 1,-3 2 0,4 8 81,-2 4 1,3 6 0,-5 9 0,-2 4 12,-2 2 1,0-3-1,2 3 1,2 0-429,-2 0 0,3-5 0,-1 1 1,0-6-704,2-5 0,-4 2 0,5-7-2473,-1 3 3442,6-6 0,-5-4 0,9-10 0</inkml:trace>
  <inkml:trace contextRef="#ctx0" brushRef="#br0" timeOffset="1366">2061 131 8252,'0'-18'-103,"0"1"1,0-1 2816,0 1-1761,0 7 1,0 6-668,0 16 0,0 1 0,0 15 1,0-1-42,0 0 0,0 2 0,0 6 1,0 2-266,0 4 0,0-6 1,0 1-1,0-7-508,0-3 0,0 3 0,0-6 0,0-2-2912,0-1 3440,0-3 0,8-7 0,2-2 0</inkml:trace>
  <inkml:trace contextRef="#ctx0" brushRef="#br0" timeOffset="1683">2445 61 8312,'10'-18'1610,"-4"1"0,-4 5-996,-2 1 0,0 9 1,0 2-1,0 11 20,0 11 0,-2 1 1,-2 10-1,-2 6-207,2 3 0,2 5 0,2 7 0,0 3-345,0 1 0,0 2 0,0-4 0,0 2-255,0-1 0,2-5 1,2-5-1,2-9-1569,-2-6 1,-2-1-102,-2-8 1,0-10 0,0-13 1842,0-9 0,-8-15 0,-2-3 0</inkml:trace>
  <inkml:trace contextRef="#ctx0" brushRef="#br0" timeOffset="1863">2288 515 8237,'0'-18'1488,"0"1"-37,0-1 1,0 7 0,2 1-686,4 2 0,4 3 0,7 3 0,3-2-467,3-2 1,-2 0 0,8 6 0,2-2-642,2-4 0,8 4 0,0-3 0,0 3 342,1 2 0,-5-8 0,6-2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40.5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1 225 8212,'0'-17'821,"0"-1"1,0 7 0,2 1 404,3 2 1,-3 0-144,4 3 0,-4 1-52,-2-8-898,0 8 1,0 4-1,0 12 1,0 3-26,0 3 1,0 5 0,0 2 0,0 2-255,0 4 0,0 1 0,0-1 0,0-4-5,0-2 0,2-2 1,4-5-1,5-1 157,5 1 1,7-9 0,3-3 0,1-4-18,4-2 0,-4-10 0,2-5 0,2-8-4,2-5 1,-6 5 0,-4-4 0,-1 0 79,1 0 0,-9-1 0,1-1 1,-5 6 95,-6 4 1,-2 1 0,-2 1-73,0-1 0,-2 9 0,-2 1-326,-2 0-220,-7 6 0,11 2 0,-4 12 282,4 3 1,2 3 0,0-1-1,0 1 429,0-1 0,0 6 0,2 1 0,4-1 295,5 2 0,-1 4 1,0 12-1,-3 6 98,-3 3 0,4 12 0,-2 8 0,-2 12-381,-2 9 0,-10-8 1,-4 5-1,-5-5-124,-6-3 1,-3-11 0,-5-12 0,4-11-179,2-11 0,-4-15 0,4-15 0,-3-5-401,-3-5 0,0-15 1,2-13-1,4-8-377,0-3 1,11-9 0,-1-7 0,5 0-143,6 0 1,2-4-1,2 4 1,4 0-812,8-1 1,7 5 1766,16 10 0,8 3 0,1 8 0</inkml:trace>
  <inkml:trace contextRef="#ctx0" brushRef="#br0" timeOffset="450">926 173 8285,'-6'-18'249,"1"1"949,1-1 1,2 7 1399,2-1-1820,-8 0 1,6 1-373,-4-1 0,2 8 0,-1-2-256,-7 4 0,-4 2 0,-1 0 0,-1 0-107,1 0 0,-6 8 1,-3 6-1,1 5-191,0 5 1,2 5 0,5-4 0,1 2 110,-1 4 1,9 2-1,3 0 1,4-2 75,2-2 0,8-7 0,5 1 1,9-4-21,7-1 0,6-9 0,3-3 0,3-6-137,-2-6 1,-2-3 0,-2-9-1,-2-1 39,-4-4 0,-4-5 1,-9-7-1,-3 2 73,-1 4 0,-8-4 0,0 4 0,-10-2 21,-12 2 0,-7 4 0,-10 9 0,0 5-403,0 5 1,-5 4-1,-1 4 1,2 6-606,2 9 0,10 8 0,6 10 1,7 0-727,8 0 1,4-2 1718,2-4 0,16 4 0,3-6 0</inkml:trace>
  <inkml:trace contextRef="#ctx0" brushRef="#br0" timeOffset="832">1188 138 8509,'2'-16'3296,"4"5"-2976,-4 3 1,6 18-1,-8 5-159,0 6 1,0 3 0,2-5 0,1 2-78,3 3 1,6-1 0,-4-5 0,1-1-76,5 0 1,2-5 0,3-2 0,2-2 64,3-5 1,-1-1 0,-4-4-1,3-3-45,1-7 1,0-9 0,-5-5 0,-3-1-45,-3-4 1,1 4 0,-7-2 0,-2 0 72,-2 2 1,-2-4 0,-2 7 0,-4 5-348,-5 5 1,1 1-1,-2 7-1092,-1 2 1,5 4 1380,2 6 0,20 4 0,5 7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38.1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400 243 8202,'0'-12'-656,"2"3"1,2-1 1543,2 0 0,-1 4 1,-5-5 811,0-3 0,2 5-1231,4-3 1,-4 10 0,4 2-31,-4 10 1,-2 7-1,0 6 1,0 8-175,0 8 0,2 0 1,2 8-1,2 3-203,-3 6 1,-1-1-1,-2 3 1,0-6-598,0-5 1,6 1 0,2-9 0,0-4-326,-1-4 0,1-11 0,-2-3-72,6-9 1,-3-8-1,1-6 1,-2-8 931,-4-7 0,-2-6 0,-2-8 0</inkml:trace>
  <inkml:trace contextRef="#ctx0" brushRef="#br0" timeOffset="232">33 51 8202,'-6'-12'832,"1"1"1,-7 5 273,6-6 0,2 8-598,10-1 1,4 10 0,9 7 0,4 2-101,7-3 1,8 5 0,5-7 0,4 3-192,7 0 1,6-8-1,10 1 1,2-3-846,3-2 1,-5 0-1,2 0 1,-8 0-747,-4 0 1,-7 6 0,-11 0 1373,-5-2 0,2 6 0,-12-1 0</inkml:trace>
  <inkml:trace contextRef="#ctx0" brushRef="#br0" timeOffset="516">86 802 8254,'-2'10'-98,"-2"-3"0,-4-1 1012,-2 0 1131,6 8 0,-1-7-1404,10 5 0,7 2 1,11-9-1,8-1-190,8-2 1,4 4-1,5 0 1,1-2-589,5-2 1,1-2 0,7 0 0,0 0-945,0 0 0,-6 0 1,2 0-1,-3 0 1081,-3 0 0,-7-16 0,-3-3 0</inkml:trace>
  <inkml:trace contextRef="#ctx0" brushRef="#br0" timeOffset="900">1326 994 7836,'-10'12'4298,"4"-1"-2737,4-7 1,2 2-900,0-12 1,0-4-1,0-7 1,0-2-117,0-5 1,0-3 0,0-10 0,0-2-155,0-1 1,-6-9 0,-2 1 0,-1-9-165,-5-7 1,5 4 0,-1 2-1,2 4-331,4 1 1,4 1 0,6 1 0,6 7-411,3 9 1,5 2-1,3 10 1,6 1-447,4 3 1,2 9 0,-2 4 0,-2 4-162,-2 2 1,-6 8-1,4 4 1,-1 5-2974,-5 7 4093,-9-5 0,-5 14 0,-7-6 0</inkml:trace>
  <inkml:trace contextRef="#ctx0" brushRef="#br0" timeOffset="1133">1081 697 8195,'-8'12'2623,"-3"-1"-1673,3-7 0,2 4 1,12-8-307,6 0 0,11-2 1,6-2-1,6-4-840,6-1 1,3-3-1,9-3 1,-3 1-2248,-3 2 2443,3 9 0,-5-13 0,7 6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54.7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53 398 8655,'-12'0'4775,"1"0"-4257,7 0 1,-10 2 0,8 4-72,2 5 1,2 7 0,2 3 0,0 4-41,0 2 1,2-3 0,4 3-1,4 0-111,0 0 0,5-5 0,-3-1 0,3-6-71,3-3 0,1-8 1,3 2-1,1-4-232,-2-2 0,-1-2 0,-3-6 1,0-9-419,1-11 1,-1 1-1,1-2 1,-1-2 51,1-2 0,-7 4 0,-1 2 1,0 2 128,0 3 0,-7 3 195,3 1 0,-4 11 70,-2 7 0,-2 13 1,-2 10-1,-1 1 407,1 1 1,2 0-1,2 6 1,0-4-122,0-1 0,2-3 0,4-6 1,5 1-124,5-1 1,1-7 0,1-4 0,1-4-196,4-2 1,-1-2-1,7-4 1,0-8-319,-2-7 0,4 0 0,-8-8 0,1 0 17,1 1 1,-12-3-1,3 8 1,-4 2-236,-3 1 0,-5 3-76,2-1 563,-4 9 0,-8 9 1,0 11-1,0 5 205,-1 1-1,5 3 1,-4 1 0,4 2 253,2-1 1,0-1 0,0 0-1,2 3-144,4-3 1,3-2-1,9-3 1,-1-3-467,1-1 1,1-8 0,3 2 0,1-4-263,-2-2 1,-1 0 0,-3-2-1,1-2-1372,-1-2 1,1-7 0,-3 1-1444,-3-4 3289,3-1 0,-13-1 0,6 1 0</inkml:trace>
  <inkml:trace contextRef="#ctx0" brushRef="#br0" timeOffset="449">1450 468 8373,'10'-2'2062,"-4"-4"0,-5-4-1179,-1-7 1,0 5-633,0 0 0,0 1-203,0-7 1,-7 7-1,-5 1 1,-3 2 10,-3 4 1,1 2-1,-3 2 1,-1 0 122,-2 0 0,-7 8 0,7 4 0,2 3 165,1 3 0,3 7 0,1 2 0,5 2-44,5 0 1,4-5 0,2 3 0,4 0-191,8 0 1,1-9 0,14 1 0,0-3-129,1-9 0,1-3 0,4-4 1,-2 0-323,-2 0 1,-8-2 0,3-4 0,-5-7-14,-2-8 1,-5-1-1,-2-5 1,-3 0 100,-3 0 1,-4 3 0,-5-3 0,-7 2 45,-4 4 1,-7 1 0,-2 3 0,-2 1-345,-4 5 0,3 3 1,1 8-1,0 2-284,0 4 0,8 3 0,1 11 0,10 3 199,6 6 1,2-2 0,2 0 0,4 1 631,6-1 0,11-6 0,4 4 0</inkml:trace>
  <inkml:trace contextRef="#ctx0" brushRef="#br0" timeOffset="1015">1956 520 14657,'10'-2'1030,"-4"-4"0,-4-3-841,-2-9 0,-2 3 0,-2 1 0,-6 4-122,-5 3 1,1-5-1,-11 6 1,2 2-13,-1 2 0,-7 2 0,2 2 0,-2 4-26,2 6 1,4 9 0,9 4 0,5 0-10,5 1 0,6-1 0,6-4 0,7 3-118,9-3 0,5-8 0,10-3 0,2-2-41,1-4 0,3-4 0,-4-6 1,2-6-15,-3-3 1,-1-10-1,-4-3 1,-2-1 121,-2 0 1,-5-6 0,3-5 0,-2 1-20,-4 2 1,-3-4-1,-5 0 1,-3 1 11,-2-3 0,4 8 1,-7-2-1,-1 8 76,-2 4 0,-2 2 1,-2 7-31,-4 4 0,3-1 1,-9 7-1,0 4-148,3 6 1,-7 6-1,4 9 1,-3 4 286,-3 6 0,1 1 0,1 2 0,3 5 194,1 0 0,8 2 0,-2 0 0,5 4 27,1 1 1,0-5 0,1 2 0,5-4-246,6-2 0,11-1 0,6 1 0,4-4-545,2-7 0,0-3 1,0-15-1,0-2-953,0-2 0,-6-4 1,0-6-1,2-9 634,2-11 1,-4 1 0,-1 0 0,-3 0-589,-4 0 0,-7 3 1329,-3-5 0,1 8 0,5-4 0</inkml:trace>
  <inkml:trace contextRef="#ctx0" brushRef="#br0" timeOffset="1333">2725 450 8239,'0'18'442,"0"-1"1379,0 1-833,0-1 0,8-7 0,3-4-314,5-4 0,3-2 1,3 0-1,1 0-282,-2 0 1,6 0-1,1-2 1,-1-2 176,-4-2 1,2-8 0,-2 3-573,-1-5 1,-5-1 0,-5-1-64,-6 1 0,-4-1 0,-2 1-162,0-1 1,-10 9 0,-6 1-1,-7 2-169,-4 0 0,0 0 1,-4 6-1,2 2 512,-2 4 0,3 4 0,1 9 0,2 3 260,4 1 0,1 2 0,5-2 0,3 7 394,6 3 0,6 1 0,8 1 0,12 0-441,13 0 1,19-6 0,18-1 0,11-5-717,10-8 1,-40-6 0,1-2 0,3-3 0,1-2 0,-1 0-1,1 0-3001,0-1 1,0-1 3106,35-7 0,-36-1 1,-1-2-1,35-17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52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515 63 8239,'10'-8'3,"3"4"1,-5-5 1073,2 1 1309,-6-6-336,3 4-1629,-7 1 0,-5 11 0,-3 15 0,-2 12 39,-3 10 0,3 6 0,-2 11 1,1 6-134,1 8 1,-4 11 0,9 1 0,1 1-355,2-1 1,2-1 0,0-11 0,0-10-746,0-9 1,7-10 0,5-14-162,4-10 1,-5-9 0,-1-16 0,-2-7 157,-4-7 0,-2-3 1,-2 2-1,-2-6-444,-4-4 1,-6-2 1218,-11 0 0,-4 0 0,-8 0 0</inkml:trace>
  <inkml:trace contextRef="#ctx0" brushRef="#br0" timeOffset="198">61 430 8239,'-17'0'2001,"-1"0"-1426,1 0 1,9 0 0,8 0 0,12 0-258,9 0 1,8-2 0,10-2 0,3-2-96,3 2 0,2 2 0,5 0 0,0-2-80,1-2 1,-1-5-1,1 3 1,-1-2-622,0-3 0,-1 3 0,-3-2 0,-3 1-1081,-2 1 1,-3-5 1558,-5 3 0,8-11 0,2-5 0</inkml:trace>
  <inkml:trace contextRef="#ctx0" brushRef="#br0" timeOffset="932">987 45 8239,'-8'-9'268,"4"1"0,-6 6 1633,3-4-1415,1 4 0,6 2 1,0 14-1,0 5-51,0 4 1,0 9 0,0-3-1,0 6-81,0 5 1,0 5-1,0 7 1,0 1-58,0-1 1,0-1 0,0-3 0,0-3-126,0-3 1,6-9 0,1-9 0,3-7-271,4-5 1,3 1 0,4-7-1,5-4-131,1-6 0,-6-11 0,4-10 0,-1-1-59,-1 1 0,0-6 0,-5 4 0,-3-2-195,-3 0 1,3 1 0,-5-1 0,2 6 264,-1 4 1,-7 1-1,4 3 276,0 3 0,-6 0-203,4 12 1,-6 4 0,-4 16 0,-2 1 354,2 2 0,2 8 0,2-2 0,0 3 55,0-3 1,2 2-1,6-8 1,7-2-202,7-1 1,7-5 0,-4-1 0,4-4-66,8-3 1,-2-3 0,6-8 0,-3-3-297,3-3 0,-10-2 0,2-5 0,-6-1-360,-5 1 1,-3-1-1,-3 1 100,-5-1 0,-1 3 0,-6 1 266,2 3 1,-1 5-1,-6-4-689,-5 2 1088,4 3 665,-6 5 1,6 0 1016,-4 0-695,4 0 1,-5-2-736,7-4 0,0 2-281,0-8 0,0 6 11,0-5 0,0 5 0,-2-4 29,-4 2 1,2-3 0,-8 5 0,-1 2 207,-3 2 0,-1 2 0,-1 0-80,1 0 1,-1 8 0,3 4 0,3 3 263,6 3 0,4 1 0,2 2 0,0 5-240,0 1 1,14-6-1,7 2 1,8-3-591,8-3 0,8-1 0,-2-5 0,3-5-888,8-4 0,-1-2 0,5 0 0,-4-4 1207,-1-7 0,7-9 0,2-15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57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31 429 7456,'-5'18'267,"-1"-1"1,-2 1 722,2-1 1,4-5 0,-2-3-144,8-1 1,2-2 0,10-6-1,3 0-171,0 0 1,7 0-1,-1 0 1,2 0-189,4 0 1,2-2 0,2-4 0,0-5-315,0-5 1,-2-3 0,-2-5 0,-4-5-199,-2-4 1,-1-2-1,-7 0 1,-1 1-110,-5-1 0,-3-2 0,-8-2 0,0 0-109,0 6 1,-8 0-1,-3 10 1,-5 3 92,-1 7 1,-1-1-1,-1 10 1,-3 6 232,-1 8 1,-6 15 0,6 8 0,1 8 382,3 4 0,3 7 0,5 8 1,5 0-4,4 1 1,6-1-1,8-2 1,13 2-314,12-4 0,9 1 0,12-19 1,8-5-649,8-7 0,4-9 0,1-5 0,-9-8-1218,-10-8 1,-9-6 0,-9-9 0,-9-3-3060,-5-1 4774,-13 0 0,-15-10 0,-10-4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7:02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350 103 8229,'2'-18'-1768,"2"1"2918,2 0 0,0-1 1954,-6 1-2018,0 7 1,0 4-567,0 12 0,-6 9 0,0 13 0,2 5 286,2 9 0,2 7 0,0 7 0,2 6-258,4 8 1,-4 4 0,4-2 0,-2 1-465,2 3 0,-3-2 1,7-12-1,-2-10-784,-4-9 1,3-14 0,1-6-723,2-3 0,-6-13 91,2-7 1,-4-7 0,-2-11 0,0 1 1330,0-1 0,-16-7 0,-3-2 0</inkml:trace>
  <inkml:trace contextRef="#ctx0" brushRef="#br0" timeOffset="200">1 609 8229,'2'-11'-1299,"2"-1"2717,2-1 0,-1 3-203,-5-2 0,0 6 0,2-3-771,4 1 1,-2 2 0,6 4 0,1-2-305,5-2 1,-2 1 0,11 3 0,0-2-92,4-2 1,6 0-1,6 4 1,5-2-318,5-1 1,1-3 0,1 4 0,-3-4-966,-3-2 0,1 5 1233,-7-7 0,7 0 0,-3-5 0</inkml:trace>
  <inkml:trace contextRef="#ctx0" brushRef="#br0" timeOffset="900">769 85 8229,'10'-11'2069,"-4"-1"-1564,-4 8 0,-2-1 0,0 10 108,0 7 1,0 5 0,0 9-1,0 9-152,0 9 1,0 9 0,0 3-1,0 4-25,0 2 1,0-4-1,0 4 1,0-3-232,0-9 1,8-1-1,1-14 1,3-8-212,0-6 0,-1-5 0,7-7-35,-1-9 1,1-2 0,-1-11-1,1-5-468,-1-3 1,-1-2 0,-3 3 0,-1-1-1,1-2 1,1-6-1,0 5 1,-3 3 164,3 1 0,1-3 0,3 0 0,-3 2 215,-3 1 1,3 5 0,-5 1 112,0 2 1,5 9 455,-3-3 1,-4 17-1,-2 9 1,-4 5 120,-2 6 0,0 2 0,2 2 0,1 0-170,3 0 0,0-2 0,-4-4 0,4-6-374,5-3 1,-1-3 0,2-1 0,1-5-247,3-5 0,7-4 1,0-4-1,1-4-178,1-5 1,-6-5-1,5-1 1,-5-1-246,-1 1 1,-1 5 0,0 0 101,1-1 0,-3 3 1,-1 0 114,-2 3 1006,-8 1 0,5 6 0,-5 2 302,2 4 0,8-4-304,-3 3 1,5-3-470,1-2 1,1-7 0,-3-5-9,-3-4 1,1 5 0,-7-1 0,-2-2-27,-2-1 1,-2-3 0,0 1 0,0 0-25,0-1 1,-2 1-1,-4-1 1,-7 1-20,-9-1 0,3 9 0,-6 3 1,1 4 196,1 2 1,-6 8 0,6 5 0,1 7 106,3 3 1,3 8 0,5 0 0,5 6-129,4 4 1,4-1-1,6-5 1,9 0-752,10 0 0,14-2 0,8-6 0,7-9-1683,8-11 1,12-5 0,7-5 2234,8-9 0,-1-8 0,-43 3 0,1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7:00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0 190 8345,'12'-11'0,"-2"-5"-6,-3-3 1,1 3 0,-4-7 0,2 3 233,-2 3 1,-2 0 0,0 1 0,1 2 2447,3 3-2285,0 7 0,-6-2 0,0 14 1,0 9 336,0 11 1,0 6 0,0 7 0,0 8-29,0 7 0,0 6 1,0 8-1,2 0-328,4 0 1,2 1 0,5 3 0,-1 0-446,1-6 1,3-8-1,1-13 1,1-9-300,-1-7 0,1-7 1,-1-13-676,1-5 0,-7-12 0,-1-5 0,-2-5-484,-4-1 1,-2-3 0,-2-1 1530,0-2 0,0-8 0,0 3 0</inkml:trace>
  <inkml:trace contextRef="#ctx0" brushRef="#br0" timeOffset="367">454 784 7863,'10'-17'489,"0"5"1,-5 2 657,7 2 0,4-3 1,1 3-1,3 0-534,3 1 1,-2-5-1,8 4 1,0-2-552,-1-3 1,3-3 0,-8-1 0,-2-1-120,-1 1 1,-3-1 0,-1 1-1,-5 0-206,-5-1 1,-4 1-1,-2-1 79,0 1 0,-14 5 0,-3 2 0,-4 3 167,-5 3 0,5 4 0,-6 6 0,0 7 104,0 8 0,3 1 1,-3 7-1,4 2 209,7 2 1,1 2 0,7 0 0,0 0 73,0 0 1,5 0 0,8-2 0,9-2-138,7-2 0,12-10 1,10-1-1,2-11-511,3-5 1,5-2 0,3 0 0,0-2-789,-5-3 0,-1-5 1,-9-8-1,-2 1-488,-3-1 1,-8-1 1553,-5-4 0,-4-4 0,-1-8 0</inkml:trace>
  <inkml:trace contextRef="#ctx0" brushRef="#br0" timeOffset="867">1537 697 8137,'16'-12'0,"-3"0"675,-1-1 0,-8 3 0,1-1 1,-3-3-61,-2-2 1,-2-1-1,-1-1-65,-3 1 1,-8 0 0,3-1-456,-5 1 0,2 7 0,-1 4 0,-4 4 98,-1 2 1,-1 0 0,-3 0 0,-3 0-68,0 0 1,0 8-1,6 4 1,-3 3-50,3 3 0,2 1 0,1 2 0,3 5 133,3 1 1,2-4 0,6 6-1,-1 0-91,1-2 1,10-1 0,5-9 0,7 1-75,5-1 1,-2-1 0,8-5 0,2-5-129,2-4 1,0-2 0,-2-2-1,-3-4-64,-3-5 0,4-7 0,-6-3 0,-1-5 12,-3-1 1,-7 4 0,-3-4 0,-1 2 99,-4 3 0,-2 3 0,-2 1 0,-2 3 136,-4 3 1,-4-1-1,-7 7-246,-1 2 1,7 10 0,1 5-1,2 7 113,5 5 1,1-1-1,2 5 1,2 0 68,3 0 0,5-6 0,7 3 0,3-3-239,3 2 1,6-9 0,10 1-1,2-3-605,-2-2 0,-1-6 1,-1 1-1,0-5-87,-4-5 1,-4-3 0,0-8-1,-3 1-708,-1-5 1602,-6-1 0,6-4 0,-7-2 0</inkml:trace>
  <inkml:trace contextRef="#ctx0" brushRef="#br0" timeOffset="1231">2131 609 8306,'0'-17'1856,"0"-1"1,0 7 396,0-1-1821,0 8 1,6 4-1,-1 14 1,-1 7 166,-2 8 0,4 4 1,2 2-1,0 0-189,-1 0 0,5 0 1,-4-2-1,0-2-202,-1-2 0,5-7 0,-6 1 368,-2-4-743,5-9 1,-7-10 0,4-12 0,-4-5-114,-2-6 0,-2 1 0,-2-7 0,-4 0-136,-1 2 1,5-4 0,-4 7-1,2 3 129,0 2 0,1 1 1,5 1-1,0-1-236,0 1 0,2-1 0,3 3 1,7 1 9,4 3 0,7 5 0,2-4 0,4 2 167,8 5 1,0-5 0,8 2-1,-1 2-1240,1 2 0,-1 0 1586,3-4 0,4 4 0,-7-5 0</inkml:trace>
  <inkml:trace contextRef="#ctx0" brushRef="#br0" timeOffset="1665">2882 592 8035,'-8'-10'1060,"6"-5"1542,-4 3-1771,-3 4 0,7 3 0,-4 12 0,4 9-203,2 5 1,0 8-1,0-4 1,0 3-255,0 3 0,6 0 0,1 0 0,1-4-157,0-2 1,6-2 0,-5-5 0,3-3-112,0-3 1,-1 2-1,7-9-318,-1-1 0,-1-4 0,-3-5 0,-1-9-64,1-7 1,-3-1 0,0-5 0,0 0-234,-1 0 1,1 0 0,4-4 0,-5 3 5,-1 3 1,4 2 0,-5 5 292,3 1 1,-4 7 295,6 4 0,-9 12 0,5 8 0,-2 7 512,0 8 0,2-2 0,-3 3 0,7 1-449,4 2 1,1-4 0,1-2-1,1-2-1599,4-4 0,4-7 0,10-4 1450,4-3 0,4-8 0,7-9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6:58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1 575 8239,'17'-9'340,"-7"-7"1,0 12 1097,-4-7 1353,-4-1-2231,5 2 0,-9 10 1,-2 12-1,-1 3-59,1 3 1,-4 5 0,2 2 0,2 2-181,2 5 0,2-1 1,0 0-1,0-2-83,0 2 1,0-4 0,2 0 0,4-2-60,6-3 0,5-3 1,5-3-1,3-5-151,2-5 1,0-4-1,4-2 1,-2-2-49,2-4 1,-3-11-1,-1-10 1,-2-2-277,-4-1 1,-1 1-1,-5-6 1,-3 0-38,-6 1 1,-4 1-1,-2 3 1,0 7 322,0 4 1,-2 3 0,-4 3-4,-6 1 0,-3 10 1,-1 2-1,3 12 116,1 9 0,8 0 0,-2 8 0,4 3 225,2 1 0,2 0 1,6-2-1,7-4-98,7-2 1,11-2-1,0-5 1,8-3-239,3-3 0,9-4 0,5-10 0,-4-4-98,-5-6 0,-3-3 1,-9-5-1,-6-1 28,-4-2 0,-5-3 0,-11 5 1,-5-4 26,-4-2 1,-2 5-1,-2-1 1,-4 4-79,-5 1 1,-5 1 0,-3-1 0,-3 3-44,-1 3 1,-2-1 0,5 5 0,1 0-842,4 0 0,1 2-49,-4 6 1,9 2-1,3 4 1,4 6 73,2 3 1,10 3 0,5-1 987,7 1 0,16-1 0,-1 1 0</inkml:trace>
  <inkml:trace contextRef="#ctx0" brushRef="#br0" timeOffset="299">1241 628 8118,'0'-12'-761,"0"0"4466,0-1-1911,0 5 1,0 2-1257,0 12 1,0 4 0,0 7 0,0 3-133,0 3 0,2-2 0,2 6 0,2 1-492,-3-1 1,5-6 0,-2 2 0,-2-3-1142,-2-3 1,4 1-422,-1-1 1,3-7 0,-4-6 249,2-8 0,0-8 1398,-6-11 0,-8-4 0,-2-8 0</inkml:trace>
  <inkml:trace contextRef="#ctx0" brushRef="#br0" timeOffset="463">1223 296 7709,'0'-18'0</inkml:trace>
  <inkml:trace contextRef="#ctx0" brushRef="#br0" timeOffset="782">1573 121 8298,'0'-17'2883,"6"5"-1258,-1 0 1,1 11-750,-6 1 0,2 9 1,2 15-1,4 5-171,1 4 1,-3 9 0,4 7-1,0 5-352,-1 4 1,1 6 0,4-3 0,-3-1-286,3 0 0,-4-2 0,-1-7 0,1-7-535,0-9 0,-1-6 0,5-9-1164,-2-3 0,-9-5 0,3-18 425,-4-6 1,-2-3-1,0-3 1,0 1 266,0-1 0,-2-1 0,-2-4 0,-1-5 939,1 1 0,-14-13 0,-1 3 0</inkml:trace>
  <inkml:trace contextRef="#ctx0" brushRef="#br0" timeOffset="980">1852 69 8269,'-10'-18'2346,"3"1"-523,7-1 0,-2 9-892,-4 3 1,4 14 0,-4 9 0,4 12-253,2 10 0,6 6 0,2 9 0,1 4-467,5 6 1,2-2-1,1 2 1,1 0-578,-1-1 0,2 2 0,3-8 0,1-7-4001,-2-7 4366,-9-6 0,11-2 0,-3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7:30.790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53 105 7958,'0'-17'0,"-2"-1"239,-4 1 1,4 5 709,-4 1 1,4 9-488,2 2 1,-6 9 0,1 15 0,1 5 33,2 4 0,2 10 1,-2 1-1,-2 5-66,-2 3 1,0-7 0,6 11 0,0-2-76,0-5 1,6 1-1,2-9 1,0 0-345,-1 1 0,7-12 0,-2-1 0,3-10-162,3-7 0,-1-5 0,1-7-94,-1 0 0,-1-7 1,-3-7-1,-1-5-300,1-5 1,1-1 0,0 4 0,-3-2-191,3 1 1,1 1 0,3 0 288,-1-3 1,1 1 0,-1 7 0,1 3 111,-1 1 0,-5 8 1,-3 0 292,-1 8 1,0 6-1,-4 8 1,2-1 427,-2 0 1,-2 3-1,-2 1 1,0 2-249,0-1 1,0-3 0,0-1 0,1-3-450,5-3 1,-2 1 0,8-5 0,1 0-171,3 0 1,7-2-1,2-6 1,3-2-1198,3-4 1677,-6 4 0,8-21 0,-6 3 0</inkml:trace>
  <inkml:trace contextRef="#ctx0" brushRef="#br0" timeOffset="350">856 664 7406,'-15'2'2422,"3"4"-2227,4-4 0,8 4 0,2-10 0,4-2 62,6 2 1,3-4 0,3 1 0,-1-1-26,1 0 0,1-4 1,2 5-1,3-3-93,-3-4 0,-2 5 1,-1-3-1,-1-1-98,1-3 0,-1 4 0,-1 1-209,-5-3 1,3-1-1,-10-3 18,-6 1 0,-6 7 1,-9 4-1,-3 4 169,-3 2 1,2 2 0,-7 4-1,3 6 154,4 3 1,1 3 0,5 1 0,1 2 178,3 3 1,7 1 0,-2-4 0,4 4-258,2 3 1,10-5 0,5 4-1,9-2-302,3-3 1,4-3-1,8-3 1,3-5-570,3-5 1,-4-4 0,5-2 0,1 0-2260,-3 0 3035,-1-8 0,0-9 0,1-10 0</inkml:trace>
  <inkml:trace contextRef="#ctx0" brushRef="#br0" timeOffset="817">1747 647 7958,'11'0'1090,"-1"-2"-651,-2-4 1,4 2 0,-5-8-18,3-1 1,-6 3 0,2-1-350,-4-3 0,-2-2 0,0-1 0,0 0 193,0-1 0,-8 6 0,-4 3 1,-3 1-28,-3 4 1,-1-4-1,-2 2 1,-3 3-16,3 1 1,-4 9-1,1 5 1,3 4 121,2 1 1,3 2 0,3 5 0,3 5 84,2 4 1,2-4-1,6 0 1,2 0-443,4-2 1,6 4-1,9-7 1,4-5-43,2-5 1,2-7 0,4-7 0,-1 0-511,-3 0 1,-6-2 0,4-3 0,-2-9-36,-3-7 1,-5-1-1,-5-5 1,-4 0 422,-1 0 1,-5 4 0,4-5 0,-4 3 231,-2 4 1,-6 7 0,0 3 0,1-1 38,-3 2 0,4 3 0,-6 8 0,2 5 123,5 6 1,-5 3 0,2 5-1,2 1-51,2 2 1,4 7 0,2-5 0,4 0-291,1 0 1,9 1 0,5-5 0,0 2-486,3-2 0,1-7 1,8-4-1,-2-2-670,-4-5 0,4-1 0,-6-2 1277,0 0 0,6-7 0,-6-3 0</inkml:trace>
  <inkml:trace contextRef="#ctx0" brushRef="#br0" timeOffset="1216">2288 542 7958,'-9'0'1988,"1"0"1,8 2-1237,0 4 1,0-2 0,0 7-255,0 3 1,6 7 0,1 2-1,1 1-10,0 1 0,3-4 1,-3 7-1,0-3-270,0-4 0,0-2 0,-5-1 0,5-1-193,2 1 1,-6-6-343,2-1 0,1-9-93,-1-2 0,0-13 0,-6-11 0,0 1 4,0-2 1,0-2 0,0-6-1,0 2 333,0 1 0,0 1 0,0-4 1,0 2 30,0 2 0,0 8 1,0-2-1,0 3-283,0 3 1,2-1 0,4 3-149,5 3 1,5 4-1,1 8 1,1 0-230,-1 0 0,3 2 0,1 2 1,4 2 131,2-2 1,-3 4 0,3-3 0,0-1 569,0-2 0,2-2 0,6 0 0</inkml:trace>
  <inkml:trace contextRef="#ctx0" brushRef="#br0" timeOffset="1550">3074 53 7958,'0'-12'901,"0"1"0,0 9 0,0 2-121,0 9 0,0 15 0,0 5 0,0 6-18,0 6 1,-6 3 0,0 11 0,3 3-108,1 6 0,-4 9 1,0 3-1,2-2-354,2-2 0,2-10 0,0-4 0,0-6-581,0-5 1,0-6 0,2-12-1471,4-6 1,4-13 430,7-10 1,-7-8 0,-4-9 0,-4-3 13,-2-3 1,0-4-1,0-8 1305,0 0 0,-8-8 0,-2-1 0</inkml:trace>
  <inkml:trace contextRef="#ctx0" brushRef="#br0" timeOffset="1715">2882 420 7040,'-17'0'25,"-1"0"0,1 0 3177,-1 0-2020,8 0 1,5 0-756,10 0 0,11 0 0,9 0 0,0 0-213,1 0 1,5 0 0,-2 0 0,4 0-399,2 0 1,0 0-1,-2 0 1,-2 0-1760,-2 0 0,0-2 1943,6-4 0,-8-4 0,-2-7 0</inkml:trace>
  <inkml:trace contextRef="#ctx0" brushRef="#br0" timeOffset="2066">3703 18 7266,'10'-2'2651,"-5"-4"-491,5 4-1700,-8-5 1,6 14 0,-8 5 0,0 4-18,0 1 0,-6 2 0,0 3 0,2 3-525,2 2 1,0-6-1,-2 3 1,-1-5-583,1-1 1,2-1 0,2 1-99,0-1 1,2-1-399,4-5 1,-3-3 0,9-10 0,0-4 1159,-3-5 0,7-5 0,1-9 0,11-2 0</inkml:trace>
  <inkml:trace contextRef="#ctx0" brushRef="#br0" timeOffset="2214">3877 53 7448,'-17'-2'996,"0"-4"1,5 4 0,2-5 2412,2-1-3016,3 6 1,5-4-1,0 12 1,0 5-326,0 5 1,0 1 0,0 1 0,0-1-563,0 1 1,2 5 0,1 0-1,3 1-2634,-2 1 3128,6-6 0,0 7 0,7-9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23:47:28.105"/>
    </inkml:context>
    <inkml:brush xml:id="br0">
      <inkml:brushProperty name="width" value="0.17143" units="cm"/>
      <inkml:brushProperty name="height" value="0.17143" units="cm"/>
      <inkml:brushProperty name="color" value="#008C3A"/>
    </inkml:brush>
  </inkml:definitions>
  <inkml:trace contextRef="#ctx0" brushRef="#br0">0 78 8115,'10'-8'327,"5"-1"1057,-3-9-75,-4 1 0,-1 5-727,-7 1 1,0 9 0,0 2-57,0 9 1,0 9-1,0 3 1,0 2-48,0-1 1,2 3 0,2 0 0,4 2-102,2 4 1,-4-3-1,5 1 1,1 0-341,-3-2 0,7 4 0,-4-6 1,3 0-432,3 1 1,-3 3 0,-1-8 0,-5-3-1124,-1-5 1,6-3-2053,-3 2 2130,-3-5 0,0-14 1438,-8-5 0,-8-4 0,-1-1 0</inkml:trace>
  <inkml:trace contextRef="#ctx0" brushRef="#br0" timeOffset="616">262 78 8115,'12'-6'663,"-1"1"1,-7-3 1089,2 2-492,-4 4-682,-2-6 0,2 22-328,4 3 1,-4 5 0,3-3 0,-3 4-388,-2 7 0,6-3 0,2 2 0,0 2-745,-1 2 0,5 2 1,-4 0-1,2-2-2075,3-4 2956,-5-4 0,7 0 0,-5 2 0</inkml:trace>
  <inkml:trace contextRef="#ctx0" brushRef="#br0" timeOffset="1266">891 96 8099,'15'-18'2552,"-3"1"-263,-4 7-1755,-8 2 1,2 24-1,1 7-185,3 8 0,0 4 0,-4 2 0,2 2-161,2 2 0,1 1 0,-1-3 0,4 2-215,0-2 0,3-3 1,-5-3-1,0-3-789,0-7 511,5-4 0,-5-11 1,4-8 30,-7-10 1,-3-5-1,-2-3 1,2 1-76,4-1 0,-4-5 1,6 0-1,0 1-114,3 3 1,3 2 0,1 1 0,1 2 81,3 3 0,5 7 0,-3-2 1,4 4 199,2 2 1,-3 0 0,5 2-1,0 6 433,-2 9 1,-2 3-1,-7 7 1,-3 0 99,-3 0 0,-4 2 0,-8 4 0,-4-2-6,-8-1 0,-2-3 1,-15 2-1,0-6-169,2-4 1,-6-9-1,4-4 1,-4-4-433,-2-2 0,2-2 0,2-2 1,4-4-603,2-1 0,3-3 0,9-5 857,1-1 0,8-7 0,-4-2 0</inkml:trace>
  <inkml:trace contextRef="#ctx0" brushRef="#br0" timeOffset="1799">1886 200 8070,'-11'10'482,"-1"-4"0,6 2 0,-4 0 307,3 1 1,-5-3 0,6 6 0,2 1-452,2 3 0,2 1 0,0 1 0,2-1-140,4 1 1,4 5-1,9 0 1,4-3-237,7-7 1,1 1 0,0-8-1,-2-2-99,2-3 0,-4-1 0,0 0 0,-2-1-40,-3-5 0,1-4 0,-4-9 0,-5-3 99,-4-1 0,-3-2 0,-3 3 1,2-1 130,-2 2 1,-2 1-1,-4 5 1,-2 1-181,-2 3 0,-1 7 0,3-4-6,-2 0 0,0 8 0,6 0 1,0 12 319,0 9 1,0 1 0,0 7-1,2 2 111,4 2 0,2 2 1,5 0-1,-3 1 153,-2 5 1,3-2-1,-5 8 1,-2-1-297,-2-1 0,-10-5 0,-4-10 0,-3-7-301,-2-4 0,-3-1 0,-3-3 1,-6-3-357,-4-6 1,-2-4 0,0-4-1,0-4-748,0-6 1,8-1-1,4-1 1,3 4 1249,3 3 0,-1-7 0,1 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3:37.5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154 17 8518,'2'-9'1746,"4"3"-1137,-4 4 287,5 2 1,-12 8 0,-3 3-1,0 4-599,1 2 1,-5 2 0,5 4 0,-3 6-91,-3 3 0,-2 10 1,-2 4-1,1 3 13,5 3 1,-4 7 0,5 1 0,1 3-60,3 0 1,4-2-1,2 4 1,0-4-73,0-3 1,8 0 0,3-9 0,4-3-158,2-6 0,6-6 0,0-6 1,-2-5 5,-2-4 0,4-9 0,2-4 0,1-6-65,5-6 0,-1-4 0,1-9 0,-3-4-34,3-5 1,1-4 0,0-3 0,-1 1-48,-3 0 1,-9 0 0,0-1 0,-7 3 124,-5 3 0,5 5 0,-6 7 0,-5-1-28,-4 1 1,-7 0 0,-9 0 0,-4 2-133,-5 3 1,-10 5 0,-4 5 0,0-2 159,0-2 1,2 6-1,6 10 1,0 3 420,-1 6 1,3 16-1,3 1 1,7 6-130,3 5 1,9 8 0,4 4 0,6-2-98,6-3 0,11-1 1,14-15-1,7-6-751,7-7 1,11-14 0,3-7 638,1-8 0,11-13 0,7-9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3:39.964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407 582 8550,'10'0'663,"-3"-2"0,-5-1 0,2-5-287,2-2 1,1 5 0,-3-7 36,2-1 0,0-2 0,-6-2-98,0 0 0,0-1 0,0 1-297,0 0 1,-2 2 0,-4 2 0,-7 3 17,-8 3 0,0 1 1,-8 6-1,-1 2 100,-3 3 0,-1 13 1,-2 10-1,-2 6 86,-2 6 1,0 6-1,8 11 1,3 6 137,6 3 1,6 9 0,6 1 0,7 0-151,8 0 1,13-8 0,12-9 0,3-5-71,2-10 0,6-14 1,2-9-1,2-8-411,3-7 1,1-6 0,-1-6 0,-3-5-381,-2-4 0,-2-4 0,-8-2 0,-3-4-890,-6-2 1,-10 6-1,-3-3 1541,-3-1 0,-1-2 0,-6-7 0</inkml:trace>
  <inkml:trace contextRef="#ctx0" brushRef="#br0" timeOffset="483">852 360 9541,'-9'7'651,"-1"5"1,7 11-1,-3 5-281,2 4 1,-3 12 0,1 8-1,2 8-117,2 7 1,2 5-1,2-1 1,2-7-204,2-3 1,7-4 0,-2-9 0,4-6-335,3-8 0,-3-11 1,-2 0-2532,-1-4 239,-9-10 2576,5-1 0,-8-8 0,0 0 0</inkml:trace>
  <inkml:trace contextRef="#ctx0" brushRef="#br0" timeOffset="1000">1520 856 8329,'0'-11'899,"0"-1"-52,0-1 1,0 4-459,0-3 0,0 7 0,-2-5-275,-3 2 1,1-5 0,-7 4-28,-3-1 1,5 2 0,-3 7 0,-1-3-232,-2-2 0,-8 0 1,-2 8-1,0 4-30,1 5 0,-7 6 0,5 6 0,-1 6 262,4 3 1,2 10 0,2 2 0,0 1 77,4 1 1,9-6 0,1 4-1,5-2 169,5-4 1,5-10-1,9-5 1,4-6-155,5-5 1,1-5 0,3-7 0,2-2-218,-3-3 0,3-11 0,-7-8 0,1-1-159,1 0 1,-8-5 0,1 1-1,-4-3-28,-7-2 1,2 7 0,-7 2 0,-2 2-8,-2 1 0,-2 5 33,0 5 0,-2 10 0,-4 4 214,-5 13 1,3 2-1,2 8 1,5-2-9,1 0 1,1 2 0,5-4 0,4 1-21,-1-1 1,6-2 0,-1-3-1,5-3-362,4-2 1,1-7 0,-3 2-1,4-4-573,2-2 1,-6 0 945,1 0 0,5-8 0,0-1 0</inkml:trace>
  <inkml:trace contextRef="#ctx0" brushRef="#br0" timeOffset="1433">2240 771 8315,'0'-12'1462,"0"1"1,-2-1-1009,-4-5 0,4 6 1,-5 1-1,-1 3-274,-4 3 0,3 2 0,-2 2 0,-3 0-424,-1 0 1,-4 0 0,-2 0 0,-2 2 15,2 4 1,-3 3-1,1 8 1,2 0 53,2 1 1,4-1 0,1 2 0,3 2 312,-3 1 0,7 1 0,1-6 0,4 1 90,2-1 0,2 0 0,4 0 0,7-2-175,8-3 1,6 3 0,7-6 0,2 3-124,4-1 0,-4-1 0,4 3 0,-2-2-26,2 3 0,-6-1 0,3 0 1,-9-1 34,-3 1 0,-10 2 1,-7 2-1,-3 1 251,1-1 0,-8 0 1,-11 0-1,-8 0-25,-8 0 1,-9 0 0,-3-1-1,-1-3-71,0-2 0,-4-7 0,6 2 1,2-4-316,2-2 1,9 0 0,5 0 0,4-2-678,7-4 1,3 2-1,8-7 1,2-2 896,4-3 0,11-1 0,10 0 0</inkml:trace>
  <inkml:trace contextRef="#ctx0" brushRef="#br0" timeOffset="1850">2925 754 8932,'-6'-12'1153,"0"1"0,-1 5-459,1-5 0,2 7 0,-7-2-538,-3 4 1,-1 2-1,-2 0 1,0 0-182,0 0 1,-2 0 0,-2 2 0,-2 4 67,2 5 0,-4 4 0,2 3 0,3-1-211,1 0 0,3 0 1,3 0-1,3 0 184,3 0 0,-5 0 0,7 1 0,1-1 126,2 0 0,10 0 1,3-2-1,6-2-84,6-1 0,6-3 0,9 5 1,2-3-62,-2 2 1,3-3 0,-1 1 0,-2 3-156,-1 1 0,-11 2 0,-3-2 0,-4-1 30,-2-3 0,-2 0 1,-3 7-1,-8-3 22,-8-4 1,-13 4-1,-12-3 1,-5 3-72,-6 2 1,2-5 0,-8-3-1,1-1-108,1-4 0,-2 3 1,10-1-1,6-2-2040,3-2 129,4-2 2196,14-8 0,9-2 0,9-7 0</inkml:trace>
  <inkml:trace contextRef="#ctx0" brushRef="#br0" timeOffset="2116">3216 873 11229,'0'18'1249,"0"-1"0,0 2-1001,0 4 0,0-3 0,0 9 0,2 1-272,3 3 0,-3 1 1,6-2-1,-2-3-235,-1-6 0,3-4 0,-4-2 0,3-2-2525,3-3 2784,-6-5 0,11-22 0,-6-4 0</inkml:trace>
  <inkml:trace contextRef="#ctx0" brushRef="#br0" timeOffset="2266">3267 445 8200,'-6'-17'1621,"1"0"0,-7 6 0,5 1 1326,-3 3-2947,6 1 0,-11 13 0,6 3 0</inkml:trace>
  <inkml:trace contextRef="#ctx0" brushRef="#br0" timeOffset="3016">3712 1233 11275,'-9'0'1536,"1"0"1,8-8 0,-2-3 0,-1-4-1361,-3-2 0,0-8 1,6-5-1,0-9-115,0-6 0,-2-14 0,-2-10 0,-1-9-201,1-5 1,2-3 0,2 0-1,0 1-333,0-1 1,8 4-1,3 8 1,6 11-23,6 8 0,-4 13 0,4 8 0,-4 9-127,-2 6 1,0 10-1,0 3-312,0 4 1,6 2-1,0 2 934,-2 4 0,6 11 0,-1 9 0</inkml:trace>
  <inkml:trace contextRef="#ctx0" brushRef="#br1" timeOffset="3283">3490 856 8682,'11'0'476,"1"0"45,1 0 1,2 0 0,2-2 0,2-1-188,4-3 0,4-2 0,7 4 0,2-3-1322,4-3 0,-4 5 0,4-5 988,-4 3 1,6-7 0,2 5 0</inkml:trace>
  <inkml:trace contextRef="#ctx0" brushRef="#br1" timeOffset="3566">4260 788 10595,'10'2'1001,"-4"3"0,-4 5 0,-2 7 0,0 2-629,0 4 0,0 5 1,0 11-1,0 2-288,0 3 1,0-4 0,0 4-1,0-2-811,0-4 1,0-10 0,0-5-1,0-4-238,0-2 0,1-7 0,3-6 0,2-8 949,-2-8 0,5-18 0,1-6 0</inkml:trace>
  <inkml:trace contextRef="#ctx0" brushRef="#br0" timeOffset="3733">4278 411 10114,'-8'-17'4254,"4"2"-3675,-7 3 0,7 7-4746,-2 10 4167,12 5 0,3 15 0,9 1 0</inkml:trace>
  <inkml:trace contextRef="#ctx0" brushRef="#br0" timeOffset="4082">5082 891 8458,'10'-8'519,"-4"-3"0,-4 1 458,-2-1 1,0-1-748,0-5 1,-2 2 0,-4 3 0,-5 5-192,-5-1 1,-7 6 0,-1-3-1,-3 3-124,-3 2 1,-3 0 0,1 2 0,1 3 32,3 7 0,5 3 0,-4 4 0,3 4 2,3 5 1,4 5 0,3 1 0,5 0 96,1 0 0,3 1 1,6-1-1,7-2-52,9-3 0,8-4 1,9-8-1,0-2-284,1-4 0,5-3 0,1-8 1,1 0-333,0 0 1,0-2 0,-4-4 0,2-5 620,-2-4 0,-2-10 0,-1-2 0</inkml:trace>
  <inkml:trace contextRef="#ctx0" brushRef="#br0" timeOffset="4549">5648 839 8367,'11'-6'-189,"-2"-1"0,1-1 811,-1 1 1,-5-1 0,4 4 1799,0-1-1044,-7-1-1261,7 6 1,-10-2 0,-4-2-1,-5-2-163,-4 3 0,-8 1 1,-2 2-1,0 0-24,1 0 1,-7 5-1,5 3 1,-3 0 20,1-1 1,5 8-1,-4 1 1,2 5 67,4 0 0,2 3 1,2 1-1,2 2 22,4 3 0,3 1 0,8-3 0,0-5 10,0-4 0,13-2 1,6 0-1,6-2-15,6-3 0,3-5 0,6-8 0,4-5-284,-1-6 1,5-5 0,-8-4 0,0-3 19,2-3 1,-6 4-1,2-5 1,-8-1 280,-7 2 0,-6 3 0,-5 7 15,-7-1 1,-5 11 57,-5 7 1,-5 7-1,-7 12 1,0 2 57,0 2 0,5 8 0,3-3 1,1 3 16,4-3 1,10 3 0,6-9 0,5-1-136,6-2 1,3-7-1,10-3 1,4-1-224,6-4 1,3-12 0,3-7 0,-1-8-920,1-4 0,-9 5 0,-5-7 1076,-7-1 0,-6-3 0,-8-1 0</inkml:trace>
  <inkml:trace contextRef="#ctx0" brushRef="#br0" timeOffset="4849">6607 291 8168,'0'-17'1635,"0"0"-709,0 0 0,0 9-612,0 8 1,0 10 0,0 13 0,-2 7 3,-4 8 0,4 6 0,-4 9 0,4 4-73,2 6 0,0 11 0,0 6 0,2 2-69,4-2 1,-2 0 0,7-10-1,3-5-141,1-4 1,0-12-1,-2-11-849,-1-7 0,-1-8-407,6-12 0,-7-5 0,-4-12-296,-5-5 1,-8-5 1516,-5-1 0,-3-8 0,-2-1 0</inkml:trace>
  <inkml:trace contextRef="#ctx0" brushRef="#br0" timeOffset="5016">6315 685 13168,'25'0'515,"4"0"1,3 0 0,4-2-1,4-2-1034,6-1 1,9-7 0,4 5 518,2-3 0,2-1 0,5-6 0</inkml:trace>
  <inkml:trace contextRef="#ctx0" brushRef="#br0" timeOffset="5283">7240 719 8388,'0'-17'1375,"-2"10"1,-2 7 0,-1 11-879,1 10 1,-4 6 0,3 7 0,1 2-292,2 4 1,2-4 0,0 4-1,0-2-262,0 2 0,0-9 1,2 1-1,2-6-1146,1-5 1,9-3 365,-3-7 0,2-5 1,-1-12 835,-6-5 0,-5-12 0,-1-4 0</inkml:trace>
  <inkml:trace contextRef="#ctx0" brushRef="#br0" timeOffset="5449">7137 428 8203,'0'-17'1368,"0"0"2388,0 0-1461,0 7-4461,0 3 2166,8 7 0,2 7 0,7 3 0</inkml:trace>
  <inkml:trace contextRef="#ctx0" brushRef="#br0" timeOffset="5899">7771 754 8882,'8'-18'2289,"-6"7"-1469,3 0 0,-3 5-655,-2-6 0,0 7 0,-2-5-95,-3 3 1,1 1 0,-8 8-1,-1 4 56,-2 5 0,-2 4 0,0 2 0,-1 2 97,1 4 1,0 4 0,2 7-1,4 0-71,5 1 1,4-1 0,2 0 0,2-2-104,4-3 1,9 1 0,9-7-1,5-4-257,7-5 1,-2-1 0,6-7 0,-3-4-161,-3-6 0,0-6 1,0-7-1,-1-2 121,-5-4 0,-3-3 1,-10-9-1,-3 1 16,-7 0 1,-3 0 0,-6 1 0,-5 3 7,-8 1 0,-14 3 0,-1-3 0,-8 8 215,-4 8 1,4-1 0,-4 9 0,3 1-84,3 2 0,3 6 0,7 5 0,5 10-104,4 6 1,4 9-1,3 6 1,7-2-179,3-1 1,5 3-1,7-2 1,9-4-984,6-4 1356,-4-9 0,19 12 0,-4-7 0</inkml:trace>
  <inkml:trace contextRef="#ctx0" brushRef="#br0" timeOffset="6299">8422 668 8081,'-12'0'1186,"1"0"0,7 2 1,-2 4-1,3 5-908,-3 4 0,4 2 0,-4 2 0,4 2-12,2 2 1,0 8 0,0-1 0,0 6-38,0 4 0,6 0 0,2-6 0,1-1-101,5-5 0,3-3 0,4-8 1,3-2-271,3-3 1,2-5 0,5-7 0,0-2-274,0-3 0,1-5 0,-1-9 0,0-4 45,0-5 1,-5 1-1,-3-1 1,-1-1 67,-4 2 0,-2-3 0,-4 7 0,-3 2 122,-6 2 0,-5 2 546,-1 0 1,-1 7-192,-5 5 1,-2 16 0,-3 6 0,5 4 147,4 4 0,2 2 0,2 7 0,4-2-179,5-3 0,6 3 0,6-5 0,10-1-433,10-3 1,5-6 0,15-5 288,1-7 0,3-3 0,1-2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5T11:25:57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292 885 10672,'17'0'541,"-6"0"1,-1-2 0,-1-2 171,1-1 0,-5-9 0,5 3-384,-2-4 1,-1 3 0,-3 1 0,2-3-165,-2-1 0,-3-2 0,-2 0-239,-5 0 0,-9 0 1,-8 2-1,0 3-66,-2 6 0,-1 6 0,-9 6 0,-1 6 114,-4 3 1,4 11-1,-2 9 1,8 6 175,7 3 1,6 6 0,5-7 0,6 1-126,5-4 0,4-6 1,9-5-1,11-8-36,7-8 1,6-7 0,2-12 0,2-5-64,-2-4 0,-2-10 0,-1-2 0,-1-1-69,0-1 1,-7 1-1,-2-9 1,-5-1-10,-2-2 0,3 6 0,-12 6 0,1-3-104,-5-1 0,3-2 0,-2-1 0,-3 1 37,-1 0 1,0-6-1,2 0 1,2 2-27,-2 2 1,3 1 0,-1 1 0,0 0 84,1 0 0,-3-4 1,5 2-1,-1 5 146,-4 4 0,-2 5 200,-2 4-47,0 9 0,-2 9 0,-4 13 1,-3 8 167,-1 8 1,-5 1-1,5 3 1,-1-1 105,0 4 1,7 8 0,-4-2 0,2 1 26,1 5 1,-1 3 0,6 5-1,0 1-211,0-2 0,0 6 1,2 2-1,4 1-336,5-1 0,4-6 0,2-11 0,1-8-528,-1-8 1,0-5 0,0-10 0,0-5 3,0-10 1,-5-4-1,-1-11 1,0-6-412,-1-4 0,3 2 1,-7-5 1041,-2-3 0,5-1 0,1-2 0</inkml:trace>
  <inkml:trace contextRef="#ctx0" brushRef="#br0" timeOffset="517">1199 731 8289,'10'-8'557,"-4"-3"0,-3 1 1,1-1 319,2-2 1,5 3-1,-3 1-126,1 1 0,-5 0 0,4 5-29,-1-3 1,-5-2-547,4 2 1,-6-1 0,-6-6-297,-5 1 1,-4 8 0,-2-1 0,-1 3-76,1 2 1,-7 2 0,-5 3 0,-1 7 75,1 3 0,-3 10 0,5 3 0,0 5 124,5 1 1,3 0 0,1 2 0,3 2 68,4 2 1,3-5-1,10-9 1,4-1 26,5-4 1,10-4-1,4-6 1,2-5-144,3-4 0,2-10 1,1-3-1,-3-4-4,-1-2 0,-3-6 1,3-2-1,-6-2-115,-4-3 0,-2 0 1,-2-1-1,-2 4 96,-1 3 1,-8 1 0,1 6 259,-3 0 0,-4 3 1,-3 9-166,-7 10 1,-3 11 0,-2 6 0,0 7 17,0 3 0,1 2 0,5 1 0,5-1-46,4 0 1,2-1 0,2-5-1,4-5-210,5-4 0,6-2 1,6-2-1,6-3-166,3-7 1,2-3 0,1-2 0,-1-2-739,0-3 0,0-7 0,-1-9 0,-5-3 1112,-5-3 0,4-2 0,-1-5 0</inkml:trace>
  <inkml:trace contextRef="#ctx0" brushRef="#br0" timeOffset="783">1799 80 8289,'0'-17'275,"0"0"1,0 0 3181,0 0-3131,0 7 0,0 29 0,0 17-23,0 8 0,-8 5 1,-3 10-1,-3 10 24,3 9 0,-4 0 0,5 2 0,-1 2-80,-1 1 0,9-1 0,-3-7 0,4-17-490,2-14 0,2-6 1,4-15-164,5-2 1,4-10-1,0-7 186,-3-8 1,-5 1-1,-7-9 1,0-1-4071,0-2 4290,-7-2 0,-3-8 0,-7-2 0</inkml:trace>
  <inkml:trace contextRef="#ctx0" brushRef="#br0" timeOffset="933">1422 679 8528,'0'-11'2602,"2"2"-1697,4 1 0,3 2 0,10 6 0,4-2-411,5-3 0,11 1 0,2-6 0,3 1-552,4-1 0,7-1 0,0-6 0,-4 0-938,-3-1 0,-2 7 1,7 0 995,4-3 0,-11-1 0,3-2 0</inkml:trace>
  <inkml:trace contextRef="#ctx0" brushRef="#br0" timeOffset="1433">2518 679 8058,'8'-17'831,"1"0"-163,1 0 1,-1 6-1,-3-1 1,3-1-94,1-2 1,3-2 0,-5 1 0,-1 3 0,1 2 1,3-1-486,-5-5 1,-2 2 0,-10 2 0,-5 3-143,-4 2 1,-8 3 0,-2 7 0,-2 3 61,-3 7 1,-8 5 0,-2 4 0,2 4 43,2 1 0,3 3 1,3 7-1,3 2 182,3 2 0,6 6 0,9-6 0,1-2-39,4-2 0,4-4 0,8-3 0,9-7-158,10-3 0,5-9 0,2-4 1,1-6-142,-1-6 1,0-4-1,0-9 1,1-3-246,-1-7 0,-7 2 0,-5-1 0,-3-3 77,-1-1 0,-3 0 0,-4 1 0,-3 5 229,-1 1 1,-5 2 0,2 8 226,-8 3 0,-5-1 0,-8 9-230,0 6 0,1 6 0,3 11 0,4 2 16,1 2 0,0 5 0,4-3 0,-1 0 90,1-1 1,4 5 0,4-4 0,3-1-100,3 1 1,1-2-1,8-6 1,2-2-283,2-3 1,6-5 0,-5-7 0,3 0-640,3 0 1,3-5-1,1-5 1,0-3 956,1-6 0,6-10 0,3 3 0</inkml:trace>
  <inkml:trace contextRef="#ctx0" brushRef="#br0" timeOffset="1883">3340 508 8058,'11'-15'93,"-1"2"0,-2 1 485,-5-1 0,5 3 0,-2-1 672,-3-2 1,-1-3-826,-2-1 1,-2 6-1,-3 1 1,-7 3-251,-3 3 0,-4-4 0,-2 3 0,-4 1-63,-1 2 0,3 2 1,-6 2-1,1 4-115,1 5 0,1 4 0,5 2 0,-2 0 39,2 1 1,9-1-1,5 0 1,1 2 121,0 4 0,3-4 0,8 4 1,7-4 17,3-2 1,4 0-1,4 0 1,5 2-162,5 4 1,1-10 0,2 4 0,2-1-57,2-1 1,2 2-1,-6 0 1,0 0 25,-3 0 1,-11-5 0,1-1-81,-4 2 0,-9 3 0,-8-1 64,-12-4 0,-5 3 1,-17-9-1,-4-1-10,-1-2 0,-6-2 0,-1 0 0,0 2-19,4 4 0,4-5 0,2 5 0,1-4-969,5-2 1,3-2 91,8-4 1,9-1-1,10-6 1,12 3 98,7 2 0,9 3 0,-2 3 0,5-2 838,1-2 0,0 1 0,-1 5 0,-3 0 0,-1 0 0,-1 0 0,14-8 0,2-2 0</inkml:trace>
  <inkml:trace contextRef="#ctx0" brushRef="#br0" timeOffset="2266">3648 714 8058,'0'-12'0,"0"1"1334,0-2 0,0 3 113,0-1 1,2 7-870,4-2 0,3 4 1,8 2-1,1 0-185,-1 0 0,6 0 0,1 0 0,5 0-67,7 0 1,-2 0 0,6 0 0,-2 0-334,2 0 0,-4-5 1,4-3-1,-5-2-365,-7-3 0,-3-2 1,-10-2 153,-4 0 1,-5 1 0,-12 3 0,-7 4 87,-8 1 1,-5 2 0,-9 6 0,-1 0 50,-4 0 1,4 10 0,-4 5 0,4 6 46,2 0 1,7 4 0,6-1 0,6 3 47,4 3 0,7 3 1,0-1-1,8-1 90,7-3 1,12-5 0,7 2-1,8-4-200,8-6 0,4-10 1,1 1-1,2-6-269,4-6 0,-5-3 1,1-8-1,-7-2-152,-4-4 1,-3 2-1,-6-6 1,-7 3-323,-8 3 1,-9 0 0,-9 0-1,0-2-50,0 2 1,0 2 0,-2 2 886,-4 0 0,5 0 0,-15-8 0,7-2 0</inkml:trace>
  <inkml:trace contextRef="#ctx0" brushRef="#br0" timeOffset="2516">4624 63 8058,'0'-11'0,"0"-1"2323,0-1-1065,0-2 0,-2 5 1,-1 8-675,-3 12 1,-7 3 0,3 16-1,1 3-197,3 6 1,-2 6-1,3 9 1,1 2-77,2 2 1,2 8 0,0-2-1,2 3-99,3 3 0,5-8 0,7-4 0,2-6-395,4-5 1,-4-4 0,4-10 0,-4-5-1029,-2-10 1,0-8 5,0-9 1,-7-2-1,-5-3-2021,-3-7 3226,-9-11 0,-3-3 0,-7-8 0</inkml:trace>
  <inkml:trace contextRef="#ctx0" brushRef="#br0" timeOffset="2699">4248 423 8058,'9'0'2189,"4"2"1,-5 1 0,2 5-1422,3 1 0,10 1 1,7 3-1,8-3-337,8-3 0,11-1 0,8-6 0,5 0-766,4 0 0,14-9 1,-3-9-1,7-8 335,-43 11 0,1-3 0,-2-2 0,1-1 0,6-1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274E-0A05-77FC-C943-CA0BE3FBE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74054-3231-621A-F4FB-27E851C5D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29624-D095-61C9-728E-E2985C6A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EAAE1-EC43-25A0-E4EB-7942D3CC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F634-497A-63DF-6BEA-95E9338E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0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A58F-677B-B921-E43B-2BA18718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9123-041C-82A7-2E85-4E70151D0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AFDA-30DC-8070-7633-F0283C57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D80F2-E512-FB8E-25BC-4E7FAA20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256-1900-1354-7A9A-BEAA1832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8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2FAB-0E4D-620C-39C1-78DED9CD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365F8-7A2A-ECE1-72D5-156368A0E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06B16-B4CE-B0A2-CD18-9E2D44C2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8E4D-549D-CD0F-1B4A-BF08CD47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9C5DF-2DD5-4B80-9925-17EA1645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8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BE67-A096-A2FA-2B3C-33328415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2226-9E4E-CBEB-DD1B-75FF73934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088B2-575E-5369-FECF-E998D3B14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78506-C956-038D-9332-FB5FB2F6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56D1-0264-FD81-EFEC-D93B9EE7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69CF9-5DE3-808C-31E7-0FE96D59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1BE7-F593-94D2-083C-56BF8970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9A7C8-00A1-44D6-C118-9838CFAA4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E6BA6-2BFE-C9B6-DDCD-4CE801A3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4C858-33DD-2FD0-519B-CBE3635DB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8AD72-34D7-5EE8-1259-C749DF03A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5866C-CDD9-D77E-429B-87C9A3A5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FD92D-93AC-0026-BB4C-0D902FC1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6D789-AECE-60A1-D549-1D1185BA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0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418C-D584-DA18-810D-BEBA907E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F51C7-5ECA-CF13-C80A-17B2BFE1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6E014-871B-642C-339F-1EE492AB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19810-A7C7-88B4-78E6-2B3B47C0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0EA4A-E092-6389-208A-93A90431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D017B2-75A7-218E-ABF3-006BF480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90CE3-48B4-3191-BF6B-5A5995F7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5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85E0-5F61-C8DD-8AC8-C1FA0530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794B-D5A6-3692-CB40-7D8F66AA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88129-A2E7-4D80-9B7D-5509819E6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D196B-684B-6614-F881-3CA9FF23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6C594-2D38-5DB2-4BC1-6F1272E4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B937-3028-D853-093C-874EDAD4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7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2BE6-1AFF-62C7-DFAC-167D238A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AB0C-52D8-D975-F358-B09F5D62C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48CCC-8223-3C4F-9813-1F4CEC3E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B1B0B-0395-DD53-94AE-B1679FD6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5BB52-490B-CC43-6352-B8EBB4E7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CC239-9CAC-C6E3-793E-34E688F2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3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43F5-2788-4807-E736-07170BD1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55BBC-4E54-FD3F-9EEA-87902B286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6829-13E1-3B40-56D4-ED5D08D0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C74EB-70E6-8DF8-5CA9-6D530816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B6FDE-F331-6D4F-98CB-F2EBA024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8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ECEA8-67B8-90D4-4704-2CC28238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145DC-242E-CB0F-912F-9C7B19574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CCD9-C33F-DBB8-F14C-85B2AC18D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F4F7-1444-6026-9402-171CBB06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4F135-EDC0-7009-3C49-EE55880E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2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7ACD1-2533-B3C1-2DF0-5EEF2324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3BF79-DC73-978E-A719-B6FC8B4E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EC3CD-FC47-080B-9A88-2A272EB8F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FEF1F-D540-204D-B46E-5987697A750F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B9EA9-3405-7DCA-13EE-942769C0D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22332-FEA4-2776-BEED-E4F6512F5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05C98-904F-024B-BB43-D4964AF1F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1" Type="http://schemas.openxmlformats.org/officeDocument/2006/relationships/image" Target="../media/image1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customXml" Target="../ink/ink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.xml"/><Relationship Id="rId21" Type="http://schemas.openxmlformats.org/officeDocument/2006/relationships/image" Target="../media/image20.png"/><Relationship Id="rId42" Type="http://schemas.openxmlformats.org/officeDocument/2006/relationships/customXml" Target="../ink/ink30.xml"/><Relationship Id="rId47" Type="http://schemas.openxmlformats.org/officeDocument/2006/relationships/image" Target="../media/image33.png"/><Relationship Id="rId63" Type="http://schemas.openxmlformats.org/officeDocument/2006/relationships/image" Target="../media/image41.png"/><Relationship Id="rId68" Type="http://schemas.openxmlformats.org/officeDocument/2006/relationships/customXml" Target="../ink/ink43.xml"/><Relationship Id="rId7" Type="http://schemas.openxmlformats.org/officeDocument/2006/relationships/image" Target="../media/image13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9" Type="http://schemas.openxmlformats.org/officeDocument/2006/relationships/image" Target="../media/image24.png"/><Relationship Id="rId11" Type="http://schemas.openxmlformats.org/officeDocument/2006/relationships/image" Target="../media/image15.png"/><Relationship Id="rId24" Type="http://schemas.openxmlformats.org/officeDocument/2006/relationships/customXml" Target="../ink/ink21.xml"/><Relationship Id="rId32" Type="http://schemas.openxmlformats.org/officeDocument/2006/relationships/customXml" Target="../ink/ink25.xml"/><Relationship Id="rId37" Type="http://schemas.openxmlformats.org/officeDocument/2006/relationships/image" Target="../media/image28.png"/><Relationship Id="rId40" Type="http://schemas.openxmlformats.org/officeDocument/2006/relationships/customXml" Target="../ink/ink29.xml"/><Relationship Id="rId45" Type="http://schemas.openxmlformats.org/officeDocument/2006/relationships/image" Target="../media/image32.png"/><Relationship Id="rId53" Type="http://schemas.openxmlformats.org/officeDocument/2006/relationships/image" Target="../media/image36.png"/><Relationship Id="rId58" Type="http://schemas.openxmlformats.org/officeDocument/2006/relationships/customXml" Target="../ink/ink38.xml"/><Relationship Id="rId66" Type="http://schemas.openxmlformats.org/officeDocument/2006/relationships/customXml" Target="../ink/ink42.xml"/><Relationship Id="rId5" Type="http://schemas.openxmlformats.org/officeDocument/2006/relationships/image" Target="../media/image12.png"/><Relationship Id="rId61" Type="http://schemas.openxmlformats.org/officeDocument/2006/relationships/image" Target="../media/image40.png"/><Relationship Id="rId19" Type="http://schemas.openxmlformats.org/officeDocument/2006/relationships/image" Target="../media/image19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3.png"/><Relationship Id="rId30" Type="http://schemas.openxmlformats.org/officeDocument/2006/relationships/customXml" Target="../ink/ink24.xml"/><Relationship Id="rId35" Type="http://schemas.openxmlformats.org/officeDocument/2006/relationships/image" Target="../media/image27.png"/><Relationship Id="rId43" Type="http://schemas.openxmlformats.org/officeDocument/2006/relationships/image" Target="../media/image31.png"/><Relationship Id="rId48" Type="http://schemas.openxmlformats.org/officeDocument/2006/relationships/customXml" Target="../ink/ink33.xml"/><Relationship Id="rId56" Type="http://schemas.openxmlformats.org/officeDocument/2006/relationships/customXml" Target="../ink/ink37.xml"/><Relationship Id="rId64" Type="http://schemas.openxmlformats.org/officeDocument/2006/relationships/customXml" Target="../ink/ink41.xml"/><Relationship Id="rId69" Type="http://schemas.openxmlformats.org/officeDocument/2006/relationships/image" Target="../media/image44.png"/><Relationship Id="rId8" Type="http://schemas.openxmlformats.org/officeDocument/2006/relationships/customXml" Target="../ink/ink13.xml"/><Relationship Id="rId51" Type="http://schemas.openxmlformats.org/officeDocument/2006/relationships/image" Target="../media/image35.png"/><Relationship Id="rId3" Type="http://schemas.openxmlformats.org/officeDocument/2006/relationships/image" Target="../media/image11.png"/><Relationship Id="rId12" Type="http://schemas.openxmlformats.org/officeDocument/2006/relationships/customXml" Target="../ink/ink15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38" Type="http://schemas.openxmlformats.org/officeDocument/2006/relationships/customXml" Target="../ink/ink28.xml"/><Relationship Id="rId46" Type="http://schemas.openxmlformats.org/officeDocument/2006/relationships/customXml" Target="../ink/ink32.xml"/><Relationship Id="rId59" Type="http://schemas.openxmlformats.org/officeDocument/2006/relationships/image" Target="../media/image39.png"/><Relationship Id="rId67" Type="http://schemas.openxmlformats.org/officeDocument/2006/relationships/image" Target="../media/image43.png"/><Relationship Id="rId20" Type="http://schemas.openxmlformats.org/officeDocument/2006/relationships/customXml" Target="../ink/ink19.xml"/><Relationship Id="rId41" Type="http://schemas.openxmlformats.org/officeDocument/2006/relationships/image" Target="../media/image30.png"/><Relationship Id="rId54" Type="http://schemas.openxmlformats.org/officeDocument/2006/relationships/customXml" Target="../ink/ink36.xml"/><Relationship Id="rId62" Type="http://schemas.openxmlformats.org/officeDocument/2006/relationships/customXml" Target="../ink/ink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3.xml"/><Relationship Id="rId36" Type="http://schemas.openxmlformats.org/officeDocument/2006/relationships/customXml" Target="../ink/ink27.xml"/><Relationship Id="rId49" Type="http://schemas.openxmlformats.org/officeDocument/2006/relationships/image" Target="../media/image34.png"/><Relationship Id="rId57" Type="http://schemas.openxmlformats.org/officeDocument/2006/relationships/image" Target="../media/image38.png"/><Relationship Id="rId10" Type="http://schemas.openxmlformats.org/officeDocument/2006/relationships/customXml" Target="../ink/ink14.xml"/><Relationship Id="rId31" Type="http://schemas.openxmlformats.org/officeDocument/2006/relationships/image" Target="../media/image25.png"/><Relationship Id="rId44" Type="http://schemas.openxmlformats.org/officeDocument/2006/relationships/customXml" Target="../ink/ink31.xml"/><Relationship Id="rId52" Type="http://schemas.openxmlformats.org/officeDocument/2006/relationships/customXml" Target="../ink/ink35.xml"/><Relationship Id="rId60" Type="http://schemas.openxmlformats.org/officeDocument/2006/relationships/customXml" Target="../ink/ink39.xml"/><Relationship Id="rId65" Type="http://schemas.openxmlformats.org/officeDocument/2006/relationships/image" Target="../media/image42.png"/><Relationship Id="rId4" Type="http://schemas.openxmlformats.org/officeDocument/2006/relationships/customXml" Target="../ink/ink11.xml"/><Relationship Id="rId9" Type="http://schemas.openxmlformats.org/officeDocument/2006/relationships/image" Target="../media/image14.png"/><Relationship Id="rId13" Type="http://schemas.openxmlformats.org/officeDocument/2006/relationships/image" Target="../media/image16.png"/><Relationship Id="rId18" Type="http://schemas.openxmlformats.org/officeDocument/2006/relationships/customXml" Target="../ink/ink18.xml"/><Relationship Id="rId39" Type="http://schemas.openxmlformats.org/officeDocument/2006/relationships/image" Target="../media/image29.png"/><Relationship Id="rId34" Type="http://schemas.openxmlformats.org/officeDocument/2006/relationships/customXml" Target="../ink/ink26.xml"/><Relationship Id="rId50" Type="http://schemas.openxmlformats.org/officeDocument/2006/relationships/customXml" Target="../ink/ink34.xml"/><Relationship Id="rId55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6.xml"/><Relationship Id="rId21" Type="http://schemas.openxmlformats.org/officeDocument/2006/relationships/image" Target="../media/image51.png"/><Relationship Id="rId42" Type="http://schemas.openxmlformats.org/officeDocument/2006/relationships/customXml" Target="../ink/ink64.xml"/><Relationship Id="rId47" Type="http://schemas.openxmlformats.org/officeDocument/2006/relationships/image" Target="../media/image55.png"/><Relationship Id="rId63" Type="http://schemas.openxmlformats.org/officeDocument/2006/relationships/image" Target="../media/image63.png"/><Relationship Id="rId68" Type="http://schemas.openxmlformats.org/officeDocument/2006/relationships/customXml" Target="../ink/ink77.xml"/><Relationship Id="rId84" Type="http://schemas.openxmlformats.org/officeDocument/2006/relationships/customXml" Target="../ink/ink85.xml"/><Relationship Id="rId89" Type="http://schemas.openxmlformats.org/officeDocument/2006/relationships/image" Target="../media/image76.png"/><Relationship Id="rId16" Type="http://schemas.openxmlformats.org/officeDocument/2006/relationships/customXml" Target="../ink/ink51.xml"/><Relationship Id="rId11" Type="http://schemas.openxmlformats.org/officeDocument/2006/relationships/image" Target="../media/image46.png"/><Relationship Id="rId32" Type="http://schemas.openxmlformats.org/officeDocument/2006/relationships/customXml" Target="../ink/ink59.xml"/><Relationship Id="rId37" Type="http://schemas.openxmlformats.org/officeDocument/2006/relationships/image" Target="../media/image28.png"/><Relationship Id="rId53" Type="http://schemas.openxmlformats.org/officeDocument/2006/relationships/image" Target="../media/image58.png"/><Relationship Id="rId58" Type="http://schemas.openxmlformats.org/officeDocument/2006/relationships/customXml" Target="../ink/ink72.xml"/><Relationship Id="rId74" Type="http://schemas.openxmlformats.org/officeDocument/2006/relationships/customXml" Target="../ink/ink80.xml"/><Relationship Id="rId79" Type="http://schemas.openxmlformats.org/officeDocument/2006/relationships/image" Target="../media/image71.png"/><Relationship Id="rId5" Type="http://schemas.openxmlformats.org/officeDocument/2006/relationships/image" Target="../media/image12.png"/><Relationship Id="rId90" Type="http://schemas.openxmlformats.org/officeDocument/2006/relationships/customXml" Target="../ink/ink88.xml"/><Relationship Id="rId95" Type="http://schemas.openxmlformats.org/officeDocument/2006/relationships/image" Target="../media/image79.png"/><Relationship Id="rId22" Type="http://schemas.openxmlformats.org/officeDocument/2006/relationships/customXml" Target="../ink/ink54.xml"/><Relationship Id="rId27" Type="http://schemas.openxmlformats.org/officeDocument/2006/relationships/image" Target="../media/image54.png"/><Relationship Id="rId43" Type="http://schemas.openxmlformats.org/officeDocument/2006/relationships/image" Target="../media/image31.png"/><Relationship Id="rId48" Type="http://schemas.openxmlformats.org/officeDocument/2006/relationships/customXml" Target="../ink/ink67.xml"/><Relationship Id="rId64" Type="http://schemas.openxmlformats.org/officeDocument/2006/relationships/customXml" Target="../ink/ink75.xml"/><Relationship Id="rId69" Type="http://schemas.openxmlformats.org/officeDocument/2006/relationships/image" Target="../media/image66.png"/><Relationship Id="rId80" Type="http://schemas.openxmlformats.org/officeDocument/2006/relationships/customXml" Target="../ink/ink83.xml"/><Relationship Id="rId85" Type="http://schemas.openxmlformats.org/officeDocument/2006/relationships/image" Target="../media/image74.png"/><Relationship Id="rId12" Type="http://schemas.openxmlformats.org/officeDocument/2006/relationships/customXml" Target="../ink/ink49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33" Type="http://schemas.openxmlformats.org/officeDocument/2006/relationships/image" Target="../media/image26.png"/><Relationship Id="rId38" Type="http://schemas.openxmlformats.org/officeDocument/2006/relationships/customXml" Target="../ink/ink62.xml"/><Relationship Id="rId46" Type="http://schemas.openxmlformats.org/officeDocument/2006/relationships/customXml" Target="../ink/ink66.xml"/><Relationship Id="rId59" Type="http://schemas.openxmlformats.org/officeDocument/2006/relationships/image" Target="../media/image61.png"/><Relationship Id="rId67" Type="http://schemas.openxmlformats.org/officeDocument/2006/relationships/image" Target="../media/image65.png"/><Relationship Id="rId20" Type="http://schemas.openxmlformats.org/officeDocument/2006/relationships/customXml" Target="../ink/ink53.xml"/><Relationship Id="rId41" Type="http://schemas.openxmlformats.org/officeDocument/2006/relationships/image" Target="../media/image30.png"/><Relationship Id="rId54" Type="http://schemas.openxmlformats.org/officeDocument/2006/relationships/customXml" Target="../ink/ink70.xml"/><Relationship Id="rId62" Type="http://schemas.openxmlformats.org/officeDocument/2006/relationships/customXml" Target="../ink/ink74.xml"/><Relationship Id="rId70" Type="http://schemas.openxmlformats.org/officeDocument/2006/relationships/customXml" Target="../ink/ink78.xml"/><Relationship Id="rId75" Type="http://schemas.openxmlformats.org/officeDocument/2006/relationships/image" Target="../media/image69.png"/><Relationship Id="rId83" Type="http://schemas.openxmlformats.org/officeDocument/2006/relationships/image" Target="../media/image73.png"/><Relationship Id="rId88" Type="http://schemas.openxmlformats.org/officeDocument/2006/relationships/customXml" Target="../ink/ink87.xml"/><Relationship Id="rId91" Type="http://schemas.openxmlformats.org/officeDocument/2006/relationships/image" Target="../media/image77.png"/><Relationship Id="rId96" Type="http://schemas.openxmlformats.org/officeDocument/2006/relationships/customXml" Target="../ink/ink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6.xml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28" Type="http://schemas.openxmlformats.org/officeDocument/2006/relationships/customXml" Target="../ink/ink57.xml"/><Relationship Id="rId36" Type="http://schemas.openxmlformats.org/officeDocument/2006/relationships/customXml" Target="../ink/ink61.xml"/><Relationship Id="rId49" Type="http://schemas.openxmlformats.org/officeDocument/2006/relationships/image" Target="../media/image56.png"/><Relationship Id="rId57" Type="http://schemas.openxmlformats.org/officeDocument/2006/relationships/image" Target="../media/image60.png"/><Relationship Id="rId10" Type="http://schemas.openxmlformats.org/officeDocument/2006/relationships/customXml" Target="../ink/ink48.xml"/><Relationship Id="rId31" Type="http://schemas.openxmlformats.org/officeDocument/2006/relationships/image" Target="../media/image25.png"/><Relationship Id="rId44" Type="http://schemas.openxmlformats.org/officeDocument/2006/relationships/customXml" Target="../ink/ink65.xml"/><Relationship Id="rId52" Type="http://schemas.openxmlformats.org/officeDocument/2006/relationships/customXml" Target="../ink/ink69.xml"/><Relationship Id="rId60" Type="http://schemas.openxmlformats.org/officeDocument/2006/relationships/customXml" Target="../ink/ink73.xml"/><Relationship Id="rId65" Type="http://schemas.openxmlformats.org/officeDocument/2006/relationships/image" Target="../media/image64.png"/><Relationship Id="rId73" Type="http://schemas.openxmlformats.org/officeDocument/2006/relationships/image" Target="../media/image68.png"/><Relationship Id="rId78" Type="http://schemas.openxmlformats.org/officeDocument/2006/relationships/customXml" Target="../ink/ink82.xml"/><Relationship Id="rId81" Type="http://schemas.openxmlformats.org/officeDocument/2006/relationships/image" Target="../media/image72.png"/><Relationship Id="rId86" Type="http://schemas.openxmlformats.org/officeDocument/2006/relationships/customXml" Target="../ink/ink86.xml"/><Relationship Id="rId94" Type="http://schemas.openxmlformats.org/officeDocument/2006/relationships/customXml" Target="../ink/ink90.xml"/><Relationship Id="rId99" Type="http://schemas.openxmlformats.org/officeDocument/2006/relationships/image" Target="../media/image81.png"/><Relationship Id="rId101" Type="http://schemas.openxmlformats.org/officeDocument/2006/relationships/image" Target="../media/image82.png"/><Relationship Id="rId4" Type="http://schemas.openxmlformats.org/officeDocument/2006/relationships/customXml" Target="../ink/ink45.xml"/><Relationship Id="rId9" Type="http://schemas.openxmlformats.org/officeDocument/2006/relationships/image" Target="../media/image45.png"/><Relationship Id="rId13" Type="http://schemas.openxmlformats.org/officeDocument/2006/relationships/image" Target="../media/image47.png"/><Relationship Id="rId18" Type="http://schemas.openxmlformats.org/officeDocument/2006/relationships/customXml" Target="../ink/ink52.xml"/><Relationship Id="rId39" Type="http://schemas.openxmlformats.org/officeDocument/2006/relationships/image" Target="../media/image29.png"/><Relationship Id="rId34" Type="http://schemas.openxmlformats.org/officeDocument/2006/relationships/customXml" Target="../ink/ink60.xml"/><Relationship Id="rId50" Type="http://schemas.openxmlformats.org/officeDocument/2006/relationships/customXml" Target="../ink/ink68.xml"/><Relationship Id="rId55" Type="http://schemas.openxmlformats.org/officeDocument/2006/relationships/image" Target="../media/image59.png"/><Relationship Id="rId76" Type="http://schemas.openxmlformats.org/officeDocument/2006/relationships/customXml" Target="../ink/ink81.xml"/><Relationship Id="rId97" Type="http://schemas.openxmlformats.org/officeDocument/2006/relationships/image" Target="../media/image80.png"/><Relationship Id="rId7" Type="http://schemas.openxmlformats.org/officeDocument/2006/relationships/image" Target="../media/image13.png"/><Relationship Id="rId71" Type="http://schemas.openxmlformats.org/officeDocument/2006/relationships/image" Target="../media/image67.png"/><Relationship Id="rId92" Type="http://schemas.openxmlformats.org/officeDocument/2006/relationships/customXml" Target="../ink/ink89.xml"/><Relationship Id="rId2" Type="http://schemas.openxmlformats.org/officeDocument/2006/relationships/customXml" Target="../ink/ink44.xml"/><Relationship Id="rId29" Type="http://schemas.openxmlformats.org/officeDocument/2006/relationships/image" Target="../media/image24.png"/><Relationship Id="rId24" Type="http://schemas.openxmlformats.org/officeDocument/2006/relationships/customXml" Target="../ink/ink55.xml"/><Relationship Id="rId40" Type="http://schemas.openxmlformats.org/officeDocument/2006/relationships/customXml" Target="../ink/ink63.xml"/><Relationship Id="rId45" Type="http://schemas.openxmlformats.org/officeDocument/2006/relationships/image" Target="../media/image32.png"/><Relationship Id="rId66" Type="http://schemas.openxmlformats.org/officeDocument/2006/relationships/customXml" Target="../ink/ink76.xml"/><Relationship Id="rId87" Type="http://schemas.openxmlformats.org/officeDocument/2006/relationships/image" Target="../media/image75.png"/><Relationship Id="rId61" Type="http://schemas.openxmlformats.org/officeDocument/2006/relationships/image" Target="../media/image62.png"/><Relationship Id="rId82" Type="http://schemas.openxmlformats.org/officeDocument/2006/relationships/customXml" Target="../ink/ink84.xml"/><Relationship Id="rId19" Type="http://schemas.openxmlformats.org/officeDocument/2006/relationships/image" Target="../media/image50.png"/><Relationship Id="rId14" Type="http://schemas.openxmlformats.org/officeDocument/2006/relationships/customXml" Target="../ink/ink50.xml"/><Relationship Id="rId30" Type="http://schemas.openxmlformats.org/officeDocument/2006/relationships/customXml" Target="../ink/ink58.xml"/><Relationship Id="rId35" Type="http://schemas.openxmlformats.org/officeDocument/2006/relationships/image" Target="../media/image27.png"/><Relationship Id="rId56" Type="http://schemas.openxmlformats.org/officeDocument/2006/relationships/customXml" Target="../ink/ink71.xml"/><Relationship Id="rId77" Type="http://schemas.openxmlformats.org/officeDocument/2006/relationships/image" Target="../media/image70.png"/><Relationship Id="rId100" Type="http://schemas.openxmlformats.org/officeDocument/2006/relationships/customXml" Target="../ink/ink93.xml"/><Relationship Id="rId8" Type="http://schemas.openxmlformats.org/officeDocument/2006/relationships/customXml" Target="../ink/ink47.xml"/><Relationship Id="rId51" Type="http://schemas.openxmlformats.org/officeDocument/2006/relationships/image" Target="../media/image57.png"/><Relationship Id="rId72" Type="http://schemas.openxmlformats.org/officeDocument/2006/relationships/customXml" Target="../ink/ink79.xml"/><Relationship Id="rId93" Type="http://schemas.openxmlformats.org/officeDocument/2006/relationships/image" Target="../media/image78.png"/><Relationship Id="rId98" Type="http://schemas.openxmlformats.org/officeDocument/2006/relationships/customXml" Target="../ink/ink92.xml"/><Relationship Id="rId3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7.xml"/><Relationship Id="rId13" Type="http://schemas.openxmlformats.org/officeDocument/2006/relationships/image" Target="../media/image88.png"/><Relationship Id="rId18" Type="http://schemas.openxmlformats.org/officeDocument/2006/relationships/customXml" Target="../ink/ink102.xml"/><Relationship Id="rId26" Type="http://schemas.openxmlformats.org/officeDocument/2006/relationships/customXml" Target="../ink/ink106.xml"/><Relationship Id="rId3" Type="http://schemas.openxmlformats.org/officeDocument/2006/relationships/image" Target="../media/image83.png"/><Relationship Id="rId21" Type="http://schemas.openxmlformats.org/officeDocument/2006/relationships/image" Target="../media/image92.png"/><Relationship Id="rId7" Type="http://schemas.openxmlformats.org/officeDocument/2006/relationships/image" Target="../media/image85.png"/><Relationship Id="rId12" Type="http://schemas.openxmlformats.org/officeDocument/2006/relationships/customXml" Target="../ink/ink99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2" Type="http://schemas.openxmlformats.org/officeDocument/2006/relationships/customXml" Target="../ink/ink94.xml"/><Relationship Id="rId16" Type="http://schemas.openxmlformats.org/officeDocument/2006/relationships/customXml" Target="../ink/ink101.xml"/><Relationship Id="rId20" Type="http://schemas.openxmlformats.org/officeDocument/2006/relationships/customXml" Target="../ink/ink103.xml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6.xml"/><Relationship Id="rId11" Type="http://schemas.openxmlformats.org/officeDocument/2006/relationships/image" Target="../media/image87.png"/><Relationship Id="rId24" Type="http://schemas.openxmlformats.org/officeDocument/2006/relationships/customXml" Target="../ink/ink105.xml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customXml" Target="../ink/ink107.xml"/><Relationship Id="rId10" Type="http://schemas.openxmlformats.org/officeDocument/2006/relationships/customXml" Target="../ink/ink98.xml"/><Relationship Id="rId19" Type="http://schemas.openxmlformats.org/officeDocument/2006/relationships/image" Target="../media/image91.png"/><Relationship Id="rId31" Type="http://schemas.openxmlformats.org/officeDocument/2006/relationships/image" Target="../media/image97.png"/><Relationship Id="rId4" Type="http://schemas.openxmlformats.org/officeDocument/2006/relationships/customXml" Target="../ink/ink95.xml"/><Relationship Id="rId9" Type="http://schemas.openxmlformats.org/officeDocument/2006/relationships/image" Target="../media/image86.png"/><Relationship Id="rId14" Type="http://schemas.openxmlformats.org/officeDocument/2006/relationships/customXml" Target="../ink/ink100.xml"/><Relationship Id="rId22" Type="http://schemas.openxmlformats.org/officeDocument/2006/relationships/customXml" Target="../ink/ink104.xml"/><Relationship Id="rId27" Type="http://schemas.openxmlformats.org/officeDocument/2006/relationships/image" Target="../media/image95.png"/><Relationship Id="rId30" Type="http://schemas.openxmlformats.org/officeDocument/2006/relationships/customXml" Target="../ink/ink108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.xml"/><Relationship Id="rId21" Type="http://schemas.openxmlformats.org/officeDocument/2006/relationships/image" Target="../media/image104.png"/><Relationship Id="rId42" Type="http://schemas.openxmlformats.org/officeDocument/2006/relationships/customXml" Target="../ink/ink129.xml"/><Relationship Id="rId47" Type="http://schemas.openxmlformats.org/officeDocument/2006/relationships/image" Target="../media/image117.png"/><Relationship Id="rId63" Type="http://schemas.openxmlformats.org/officeDocument/2006/relationships/image" Target="../media/image125.png"/><Relationship Id="rId68" Type="http://schemas.openxmlformats.org/officeDocument/2006/relationships/customXml" Target="../ink/ink142.xml"/><Relationship Id="rId84" Type="http://schemas.openxmlformats.org/officeDocument/2006/relationships/customXml" Target="../ink/ink150.xml"/><Relationship Id="rId16" Type="http://schemas.openxmlformats.org/officeDocument/2006/relationships/customXml" Target="../ink/ink116.xml"/><Relationship Id="rId11" Type="http://schemas.openxmlformats.org/officeDocument/2006/relationships/image" Target="../media/image99.png"/><Relationship Id="rId32" Type="http://schemas.openxmlformats.org/officeDocument/2006/relationships/customXml" Target="../ink/ink124.xml"/><Relationship Id="rId37" Type="http://schemas.openxmlformats.org/officeDocument/2006/relationships/image" Target="../media/image112.png"/><Relationship Id="rId53" Type="http://schemas.openxmlformats.org/officeDocument/2006/relationships/image" Target="../media/image120.png"/><Relationship Id="rId58" Type="http://schemas.openxmlformats.org/officeDocument/2006/relationships/customXml" Target="../ink/ink137.xml"/><Relationship Id="rId74" Type="http://schemas.openxmlformats.org/officeDocument/2006/relationships/customXml" Target="../ink/ink145.xml"/><Relationship Id="rId79" Type="http://schemas.openxmlformats.org/officeDocument/2006/relationships/image" Target="../media/image133.png"/><Relationship Id="rId5" Type="http://schemas.openxmlformats.org/officeDocument/2006/relationships/image" Target="../media/image84.png"/><Relationship Id="rId19" Type="http://schemas.openxmlformats.org/officeDocument/2006/relationships/image" Target="../media/image103.png"/><Relationship Id="rId14" Type="http://schemas.openxmlformats.org/officeDocument/2006/relationships/customXml" Target="../ink/ink115.xml"/><Relationship Id="rId22" Type="http://schemas.openxmlformats.org/officeDocument/2006/relationships/customXml" Target="../ink/ink119.xml"/><Relationship Id="rId27" Type="http://schemas.openxmlformats.org/officeDocument/2006/relationships/image" Target="../media/image107.png"/><Relationship Id="rId30" Type="http://schemas.openxmlformats.org/officeDocument/2006/relationships/customXml" Target="../ink/ink123.xml"/><Relationship Id="rId35" Type="http://schemas.openxmlformats.org/officeDocument/2006/relationships/image" Target="../media/image111.png"/><Relationship Id="rId43" Type="http://schemas.openxmlformats.org/officeDocument/2006/relationships/image" Target="../media/image115.png"/><Relationship Id="rId48" Type="http://schemas.openxmlformats.org/officeDocument/2006/relationships/customXml" Target="../ink/ink132.xml"/><Relationship Id="rId56" Type="http://schemas.openxmlformats.org/officeDocument/2006/relationships/customXml" Target="../ink/ink136.xml"/><Relationship Id="rId64" Type="http://schemas.openxmlformats.org/officeDocument/2006/relationships/customXml" Target="../ink/ink140.xml"/><Relationship Id="rId69" Type="http://schemas.openxmlformats.org/officeDocument/2006/relationships/image" Target="../media/image128.png"/><Relationship Id="rId77" Type="http://schemas.openxmlformats.org/officeDocument/2006/relationships/image" Target="../media/image132.png"/><Relationship Id="rId8" Type="http://schemas.openxmlformats.org/officeDocument/2006/relationships/customXml" Target="../ink/ink112.xml"/><Relationship Id="rId51" Type="http://schemas.openxmlformats.org/officeDocument/2006/relationships/image" Target="../media/image119.png"/><Relationship Id="rId72" Type="http://schemas.openxmlformats.org/officeDocument/2006/relationships/customXml" Target="../ink/ink144.xml"/><Relationship Id="rId80" Type="http://schemas.openxmlformats.org/officeDocument/2006/relationships/customXml" Target="../ink/ink148.xml"/><Relationship Id="rId85" Type="http://schemas.openxmlformats.org/officeDocument/2006/relationships/image" Target="../media/image136.png"/><Relationship Id="rId3" Type="http://schemas.openxmlformats.org/officeDocument/2006/relationships/image" Target="../media/image83.png"/><Relationship Id="rId12" Type="http://schemas.openxmlformats.org/officeDocument/2006/relationships/customXml" Target="../ink/ink114.xml"/><Relationship Id="rId17" Type="http://schemas.openxmlformats.org/officeDocument/2006/relationships/image" Target="../media/image102.png"/><Relationship Id="rId25" Type="http://schemas.openxmlformats.org/officeDocument/2006/relationships/image" Target="../media/image106.png"/><Relationship Id="rId33" Type="http://schemas.openxmlformats.org/officeDocument/2006/relationships/image" Target="../media/image110.png"/><Relationship Id="rId38" Type="http://schemas.openxmlformats.org/officeDocument/2006/relationships/customXml" Target="../ink/ink127.xml"/><Relationship Id="rId46" Type="http://schemas.openxmlformats.org/officeDocument/2006/relationships/customXml" Target="../ink/ink131.xml"/><Relationship Id="rId59" Type="http://schemas.openxmlformats.org/officeDocument/2006/relationships/image" Target="../media/image123.png"/><Relationship Id="rId67" Type="http://schemas.openxmlformats.org/officeDocument/2006/relationships/image" Target="../media/image127.png"/><Relationship Id="rId20" Type="http://schemas.openxmlformats.org/officeDocument/2006/relationships/customXml" Target="../ink/ink118.xml"/><Relationship Id="rId41" Type="http://schemas.openxmlformats.org/officeDocument/2006/relationships/image" Target="../media/image114.png"/><Relationship Id="rId54" Type="http://schemas.openxmlformats.org/officeDocument/2006/relationships/customXml" Target="../ink/ink135.xml"/><Relationship Id="rId62" Type="http://schemas.openxmlformats.org/officeDocument/2006/relationships/customXml" Target="../ink/ink139.xml"/><Relationship Id="rId70" Type="http://schemas.openxmlformats.org/officeDocument/2006/relationships/customXml" Target="../ink/ink143.xml"/><Relationship Id="rId75" Type="http://schemas.openxmlformats.org/officeDocument/2006/relationships/image" Target="../media/image131.png"/><Relationship Id="rId83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.xml"/><Relationship Id="rId15" Type="http://schemas.openxmlformats.org/officeDocument/2006/relationships/image" Target="../media/image101.png"/><Relationship Id="rId23" Type="http://schemas.openxmlformats.org/officeDocument/2006/relationships/image" Target="../media/image105.png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49" Type="http://schemas.openxmlformats.org/officeDocument/2006/relationships/image" Target="../media/image118.png"/><Relationship Id="rId57" Type="http://schemas.openxmlformats.org/officeDocument/2006/relationships/image" Target="../media/image122.png"/><Relationship Id="rId10" Type="http://schemas.openxmlformats.org/officeDocument/2006/relationships/customXml" Target="../ink/ink113.xml"/><Relationship Id="rId31" Type="http://schemas.openxmlformats.org/officeDocument/2006/relationships/image" Target="../media/image109.png"/><Relationship Id="rId44" Type="http://schemas.openxmlformats.org/officeDocument/2006/relationships/customXml" Target="../ink/ink130.xml"/><Relationship Id="rId52" Type="http://schemas.openxmlformats.org/officeDocument/2006/relationships/customXml" Target="../ink/ink134.xml"/><Relationship Id="rId60" Type="http://schemas.openxmlformats.org/officeDocument/2006/relationships/customXml" Target="../ink/ink138.xml"/><Relationship Id="rId65" Type="http://schemas.openxmlformats.org/officeDocument/2006/relationships/image" Target="../media/image126.png"/><Relationship Id="rId73" Type="http://schemas.openxmlformats.org/officeDocument/2006/relationships/image" Target="../media/image130.png"/><Relationship Id="rId78" Type="http://schemas.openxmlformats.org/officeDocument/2006/relationships/customXml" Target="../ink/ink147.xml"/><Relationship Id="rId81" Type="http://schemas.openxmlformats.org/officeDocument/2006/relationships/image" Target="../media/image134.png"/><Relationship Id="rId86" Type="http://schemas.openxmlformats.org/officeDocument/2006/relationships/customXml" Target="../ink/ink151.xml"/><Relationship Id="rId4" Type="http://schemas.openxmlformats.org/officeDocument/2006/relationships/customXml" Target="../ink/ink110.xml"/><Relationship Id="rId9" Type="http://schemas.openxmlformats.org/officeDocument/2006/relationships/image" Target="../media/image98.png"/><Relationship Id="rId13" Type="http://schemas.openxmlformats.org/officeDocument/2006/relationships/image" Target="../media/image100.png"/><Relationship Id="rId18" Type="http://schemas.openxmlformats.org/officeDocument/2006/relationships/customXml" Target="../ink/ink117.xml"/><Relationship Id="rId39" Type="http://schemas.openxmlformats.org/officeDocument/2006/relationships/image" Target="../media/image113.png"/><Relationship Id="rId34" Type="http://schemas.openxmlformats.org/officeDocument/2006/relationships/customXml" Target="../ink/ink125.xml"/><Relationship Id="rId50" Type="http://schemas.openxmlformats.org/officeDocument/2006/relationships/customXml" Target="../ink/ink133.xml"/><Relationship Id="rId55" Type="http://schemas.openxmlformats.org/officeDocument/2006/relationships/image" Target="../media/image121.png"/><Relationship Id="rId76" Type="http://schemas.openxmlformats.org/officeDocument/2006/relationships/customXml" Target="../ink/ink146.xml"/><Relationship Id="rId7" Type="http://schemas.openxmlformats.org/officeDocument/2006/relationships/image" Target="../media/image85.png"/><Relationship Id="rId71" Type="http://schemas.openxmlformats.org/officeDocument/2006/relationships/image" Target="../media/image129.png"/><Relationship Id="rId2" Type="http://schemas.openxmlformats.org/officeDocument/2006/relationships/customXml" Target="../ink/ink109.xml"/><Relationship Id="rId29" Type="http://schemas.openxmlformats.org/officeDocument/2006/relationships/image" Target="../media/image108.png"/><Relationship Id="rId24" Type="http://schemas.openxmlformats.org/officeDocument/2006/relationships/customXml" Target="../ink/ink120.xml"/><Relationship Id="rId40" Type="http://schemas.openxmlformats.org/officeDocument/2006/relationships/customXml" Target="../ink/ink128.xml"/><Relationship Id="rId45" Type="http://schemas.openxmlformats.org/officeDocument/2006/relationships/image" Target="../media/image116.png"/><Relationship Id="rId66" Type="http://schemas.openxmlformats.org/officeDocument/2006/relationships/customXml" Target="../ink/ink141.xml"/><Relationship Id="rId87" Type="http://schemas.openxmlformats.org/officeDocument/2006/relationships/image" Target="../media/image137.png"/><Relationship Id="rId61" Type="http://schemas.openxmlformats.org/officeDocument/2006/relationships/image" Target="../media/image124.png"/><Relationship Id="rId82" Type="http://schemas.openxmlformats.org/officeDocument/2006/relationships/customXml" Target="../ink/ink149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4.xml"/><Relationship Id="rId117" Type="http://schemas.openxmlformats.org/officeDocument/2006/relationships/image" Target="../media/image189.png"/><Relationship Id="rId21" Type="http://schemas.openxmlformats.org/officeDocument/2006/relationships/image" Target="../media/image141.png"/><Relationship Id="rId42" Type="http://schemas.openxmlformats.org/officeDocument/2006/relationships/customXml" Target="../ink/ink172.xml"/><Relationship Id="rId47" Type="http://schemas.openxmlformats.org/officeDocument/2006/relationships/image" Target="../media/image154.png"/><Relationship Id="rId63" Type="http://schemas.openxmlformats.org/officeDocument/2006/relationships/image" Target="../media/image162.png"/><Relationship Id="rId68" Type="http://schemas.openxmlformats.org/officeDocument/2006/relationships/customXml" Target="../ink/ink185.xml"/><Relationship Id="rId84" Type="http://schemas.openxmlformats.org/officeDocument/2006/relationships/customXml" Target="../ink/ink193.xml"/><Relationship Id="rId89" Type="http://schemas.openxmlformats.org/officeDocument/2006/relationships/image" Target="../media/image175.png"/><Relationship Id="rId112" Type="http://schemas.openxmlformats.org/officeDocument/2006/relationships/customXml" Target="../ink/ink207.xml"/><Relationship Id="rId16" Type="http://schemas.openxmlformats.org/officeDocument/2006/relationships/customXml" Target="../ink/ink159.xml"/><Relationship Id="rId107" Type="http://schemas.openxmlformats.org/officeDocument/2006/relationships/image" Target="../media/image184.png"/><Relationship Id="rId11" Type="http://schemas.openxmlformats.org/officeDocument/2006/relationships/image" Target="../media/image1360.png"/><Relationship Id="rId32" Type="http://schemas.openxmlformats.org/officeDocument/2006/relationships/customXml" Target="../ink/ink167.xml"/><Relationship Id="rId37" Type="http://schemas.openxmlformats.org/officeDocument/2006/relationships/image" Target="../media/image149.png"/><Relationship Id="rId53" Type="http://schemas.openxmlformats.org/officeDocument/2006/relationships/image" Target="../media/image157.png"/><Relationship Id="rId58" Type="http://schemas.openxmlformats.org/officeDocument/2006/relationships/customXml" Target="../ink/ink180.xml"/><Relationship Id="rId74" Type="http://schemas.openxmlformats.org/officeDocument/2006/relationships/customXml" Target="../ink/ink188.xml"/><Relationship Id="rId79" Type="http://schemas.openxmlformats.org/officeDocument/2006/relationships/image" Target="../media/image170.png"/><Relationship Id="rId102" Type="http://schemas.openxmlformats.org/officeDocument/2006/relationships/customXml" Target="../ink/ink202.xml"/><Relationship Id="rId5" Type="http://schemas.openxmlformats.org/officeDocument/2006/relationships/image" Target="../media/image1330.png"/><Relationship Id="rId90" Type="http://schemas.openxmlformats.org/officeDocument/2006/relationships/customXml" Target="../ink/ink196.xml"/><Relationship Id="rId95" Type="http://schemas.openxmlformats.org/officeDocument/2006/relationships/image" Target="../media/image178.png"/><Relationship Id="rId22" Type="http://schemas.openxmlformats.org/officeDocument/2006/relationships/customXml" Target="../ink/ink162.xml"/><Relationship Id="rId27" Type="http://schemas.openxmlformats.org/officeDocument/2006/relationships/image" Target="../media/image144.png"/><Relationship Id="rId43" Type="http://schemas.openxmlformats.org/officeDocument/2006/relationships/image" Target="../media/image152.png"/><Relationship Id="rId48" Type="http://schemas.openxmlformats.org/officeDocument/2006/relationships/customXml" Target="../ink/ink175.xml"/><Relationship Id="rId64" Type="http://schemas.openxmlformats.org/officeDocument/2006/relationships/customXml" Target="../ink/ink183.xml"/><Relationship Id="rId69" Type="http://schemas.openxmlformats.org/officeDocument/2006/relationships/image" Target="../media/image165.png"/><Relationship Id="rId113" Type="http://schemas.openxmlformats.org/officeDocument/2006/relationships/image" Target="../media/image187.png"/><Relationship Id="rId118" Type="http://schemas.openxmlformats.org/officeDocument/2006/relationships/customXml" Target="../ink/ink210.xml"/><Relationship Id="rId80" Type="http://schemas.openxmlformats.org/officeDocument/2006/relationships/customXml" Target="../ink/ink191.xml"/><Relationship Id="rId85" Type="http://schemas.openxmlformats.org/officeDocument/2006/relationships/image" Target="../media/image173.png"/><Relationship Id="rId12" Type="http://schemas.openxmlformats.org/officeDocument/2006/relationships/customXml" Target="../ink/ink157.xml"/><Relationship Id="rId17" Type="http://schemas.openxmlformats.org/officeDocument/2006/relationships/image" Target="../media/image139.png"/><Relationship Id="rId33" Type="http://schemas.openxmlformats.org/officeDocument/2006/relationships/image" Target="../media/image147.png"/><Relationship Id="rId38" Type="http://schemas.openxmlformats.org/officeDocument/2006/relationships/customXml" Target="../ink/ink170.xml"/><Relationship Id="rId59" Type="http://schemas.openxmlformats.org/officeDocument/2006/relationships/image" Target="../media/image160.png"/><Relationship Id="rId103" Type="http://schemas.openxmlformats.org/officeDocument/2006/relationships/image" Target="../media/image182.png"/><Relationship Id="rId108" Type="http://schemas.openxmlformats.org/officeDocument/2006/relationships/customXml" Target="../ink/ink205.xml"/><Relationship Id="rId54" Type="http://schemas.openxmlformats.org/officeDocument/2006/relationships/customXml" Target="../ink/ink178.xml"/><Relationship Id="rId70" Type="http://schemas.openxmlformats.org/officeDocument/2006/relationships/customXml" Target="../ink/ink186.xml"/><Relationship Id="rId75" Type="http://schemas.openxmlformats.org/officeDocument/2006/relationships/image" Target="../media/image168.png"/><Relationship Id="rId91" Type="http://schemas.openxmlformats.org/officeDocument/2006/relationships/image" Target="../media/image176.png"/><Relationship Id="rId96" Type="http://schemas.openxmlformats.org/officeDocument/2006/relationships/customXml" Target="../ink/ink19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4.xml"/><Relationship Id="rId23" Type="http://schemas.openxmlformats.org/officeDocument/2006/relationships/image" Target="../media/image142.png"/><Relationship Id="rId28" Type="http://schemas.openxmlformats.org/officeDocument/2006/relationships/customXml" Target="../ink/ink165.xml"/><Relationship Id="rId49" Type="http://schemas.openxmlformats.org/officeDocument/2006/relationships/image" Target="../media/image155.png"/><Relationship Id="rId114" Type="http://schemas.openxmlformats.org/officeDocument/2006/relationships/customXml" Target="../ink/ink208.xml"/><Relationship Id="rId119" Type="http://schemas.openxmlformats.org/officeDocument/2006/relationships/image" Target="../media/image190.png"/><Relationship Id="rId10" Type="http://schemas.openxmlformats.org/officeDocument/2006/relationships/customXml" Target="../ink/ink156.xml"/><Relationship Id="rId31" Type="http://schemas.openxmlformats.org/officeDocument/2006/relationships/image" Target="../media/image146.png"/><Relationship Id="rId44" Type="http://schemas.openxmlformats.org/officeDocument/2006/relationships/customXml" Target="../ink/ink173.xml"/><Relationship Id="rId52" Type="http://schemas.openxmlformats.org/officeDocument/2006/relationships/customXml" Target="../ink/ink177.xml"/><Relationship Id="rId60" Type="http://schemas.openxmlformats.org/officeDocument/2006/relationships/customXml" Target="../ink/ink181.xml"/><Relationship Id="rId65" Type="http://schemas.openxmlformats.org/officeDocument/2006/relationships/image" Target="../media/image163.png"/><Relationship Id="rId73" Type="http://schemas.openxmlformats.org/officeDocument/2006/relationships/image" Target="../media/image167.png"/><Relationship Id="rId78" Type="http://schemas.openxmlformats.org/officeDocument/2006/relationships/customXml" Target="../ink/ink190.xml"/><Relationship Id="rId81" Type="http://schemas.openxmlformats.org/officeDocument/2006/relationships/image" Target="../media/image171.png"/><Relationship Id="rId86" Type="http://schemas.openxmlformats.org/officeDocument/2006/relationships/customXml" Target="../ink/ink194.xml"/><Relationship Id="rId94" Type="http://schemas.openxmlformats.org/officeDocument/2006/relationships/customXml" Target="../ink/ink198.xml"/><Relationship Id="rId99" Type="http://schemas.openxmlformats.org/officeDocument/2006/relationships/image" Target="../media/image180.png"/><Relationship Id="rId101" Type="http://schemas.openxmlformats.org/officeDocument/2006/relationships/image" Target="../media/image181.png"/><Relationship Id="rId4" Type="http://schemas.openxmlformats.org/officeDocument/2006/relationships/customXml" Target="../ink/ink153.xml"/><Relationship Id="rId9" Type="http://schemas.openxmlformats.org/officeDocument/2006/relationships/image" Target="../media/image1350.png"/><Relationship Id="rId13" Type="http://schemas.openxmlformats.org/officeDocument/2006/relationships/image" Target="../media/image1370.png"/><Relationship Id="rId18" Type="http://schemas.openxmlformats.org/officeDocument/2006/relationships/customXml" Target="../ink/ink160.xml"/><Relationship Id="rId39" Type="http://schemas.openxmlformats.org/officeDocument/2006/relationships/image" Target="../media/image150.png"/><Relationship Id="rId109" Type="http://schemas.openxmlformats.org/officeDocument/2006/relationships/image" Target="../media/image185.png"/><Relationship Id="rId34" Type="http://schemas.openxmlformats.org/officeDocument/2006/relationships/customXml" Target="../ink/ink168.xml"/><Relationship Id="rId50" Type="http://schemas.openxmlformats.org/officeDocument/2006/relationships/customXml" Target="../ink/ink176.xml"/><Relationship Id="rId55" Type="http://schemas.openxmlformats.org/officeDocument/2006/relationships/image" Target="../media/image158.png"/><Relationship Id="rId76" Type="http://schemas.openxmlformats.org/officeDocument/2006/relationships/customXml" Target="../ink/ink189.xml"/><Relationship Id="rId97" Type="http://schemas.openxmlformats.org/officeDocument/2006/relationships/image" Target="../media/image179.png"/><Relationship Id="rId104" Type="http://schemas.openxmlformats.org/officeDocument/2006/relationships/customXml" Target="../ink/ink203.xml"/><Relationship Id="rId7" Type="http://schemas.openxmlformats.org/officeDocument/2006/relationships/image" Target="../media/image1340.png"/><Relationship Id="rId71" Type="http://schemas.openxmlformats.org/officeDocument/2006/relationships/image" Target="../media/image166.png"/><Relationship Id="rId92" Type="http://schemas.openxmlformats.org/officeDocument/2006/relationships/customXml" Target="../ink/ink197.xml"/><Relationship Id="rId2" Type="http://schemas.openxmlformats.org/officeDocument/2006/relationships/customXml" Target="../ink/ink152.xml"/><Relationship Id="rId29" Type="http://schemas.openxmlformats.org/officeDocument/2006/relationships/image" Target="../media/image145.png"/><Relationship Id="rId24" Type="http://schemas.openxmlformats.org/officeDocument/2006/relationships/customXml" Target="../ink/ink163.xml"/><Relationship Id="rId40" Type="http://schemas.openxmlformats.org/officeDocument/2006/relationships/customXml" Target="../ink/ink171.xml"/><Relationship Id="rId45" Type="http://schemas.openxmlformats.org/officeDocument/2006/relationships/image" Target="../media/image153.png"/><Relationship Id="rId66" Type="http://schemas.openxmlformats.org/officeDocument/2006/relationships/customXml" Target="../ink/ink184.xml"/><Relationship Id="rId87" Type="http://schemas.openxmlformats.org/officeDocument/2006/relationships/image" Target="../media/image174.png"/><Relationship Id="rId110" Type="http://schemas.openxmlformats.org/officeDocument/2006/relationships/customXml" Target="../ink/ink206.xml"/><Relationship Id="rId115" Type="http://schemas.openxmlformats.org/officeDocument/2006/relationships/image" Target="../media/image188.png"/><Relationship Id="rId61" Type="http://schemas.openxmlformats.org/officeDocument/2006/relationships/image" Target="../media/image161.png"/><Relationship Id="rId82" Type="http://schemas.openxmlformats.org/officeDocument/2006/relationships/customXml" Target="../ink/ink192.xml"/><Relationship Id="rId19" Type="http://schemas.openxmlformats.org/officeDocument/2006/relationships/image" Target="../media/image140.png"/><Relationship Id="rId14" Type="http://schemas.openxmlformats.org/officeDocument/2006/relationships/customXml" Target="../ink/ink158.xml"/><Relationship Id="rId30" Type="http://schemas.openxmlformats.org/officeDocument/2006/relationships/customXml" Target="../ink/ink166.xml"/><Relationship Id="rId35" Type="http://schemas.openxmlformats.org/officeDocument/2006/relationships/image" Target="../media/image148.png"/><Relationship Id="rId56" Type="http://schemas.openxmlformats.org/officeDocument/2006/relationships/customXml" Target="../ink/ink179.xml"/><Relationship Id="rId77" Type="http://schemas.openxmlformats.org/officeDocument/2006/relationships/image" Target="../media/image169.png"/><Relationship Id="rId100" Type="http://schemas.openxmlformats.org/officeDocument/2006/relationships/customXml" Target="../ink/ink201.xml"/><Relationship Id="rId105" Type="http://schemas.openxmlformats.org/officeDocument/2006/relationships/image" Target="../media/image183.png"/><Relationship Id="rId8" Type="http://schemas.openxmlformats.org/officeDocument/2006/relationships/customXml" Target="../ink/ink155.xml"/><Relationship Id="rId51" Type="http://schemas.openxmlformats.org/officeDocument/2006/relationships/image" Target="../media/image156.png"/><Relationship Id="rId72" Type="http://schemas.openxmlformats.org/officeDocument/2006/relationships/customXml" Target="../ink/ink187.xml"/><Relationship Id="rId93" Type="http://schemas.openxmlformats.org/officeDocument/2006/relationships/image" Target="../media/image177.png"/><Relationship Id="rId98" Type="http://schemas.openxmlformats.org/officeDocument/2006/relationships/customXml" Target="../ink/ink200.xml"/><Relationship Id="rId3" Type="http://schemas.openxmlformats.org/officeDocument/2006/relationships/image" Target="../media/image1320.png"/><Relationship Id="rId25" Type="http://schemas.openxmlformats.org/officeDocument/2006/relationships/image" Target="../media/image143.png"/><Relationship Id="rId46" Type="http://schemas.openxmlformats.org/officeDocument/2006/relationships/customXml" Target="../ink/ink174.xml"/><Relationship Id="rId67" Type="http://schemas.openxmlformats.org/officeDocument/2006/relationships/image" Target="../media/image164.png"/><Relationship Id="rId116" Type="http://schemas.openxmlformats.org/officeDocument/2006/relationships/customXml" Target="../ink/ink209.xml"/><Relationship Id="rId20" Type="http://schemas.openxmlformats.org/officeDocument/2006/relationships/customXml" Target="../ink/ink161.xml"/><Relationship Id="rId41" Type="http://schemas.openxmlformats.org/officeDocument/2006/relationships/image" Target="../media/image151.png"/><Relationship Id="rId62" Type="http://schemas.openxmlformats.org/officeDocument/2006/relationships/customXml" Target="../ink/ink182.xml"/><Relationship Id="rId83" Type="http://schemas.openxmlformats.org/officeDocument/2006/relationships/image" Target="../media/image172.png"/><Relationship Id="rId88" Type="http://schemas.openxmlformats.org/officeDocument/2006/relationships/customXml" Target="../ink/ink195.xml"/><Relationship Id="rId111" Type="http://schemas.openxmlformats.org/officeDocument/2006/relationships/image" Target="../media/image186.png"/><Relationship Id="rId15" Type="http://schemas.openxmlformats.org/officeDocument/2006/relationships/image" Target="../media/image138.png"/><Relationship Id="rId36" Type="http://schemas.openxmlformats.org/officeDocument/2006/relationships/customXml" Target="../ink/ink169.xml"/><Relationship Id="rId57" Type="http://schemas.openxmlformats.org/officeDocument/2006/relationships/image" Target="../media/image159.png"/><Relationship Id="rId106" Type="http://schemas.openxmlformats.org/officeDocument/2006/relationships/customXml" Target="../ink/ink204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6.png"/><Relationship Id="rId18" Type="http://schemas.openxmlformats.org/officeDocument/2006/relationships/customXml" Target="../ink/ink219.xml"/><Relationship Id="rId26" Type="http://schemas.openxmlformats.org/officeDocument/2006/relationships/customXml" Target="../ink/ink223.xml"/><Relationship Id="rId39" Type="http://schemas.openxmlformats.org/officeDocument/2006/relationships/image" Target="../media/image209.png"/><Relationship Id="rId21" Type="http://schemas.openxmlformats.org/officeDocument/2006/relationships/image" Target="../media/image200.png"/><Relationship Id="rId34" Type="http://schemas.openxmlformats.org/officeDocument/2006/relationships/customXml" Target="../ink/ink227.xml"/><Relationship Id="rId42" Type="http://schemas.openxmlformats.org/officeDocument/2006/relationships/customXml" Target="../ink/ink231.xml"/><Relationship Id="rId7" Type="http://schemas.openxmlformats.org/officeDocument/2006/relationships/image" Target="../media/image193.png"/><Relationship Id="rId2" Type="http://schemas.openxmlformats.org/officeDocument/2006/relationships/customXml" Target="../ink/ink211.xml"/><Relationship Id="rId16" Type="http://schemas.openxmlformats.org/officeDocument/2006/relationships/customXml" Target="../ink/ink218.xml"/><Relationship Id="rId20" Type="http://schemas.openxmlformats.org/officeDocument/2006/relationships/customXml" Target="../ink/ink220.xml"/><Relationship Id="rId29" Type="http://schemas.openxmlformats.org/officeDocument/2006/relationships/image" Target="../media/image204.png"/><Relationship Id="rId41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3.xml"/><Relationship Id="rId11" Type="http://schemas.openxmlformats.org/officeDocument/2006/relationships/image" Target="../media/image195.png"/><Relationship Id="rId24" Type="http://schemas.openxmlformats.org/officeDocument/2006/relationships/customXml" Target="../ink/ink222.xml"/><Relationship Id="rId32" Type="http://schemas.openxmlformats.org/officeDocument/2006/relationships/customXml" Target="../ink/ink226.xml"/><Relationship Id="rId37" Type="http://schemas.openxmlformats.org/officeDocument/2006/relationships/image" Target="../media/image208.png"/><Relationship Id="rId40" Type="http://schemas.openxmlformats.org/officeDocument/2006/relationships/customXml" Target="../ink/ink230.xml"/><Relationship Id="rId5" Type="http://schemas.openxmlformats.org/officeDocument/2006/relationships/image" Target="../media/image192.png"/><Relationship Id="rId15" Type="http://schemas.openxmlformats.org/officeDocument/2006/relationships/image" Target="../media/image197.png"/><Relationship Id="rId23" Type="http://schemas.openxmlformats.org/officeDocument/2006/relationships/image" Target="../media/image201.png"/><Relationship Id="rId28" Type="http://schemas.openxmlformats.org/officeDocument/2006/relationships/customXml" Target="../ink/ink224.xml"/><Relationship Id="rId36" Type="http://schemas.openxmlformats.org/officeDocument/2006/relationships/customXml" Target="../ink/ink228.xml"/><Relationship Id="rId10" Type="http://schemas.openxmlformats.org/officeDocument/2006/relationships/customXml" Target="../ink/ink215.xml"/><Relationship Id="rId19" Type="http://schemas.openxmlformats.org/officeDocument/2006/relationships/image" Target="../media/image199.png"/><Relationship Id="rId31" Type="http://schemas.openxmlformats.org/officeDocument/2006/relationships/image" Target="../media/image205.png"/><Relationship Id="rId4" Type="http://schemas.openxmlformats.org/officeDocument/2006/relationships/customXml" Target="../ink/ink212.xml"/><Relationship Id="rId9" Type="http://schemas.openxmlformats.org/officeDocument/2006/relationships/image" Target="../media/image194.png"/><Relationship Id="rId14" Type="http://schemas.openxmlformats.org/officeDocument/2006/relationships/customXml" Target="../ink/ink217.xml"/><Relationship Id="rId22" Type="http://schemas.openxmlformats.org/officeDocument/2006/relationships/customXml" Target="../ink/ink221.xml"/><Relationship Id="rId27" Type="http://schemas.openxmlformats.org/officeDocument/2006/relationships/image" Target="../media/image203.png"/><Relationship Id="rId30" Type="http://schemas.openxmlformats.org/officeDocument/2006/relationships/customXml" Target="../ink/ink225.xml"/><Relationship Id="rId35" Type="http://schemas.openxmlformats.org/officeDocument/2006/relationships/image" Target="../media/image207.png"/><Relationship Id="rId43" Type="http://schemas.openxmlformats.org/officeDocument/2006/relationships/image" Target="../media/image211.png"/><Relationship Id="rId8" Type="http://schemas.openxmlformats.org/officeDocument/2006/relationships/customXml" Target="../ink/ink214.xml"/><Relationship Id="rId3" Type="http://schemas.openxmlformats.org/officeDocument/2006/relationships/image" Target="../media/image191.png"/><Relationship Id="rId12" Type="http://schemas.openxmlformats.org/officeDocument/2006/relationships/customXml" Target="../ink/ink216.xml"/><Relationship Id="rId17" Type="http://schemas.openxmlformats.org/officeDocument/2006/relationships/image" Target="../media/image198.png"/><Relationship Id="rId25" Type="http://schemas.openxmlformats.org/officeDocument/2006/relationships/image" Target="../media/image202.png"/><Relationship Id="rId33" Type="http://schemas.openxmlformats.org/officeDocument/2006/relationships/image" Target="../media/image206.png"/><Relationship Id="rId38" Type="http://schemas.openxmlformats.org/officeDocument/2006/relationships/customXml" Target="../ink/ink229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4.xml"/><Relationship Id="rId21" Type="http://schemas.openxmlformats.org/officeDocument/2006/relationships/image" Target="../media/image221.png"/><Relationship Id="rId42" Type="http://schemas.openxmlformats.org/officeDocument/2006/relationships/customXml" Target="../ink/ink252.xml"/><Relationship Id="rId47" Type="http://schemas.openxmlformats.org/officeDocument/2006/relationships/image" Target="../media/image296.png"/><Relationship Id="rId63" Type="http://schemas.openxmlformats.org/officeDocument/2006/relationships/image" Target="../media/image304.png"/><Relationship Id="rId68" Type="http://schemas.openxmlformats.org/officeDocument/2006/relationships/customXml" Target="../ink/ink265.xml"/><Relationship Id="rId84" Type="http://schemas.openxmlformats.org/officeDocument/2006/relationships/customXml" Target="../ink/ink273.xml"/><Relationship Id="rId89" Type="http://schemas.openxmlformats.org/officeDocument/2006/relationships/image" Target="../media/image231.png"/><Relationship Id="rId16" Type="http://schemas.openxmlformats.org/officeDocument/2006/relationships/customXml" Target="../ink/ink239.xml"/><Relationship Id="rId11" Type="http://schemas.openxmlformats.org/officeDocument/2006/relationships/image" Target="../media/image216.png"/><Relationship Id="rId32" Type="http://schemas.openxmlformats.org/officeDocument/2006/relationships/customXml" Target="../ink/ink247.xml"/><Relationship Id="rId37" Type="http://schemas.openxmlformats.org/officeDocument/2006/relationships/image" Target="../media/image291.png"/><Relationship Id="rId53" Type="http://schemas.openxmlformats.org/officeDocument/2006/relationships/image" Target="../media/image299.png"/><Relationship Id="rId58" Type="http://schemas.openxmlformats.org/officeDocument/2006/relationships/customXml" Target="../ink/ink260.xml"/><Relationship Id="rId74" Type="http://schemas.openxmlformats.org/officeDocument/2006/relationships/customXml" Target="../ink/ink268.xml"/><Relationship Id="rId79" Type="http://schemas.openxmlformats.org/officeDocument/2006/relationships/image" Target="../media/image312.png"/><Relationship Id="rId5" Type="http://schemas.openxmlformats.org/officeDocument/2006/relationships/image" Target="../media/image213.png"/><Relationship Id="rId90" Type="http://schemas.openxmlformats.org/officeDocument/2006/relationships/customXml" Target="../ink/ink276.xml"/><Relationship Id="rId14" Type="http://schemas.openxmlformats.org/officeDocument/2006/relationships/customXml" Target="../ink/ink238.xml"/><Relationship Id="rId22" Type="http://schemas.openxmlformats.org/officeDocument/2006/relationships/customXml" Target="../ink/ink242.xml"/><Relationship Id="rId27" Type="http://schemas.openxmlformats.org/officeDocument/2006/relationships/image" Target="../media/image224.png"/><Relationship Id="rId30" Type="http://schemas.openxmlformats.org/officeDocument/2006/relationships/customXml" Target="../ink/ink246.xml"/><Relationship Id="rId35" Type="http://schemas.openxmlformats.org/officeDocument/2006/relationships/image" Target="../media/image290.png"/><Relationship Id="rId43" Type="http://schemas.openxmlformats.org/officeDocument/2006/relationships/image" Target="../media/image294.png"/><Relationship Id="rId48" Type="http://schemas.openxmlformats.org/officeDocument/2006/relationships/customXml" Target="../ink/ink255.xml"/><Relationship Id="rId56" Type="http://schemas.openxmlformats.org/officeDocument/2006/relationships/customXml" Target="../ink/ink259.xml"/><Relationship Id="rId64" Type="http://schemas.openxmlformats.org/officeDocument/2006/relationships/customXml" Target="../ink/ink263.xml"/><Relationship Id="rId69" Type="http://schemas.openxmlformats.org/officeDocument/2006/relationships/image" Target="../media/image307.png"/><Relationship Id="rId77" Type="http://schemas.openxmlformats.org/officeDocument/2006/relationships/image" Target="../media/image311.png"/><Relationship Id="rId8" Type="http://schemas.openxmlformats.org/officeDocument/2006/relationships/customXml" Target="../ink/ink235.xml"/><Relationship Id="rId51" Type="http://schemas.openxmlformats.org/officeDocument/2006/relationships/image" Target="../media/image298.png"/><Relationship Id="rId72" Type="http://schemas.openxmlformats.org/officeDocument/2006/relationships/customXml" Target="../ink/ink267.xml"/><Relationship Id="rId80" Type="http://schemas.openxmlformats.org/officeDocument/2006/relationships/customXml" Target="../ink/ink271.xml"/><Relationship Id="rId85" Type="http://schemas.openxmlformats.org/officeDocument/2006/relationships/image" Target="../media/image229.png"/><Relationship Id="rId3" Type="http://schemas.openxmlformats.org/officeDocument/2006/relationships/image" Target="../media/image212.png"/><Relationship Id="rId12" Type="http://schemas.openxmlformats.org/officeDocument/2006/relationships/customXml" Target="../ink/ink237.xml"/><Relationship Id="rId17" Type="http://schemas.openxmlformats.org/officeDocument/2006/relationships/image" Target="../media/image219.png"/><Relationship Id="rId25" Type="http://schemas.openxmlformats.org/officeDocument/2006/relationships/image" Target="../media/image223.png"/><Relationship Id="rId33" Type="http://schemas.openxmlformats.org/officeDocument/2006/relationships/image" Target="../media/image289.png"/><Relationship Id="rId38" Type="http://schemas.openxmlformats.org/officeDocument/2006/relationships/customXml" Target="../ink/ink250.xml"/><Relationship Id="rId46" Type="http://schemas.openxmlformats.org/officeDocument/2006/relationships/customXml" Target="../ink/ink254.xml"/><Relationship Id="rId59" Type="http://schemas.openxmlformats.org/officeDocument/2006/relationships/image" Target="../media/image302.png"/><Relationship Id="rId67" Type="http://schemas.openxmlformats.org/officeDocument/2006/relationships/image" Target="../media/image306.png"/><Relationship Id="rId20" Type="http://schemas.openxmlformats.org/officeDocument/2006/relationships/customXml" Target="../ink/ink241.xml"/><Relationship Id="rId41" Type="http://schemas.openxmlformats.org/officeDocument/2006/relationships/image" Target="../media/image293.png"/><Relationship Id="rId54" Type="http://schemas.openxmlformats.org/officeDocument/2006/relationships/customXml" Target="../ink/ink258.xml"/><Relationship Id="rId62" Type="http://schemas.openxmlformats.org/officeDocument/2006/relationships/customXml" Target="../ink/ink262.xml"/><Relationship Id="rId70" Type="http://schemas.openxmlformats.org/officeDocument/2006/relationships/customXml" Target="../ink/ink266.xml"/><Relationship Id="rId75" Type="http://schemas.openxmlformats.org/officeDocument/2006/relationships/image" Target="../media/image310.png"/><Relationship Id="rId83" Type="http://schemas.openxmlformats.org/officeDocument/2006/relationships/image" Target="../media/image228.png"/><Relationship Id="rId88" Type="http://schemas.openxmlformats.org/officeDocument/2006/relationships/customXml" Target="../ink/ink275.xml"/><Relationship Id="rId91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4.xml"/><Relationship Id="rId15" Type="http://schemas.openxmlformats.org/officeDocument/2006/relationships/image" Target="../media/image218.png"/><Relationship Id="rId23" Type="http://schemas.openxmlformats.org/officeDocument/2006/relationships/image" Target="../media/image222.png"/><Relationship Id="rId28" Type="http://schemas.openxmlformats.org/officeDocument/2006/relationships/customXml" Target="../ink/ink245.xml"/><Relationship Id="rId36" Type="http://schemas.openxmlformats.org/officeDocument/2006/relationships/customXml" Target="../ink/ink249.xml"/><Relationship Id="rId49" Type="http://schemas.openxmlformats.org/officeDocument/2006/relationships/image" Target="../media/image297.png"/><Relationship Id="rId57" Type="http://schemas.openxmlformats.org/officeDocument/2006/relationships/image" Target="../media/image301.png"/><Relationship Id="rId10" Type="http://schemas.openxmlformats.org/officeDocument/2006/relationships/customXml" Target="../ink/ink236.xml"/><Relationship Id="rId31" Type="http://schemas.openxmlformats.org/officeDocument/2006/relationships/image" Target="../media/image226.png"/><Relationship Id="rId44" Type="http://schemas.openxmlformats.org/officeDocument/2006/relationships/customXml" Target="../ink/ink253.xml"/><Relationship Id="rId52" Type="http://schemas.openxmlformats.org/officeDocument/2006/relationships/customXml" Target="../ink/ink257.xml"/><Relationship Id="rId60" Type="http://schemas.openxmlformats.org/officeDocument/2006/relationships/customXml" Target="../ink/ink261.xml"/><Relationship Id="rId65" Type="http://schemas.openxmlformats.org/officeDocument/2006/relationships/image" Target="../media/image305.png"/><Relationship Id="rId73" Type="http://schemas.openxmlformats.org/officeDocument/2006/relationships/image" Target="../media/image309.png"/><Relationship Id="rId78" Type="http://schemas.openxmlformats.org/officeDocument/2006/relationships/customXml" Target="../ink/ink270.xml"/><Relationship Id="rId81" Type="http://schemas.openxmlformats.org/officeDocument/2006/relationships/image" Target="../media/image227.png"/><Relationship Id="rId86" Type="http://schemas.openxmlformats.org/officeDocument/2006/relationships/customXml" Target="../ink/ink274.xml"/><Relationship Id="rId4" Type="http://schemas.openxmlformats.org/officeDocument/2006/relationships/customXml" Target="../ink/ink233.xml"/><Relationship Id="rId9" Type="http://schemas.openxmlformats.org/officeDocument/2006/relationships/image" Target="../media/image215.png"/><Relationship Id="rId13" Type="http://schemas.openxmlformats.org/officeDocument/2006/relationships/image" Target="../media/image217.png"/><Relationship Id="rId18" Type="http://schemas.openxmlformats.org/officeDocument/2006/relationships/customXml" Target="../ink/ink240.xml"/><Relationship Id="rId39" Type="http://schemas.openxmlformats.org/officeDocument/2006/relationships/image" Target="../media/image292.png"/><Relationship Id="rId34" Type="http://schemas.openxmlformats.org/officeDocument/2006/relationships/customXml" Target="../ink/ink248.xml"/><Relationship Id="rId50" Type="http://schemas.openxmlformats.org/officeDocument/2006/relationships/customXml" Target="../ink/ink256.xml"/><Relationship Id="rId55" Type="http://schemas.openxmlformats.org/officeDocument/2006/relationships/image" Target="../media/image300.png"/><Relationship Id="rId76" Type="http://schemas.openxmlformats.org/officeDocument/2006/relationships/customXml" Target="../ink/ink269.xml"/><Relationship Id="rId7" Type="http://schemas.openxmlformats.org/officeDocument/2006/relationships/image" Target="../media/image214.png"/><Relationship Id="rId71" Type="http://schemas.openxmlformats.org/officeDocument/2006/relationships/image" Target="../media/image308.png"/><Relationship Id="rId2" Type="http://schemas.openxmlformats.org/officeDocument/2006/relationships/customXml" Target="../ink/ink232.xml"/><Relationship Id="rId29" Type="http://schemas.openxmlformats.org/officeDocument/2006/relationships/image" Target="../media/image225.png"/><Relationship Id="rId24" Type="http://schemas.openxmlformats.org/officeDocument/2006/relationships/customXml" Target="../ink/ink243.xml"/><Relationship Id="rId40" Type="http://schemas.openxmlformats.org/officeDocument/2006/relationships/customXml" Target="../ink/ink251.xml"/><Relationship Id="rId45" Type="http://schemas.openxmlformats.org/officeDocument/2006/relationships/image" Target="../media/image295.png"/><Relationship Id="rId66" Type="http://schemas.openxmlformats.org/officeDocument/2006/relationships/customXml" Target="../ink/ink264.xml"/><Relationship Id="rId87" Type="http://schemas.openxmlformats.org/officeDocument/2006/relationships/image" Target="../media/image230.png"/><Relationship Id="rId61" Type="http://schemas.openxmlformats.org/officeDocument/2006/relationships/image" Target="../media/image303.png"/><Relationship Id="rId82" Type="http://schemas.openxmlformats.org/officeDocument/2006/relationships/customXml" Target="../ink/ink272.xml"/><Relationship Id="rId19" Type="http://schemas.openxmlformats.org/officeDocument/2006/relationships/image" Target="../media/image220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9.xml"/><Relationship Id="rId117" Type="http://schemas.openxmlformats.org/officeDocument/2006/relationships/image" Target="../media/image374.png"/><Relationship Id="rId21" Type="http://schemas.openxmlformats.org/officeDocument/2006/relationships/image" Target="../media/image328.png"/><Relationship Id="rId42" Type="http://schemas.openxmlformats.org/officeDocument/2006/relationships/customXml" Target="../ink/ink297.xml"/><Relationship Id="rId47" Type="http://schemas.openxmlformats.org/officeDocument/2006/relationships/image" Target="../media/image341.png"/><Relationship Id="rId63" Type="http://schemas.openxmlformats.org/officeDocument/2006/relationships/image" Target="../media/image304.png"/><Relationship Id="rId68" Type="http://schemas.openxmlformats.org/officeDocument/2006/relationships/customXml" Target="../ink/ink310.xml"/><Relationship Id="rId84" Type="http://schemas.openxmlformats.org/officeDocument/2006/relationships/customXml" Target="../ink/ink318.xml"/><Relationship Id="rId89" Type="http://schemas.openxmlformats.org/officeDocument/2006/relationships/image" Target="../media/image360.png"/><Relationship Id="rId112" Type="http://schemas.openxmlformats.org/officeDocument/2006/relationships/customXml" Target="../ink/ink332.xml"/><Relationship Id="rId16" Type="http://schemas.openxmlformats.org/officeDocument/2006/relationships/customXml" Target="../ink/ink284.xml"/><Relationship Id="rId107" Type="http://schemas.openxmlformats.org/officeDocument/2006/relationships/image" Target="../media/image369.png"/><Relationship Id="rId11" Type="http://schemas.openxmlformats.org/officeDocument/2006/relationships/image" Target="../media/image323.png"/><Relationship Id="rId32" Type="http://schemas.openxmlformats.org/officeDocument/2006/relationships/customXml" Target="../ink/ink292.xml"/><Relationship Id="rId37" Type="http://schemas.openxmlformats.org/officeDocument/2006/relationships/image" Target="../media/image336.png"/><Relationship Id="rId53" Type="http://schemas.openxmlformats.org/officeDocument/2006/relationships/image" Target="../media/image344.png"/><Relationship Id="rId58" Type="http://schemas.openxmlformats.org/officeDocument/2006/relationships/customXml" Target="../ink/ink305.xml"/><Relationship Id="rId74" Type="http://schemas.openxmlformats.org/officeDocument/2006/relationships/customXml" Target="../ink/ink313.xml"/><Relationship Id="rId79" Type="http://schemas.openxmlformats.org/officeDocument/2006/relationships/image" Target="../media/image355.png"/><Relationship Id="rId102" Type="http://schemas.openxmlformats.org/officeDocument/2006/relationships/customXml" Target="../ink/ink327.xml"/><Relationship Id="rId123" Type="http://schemas.openxmlformats.org/officeDocument/2006/relationships/image" Target="../media/image377.png"/><Relationship Id="rId5" Type="http://schemas.openxmlformats.org/officeDocument/2006/relationships/image" Target="../media/image320.png"/><Relationship Id="rId90" Type="http://schemas.openxmlformats.org/officeDocument/2006/relationships/customXml" Target="../ink/ink321.xml"/><Relationship Id="rId95" Type="http://schemas.openxmlformats.org/officeDocument/2006/relationships/image" Target="../media/image363.png"/><Relationship Id="rId22" Type="http://schemas.openxmlformats.org/officeDocument/2006/relationships/customXml" Target="../ink/ink287.xml"/><Relationship Id="rId27" Type="http://schemas.openxmlformats.org/officeDocument/2006/relationships/image" Target="../media/image331.png"/><Relationship Id="rId43" Type="http://schemas.openxmlformats.org/officeDocument/2006/relationships/image" Target="../media/image339.png"/><Relationship Id="rId48" Type="http://schemas.openxmlformats.org/officeDocument/2006/relationships/customXml" Target="../ink/ink300.xml"/><Relationship Id="rId64" Type="http://schemas.openxmlformats.org/officeDocument/2006/relationships/customXml" Target="../ink/ink308.xml"/><Relationship Id="rId69" Type="http://schemas.openxmlformats.org/officeDocument/2006/relationships/image" Target="../media/image350.png"/><Relationship Id="rId113" Type="http://schemas.openxmlformats.org/officeDocument/2006/relationships/image" Target="../media/image372.png"/><Relationship Id="rId118" Type="http://schemas.openxmlformats.org/officeDocument/2006/relationships/customXml" Target="../ink/ink335.xml"/><Relationship Id="rId80" Type="http://schemas.openxmlformats.org/officeDocument/2006/relationships/customXml" Target="../ink/ink316.xml"/><Relationship Id="rId85" Type="http://schemas.openxmlformats.org/officeDocument/2006/relationships/image" Target="../media/image358.png"/><Relationship Id="rId12" Type="http://schemas.openxmlformats.org/officeDocument/2006/relationships/customXml" Target="../ink/ink282.xml"/><Relationship Id="rId17" Type="http://schemas.openxmlformats.org/officeDocument/2006/relationships/image" Target="../media/image326.png"/><Relationship Id="rId33" Type="http://schemas.openxmlformats.org/officeDocument/2006/relationships/image" Target="../media/image334.png"/><Relationship Id="rId38" Type="http://schemas.openxmlformats.org/officeDocument/2006/relationships/customXml" Target="../ink/ink295.xml"/><Relationship Id="rId59" Type="http://schemas.openxmlformats.org/officeDocument/2006/relationships/image" Target="../media/image347.png"/><Relationship Id="rId103" Type="http://schemas.openxmlformats.org/officeDocument/2006/relationships/image" Target="../media/image367.png"/><Relationship Id="rId108" Type="http://schemas.openxmlformats.org/officeDocument/2006/relationships/customXml" Target="../ink/ink330.xml"/><Relationship Id="rId124" Type="http://schemas.openxmlformats.org/officeDocument/2006/relationships/customXml" Target="../ink/ink338.xml"/><Relationship Id="rId54" Type="http://schemas.openxmlformats.org/officeDocument/2006/relationships/customXml" Target="../ink/ink303.xml"/><Relationship Id="rId70" Type="http://schemas.openxmlformats.org/officeDocument/2006/relationships/customXml" Target="../ink/ink311.xml"/><Relationship Id="rId75" Type="http://schemas.openxmlformats.org/officeDocument/2006/relationships/image" Target="../media/image353.png"/><Relationship Id="rId91" Type="http://schemas.openxmlformats.org/officeDocument/2006/relationships/image" Target="../media/image361.png"/><Relationship Id="rId96" Type="http://schemas.openxmlformats.org/officeDocument/2006/relationships/customXml" Target="../ink/ink3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9.xml"/><Relationship Id="rId23" Type="http://schemas.openxmlformats.org/officeDocument/2006/relationships/image" Target="../media/image329.png"/><Relationship Id="rId28" Type="http://schemas.openxmlformats.org/officeDocument/2006/relationships/customXml" Target="../ink/ink290.xml"/><Relationship Id="rId49" Type="http://schemas.openxmlformats.org/officeDocument/2006/relationships/image" Target="../media/image342.png"/><Relationship Id="rId114" Type="http://schemas.openxmlformats.org/officeDocument/2006/relationships/customXml" Target="../ink/ink333.xml"/><Relationship Id="rId119" Type="http://schemas.openxmlformats.org/officeDocument/2006/relationships/image" Target="../media/image375.png"/><Relationship Id="rId44" Type="http://schemas.openxmlformats.org/officeDocument/2006/relationships/customXml" Target="../ink/ink298.xml"/><Relationship Id="rId60" Type="http://schemas.openxmlformats.org/officeDocument/2006/relationships/customXml" Target="../ink/ink306.xml"/><Relationship Id="rId65" Type="http://schemas.openxmlformats.org/officeDocument/2006/relationships/image" Target="../media/image348.png"/><Relationship Id="rId81" Type="http://schemas.openxmlformats.org/officeDocument/2006/relationships/image" Target="../media/image356.png"/><Relationship Id="rId86" Type="http://schemas.openxmlformats.org/officeDocument/2006/relationships/customXml" Target="../ink/ink319.xml"/><Relationship Id="rId13" Type="http://schemas.openxmlformats.org/officeDocument/2006/relationships/image" Target="../media/image324.png"/><Relationship Id="rId18" Type="http://schemas.openxmlformats.org/officeDocument/2006/relationships/customXml" Target="../ink/ink285.xml"/><Relationship Id="rId39" Type="http://schemas.openxmlformats.org/officeDocument/2006/relationships/image" Target="../media/image337.png"/><Relationship Id="rId109" Type="http://schemas.openxmlformats.org/officeDocument/2006/relationships/image" Target="../media/image370.png"/><Relationship Id="rId34" Type="http://schemas.openxmlformats.org/officeDocument/2006/relationships/customXml" Target="../ink/ink293.xml"/><Relationship Id="rId50" Type="http://schemas.openxmlformats.org/officeDocument/2006/relationships/customXml" Target="../ink/ink301.xml"/><Relationship Id="rId55" Type="http://schemas.openxmlformats.org/officeDocument/2006/relationships/image" Target="../media/image345.png"/><Relationship Id="rId76" Type="http://schemas.openxmlformats.org/officeDocument/2006/relationships/customXml" Target="../ink/ink314.xml"/><Relationship Id="rId97" Type="http://schemas.openxmlformats.org/officeDocument/2006/relationships/image" Target="../media/image364.png"/><Relationship Id="rId104" Type="http://schemas.openxmlformats.org/officeDocument/2006/relationships/customXml" Target="../ink/ink328.xml"/><Relationship Id="rId120" Type="http://schemas.openxmlformats.org/officeDocument/2006/relationships/customXml" Target="../ink/ink336.xml"/><Relationship Id="rId125" Type="http://schemas.openxmlformats.org/officeDocument/2006/relationships/image" Target="../media/image378.png"/><Relationship Id="rId7" Type="http://schemas.openxmlformats.org/officeDocument/2006/relationships/image" Target="../media/image321.png"/><Relationship Id="rId71" Type="http://schemas.openxmlformats.org/officeDocument/2006/relationships/image" Target="../media/image351.png"/><Relationship Id="rId92" Type="http://schemas.openxmlformats.org/officeDocument/2006/relationships/customXml" Target="../ink/ink322.xml"/><Relationship Id="rId2" Type="http://schemas.openxmlformats.org/officeDocument/2006/relationships/customXml" Target="../ink/ink277.xml"/><Relationship Id="rId29" Type="http://schemas.openxmlformats.org/officeDocument/2006/relationships/image" Target="../media/image332.png"/><Relationship Id="rId24" Type="http://schemas.openxmlformats.org/officeDocument/2006/relationships/customXml" Target="../ink/ink288.xml"/><Relationship Id="rId40" Type="http://schemas.openxmlformats.org/officeDocument/2006/relationships/customXml" Target="../ink/ink296.xml"/><Relationship Id="rId45" Type="http://schemas.openxmlformats.org/officeDocument/2006/relationships/image" Target="../media/image340.png"/><Relationship Id="rId66" Type="http://schemas.openxmlformats.org/officeDocument/2006/relationships/customXml" Target="../ink/ink309.xml"/><Relationship Id="rId87" Type="http://schemas.openxmlformats.org/officeDocument/2006/relationships/image" Target="../media/image359.png"/><Relationship Id="rId110" Type="http://schemas.openxmlformats.org/officeDocument/2006/relationships/customXml" Target="../ink/ink331.xml"/><Relationship Id="rId115" Type="http://schemas.openxmlformats.org/officeDocument/2006/relationships/image" Target="../media/image373.png"/><Relationship Id="rId61" Type="http://schemas.openxmlformats.org/officeDocument/2006/relationships/image" Target="../media/image303.png"/><Relationship Id="rId82" Type="http://schemas.openxmlformats.org/officeDocument/2006/relationships/customXml" Target="../ink/ink317.xml"/><Relationship Id="rId19" Type="http://schemas.openxmlformats.org/officeDocument/2006/relationships/image" Target="../media/image327.png"/><Relationship Id="rId14" Type="http://schemas.openxmlformats.org/officeDocument/2006/relationships/customXml" Target="../ink/ink283.xml"/><Relationship Id="rId30" Type="http://schemas.openxmlformats.org/officeDocument/2006/relationships/customXml" Target="../ink/ink291.xml"/><Relationship Id="rId35" Type="http://schemas.openxmlformats.org/officeDocument/2006/relationships/image" Target="../media/image335.png"/><Relationship Id="rId56" Type="http://schemas.openxmlformats.org/officeDocument/2006/relationships/customXml" Target="../ink/ink304.xml"/><Relationship Id="rId77" Type="http://schemas.openxmlformats.org/officeDocument/2006/relationships/image" Target="../media/image354.png"/><Relationship Id="rId100" Type="http://schemas.openxmlformats.org/officeDocument/2006/relationships/customXml" Target="../ink/ink326.xml"/><Relationship Id="rId105" Type="http://schemas.openxmlformats.org/officeDocument/2006/relationships/image" Target="../media/image368.png"/><Relationship Id="rId8" Type="http://schemas.openxmlformats.org/officeDocument/2006/relationships/customXml" Target="../ink/ink280.xml"/><Relationship Id="rId51" Type="http://schemas.openxmlformats.org/officeDocument/2006/relationships/image" Target="../media/image343.png"/><Relationship Id="rId72" Type="http://schemas.openxmlformats.org/officeDocument/2006/relationships/customXml" Target="../ink/ink312.xml"/><Relationship Id="rId93" Type="http://schemas.openxmlformats.org/officeDocument/2006/relationships/image" Target="../media/image362.png"/><Relationship Id="rId98" Type="http://schemas.openxmlformats.org/officeDocument/2006/relationships/customXml" Target="../ink/ink325.xml"/><Relationship Id="rId121" Type="http://schemas.openxmlformats.org/officeDocument/2006/relationships/image" Target="../media/image376.png"/><Relationship Id="rId3" Type="http://schemas.openxmlformats.org/officeDocument/2006/relationships/image" Target="../media/image319.png"/><Relationship Id="rId25" Type="http://schemas.openxmlformats.org/officeDocument/2006/relationships/image" Target="../media/image330.png"/><Relationship Id="rId46" Type="http://schemas.openxmlformats.org/officeDocument/2006/relationships/customXml" Target="../ink/ink299.xml"/><Relationship Id="rId67" Type="http://schemas.openxmlformats.org/officeDocument/2006/relationships/image" Target="../media/image349.png"/><Relationship Id="rId116" Type="http://schemas.openxmlformats.org/officeDocument/2006/relationships/customXml" Target="../ink/ink334.xml"/><Relationship Id="rId20" Type="http://schemas.openxmlformats.org/officeDocument/2006/relationships/customXml" Target="../ink/ink286.xml"/><Relationship Id="rId41" Type="http://schemas.openxmlformats.org/officeDocument/2006/relationships/image" Target="../media/image338.png"/><Relationship Id="rId62" Type="http://schemas.openxmlformats.org/officeDocument/2006/relationships/customXml" Target="../ink/ink307.xml"/><Relationship Id="rId83" Type="http://schemas.openxmlformats.org/officeDocument/2006/relationships/image" Target="../media/image357.png"/><Relationship Id="rId88" Type="http://schemas.openxmlformats.org/officeDocument/2006/relationships/customXml" Target="../ink/ink320.xml"/><Relationship Id="rId111" Type="http://schemas.openxmlformats.org/officeDocument/2006/relationships/image" Target="../media/image371.png"/><Relationship Id="rId15" Type="http://schemas.openxmlformats.org/officeDocument/2006/relationships/image" Target="../media/image325.png"/><Relationship Id="rId36" Type="http://schemas.openxmlformats.org/officeDocument/2006/relationships/customXml" Target="../ink/ink294.xml"/><Relationship Id="rId57" Type="http://schemas.openxmlformats.org/officeDocument/2006/relationships/image" Target="../media/image346.png"/><Relationship Id="rId106" Type="http://schemas.openxmlformats.org/officeDocument/2006/relationships/customXml" Target="../ink/ink329.xml"/><Relationship Id="rId10" Type="http://schemas.openxmlformats.org/officeDocument/2006/relationships/customXml" Target="../ink/ink281.xml"/><Relationship Id="rId31" Type="http://schemas.openxmlformats.org/officeDocument/2006/relationships/image" Target="../media/image333.png"/><Relationship Id="rId52" Type="http://schemas.openxmlformats.org/officeDocument/2006/relationships/customXml" Target="../ink/ink302.xml"/><Relationship Id="rId73" Type="http://schemas.openxmlformats.org/officeDocument/2006/relationships/image" Target="../media/image352.png"/><Relationship Id="rId78" Type="http://schemas.openxmlformats.org/officeDocument/2006/relationships/customXml" Target="../ink/ink315.xml"/><Relationship Id="rId94" Type="http://schemas.openxmlformats.org/officeDocument/2006/relationships/customXml" Target="../ink/ink323.xml"/><Relationship Id="rId99" Type="http://schemas.openxmlformats.org/officeDocument/2006/relationships/image" Target="../media/image365.png"/><Relationship Id="rId101" Type="http://schemas.openxmlformats.org/officeDocument/2006/relationships/image" Target="../media/image366.png"/><Relationship Id="rId122" Type="http://schemas.openxmlformats.org/officeDocument/2006/relationships/customXml" Target="../ink/ink337.xml"/><Relationship Id="rId4" Type="http://schemas.openxmlformats.org/officeDocument/2006/relationships/customXml" Target="../ink/ink278.xml"/><Relationship Id="rId9" Type="http://schemas.openxmlformats.org/officeDocument/2006/relationships/image" Target="../media/image32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7.png"/><Relationship Id="rId21" Type="http://schemas.openxmlformats.org/officeDocument/2006/relationships/image" Target="../media/image328.png"/><Relationship Id="rId42" Type="http://schemas.openxmlformats.org/officeDocument/2006/relationships/customXml" Target="../ink/ink359.xml"/><Relationship Id="rId63" Type="http://schemas.openxmlformats.org/officeDocument/2006/relationships/image" Target="../media/image304.png"/><Relationship Id="rId84" Type="http://schemas.openxmlformats.org/officeDocument/2006/relationships/customXml" Target="../ink/ink380.xml"/><Relationship Id="rId138" Type="http://schemas.openxmlformats.org/officeDocument/2006/relationships/customXml" Target="../ink/ink407.xml"/><Relationship Id="rId107" Type="http://schemas.openxmlformats.org/officeDocument/2006/relationships/image" Target="../media/image392.png"/><Relationship Id="rId11" Type="http://schemas.openxmlformats.org/officeDocument/2006/relationships/image" Target="../media/image323.png"/><Relationship Id="rId32" Type="http://schemas.openxmlformats.org/officeDocument/2006/relationships/customXml" Target="../ink/ink354.xml"/><Relationship Id="rId53" Type="http://schemas.openxmlformats.org/officeDocument/2006/relationships/image" Target="../media/image344.png"/><Relationship Id="rId74" Type="http://schemas.openxmlformats.org/officeDocument/2006/relationships/customXml" Target="../ink/ink375.xml"/><Relationship Id="rId128" Type="http://schemas.openxmlformats.org/officeDocument/2006/relationships/customXml" Target="../ink/ink402.xml"/><Relationship Id="rId149" Type="http://schemas.openxmlformats.org/officeDocument/2006/relationships/image" Target="../media/image413.png"/><Relationship Id="rId5" Type="http://schemas.openxmlformats.org/officeDocument/2006/relationships/image" Target="../media/image320.png"/><Relationship Id="rId95" Type="http://schemas.openxmlformats.org/officeDocument/2006/relationships/image" Target="../media/image386.png"/><Relationship Id="rId22" Type="http://schemas.openxmlformats.org/officeDocument/2006/relationships/customXml" Target="../ink/ink349.xml"/><Relationship Id="rId43" Type="http://schemas.openxmlformats.org/officeDocument/2006/relationships/image" Target="../media/image339.png"/><Relationship Id="rId64" Type="http://schemas.openxmlformats.org/officeDocument/2006/relationships/customXml" Target="../ink/ink370.xml"/><Relationship Id="rId118" Type="http://schemas.openxmlformats.org/officeDocument/2006/relationships/customXml" Target="../ink/ink397.xml"/><Relationship Id="rId139" Type="http://schemas.openxmlformats.org/officeDocument/2006/relationships/image" Target="../media/image408.png"/><Relationship Id="rId80" Type="http://schemas.openxmlformats.org/officeDocument/2006/relationships/customXml" Target="../ink/ink378.xml"/><Relationship Id="rId85" Type="http://schemas.openxmlformats.org/officeDocument/2006/relationships/image" Target="../media/image381.png"/><Relationship Id="rId150" Type="http://schemas.openxmlformats.org/officeDocument/2006/relationships/customXml" Target="../ink/ink413.xml"/><Relationship Id="rId155" Type="http://schemas.openxmlformats.org/officeDocument/2006/relationships/image" Target="../media/image416.png"/><Relationship Id="rId12" Type="http://schemas.openxmlformats.org/officeDocument/2006/relationships/customXml" Target="../ink/ink344.xml"/><Relationship Id="rId17" Type="http://schemas.openxmlformats.org/officeDocument/2006/relationships/image" Target="../media/image326.png"/><Relationship Id="rId33" Type="http://schemas.openxmlformats.org/officeDocument/2006/relationships/image" Target="../media/image334.png"/><Relationship Id="rId38" Type="http://schemas.openxmlformats.org/officeDocument/2006/relationships/customXml" Target="../ink/ink357.xml"/><Relationship Id="rId59" Type="http://schemas.openxmlformats.org/officeDocument/2006/relationships/image" Target="../media/image347.png"/><Relationship Id="rId103" Type="http://schemas.openxmlformats.org/officeDocument/2006/relationships/image" Target="../media/image390.png"/><Relationship Id="rId108" Type="http://schemas.openxmlformats.org/officeDocument/2006/relationships/customXml" Target="../ink/ink392.xml"/><Relationship Id="rId124" Type="http://schemas.openxmlformats.org/officeDocument/2006/relationships/customXml" Target="../ink/ink400.xml"/><Relationship Id="rId129" Type="http://schemas.openxmlformats.org/officeDocument/2006/relationships/image" Target="../media/image403.png"/><Relationship Id="rId54" Type="http://schemas.openxmlformats.org/officeDocument/2006/relationships/customXml" Target="../ink/ink365.xml"/><Relationship Id="rId70" Type="http://schemas.openxmlformats.org/officeDocument/2006/relationships/customXml" Target="../ink/ink373.xml"/><Relationship Id="rId75" Type="http://schemas.openxmlformats.org/officeDocument/2006/relationships/image" Target="../media/image353.png"/><Relationship Id="rId91" Type="http://schemas.openxmlformats.org/officeDocument/2006/relationships/image" Target="../media/image384.png"/><Relationship Id="rId96" Type="http://schemas.openxmlformats.org/officeDocument/2006/relationships/customXml" Target="../ink/ink386.xml"/><Relationship Id="rId140" Type="http://schemas.openxmlformats.org/officeDocument/2006/relationships/customXml" Target="../ink/ink408.xml"/><Relationship Id="rId145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1.xml"/><Relationship Id="rId23" Type="http://schemas.openxmlformats.org/officeDocument/2006/relationships/image" Target="../media/image329.png"/><Relationship Id="rId28" Type="http://schemas.openxmlformats.org/officeDocument/2006/relationships/customXml" Target="../ink/ink352.xml"/><Relationship Id="rId49" Type="http://schemas.openxmlformats.org/officeDocument/2006/relationships/image" Target="../media/image342.png"/><Relationship Id="rId114" Type="http://schemas.openxmlformats.org/officeDocument/2006/relationships/customXml" Target="../ink/ink395.xml"/><Relationship Id="rId119" Type="http://schemas.openxmlformats.org/officeDocument/2006/relationships/image" Target="../media/image398.png"/><Relationship Id="rId44" Type="http://schemas.openxmlformats.org/officeDocument/2006/relationships/customXml" Target="../ink/ink360.xml"/><Relationship Id="rId60" Type="http://schemas.openxmlformats.org/officeDocument/2006/relationships/customXml" Target="../ink/ink368.xml"/><Relationship Id="rId65" Type="http://schemas.openxmlformats.org/officeDocument/2006/relationships/image" Target="../media/image348.png"/><Relationship Id="rId81" Type="http://schemas.openxmlformats.org/officeDocument/2006/relationships/image" Target="../media/image379.png"/><Relationship Id="rId86" Type="http://schemas.openxmlformats.org/officeDocument/2006/relationships/customXml" Target="../ink/ink381.xml"/><Relationship Id="rId130" Type="http://schemas.openxmlformats.org/officeDocument/2006/relationships/customXml" Target="../ink/ink403.xml"/><Relationship Id="rId135" Type="http://schemas.openxmlformats.org/officeDocument/2006/relationships/image" Target="../media/image406.png"/><Relationship Id="rId151" Type="http://schemas.openxmlformats.org/officeDocument/2006/relationships/image" Target="../media/image414.png"/><Relationship Id="rId156" Type="http://schemas.openxmlformats.org/officeDocument/2006/relationships/customXml" Target="../ink/ink416.xml"/><Relationship Id="rId13" Type="http://schemas.openxmlformats.org/officeDocument/2006/relationships/image" Target="../media/image324.png"/><Relationship Id="rId18" Type="http://schemas.openxmlformats.org/officeDocument/2006/relationships/customXml" Target="../ink/ink347.xml"/><Relationship Id="rId39" Type="http://schemas.openxmlformats.org/officeDocument/2006/relationships/image" Target="../media/image337.png"/><Relationship Id="rId109" Type="http://schemas.openxmlformats.org/officeDocument/2006/relationships/image" Target="../media/image393.png"/><Relationship Id="rId34" Type="http://schemas.openxmlformats.org/officeDocument/2006/relationships/customXml" Target="../ink/ink355.xml"/><Relationship Id="rId50" Type="http://schemas.openxmlformats.org/officeDocument/2006/relationships/customXml" Target="../ink/ink363.xml"/><Relationship Id="rId55" Type="http://schemas.openxmlformats.org/officeDocument/2006/relationships/image" Target="../media/image345.png"/><Relationship Id="rId76" Type="http://schemas.openxmlformats.org/officeDocument/2006/relationships/customXml" Target="../ink/ink376.xml"/><Relationship Id="rId97" Type="http://schemas.openxmlformats.org/officeDocument/2006/relationships/image" Target="../media/image387.png"/><Relationship Id="rId104" Type="http://schemas.openxmlformats.org/officeDocument/2006/relationships/customXml" Target="../ink/ink390.xml"/><Relationship Id="rId120" Type="http://schemas.openxmlformats.org/officeDocument/2006/relationships/customXml" Target="../ink/ink398.xml"/><Relationship Id="rId125" Type="http://schemas.openxmlformats.org/officeDocument/2006/relationships/image" Target="../media/image401.png"/><Relationship Id="rId141" Type="http://schemas.openxmlformats.org/officeDocument/2006/relationships/image" Target="../media/image409.png"/><Relationship Id="rId146" Type="http://schemas.openxmlformats.org/officeDocument/2006/relationships/customXml" Target="../ink/ink411.xml"/><Relationship Id="rId7" Type="http://schemas.openxmlformats.org/officeDocument/2006/relationships/image" Target="../media/image321.png"/><Relationship Id="rId71" Type="http://schemas.openxmlformats.org/officeDocument/2006/relationships/image" Target="../media/image351.png"/><Relationship Id="rId92" Type="http://schemas.openxmlformats.org/officeDocument/2006/relationships/customXml" Target="../ink/ink384.xml"/><Relationship Id="rId2" Type="http://schemas.openxmlformats.org/officeDocument/2006/relationships/customXml" Target="../ink/ink339.xml"/><Relationship Id="rId29" Type="http://schemas.openxmlformats.org/officeDocument/2006/relationships/image" Target="../media/image332.png"/><Relationship Id="rId24" Type="http://schemas.openxmlformats.org/officeDocument/2006/relationships/customXml" Target="../ink/ink350.xml"/><Relationship Id="rId40" Type="http://schemas.openxmlformats.org/officeDocument/2006/relationships/customXml" Target="../ink/ink358.xml"/><Relationship Id="rId45" Type="http://schemas.openxmlformats.org/officeDocument/2006/relationships/image" Target="../media/image340.png"/><Relationship Id="rId66" Type="http://schemas.openxmlformats.org/officeDocument/2006/relationships/customXml" Target="../ink/ink371.xml"/><Relationship Id="rId87" Type="http://schemas.openxmlformats.org/officeDocument/2006/relationships/image" Target="../media/image382.png"/><Relationship Id="rId110" Type="http://schemas.openxmlformats.org/officeDocument/2006/relationships/customXml" Target="../ink/ink393.xml"/><Relationship Id="rId115" Type="http://schemas.openxmlformats.org/officeDocument/2006/relationships/image" Target="../media/image396.png"/><Relationship Id="rId131" Type="http://schemas.openxmlformats.org/officeDocument/2006/relationships/image" Target="../media/image404.png"/><Relationship Id="rId136" Type="http://schemas.openxmlformats.org/officeDocument/2006/relationships/customXml" Target="../ink/ink406.xml"/><Relationship Id="rId157" Type="http://schemas.openxmlformats.org/officeDocument/2006/relationships/image" Target="../media/image417.png"/><Relationship Id="rId61" Type="http://schemas.openxmlformats.org/officeDocument/2006/relationships/image" Target="../media/image303.png"/><Relationship Id="rId82" Type="http://schemas.openxmlformats.org/officeDocument/2006/relationships/customXml" Target="../ink/ink379.xml"/><Relationship Id="rId152" Type="http://schemas.openxmlformats.org/officeDocument/2006/relationships/customXml" Target="../ink/ink414.xml"/><Relationship Id="rId19" Type="http://schemas.openxmlformats.org/officeDocument/2006/relationships/image" Target="../media/image327.png"/><Relationship Id="rId14" Type="http://schemas.openxmlformats.org/officeDocument/2006/relationships/customXml" Target="../ink/ink345.xml"/><Relationship Id="rId30" Type="http://schemas.openxmlformats.org/officeDocument/2006/relationships/customXml" Target="../ink/ink353.xml"/><Relationship Id="rId35" Type="http://schemas.openxmlformats.org/officeDocument/2006/relationships/image" Target="../media/image335.png"/><Relationship Id="rId56" Type="http://schemas.openxmlformats.org/officeDocument/2006/relationships/customXml" Target="../ink/ink366.xml"/><Relationship Id="rId77" Type="http://schemas.openxmlformats.org/officeDocument/2006/relationships/image" Target="../media/image354.png"/><Relationship Id="rId100" Type="http://schemas.openxmlformats.org/officeDocument/2006/relationships/customXml" Target="../ink/ink388.xml"/><Relationship Id="rId105" Type="http://schemas.openxmlformats.org/officeDocument/2006/relationships/image" Target="../media/image391.png"/><Relationship Id="rId126" Type="http://schemas.openxmlformats.org/officeDocument/2006/relationships/customXml" Target="../ink/ink401.xml"/><Relationship Id="rId147" Type="http://schemas.openxmlformats.org/officeDocument/2006/relationships/image" Target="../media/image412.png"/><Relationship Id="rId8" Type="http://schemas.openxmlformats.org/officeDocument/2006/relationships/customXml" Target="../ink/ink342.xml"/><Relationship Id="rId51" Type="http://schemas.openxmlformats.org/officeDocument/2006/relationships/image" Target="../media/image343.png"/><Relationship Id="rId72" Type="http://schemas.openxmlformats.org/officeDocument/2006/relationships/customXml" Target="../ink/ink374.xml"/><Relationship Id="rId93" Type="http://schemas.openxmlformats.org/officeDocument/2006/relationships/image" Target="../media/image385.png"/><Relationship Id="rId98" Type="http://schemas.openxmlformats.org/officeDocument/2006/relationships/customXml" Target="../ink/ink387.xml"/><Relationship Id="rId121" Type="http://schemas.openxmlformats.org/officeDocument/2006/relationships/image" Target="../media/image399.png"/><Relationship Id="rId142" Type="http://schemas.openxmlformats.org/officeDocument/2006/relationships/customXml" Target="../ink/ink409.xml"/><Relationship Id="rId3" Type="http://schemas.openxmlformats.org/officeDocument/2006/relationships/image" Target="../media/image319.png"/><Relationship Id="rId25" Type="http://schemas.openxmlformats.org/officeDocument/2006/relationships/image" Target="../media/image330.png"/><Relationship Id="rId46" Type="http://schemas.openxmlformats.org/officeDocument/2006/relationships/customXml" Target="../ink/ink361.xml"/><Relationship Id="rId67" Type="http://schemas.openxmlformats.org/officeDocument/2006/relationships/image" Target="../media/image349.png"/><Relationship Id="rId116" Type="http://schemas.openxmlformats.org/officeDocument/2006/relationships/customXml" Target="../ink/ink396.xml"/><Relationship Id="rId137" Type="http://schemas.openxmlformats.org/officeDocument/2006/relationships/image" Target="../media/image407.png"/><Relationship Id="rId20" Type="http://schemas.openxmlformats.org/officeDocument/2006/relationships/customXml" Target="../ink/ink348.xml"/><Relationship Id="rId41" Type="http://schemas.openxmlformats.org/officeDocument/2006/relationships/image" Target="../media/image338.png"/><Relationship Id="rId62" Type="http://schemas.openxmlformats.org/officeDocument/2006/relationships/customXml" Target="../ink/ink369.xml"/><Relationship Id="rId83" Type="http://schemas.openxmlformats.org/officeDocument/2006/relationships/image" Target="../media/image380.png"/><Relationship Id="rId88" Type="http://schemas.openxmlformats.org/officeDocument/2006/relationships/customXml" Target="../ink/ink382.xml"/><Relationship Id="rId111" Type="http://schemas.openxmlformats.org/officeDocument/2006/relationships/image" Target="../media/image394.png"/><Relationship Id="rId132" Type="http://schemas.openxmlformats.org/officeDocument/2006/relationships/customXml" Target="../ink/ink404.xml"/><Relationship Id="rId153" Type="http://schemas.openxmlformats.org/officeDocument/2006/relationships/image" Target="../media/image415.png"/><Relationship Id="rId15" Type="http://schemas.openxmlformats.org/officeDocument/2006/relationships/image" Target="../media/image325.png"/><Relationship Id="rId36" Type="http://schemas.openxmlformats.org/officeDocument/2006/relationships/customXml" Target="../ink/ink356.xml"/><Relationship Id="rId57" Type="http://schemas.openxmlformats.org/officeDocument/2006/relationships/image" Target="../media/image346.png"/><Relationship Id="rId106" Type="http://schemas.openxmlformats.org/officeDocument/2006/relationships/customXml" Target="../ink/ink391.xml"/><Relationship Id="rId127" Type="http://schemas.openxmlformats.org/officeDocument/2006/relationships/image" Target="../media/image402.png"/><Relationship Id="rId10" Type="http://schemas.openxmlformats.org/officeDocument/2006/relationships/customXml" Target="../ink/ink343.xml"/><Relationship Id="rId31" Type="http://schemas.openxmlformats.org/officeDocument/2006/relationships/image" Target="../media/image333.png"/><Relationship Id="rId52" Type="http://schemas.openxmlformats.org/officeDocument/2006/relationships/customXml" Target="../ink/ink364.xml"/><Relationship Id="rId73" Type="http://schemas.openxmlformats.org/officeDocument/2006/relationships/image" Target="../media/image352.png"/><Relationship Id="rId78" Type="http://schemas.openxmlformats.org/officeDocument/2006/relationships/customXml" Target="../ink/ink377.xml"/><Relationship Id="rId94" Type="http://schemas.openxmlformats.org/officeDocument/2006/relationships/customXml" Target="../ink/ink385.xml"/><Relationship Id="rId99" Type="http://schemas.openxmlformats.org/officeDocument/2006/relationships/image" Target="../media/image388.png"/><Relationship Id="rId101" Type="http://schemas.openxmlformats.org/officeDocument/2006/relationships/image" Target="../media/image389.png"/><Relationship Id="rId122" Type="http://schemas.openxmlformats.org/officeDocument/2006/relationships/customXml" Target="../ink/ink399.xml"/><Relationship Id="rId143" Type="http://schemas.openxmlformats.org/officeDocument/2006/relationships/image" Target="../media/image410.png"/><Relationship Id="rId148" Type="http://schemas.openxmlformats.org/officeDocument/2006/relationships/customXml" Target="../ink/ink412.xml"/><Relationship Id="rId4" Type="http://schemas.openxmlformats.org/officeDocument/2006/relationships/customXml" Target="../ink/ink340.xml"/><Relationship Id="rId9" Type="http://schemas.openxmlformats.org/officeDocument/2006/relationships/image" Target="../media/image322.png"/><Relationship Id="rId26" Type="http://schemas.openxmlformats.org/officeDocument/2006/relationships/customXml" Target="../ink/ink351.xml"/><Relationship Id="rId47" Type="http://schemas.openxmlformats.org/officeDocument/2006/relationships/image" Target="../media/image341.png"/><Relationship Id="rId68" Type="http://schemas.openxmlformats.org/officeDocument/2006/relationships/customXml" Target="../ink/ink372.xml"/><Relationship Id="rId89" Type="http://schemas.openxmlformats.org/officeDocument/2006/relationships/image" Target="../media/image383.png"/><Relationship Id="rId112" Type="http://schemas.openxmlformats.org/officeDocument/2006/relationships/customXml" Target="../ink/ink394.xml"/><Relationship Id="rId133" Type="http://schemas.openxmlformats.org/officeDocument/2006/relationships/image" Target="../media/image405.png"/><Relationship Id="rId154" Type="http://schemas.openxmlformats.org/officeDocument/2006/relationships/customXml" Target="../ink/ink415.xml"/><Relationship Id="rId16" Type="http://schemas.openxmlformats.org/officeDocument/2006/relationships/customXml" Target="../ink/ink346.xml"/><Relationship Id="rId37" Type="http://schemas.openxmlformats.org/officeDocument/2006/relationships/image" Target="../media/image336.png"/><Relationship Id="rId58" Type="http://schemas.openxmlformats.org/officeDocument/2006/relationships/customXml" Target="../ink/ink367.xml"/><Relationship Id="rId79" Type="http://schemas.openxmlformats.org/officeDocument/2006/relationships/image" Target="../media/image355.png"/><Relationship Id="rId102" Type="http://schemas.openxmlformats.org/officeDocument/2006/relationships/customXml" Target="../ink/ink389.xml"/><Relationship Id="rId123" Type="http://schemas.openxmlformats.org/officeDocument/2006/relationships/image" Target="../media/image400.png"/><Relationship Id="rId144" Type="http://schemas.openxmlformats.org/officeDocument/2006/relationships/customXml" Target="../ink/ink410.xml"/><Relationship Id="rId90" Type="http://schemas.openxmlformats.org/officeDocument/2006/relationships/customXml" Target="../ink/ink383.xml"/><Relationship Id="rId27" Type="http://schemas.openxmlformats.org/officeDocument/2006/relationships/image" Target="../media/image331.png"/><Relationship Id="rId48" Type="http://schemas.openxmlformats.org/officeDocument/2006/relationships/customXml" Target="../ink/ink362.xml"/><Relationship Id="rId69" Type="http://schemas.openxmlformats.org/officeDocument/2006/relationships/image" Target="../media/image350.png"/><Relationship Id="rId113" Type="http://schemas.openxmlformats.org/officeDocument/2006/relationships/image" Target="../media/image395.png"/><Relationship Id="rId134" Type="http://schemas.openxmlformats.org/officeDocument/2006/relationships/customXml" Target="../ink/ink405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9.xml"/><Relationship Id="rId117" Type="http://schemas.openxmlformats.org/officeDocument/2006/relationships/image" Target="../media/image284.png"/><Relationship Id="rId21" Type="http://schemas.openxmlformats.org/officeDocument/2006/relationships/image" Target="../media/image236.png"/><Relationship Id="rId42" Type="http://schemas.openxmlformats.org/officeDocument/2006/relationships/customXml" Target="../ink/ink437.xml"/><Relationship Id="rId47" Type="http://schemas.openxmlformats.org/officeDocument/2006/relationships/image" Target="../media/image249.png"/><Relationship Id="rId63" Type="http://schemas.openxmlformats.org/officeDocument/2006/relationships/image" Target="../media/image257.png"/><Relationship Id="rId68" Type="http://schemas.openxmlformats.org/officeDocument/2006/relationships/customXml" Target="../ink/ink450.xml"/><Relationship Id="rId84" Type="http://schemas.openxmlformats.org/officeDocument/2006/relationships/customXml" Target="../ink/ink458.xml"/><Relationship Id="rId89" Type="http://schemas.openxmlformats.org/officeDocument/2006/relationships/image" Target="../media/image270.png"/><Relationship Id="rId112" Type="http://schemas.openxmlformats.org/officeDocument/2006/relationships/customXml" Target="../ink/ink472.xml"/><Relationship Id="rId16" Type="http://schemas.openxmlformats.org/officeDocument/2006/relationships/customXml" Target="../ink/ink424.xml"/><Relationship Id="rId107" Type="http://schemas.openxmlformats.org/officeDocument/2006/relationships/image" Target="../media/image279.png"/><Relationship Id="rId11" Type="http://schemas.openxmlformats.org/officeDocument/2006/relationships/image" Target="../media/image2310.png"/><Relationship Id="rId32" Type="http://schemas.openxmlformats.org/officeDocument/2006/relationships/customXml" Target="../ink/ink432.xml"/><Relationship Id="rId37" Type="http://schemas.openxmlformats.org/officeDocument/2006/relationships/image" Target="../media/image244.png"/><Relationship Id="rId53" Type="http://schemas.openxmlformats.org/officeDocument/2006/relationships/image" Target="../media/image252.png"/><Relationship Id="rId58" Type="http://schemas.openxmlformats.org/officeDocument/2006/relationships/customXml" Target="../ink/ink445.xml"/><Relationship Id="rId74" Type="http://schemas.openxmlformats.org/officeDocument/2006/relationships/customXml" Target="../ink/ink453.xml"/><Relationship Id="rId79" Type="http://schemas.openxmlformats.org/officeDocument/2006/relationships/image" Target="../media/image265.png"/><Relationship Id="rId102" Type="http://schemas.openxmlformats.org/officeDocument/2006/relationships/customXml" Target="../ink/ink467.xml"/><Relationship Id="rId123" Type="http://schemas.openxmlformats.org/officeDocument/2006/relationships/image" Target="../media/image287.png"/><Relationship Id="rId5" Type="http://schemas.openxmlformats.org/officeDocument/2006/relationships/image" Target="../media/image2280.png"/><Relationship Id="rId90" Type="http://schemas.openxmlformats.org/officeDocument/2006/relationships/customXml" Target="../ink/ink461.xml"/><Relationship Id="rId95" Type="http://schemas.openxmlformats.org/officeDocument/2006/relationships/image" Target="../media/image273.png"/><Relationship Id="rId22" Type="http://schemas.openxmlformats.org/officeDocument/2006/relationships/customXml" Target="../ink/ink427.xml"/><Relationship Id="rId27" Type="http://schemas.openxmlformats.org/officeDocument/2006/relationships/image" Target="../media/image239.png"/><Relationship Id="rId43" Type="http://schemas.openxmlformats.org/officeDocument/2006/relationships/image" Target="../media/image247.png"/><Relationship Id="rId48" Type="http://schemas.openxmlformats.org/officeDocument/2006/relationships/customXml" Target="../ink/ink440.xml"/><Relationship Id="rId64" Type="http://schemas.openxmlformats.org/officeDocument/2006/relationships/customXml" Target="../ink/ink448.xml"/><Relationship Id="rId69" Type="http://schemas.openxmlformats.org/officeDocument/2006/relationships/image" Target="../media/image260.png"/><Relationship Id="rId113" Type="http://schemas.openxmlformats.org/officeDocument/2006/relationships/image" Target="../media/image282.png"/><Relationship Id="rId118" Type="http://schemas.openxmlformats.org/officeDocument/2006/relationships/customXml" Target="../ink/ink475.xml"/><Relationship Id="rId80" Type="http://schemas.openxmlformats.org/officeDocument/2006/relationships/customXml" Target="../ink/ink456.xml"/><Relationship Id="rId85" Type="http://schemas.openxmlformats.org/officeDocument/2006/relationships/image" Target="../media/image268.png"/><Relationship Id="rId12" Type="http://schemas.openxmlformats.org/officeDocument/2006/relationships/customXml" Target="../ink/ink422.xml"/><Relationship Id="rId17" Type="http://schemas.openxmlformats.org/officeDocument/2006/relationships/image" Target="../media/image234.png"/><Relationship Id="rId33" Type="http://schemas.openxmlformats.org/officeDocument/2006/relationships/image" Target="../media/image242.png"/><Relationship Id="rId38" Type="http://schemas.openxmlformats.org/officeDocument/2006/relationships/customXml" Target="../ink/ink435.xml"/><Relationship Id="rId59" Type="http://schemas.openxmlformats.org/officeDocument/2006/relationships/image" Target="../media/image255.png"/><Relationship Id="rId103" Type="http://schemas.openxmlformats.org/officeDocument/2006/relationships/image" Target="../media/image277.png"/><Relationship Id="rId108" Type="http://schemas.openxmlformats.org/officeDocument/2006/relationships/customXml" Target="../ink/ink470.xml"/><Relationship Id="rId124" Type="http://schemas.openxmlformats.org/officeDocument/2006/relationships/customXml" Target="../ink/ink478.xml"/><Relationship Id="rId54" Type="http://schemas.openxmlformats.org/officeDocument/2006/relationships/customXml" Target="../ink/ink443.xml"/><Relationship Id="rId70" Type="http://schemas.openxmlformats.org/officeDocument/2006/relationships/customXml" Target="../ink/ink451.xml"/><Relationship Id="rId75" Type="http://schemas.openxmlformats.org/officeDocument/2006/relationships/image" Target="../media/image263.png"/><Relationship Id="rId91" Type="http://schemas.openxmlformats.org/officeDocument/2006/relationships/image" Target="../media/image271.png"/><Relationship Id="rId96" Type="http://schemas.openxmlformats.org/officeDocument/2006/relationships/customXml" Target="../ink/ink4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9.xml"/><Relationship Id="rId23" Type="http://schemas.openxmlformats.org/officeDocument/2006/relationships/image" Target="../media/image237.png"/><Relationship Id="rId28" Type="http://schemas.openxmlformats.org/officeDocument/2006/relationships/customXml" Target="../ink/ink430.xml"/><Relationship Id="rId49" Type="http://schemas.openxmlformats.org/officeDocument/2006/relationships/image" Target="../media/image250.png"/><Relationship Id="rId114" Type="http://schemas.openxmlformats.org/officeDocument/2006/relationships/customXml" Target="../ink/ink473.xml"/><Relationship Id="rId119" Type="http://schemas.openxmlformats.org/officeDocument/2006/relationships/image" Target="../media/image285.png"/><Relationship Id="rId44" Type="http://schemas.openxmlformats.org/officeDocument/2006/relationships/customXml" Target="../ink/ink438.xml"/><Relationship Id="rId60" Type="http://schemas.openxmlformats.org/officeDocument/2006/relationships/customXml" Target="../ink/ink446.xml"/><Relationship Id="rId65" Type="http://schemas.openxmlformats.org/officeDocument/2006/relationships/image" Target="../media/image258.png"/><Relationship Id="rId81" Type="http://schemas.openxmlformats.org/officeDocument/2006/relationships/image" Target="../media/image266.png"/><Relationship Id="rId86" Type="http://schemas.openxmlformats.org/officeDocument/2006/relationships/customXml" Target="../ink/ink459.xml"/><Relationship Id="rId13" Type="http://schemas.openxmlformats.org/officeDocument/2006/relationships/image" Target="../media/image2320.png"/><Relationship Id="rId18" Type="http://schemas.openxmlformats.org/officeDocument/2006/relationships/customXml" Target="../ink/ink425.xml"/><Relationship Id="rId39" Type="http://schemas.openxmlformats.org/officeDocument/2006/relationships/image" Target="../media/image245.png"/><Relationship Id="rId109" Type="http://schemas.openxmlformats.org/officeDocument/2006/relationships/image" Target="../media/image280.png"/><Relationship Id="rId34" Type="http://schemas.openxmlformats.org/officeDocument/2006/relationships/customXml" Target="../ink/ink433.xml"/><Relationship Id="rId50" Type="http://schemas.openxmlformats.org/officeDocument/2006/relationships/customXml" Target="../ink/ink441.xml"/><Relationship Id="rId55" Type="http://schemas.openxmlformats.org/officeDocument/2006/relationships/image" Target="../media/image253.png"/><Relationship Id="rId76" Type="http://schemas.openxmlformats.org/officeDocument/2006/relationships/customXml" Target="../ink/ink454.xml"/><Relationship Id="rId97" Type="http://schemas.openxmlformats.org/officeDocument/2006/relationships/image" Target="../media/image274.png"/><Relationship Id="rId104" Type="http://schemas.openxmlformats.org/officeDocument/2006/relationships/customXml" Target="../ink/ink468.xml"/><Relationship Id="rId120" Type="http://schemas.openxmlformats.org/officeDocument/2006/relationships/customXml" Target="../ink/ink476.xml"/><Relationship Id="rId125" Type="http://schemas.openxmlformats.org/officeDocument/2006/relationships/image" Target="../media/image288.png"/><Relationship Id="rId7" Type="http://schemas.openxmlformats.org/officeDocument/2006/relationships/image" Target="../media/image2290.png"/><Relationship Id="rId71" Type="http://schemas.openxmlformats.org/officeDocument/2006/relationships/image" Target="../media/image261.png"/><Relationship Id="rId92" Type="http://schemas.openxmlformats.org/officeDocument/2006/relationships/customXml" Target="../ink/ink462.xml"/><Relationship Id="rId2" Type="http://schemas.openxmlformats.org/officeDocument/2006/relationships/customXml" Target="../ink/ink417.xml"/><Relationship Id="rId29" Type="http://schemas.openxmlformats.org/officeDocument/2006/relationships/image" Target="../media/image240.png"/><Relationship Id="rId24" Type="http://schemas.openxmlformats.org/officeDocument/2006/relationships/customXml" Target="../ink/ink428.xml"/><Relationship Id="rId40" Type="http://schemas.openxmlformats.org/officeDocument/2006/relationships/customXml" Target="../ink/ink436.xml"/><Relationship Id="rId45" Type="http://schemas.openxmlformats.org/officeDocument/2006/relationships/image" Target="../media/image248.png"/><Relationship Id="rId66" Type="http://schemas.openxmlformats.org/officeDocument/2006/relationships/customXml" Target="../ink/ink449.xml"/><Relationship Id="rId87" Type="http://schemas.openxmlformats.org/officeDocument/2006/relationships/image" Target="../media/image269.png"/><Relationship Id="rId110" Type="http://schemas.openxmlformats.org/officeDocument/2006/relationships/customXml" Target="../ink/ink471.xml"/><Relationship Id="rId115" Type="http://schemas.openxmlformats.org/officeDocument/2006/relationships/image" Target="../media/image283.png"/><Relationship Id="rId61" Type="http://schemas.openxmlformats.org/officeDocument/2006/relationships/image" Target="../media/image256.png"/><Relationship Id="rId82" Type="http://schemas.openxmlformats.org/officeDocument/2006/relationships/customXml" Target="../ink/ink457.xml"/><Relationship Id="rId19" Type="http://schemas.openxmlformats.org/officeDocument/2006/relationships/image" Target="../media/image235.png"/><Relationship Id="rId14" Type="http://schemas.openxmlformats.org/officeDocument/2006/relationships/customXml" Target="../ink/ink423.xml"/><Relationship Id="rId30" Type="http://schemas.openxmlformats.org/officeDocument/2006/relationships/customXml" Target="../ink/ink431.xml"/><Relationship Id="rId35" Type="http://schemas.openxmlformats.org/officeDocument/2006/relationships/image" Target="../media/image243.png"/><Relationship Id="rId56" Type="http://schemas.openxmlformats.org/officeDocument/2006/relationships/customXml" Target="../ink/ink444.xml"/><Relationship Id="rId77" Type="http://schemas.openxmlformats.org/officeDocument/2006/relationships/image" Target="../media/image264.png"/><Relationship Id="rId100" Type="http://schemas.openxmlformats.org/officeDocument/2006/relationships/customXml" Target="../ink/ink466.xml"/><Relationship Id="rId105" Type="http://schemas.openxmlformats.org/officeDocument/2006/relationships/image" Target="../media/image278.png"/><Relationship Id="rId8" Type="http://schemas.openxmlformats.org/officeDocument/2006/relationships/customXml" Target="../ink/ink420.xml"/><Relationship Id="rId51" Type="http://schemas.openxmlformats.org/officeDocument/2006/relationships/image" Target="../media/image251.png"/><Relationship Id="rId72" Type="http://schemas.openxmlformats.org/officeDocument/2006/relationships/customXml" Target="../ink/ink452.xml"/><Relationship Id="rId93" Type="http://schemas.openxmlformats.org/officeDocument/2006/relationships/image" Target="../media/image272.png"/><Relationship Id="rId98" Type="http://schemas.openxmlformats.org/officeDocument/2006/relationships/customXml" Target="../ink/ink465.xml"/><Relationship Id="rId121" Type="http://schemas.openxmlformats.org/officeDocument/2006/relationships/image" Target="../media/image286.png"/><Relationship Id="rId3" Type="http://schemas.openxmlformats.org/officeDocument/2006/relationships/image" Target="../media/image2270.png"/><Relationship Id="rId25" Type="http://schemas.openxmlformats.org/officeDocument/2006/relationships/image" Target="../media/image238.png"/><Relationship Id="rId46" Type="http://schemas.openxmlformats.org/officeDocument/2006/relationships/customXml" Target="../ink/ink439.xml"/><Relationship Id="rId67" Type="http://schemas.openxmlformats.org/officeDocument/2006/relationships/image" Target="../media/image259.png"/><Relationship Id="rId116" Type="http://schemas.openxmlformats.org/officeDocument/2006/relationships/customXml" Target="../ink/ink474.xml"/><Relationship Id="rId20" Type="http://schemas.openxmlformats.org/officeDocument/2006/relationships/customXml" Target="../ink/ink426.xml"/><Relationship Id="rId41" Type="http://schemas.openxmlformats.org/officeDocument/2006/relationships/image" Target="../media/image246.png"/><Relationship Id="rId62" Type="http://schemas.openxmlformats.org/officeDocument/2006/relationships/customXml" Target="../ink/ink447.xml"/><Relationship Id="rId83" Type="http://schemas.openxmlformats.org/officeDocument/2006/relationships/image" Target="../media/image267.png"/><Relationship Id="rId88" Type="http://schemas.openxmlformats.org/officeDocument/2006/relationships/customXml" Target="../ink/ink460.xml"/><Relationship Id="rId111" Type="http://schemas.openxmlformats.org/officeDocument/2006/relationships/image" Target="../media/image281.png"/><Relationship Id="rId15" Type="http://schemas.openxmlformats.org/officeDocument/2006/relationships/image" Target="../media/image233.png"/><Relationship Id="rId36" Type="http://schemas.openxmlformats.org/officeDocument/2006/relationships/customXml" Target="../ink/ink434.xml"/><Relationship Id="rId57" Type="http://schemas.openxmlformats.org/officeDocument/2006/relationships/image" Target="../media/image254.png"/><Relationship Id="rId106" Type="http://schemas.openxmlformats.org/officeDocument/2006/relationships/customXml" Target="../ink/ink469.xml"/><Relationship Id="rId10" Type="http://schemas.openxmlformats.org/officeDocument/2006/relationships/customXml" Target="../ink/ink421.xml"/><Relationship Id="rId31" Type="http://schemas.openxmlformats.org/officeDocument/2006/relationships/image" Target="../media/image241.png"/><Relationship Id="rId52" Type="http://schemas.openxmlformats.org/officeDocument/2006/relationships/customXml" Target="../ink/ink442.xml"/><Relationship Id="rId73" Type="http://schemas.openxmlformats.org/officeDocument/2006/relationships/image" Target="../media/image262.png"/><Relationship Id="rId78" Type="http://schemas.openxmlformats.org/officeDocument/2006/relationships/customXml" Target="../ink/ink455.xml"/><Relationship Id="rId94" Type="http://schemas.openxmlformats.org/officeDocument/2006/relationships/customXml" Target="../ink/ink463.xml"/><Relationship Id="rId99" Type="http://schemas.openxmlformats.org/officeDocument/2006/relationships/image" Target="../media/image275.png"/><Relationship Id="rId101" Type="http://schemas.openxmlformats.org/officeDocument/2006/relationships/image" Target="../media/image276.png"/><Relationship Id="rId122" Type="http://schemas.openxmlformats.org/officeDocument/2006/relationships/customXml" Target="../ink/ink477.xml"/><Relationship Id="rId4" Type="http://schemas.openxmlformats.org/officeDocument/2006/relationships/customXml" Target="../ink/ink418.xml"/><Relationship Id="rId9" Type="http://schemas.openxmlformats.org/officeDocument/2006/relationships/image" Target="../media/image23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2.xml"/><Relationship Id="rId3" Type="http://schemas.openxmlformats.org/officeDocument/2006/relationships/image" Target="../media/image2890.png"/><Relationship Id="rId7" Type="http://schemas.openxmlformats.org/officeDocument/2006/relationships/image" Target="../media/image2910.png"/><Relationship Id="rId2" Type="http://schemas.openxmlformats.org/officeDocument/2006/relationships/customXml" Target="../ink/ink4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1.xml"/><Relationship Id="rId5" Type="http://schemas.openxmlformats.org/officeDocument/2006/relationships/image" Target="../media/image2900.png"/><Relationship Id="rId10" Type="http://schemas.openxmlformats.org/officeDocument/2006/relationships/image" Target="../media/image313.png"/><Relationship Id="rId4" Type="http://schemas.openxmlformats.org/officeDocument/2006/relationships/customXml" Target="../ink/ink480.xml"/><Relationship Id="rId9" Type="http://schemas.openxmlformats.org/officeDocument/2006/relationships/image" Target="../media/image29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6.xml"/><Relationship Id="rId3" Type="http://schemas.openxmlformats.org/officeDocument/2006/relationships/image" Target="../media/image2890.png"/><Relationship Id="rId7" Type="http://schemas.openxmlformats.org/officeDocument/2006/relationships/image" Target="../media/image2910.png"/><Relationship Id="rId2" Type="http://schemas.openxmlformats.org/officeDocument/2006/relationships/customXml" Target="../ink/ink4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5.xml"/><Relationship Id="rId5" Type="http://schemas.openxmlformats.org/officeDocument/2006/relationships/image" Target="../media/image2900.png"/><Relationship Id="rId10" Type="http://schemas.openxmlformats.org/officeDocument/2006/relationships/image" Target="../media/image314.png"/><Relationship Id="rId4" Type="http://schemas.openxmlformats.org/officeDocument/2006/relationships/customXml" Target="../ink/ink484.xml"/><Relationship Id="rId9" Type="http://schemas.openxmlformats.org/officeDocument/2006/relationships/image" Target="../media/image29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9.xml"/><Relationship Id="rId3" Type="http://schemas.openxmlformats.org/officeDocument/2006/relationships/image" Target="../media/image316.png"/><Relationship Id="rId7" Type="http://schemas.openxmlformats.org/officeDocument/2006/relationships/image" Target="../media/image423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8.xml"/><Relationship Id="rId5" Type="http://schemas.openxmlformats.org/officeDocument/2006/relationships/image" Target="../media/image422.png"/><Relationship Id="rId4" Type="http://schemas.openxmlformats.org/officeDocument/2006/relationships/customXml" Target="../ink/ink487.xml"/><Relationship Id="rId9" Type="http://schemas.openxmlformats.org/officeDocument/2006/relationships/image" Target="../media/image4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0.png"/><Relationship Id="rId13" Type="http://schemas.openxmlformats.org/officeDocument/2006/relationships/image" Target="../media/image317.png"/><Relationship Id="rId3" Type="http://schemas.openxmlformats.org/officeDocument/2006/relationships/image" Target="../media/image2900.png"/><Relationship Id="rId7" Type="http://schemas.openxmlformats.org/officeDocument/2006/relationships/customXml" Target="../ink/ink492.xml"/><Relationship Id="rId12" Type="http://schemas.openxmlformats.org/officeDocument/2006/relationships/image" Target="../media/image3010.png"/><Relationship Id="rId2" Type="http://schemas.openxmlformats.org/officeDocument/2006/relationships/customXml" Target="../ink/ink49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customXml" Target="../ink/ink494.xml"/><Relationship Id="rId10" Type="http://schemas.openxmlformats.org/officeDocument/2006/relationships/image" Target="../media/image3000.png"/><Relationship Id="rId4" Type="http://schemas.openxmlformats.org/officeDocument/2006/relationships/customXml" Target="../ink/ink491.xml"/><Relationship Id="rId9" Type="http://schemas.openxmlformats.org/officeDocument/2006/relationships/customXml" Target="../ink/ink49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7" Type="http://schemas.openxmlformats.org/officeDocument/2006/relationships/customXml" Target="../ink/ink497.xml"/><Relationship Id="rId2" Type="http://schemas.openxmlformats.org/officeDocument/2006/relationships/customXml" Target="../ink/ink49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image" Target="../media/image318.png"/><Relationship Id="rId5" Type="http://schemas.openxmlformats.org/officeDocument/2006/relationships/customXml" Target="../ink/ink496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49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customXml" Target="../ink/ink499.xml"/><Relationship Id="rId7" Type="http://schemas.openxmlformats.org/officeDocument/2006/relationships/customXml" Target="../ink/ink501.xml"/><Relationship Id="rId2" Type="http://schemas.openxmlformats.org/officeDocument/2006/relationships/image" Target="../media/image4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customXml" Target="../ink/ink500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0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customXml" Target="../ink/ink503.xml"/><Relationship Id="rId7" Type="http://schemas.openxmlformats.org/officeDocument/2006/relationships/customXml" Target="../ink/ink505.xml"/><Relationship Id="rId2" Type="http://schemas.openxmlformats.org/officeDocument/2006/relationships/image" Target="../media/image4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customXml" Target="../ink/ink504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0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customXml" Target="../ink/ink507.xml"/><Relationship Id="rId7" Type="http://schemas.openxmlformats.org/officeDocument/2006/relationships/customXml" Target="../ink/ink509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customXml" Target="../ink/ink508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customXml" Target="../ink/ink511.xml"/><Relationship Id="rId7" Type="http://schemas.openxmlformats.org/officeDocument/2006/relationships/customXml" Target="../ink/ink513.xml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customXml" Target="../ink/ink512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3" Type="http://schemas.openxmlformats.org/officeDocument/2006/relationships/customXml" Target="../ink/ink515.xml"/><Relationship Id="rId7" Type="http://schemas.openxmlformats.org/officeDocument/2006/relationships/customXml" Target="../ink/ink517.xml"/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5" Type="http://schemas.openxmlformats.org/officeDocument/2006/relationships/customXml" Target="../ink/ink516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7" Type="http://schemas.openxmlformats.org/officeDocument/2006/relationships/customXml" Target="../ink/ink521.xml"/><Relationship Id="rId2" Type="http://schemas.openxmlformats.org/officeDocument/2006/relationships/customXml" Target="../ink/ink5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image" Target="../media/image426.png"/><Relationship Id="rId5" Type="http://schemas.openxmlformats.org/officeDocument/2006/relationships/customXml" Target="../ink/ink520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3" Type="http://schemas.openxmlformats.org/officeDocument/2006/relationships/customXml" Target="../ink/ink523.xml"/><Relationship Id="rId7" Type="http://schemas.openxmlformats.org/officeDocument/2006/relationships/customXml" Target="../ink/ink525.xml"/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5.png"/><Relationship Id="rId5" Type="http://schemas.openxmlformats.org/officeDocument/2006/relationships/customXml" Target="../ink/ink524.xml"/><Relationship Id="rId10" Type="http://schemas.openxmlformats.org/officeDocument/2006/relationships/image" Target="../media/image437.png"/><Relationship Id="rId4" Type="http://schemas.openxmlformats.org/officeDocument/2006/relationships/image" Target="../media/image434.png"/><Relationship Id="rId9" Type="http://schemas.openxmlformats.org/officeDocument/2006/relationships/customXml" Target="../ink/ink52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7" Type="http://schemas.openxmlformats.org/officeDocument/2006/relationships/customXml" Target="../ink/ink529.xml"/><Relationship Id="rId2" Type="http://schemas.openxmlformats.org/officeDocument/2006/relationships/customXml" Target="../ink/ink5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image" Target="../media/image428.png"/><Relationship Id="rId5" Type="http://schemas.openxmlformats.org/officeDocument/2006/relationships/customXml" Target="../ink/ink528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3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4.xml"/><Relationship Id="rId3" Type="http://schemas.openxmlformats.org/officeDocument/2006/relationships/image" Target="../media/image434.png"/><Relationship Id="rId7" Type="http://schemas.openxmlformats.org/officeDocument/2006/relationships/image" Target="../media/image436.png"/><Relationship Id="rId2" Type="http://schemas.openxmlformats.org/officeDocument/2006/relationships/customXml" Target="../ink/ink5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3.xml"/><Relationship Id="rId5" Type="http://schemas.openxmlformats.org/officeDocument/2006/relationships/image" Target="../media/image435.png"/><Relationship Id="rId10" Type="http://schemas.openxmlformats.org/officeDocument/2006/relationships/image" Target="../media/image429.png"/><Relationship Id="rId4" Type="http://schemas.openxmlformats.org/officeDocument/2006/relationships/customXml" Target="../ink/ink532.xml"/><Relationship Id="rId9" Type="http://schemas.openxmlformats.org/officeDocument/2006/relationships/image" Target="../media/image4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0.png"/><Relationship Id="rId7" Type="http://schemas.openxmlformats.org/officeDocument/2006/relationships/customXml" Target="../ink/ink537.xml"/><Relationship Id="rId2" Type="http://schemas.openxmlformats.org/officeDocument/2006/relationships/customXml" Target="../ink/ink5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image" Target="../media/image430.png"/><Relationship Id="rId5" Type="http://schemas.openxmlformats.org/officeDocument/2006/relationships/customXml" Target="../ink/ink536.xml"/><Relationship Id="rId10" Type="http://schemas.openxmlformats.org/officeDocument/2006/relationships/image" Target="../media/image3030.png"/><Relationship Id="rId4" Type="http://schemas.openxmlformats.org/officeDocument/2006/relationships/image" Target="../media/image2900.png"/><Relationship Id="rId9" Type="http://schemas.openxmlformats.org/officeDocument/2006/relationships/customXml" Target="../ink/ink53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0.png"/><Relationship Id="rId13" Type="http://schemas.openxmlformats.org/officeDocument/2006/relationships/image" Target="../media/image431.png"/><Relationship Id="rId7" Type="http://schemas.openxmlformats.org/officeDocument/2006/relationships/customXml" Target="../ink/ink541.xml"/><Relationship Id="rId12" Type="http://schemas.openxmlformats.org/officeDocument/2006/relationships/image" Target="../media/image3010.png"/><Relationship Id="rId2" Type="http://schemas.openxmlformats.org/officeDocument/2006/relationships/customXml" Target="../ink/ink5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.png"/><Relationship Id="rId11" Type="http://schemas.openxmlformats.org/officeDocument/2006/relationships/customXml" Target="../ink/ink543.xml"/><Relationship Id="rId5" Type="http://schemas.openxmlformats.org/officeDocument/2006/relationships/customXml" Target="../ink/ink540.xml"/><Relationship Id="rId10" Type="http://schemas.openxmlformats.org/officeDocument/2006/relationships/image" Target="../media/image3000.png"/><Relationship Id="rId4" Type="http://schemas.openxmlformats.org/officeDocument/2006/relationships/image" Target="../media/image2900.png"/><Relationship Id="rId9" Type="http://schemas.openxmlformats.org/officeDocument/2006/relationships/customXml" Target="../ink/ink54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00.png"/><Relationship Id="rId3" Type="http://schemas.openxmlformats.org/officeDocument/2006/relationships/customXml" Target="../ink/ink544.xml"/><Relationship Id="rId7" Type="http://schemas.openxmlformats.org/officeDocument/2006/relationships/customXml" Target="../ink/ink546.xml"/><Relationship Id="rId12" Type="http://schemas.openxmlformats.org/officeDocument/2006/relationships/image" Target="../media/image30100.png"/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00.png"/><Relationship Id="rId11" Type="http://schemas.openxmlformats.org/officeDocument/2006/relationships/customXml" Target="../ink/ink548.xml"/><Relationship Id="rId5" Type="http://schemas.openxmlformats.org/officeDocument/2006/relationships/customXml" Target="../ink/ink545.xml"/><Relationship Id="rId10" Type="http://schemas.openxmlformats.org/officeDocument/2006/relationships/image" Target="../media/image30000.png"/><Relationship Id="rId4" Type="http://schemas.openxmlformats.org/officeDocument/2006/relationships/image" Target="../media/image29000.png"/><Relationship Id="rId9" Type="http://schemas.openxmlformats.org/officeDocument/2006/relationships/customXml" Target="../ink/ink5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9.xml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60.png"/><Relationship Id="rId5" Type="http://schemas.openxmlformats.org/officeDocument/2006/relationships/customXml" Target="../ink/ink550.xml"/><Relationship Id="rId4" Type="http://schemas.openxmlformats.org/officeDocument/2006/relationships/image" Target="../media/image3150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56.xml"/><Relationship Id="rId18" Type="http://schemas.openxmlformats.org/officeDocument/2006/relationships/image" Target="../media/image452.png"/><Relationship Id="rId26" Type="http://schemas.openxmlformats.org/officeDocument/2006/relationships/image" Target="../media/image456.png"/><Relationship Id="rId21" Type="http://schemas.openxmlformats.org/officeDocument/2006/relationships/customXml" Target="../ink/ink560.xml"/><Relationship Id="rId34" Type="http://schemas.openxmlformats.org/officeDocument/2006/relationships/image" Target="../media/image460.png"/><Relationship Id="rId7" Type="http://schemas.openxmlformats.org/officeDocument/2006/relationships/customXml" Target="../ink/ink553.xml"/><Relationship Id="rId12" Type="http://schemas.openxmlformats.org/officeDocument/2006/relationships/image" Target="../media/image449.png"/><Relationship Id="rId17" Type="http://schemas.openxmlformats.org/officeDocument/2006/relationships/customXml" Target="../ink/ink558.xml"/><Relationship Id="rId25" Type="http://schemas.openxmlformats.org/officeDocument/2006/relationships/customXml" Target="../ink/ink562.xml"/><Relationship Id="rId33" Type="http://schemas.openxmlformats.org/officeDocument/2006/relationships/customXml" Target="../ink/ink566.xml"/><Relationship Id="rId38" Type="http://schemas.openxmlformats.org/officeDocument/2006/relationships/image" Target="../media/image462.png"/><Relationship Id="rId2" Type="http://schemas.openxmlformats.org/officeDocument/2006/relationships/image" Target="../media/image438.png"/><Relationship Id="rId16" Type="http://schemas.openxmlformats.org/officeDocument/2006/relationships/image" Target="../media/image451.png"/><Relationship Id="rId20" Type="http://schemas.openxmlformats.org/officeDocument/2006/relationships/image" Target="../media/image453.png"/><Relationship Id="rId29" Type="http://schemas.openxmlformats.org/officeDocument/2006/relationships/customXml" Target="../ink/ink5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6.png"/><Relationship Id="rId11" Type="http://schemas.openxmlformats.org/officeDocument/2006/relationships/customXml" Target="../ink/ink555.xml"/><Relationship Id="rId24" Type="http://schemas.openxmlformats.org/officeDocument/2006/relationships/image" Target="../media/image455.png"/><Relationship Id="rId32" Type="http://schemas.openxmlformats.org/officeDocument/2006/relationships/image" Target="../media/image459.png"/><Relationship Id="rId37" Type="http://schemas.openxmlformats.org/officeDocument/2006/relationships/customXml" Target="../ink/ink568.xml"/><Relationship Id="rId5" Type="http://schemas.openxmlformats.org/officeDocument/2006/relationships/customXml" Target="../ink/ink552.xml"/><Relationship Id="rId15" Type="http://schemas.openxmlformats.org/officeDocument/2006/relationships/customXml" Target="../ink/ink557.xml"/><Relationship Id="rId23" Type="http://schemas.openxmlformats.org/officeDocument/2006/relationships/customXml" Target="../ink/ink561.xml"/><Relationship Id="rId28" Type="http://schemas.openxmlformats.org/officeDocument/2006/relationships/image" Target="../media/image457.png"/><Relationship Id="rId36" Type="http://schemas.openxmlformats.org/officeDocument/2006/relationships/image" Target="../media/image461.png"/><Relationship Id="rId10" Type="http://schemas.openxmlformats.org/officeDocument/2006/relationships/image" Target="../media/image448.png"/><Relationship Id="rId19" Type="http://schemas.openxmlformats.org/officeDocument/2006/relationships/customXml" Target="../ink/ink559.xml"/><Relationship Id="rId31" Type="http://schemas.openxmlformats.org/officeDocument/2006/relationships/customXml" Target="../ink/ink565.xml"/><Relationship Id="rId4" Type="http://schemas.openxmlformats.org/officeDocument/2006/relationships/image" Target="../media/image445.png"/><Relationship Id="rId9" Type="http://schemas.openxmlformats.org/officeDocument/2006/relationships/customXml" Target="../ink/ink554.xml"/><Relationship Id="rId14" Type="http://schemas.openxmlformats.org/officeDocument/2006/relationships/image" Target="../media/image450.png"/><Relationship Id="rId22" Type="http://schemas.openxmlformats.org/officeDocument/2006/relationships/image" Target="../media/image454.png"/><Relationship Id="rId27" Type="http://schemas.openxmlformats.org/officeDocument/2006/relationships/customXml" Target="../ink/ink563.xml"/><Relationship Id="rId30" Type="http://schemas.openxmlformats.org/officeDocument/2006/relationships/image" Target="../media/image458.png"/><Relationship Id="rId35" Type="http://schemas.openxmlformats.org/officeDocument/2006/relationships/customXml" Target="../ink/ink567.xml"/><Relationship Id="rId8" Type="http://schemas.openxmlformats.org/officeDocument/2006/relationships/image" Target="../media/image447.png"/><Relationship Id="rId3" Type="http://schemas.openxmlformats.org/officeDocument/2006/relationships/customXml" Target="../ink/ink5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63E2EBF-B81F-1F93-B1A7-B9B2B61870D1}"/>
                  </a:ext>
                </a:extLst>
              </p14:cNvPr>
              <p14:cNvContentPartPr/>
              <p14:nvPr/>
            </p14:nvContentPartPr>
            <p14:xfrm>
              <a:off x="141943" y="6481673"/>
              <a:ext cx="1408680" cy="297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63E2EBF-B81F-1F93-B1A7-B9B2B61870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63" y="6466174"/>
                <a:ext cx="1439280" cy="327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19BB4F9-5D91-5ED2-094F-4AA583F7A882}"/>
                  </a:ext>
                </a:extLst>
              </p14:cNvPr>
              <p14:cNvContentPartPr/>
              <p14:nvPr/>
            </p14:nvContentPartPr>
            <p14:xfrm>
              <a:off x="2436583" y="6547193"/>
              <a:ext cx="874440" cy="201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19BB4F9-5D91-5ED2-094F-4AA583F7A8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1097" y="6531713"/>
                <a:ext cx="905053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091229D-2E86-3076-0201-9BCCA65600BF}"/>
                  </a:ext>
                </a:extLst>
              </p14:cNvPr>
              <p14:cNvContentPartPr/>
              <p14:nvPr/>
            </p14:nvContentPartPr>
            <p14:xfrm>
              <a:off x="1770223" y="6511193"/>
              <a:ext cx="434160" cy="264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091229D-2E86-3076-0201-9BCCA65600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4743" y="6495734"/>
                <a:ext cx="464760" cy="295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B38C0E7-D132-D199-AE84-CF402EC9A716}"/>
                  </a:ext>
                </a:extLst>
              </p14:cNvPr>
              <p14:cNvContentPartPr/>
              <p14:nvPr/>
            </p14:nvContentPartPr>
            <p14:xfrm>
              <a:off x="4523863" y="523673"/>
              <a:ext cx="207720" cy="428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B38C0E7-D132-D199-AE84-CF402EC9A7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2903" y="492713"/>
                <a:ext cx="26892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FB02629-17B1-9CE1-E048-AF81EB8682BE}"/>
                  </a:ext>
                </a:extLst>
              </p14:cNvPr>
              <p14:cNvContentPartPr/>
              <p14:nvPr/>
            </p14:nvContentPartPr>
            <p14:xfrm>
              <a:off x="4895743" y="543113"/>
              <a:ext cx="515160" cy="365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FB02629-17B1-9CE1-E048-AF81EB8682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64783" y="512153"/>
                <a:ext cx="5763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CD09C99-41C1-A5CF-70A4-FFFA95603898}"/>
                  </a:ext>
                </a:extLst>
              </p14:cNvPr>
              <p14:cNvContentPartPr/>
              <p14:nvPr/>
            </p14:nvContentPartPr>
            <p14:xfrm>
              <a:off x="5548783" y="549593"/>
              <a:ext cx="1584360" cy="333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CD09C99-41C1-A5CF-70A4-FFFA956038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17816" y="518633"/>
                <a:ext cx="1645574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5435A3D-3D3A-61B8-7E83-59E1C3F688C2}"/>
                  </a:ext>
                </a:extLst>
              </p14:cNvPr>
              <p14:cNvContentPartPr/>
              <p14:nvPr/>
            </p14:nvContentPartPr>
            <p14:xfrm>
              <a:off x="4964863" y="6013673"/>
              <a:ext cx="2992320" cy="477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5435A3D-3D3A-61B8-7E83-59E1C3F688C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33903" y="5982736"/>
                <a:ext cx="3053520" cy="538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60E5804-D524-E70B-AB23-B2835DCC17CC}"/>
                  </a:ext>
                </a:extLst>
              </p14:cNvPr>
              <p14:cNvContentPartPr/>
              <p14:nvPr/>
            </p14:nvContentPartPr>
            <p14:xfrm>
              <a:off x="6621223" y="5377193"/>
              <a:ext cx="657000" cy="3268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60E5804-D524-E70B-AB23-B2835DCC17C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90263" y="5346199"/>
                <a:ext cx="718200" cy="388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717B261-14A4-11F0-2F14-F5654CC5250C}"/>
                  </a:ext>
                </a:extLst>
              </p14:cNvPr>
              <p14:cNvContentPartPr/>
              <p14:nvPr/>
            </p14:nvContentPartPr>
            <p14:xfrm>
              <a:off x="5109583" y="5447033"/>
              <a:ext cx="1187640" cy="282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717B261-14A4-11F0-2F14-F5654CC5250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78632" y="5416073"/>
                <a:ext cx="1248821" cy="3438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1D36EF-31DA-BF27-2F94-583AD72A838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31" y="-2135004"/>
            <a:ext cx="13179287" cy="11489992"/>
          </a:xfrm>
          <a:prstGeom prst="rect">
            <a:avLst/>
          </a:prstGeom>
        </p:spPr>
      </p:pic>
      <p:sp>
        <p:nvSpPr>
          <p:cNvPr id="5" name="Title 7">
            <a:extLst>
              <a:ext uri="{FF2B5EF4-FFF2-40B4-BE49-F238E27FC236}">
                <a16:creationId xmlns:a16="http://schemas.microsoft.com/office/drawing/2014/main" id="{06B7E328-B5FC-DCC1-8147-A4F9A69135C1}"/>
              </a:ext>
            </a:extLst>
          </p:cNvPr>
          <p:cNvSpPr txBox="1">
            <a:spLocks/>
          </p:cNvSpPr>
          <p:nvPr/>
        </p:nvSpPr>
        <p:spPr>
          <a:xfrm>
            <a:off x="838200" y="1852894"/>
            <a:ext cx="10515600" cy="3152212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bg1"/>
                </a:solidFill>
                <a:latin typeface="Century Gothic" panose="020B0502020202020204" pitchFamily="34" charset="0"/>
              </a:rPr>
              <a:t>Dataset handling and structure</a:t>
            </a:r>
            <a:br>
              <a:rPr lang="en-US" b="1">
                <a:solidFill>
                  <a:schemeClr val="bg1"/>
                </a:solidFill>
                <a:latin typeface="Century Gothic" panose="020B0502020202020204" pitchFamily="34" charset="0"/>
              </a:rPr>
            </a:br>
            <a:br>
              <a:rPr lang="en-US" b="1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entury Gothic" panose="020B0502020202020204" pitchFamily="34" charset="0"/>
              </a:rPr>
              <a:t>11.07.2026</a:t>
            </a:r>
            <a:br>
              <a:rPr lang="en-US" sz="3600" b="1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3600" b="1" i="1">
                <a:solidFill>
                  <a:schemeClr val="bg1"/>
                </a:solidFill>
                <a:latin typeface="Century Gothic" panose="020B0502020202020204" pitchFamily="34" charset="0"/>
              </a:rPr>
              <a:t>Neurasmus Neurocomputation Workshop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25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BB6B40C-9315-FC53-CAEF-9353BBA46E07}"/>
                  </a:ext>
                </a:extLst>
              </p14:cNvPr>
              <p14:cNvContentPartPr/>
              <p14:nvPr/>
            </p14:nvContentPartPr>
            <p14:xfrm>
              <a:off x="1109983" y="656873"/>
              <a:ext cx="377640" cy="417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BB6B40C-9315-FC53-CAEF-9353BBA46E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9023" y="625913"/>
                <a:ext cx="4388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C395D3B-EC16-957F-3BE4-37944AB78376}"/>
                  </a:ext>
                </a:extLst>
              </p14:cNvPr>
              <p14:cNvContentPartPr/>
              <p14:nvPr/>
            </p14:nvContentPartPr>
            <p14:xfrm>
              <a:off x="607783" y="700433"/>
              <a:ext cx="295200" cy="402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C395D3B-EC16-957F-3BE4-37944AB783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823" y="669473"/>
                <a:ext cx="3564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204947C-3983-93CC-0A08-D1496EDE1679}"/>
                  </a:ext>
                </a:extLst>
              </p14:cNvPr>
              <p14:cNvContentPartPr/>
              <p14:nvPr/>
            </p14:nvContentPartPr>
            <p14:xfrm>
              <a:off x="1917103" y="675233"/>
              <a:ext cx="2261520" cy="497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204947C-3983-93CC-0A08-D1496EDE16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6143" y="644273"/>
                <a:ext cx="232272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6BC1C9B-1497-DF6E-BE1A-C0F94BDA9A5D}"/>
                  </a:ext>
                </a:extLst>
              </p14:cNvPr>
              <p14:cNvContentPartPr/>
              <p14:nvPr/>
            </p14:nvContentPartPr>
            <p14:xfrm>
              <a:off x="2233903" y="3358927"/>
              <a:ext cx="224640" cy="195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6BC1C9B-1497-DF6E-BE1A-C0F94BDA9A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5903" y="3340960"/>
                <a:ext cx="260280" cy="230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FC376B0-7E81-3E06-3DF8-AA31897977B6}"/>
                  </a:ext>
                </a:extLst>
              </p14:cNvPr>
              <p14:cNvContentPartPr/>
              <p14:nvPr/>
            </p14:nvContentPartPr>
            <p14:xfrm>
              <a:off x="2366023" y="4289887"/>
              <a:ext cx="219600" cy="175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FC376B0-7E81-3E06-3DF8-AA31897977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48023" y="4271887"/>
                <a:ext cx="2552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11279A8-EC9E-FE96-741B-B56335B87895}"/>
                  </a:ext>
                </a:extLst>
              </p14:cNvPr>
              <p14:cNvContentPartPr/>
              <p14:nvPr/>
            </p14:nvContentPartPr>
            <p14:xfrm>
              <a:off x="3610903" y="3447487"/>
              <a:ext cx="220320" cy="188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11279A8-EC9E-FE96-741B-B56335B878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92932" y="3429487"/>
                <a:ext cx="255902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65A185-AEA8-E667-E836-4458093601F4}"/>
                  </a:ext>
                </a:extLst>
              </p14:cNvPr>
              <p14:cNvContentPartPr/>
              <p14:nvPr/>
            </p14:nvContentPartPr>
            <p14:xfrm>
              <a:off x="3535303" y="4371607"/>
              <a:ext cx="176400" cy="207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65A185-AEA8-E667-E836-4458093601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17303" y="4353607"/>
                <a:ext cx="212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07EC37F-6C75-6A2F-2C63-F8C64CCA176A}"/>
                  </a:ext>
                </a:extLst>
              </p14:cNvPr>
              <p14:cNvContentPartPr/>
              <p14:nvPr/>
            </p14:nvContentPartPr>
            <p14:xfrm>
              <a:off x="2850943" y="3126367"/>
              <a:ext cx="216360" cy="194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07EC37F-6C75-6A2F-2C63-F8C64CCA17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96503" y="2927647"/>
                <a:ext cx="52524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5DAC5CC-7C09-1DDE-15EE-4E8FBCCA91F4}"/>
                  </a:ext>
                </a:extLst>
              </p14:cNvPr>
              <p14:cNvContentPartPr/>
              <p14:nvPr/>
            </p14:nvContentPartPr>
            <p14:xfrm>
              <a:off x="2825023" y="4918807"/>
              <a:ext cx="195120" cy="169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5DAC5CC-7C09-1DDE-15EE-4E8FBCCA91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07056" y="4900807"/>
                <a:ext cx="230694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3C8D73A-27D4-BE52-2BA0-74BD1C01B9FB}"/>
                  </a:ext>
                </a:extLst>
              </p14:cNvPr>
              <p14:cNvContentPartPr/>
              <p14:nvPr/>
            </p14:nvContentPartPr>
            <p14:xfrm>
              <a:off x="2975863" y="3798847"/>
              <a:ext cx="176400" cy="151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3C8D73A-27D4-BE52-2BA0-74BD1C01B9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57863" y="3780847"/>
                <a:ext cx="2120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0B082C0-2558-AFC7-708D-77E473F237A0}"/>
                  </a:ext>
                </a:extLst>
              </p14:cNvPr>
              <p14:cNvContentPartPr/>
              <p14:nvPr/>
            </p14:nvContentPartPr>
            <p14:xfrm>
              <a:off x="4516303" y="3679327"/>
              <a:ext cx="189000" cy="189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0B082C0-2558-AFC7-708D-77E473F237A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98303" y="3661327"/>
                <a:ext cx="224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B1D302E-8EE1-4B68-7029-0AC7DCE8AFFF}"/>
                  </a:ext>
                </a:extLst>
              </p14:cNvPr>
              <p14:cNvContentPartPr/>
              <p14:nvPr/>
            </p14:nvContentPartPr>
            <p14:xfrm>
              <a:off x="4108423" y="5031127"/>
              <a:ext cx="193320" cy="170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B1D302E-8EE1-4B68-7029-0AC7DCE8AF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90423" y="5013089"/>
                <a:ext cx="228960" cy="205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03F7FD4-8AAF-0B72-6E4E-A35E103D11E7}"/>
                  </a:ext>
                </a:extLst>
              </p14:cNvPr>
              <p14:cNvContentPartPr/>
              <p14:nvPr/>
            </p14:nvContentPartPr>
            <p14:xfrm>
              <a:off x="4090063" y="2813167"/>
              <a:ext cx="218880" cy="200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03F7FD4-8AAF-0B72-6E4E-A35E103D11E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72063" y="2795167"/>
                <a:ext cx="2545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8D36ECE-6EEF-9B19-44E9-175A2EAAB031}"/>
                  </a:ext>
                </a:extLst>
              </p14:cNvPr>
              <p14:cNvContentPartPr/>
              <p14:nvPr/>
            </p14:nvContentPartPr>
            <p14:xfrm>
              <a:off x="1737463" y="2519767"/>
              <a:ext cx="232920" cy="3237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8D36ECE-6EEF-9B19-44E9-175A2EAAB0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06503" y="2488807"/>
                <a:ext cx="294120" cy="32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C1C929-1C4E-ABCD-A2C8-6FB526559C65}"/>
                  </a:ext>
                </a:extLst>
              </p14:cNvPr>
              <p14:cNvContentPartPr/>
              <p14:nvPr/>
            </p14:nvContentPartPr>
            <p14:xfrm>
              <a:off x="1907743" y="5527927"/>
              <a:ext cx="3564360" cy="264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C1C929-1C4E-ABCD-A2C8-6FB526559C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76783" y="5497009"/>
                <a:ext cx="3625560" cy="325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D80123-70FF-529C-F3B3-F519B4688B8C}"/>
                  </a:ext>
                </a:extLst>
              </p14:cNvPr>
              <p14:cNvContentPartPr/>
              <p14:nvPr/>
            </p14:nvContentPartPr>
            <p14:xfrm>
              <a:off x="1950943" y="5163247"/>
              <a:ext cx="685800" cy="553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D80123-70FF-529C-F3B3-F519B4688B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19967" y="5132287"/>
                <a:ext cx="747032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79599C4-0379-4B26-E757-1375DD2033F2}"/>
                  </a:ext>
                </a:extLst>
              </p14:cNvPr>
              <p14:cNvContentPartPr/>
              <p14:nvPr/>
            </p14:nvContentPartPr>
            <p14:xfrm>
              <a:off x="2969743" y="4050487"/>
              <a:ext cx="824040" cy="666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79599C4-0379-4B26-E757-1375DD2033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38783" y="4019527"/>
                <a:ext cx="885240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5E7D819-E902-9E64-964F-2ACB5ADFB666}"/>
                  </a:ext>
                </a:extLst>
              </p14:cNvPr>
              <p14:cNvContentPartPr/>
              <p14:nvPr/>
            </p14:nvContentPartPr>
            <p14:xfrm>
              <a:off x="5346823" y="5804407"/>
              <a:ext cx="1376640" cy="3902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5E7D819-E902-9E64-964F-2ACB5ADFB6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15863" y="5773447"/>
                <a:ext cx="14378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5DD4E6F-8D11-2ACB-866D-7F5D70356628}"/>
                  </a:ext>
                </a:extLst>
              </p14:cNvPr>
              <p14:cNvContentPartPr/>
              <p14:nvPr/>
            </p14:nvContentPartPr>
            <p14:xfrm>
              <a:off x="6980863" y="5914927"/>
              <a:ext cx="151200" cy="286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5DD4E6F-8D11-2ACB-866D-7F5D7035662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49903" y="5883967"/>
                <a:ext cx="2124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3606182-874A-837F-D1E6-3AEB25CC8E03}"/>
                  </a:ext>
                </a:extLst>
              </p14:cNvPr>
              <p14:cNvContentPartPr/>
              <p14:nvPr/>
            </p14:nvContentPartPr>
            <p14:xfrm>
              <a:off x="590143" y="2453527"/>
              <a:ext cx="1079280" cy="5911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3606182-874A-837F-D1E6-3AEB25CC8E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9173" y="2422586"/>
                <a:ext cx="1140500" cy="652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7911339-00D1-F9CB-4B72-ED61BE161A69}"/>
                  </a:ext>
                </a:extLst>
              </p14:cNvPr>
              <p14:cNvContentPartPr/>
              <p14:nvPr/>
            </p14:nvContentPartPr>
            <p14:xfrm>
              <a:off x="3875863" y="4185127"/>
              <a:ext cx="1414800" cy="2833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7911339-00D1-F9CB-4B72-ED61BE161A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44903" y="4154167"/>
                <a:ext cx="14760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D4ACB86-8C17-257D-550C-B3027736C670}"/>
                  </a:ext>
                </a:extLst>
              </p14:cNvPr>
              <p14:cNvContentPartPr/>
              <p14:nvPr/>
            </p14:nvContentPartPr>
            <p14:xfrm>
              <a:off x="5447623" y="4192327"/>
              <a:ext cx="151200" cy="235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D4ACB86-8C17-257D-550C-B3027736C67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16663" y="4161367"/>
                <a:ext cx="2124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70CFD73-73D3-D9D5-A3FF-DB9C1E271FE5}"/>
                  </a:ext>
                </a:extLst>
              </p14:cNvPr>
              <p14:cNvContentPartPr/>
              <p14:nvPr/>
            </p14:nvContentPartPr>
            <p14:xfrm>
              <a:off x="6818143" y="2220967"/>
              <a:ext cx="2194560" cy="4557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70CFD73-73D3-D9D5-A3FF-DB9C1E271F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02663" y="2205487"/>
                <a:ext cx="222516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A3FB12E-7E15-8573-6AFB-7B91C976BE0A}"/>
                  </a:ext>
                </a:extLst>
              </p14:cNvPr>
              <p14:cNvContentPartPr/>
              <p14:nvPr/>
            </p14:nvContentPartPr>
            <p14:xfrm>
              <a:off x="7088503" y="2310247"/>
              <a:ext cx="94320" cy="105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A3FB12E-7E15-8573-6AFB-7B91C976BE0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73082" y="2294767"/>
                <a:ext cx="124804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8BF90A0-0A16-F847-3C98-66D7C46753FA}"/>
                  </a:ext>
                </a:extLst>
              </p14:cNvPr>
              <p14:cNvContentPartPr/>
              <p14:nvPr/>
            </p14:nvContentPartPr>
            <p14:xfrm>
              <a:off x="6604303" y="2311687"/>
              <a:ext cx="126360" cy="1296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8BF90A0-0A16-F847-3C98-66D7C46753F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88779" y="2296207"/>
                <a:ext cx="157047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A4B7961B-3DA6-13C8-8EDB-AE48E0CB34E3}"/>
                  </a:ext>
                </a:extLst>
              </p14:cNvPr>
              <p14:cNvContentPartPr/>
              <p14:nvPr/>
            </p14:nvContentPartPr>
            <p14:xfrm>
              <a:off x="3938503" y="2604367"/>
              <a:ext cx="2941200" cy="691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A4B7961B-3DA6-13C8-8EDB-AE48E0CB34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23023" y="2588895"/>
                <a:ext cx="2971800" cy="722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6EAF4A4-FB8D-E051-0A62-BE699762CD12}"/>
                  </a:ext>
                </a:extLst>
              </p14:cNvPr>
              <p14:cNvContentPartPr/>
              <p14:nvPr/>
            </p14:nvContentPartPr>
            <p14:xfrm>
              <a:off x="7107223" y="3006847"/>
              <a:ext cx="2716560" cy="4021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6EAF4A4-FB8D-E051-0A62-BE699762CD1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91741" y="2991367"/>
                <a:ext cx="2747164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1396996F-3498-230C-A97B-3B06F7E0A662}"/>
                  </a:ext>
                </a:extLst>
              </p14:cNvPr>
              <p14:cNvContentPartPr/>
              <p14:nvPr/>
            </p14:nvContentPartPr>
            <p14:xfrm>
              <a:off x="7113703" y="3000367"/>
              <a:ext cx="3143520" cy="585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1396996F-3498-230C-A97B-3B06F7E0A66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098225" y="2984887"/>
                <a:ext cx="3174116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06406CD-303B-4B50-8D15-C20A3AF0FE54}"/>
                  </a:ext>
                </a:extLst>
              </p14:cNvPr>
              <p14:cNvContentPartPr/>
              <p14:nvPr/>
            </p14:nvContentPartPr>
            <p14:xfrm>
              <a:off x="7528423" y="3045727"/>
              <a:ext cx="1446480" cy="6051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06406CD-303B-4B50-8D15-C20A3AF0FE5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12943" y="3030247"/>
                <a:ext cx="147708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D8806EC3-C9BA-9434-394D-A11267245087}"/>
                  </a:ext>
                </a:extLst>
              </p14:cNvPr>
              <p14:cNvContentPartPr/>
              <p14:nvPr/>
            </p14:nvContentPartPr>
            <p14:xfrm>
              <a:off x="7427983" y="3745207"/>
              <a:ext cx="1490400" cy="3049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D8806EC3-C9BA-9434-394D-A1126724508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12503" y="3729727"/>
                <a:ext cx="15210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D8F1DB8-51AC-DF03-B5A5-B4F522E26700}"/>
                  </a:ext>
                </a:extLst>
              </p14:cNvPr>
              <p14:cNvContentPartPr/>
              <p14:nvPr/>
            </p14:nvContentPartPr>
            <p14:xfrm>
              <a:off x="9175783" y="3736927"/>
              <a:ext cx="1194840" cy="2887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D8F1DB8-51AC-DF03-B5A5-B4F522E2670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60308" y="3721447"/>
                <a:ext cx="1225431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0C4C2638-BC9B-13C2-86B3-54BA64908CCC}"/>
                  </a:ext>
                </a:extLst>
              </p14:cNvPr>
              <p14:cNvContentPartPr/>
              <p14:nvPr/>
            </p14:nvContentPartPr>
            <p14:xfrm>
              <a:off x="9923863" y="2336887"/>
              <a:ext cx="1590840" cy="9028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0C4C2638-BC9B-13C2-86B3-54BA64908C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908383" y="2321407"/>
                <a:ext cx="1621440" cy="9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25063CC-9497-B150-8BBE-CEB3B07EF9DF}"/>
                  </a:ext>
                </a:extLst>
              </p14:cNvPr>
              <p14:cNvContentPartPr/>
              <p14:nvPr/>
            </p14:nvContentPartPr>
            <p14:xfrm>
              <a:off x="7094623" y="2811727"/>
              <a:ext cx="25560" cy="1324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25063CC-9497-B150-8BBE-CEB3B07EF9D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79143" y="2796247"/>
                <a:ext cx="561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3A29B7B4-8B12-19A6-B176-EF70D704CEFA}"/>
                  </a:ext>
                </a:extLst>
              </p14:cNvPr>
              <p14:cNvContentPartPr/>
              <p14:nvPr/>
            </p14:nvContentPartPr>
            <p14:xfrm>
              <a:off x="7202263" y="2830807"/>
              <a:ext cx="2960640" cy="7603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3A29B7B4-8B12-19A6-B176-EF70D704CEF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86783" y="2815327"/>
                <a:ext cx="2991240" cy="7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57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BB6B40C-9315-FC53-CAEF-9353BBA46E07}"/>
                  </a:ext>
                </a:extLst>
              </p14:cNvPr>
              <p14:cNvContentPartPr/>
              <p14:nvPr/>
            </p14:nvContentPartPr>
            <p14:xfrm>
              <a:off x="1109983" y="656873"/>
              <a:ext cx="377640" cy="417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BB6B40C-9315-FC53-CAEF-9353BBA46E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9023" y="625913"/>
                <a:ext cx="4388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C395D3B-EC16-957F-3BE4-37944AB78376}"/>
                  </a:ext>
                </a:extLst>
              </p14:cNvPr>
              <p14:cNvContentPartPr/>
              <p14:nvPr/>
            </p14:nvContentPartPr>
            <p14:xfrm>
              <a:off x="607783" y="700433"/>
              <a:ext cx="295200" cy="402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C395D3B-EC16-957F-3BE4-37944AB783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823" y="669473"/>
                <a:ext cx="3564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204947C-3983-93CC-0A08-D1496EDE1679}"/>
                  </a:ext>
                </a:extLst>
              </p14:cNvPr>
              <p14:cNvContentPartPr/>
              <p14:nvPr/>
            </p14:nvContentPartPr>
            <p14:xfrm>
              <a:off x="1917103" y="675233"/>
              <a:ext cx="2261520" cy="497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204947C-3983-93CC-0A08-D1496EDE16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6143" y="644273"/>
                <a:ext cx="232272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6BC1C9B-1497-DF6E-BE1A-C0F94BDA9A5D}"/>
                  </a:ext>
                </a:extLst>
              </p14:cNvPr>
              <p14:cNvContentPartPr/>
              <p14:nvPr/>
            </p14:nvContentPartPr>
            <p14:xfrm>
              <a:off x="2047616" y="2672868"/>
              <a:ext cx="224640" cy="195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6BC1C9B-1497-DF6E-BE1A-C0F94BDA9A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29616" y="2654901"/>
                <a:ext cx="260280" cy="230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FC376B0-7E81-3E06-3DF8-AA31897977B6}"/>
                  </a:ext>
                </a:extLst>
              </p14:cNvPr>
              <p14:cNvContentPartPr/>
              <p14:nvPr/>
            </p14:nvContentPartPr>
            <p14:xfrm>
              <a:off x="2179736" y="3603828"/>
              <a:ext cx="219600" cy="175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FC376B0-7E81-3E06-3DF8-AA31897977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1736" y="3585828"/>
                <a:ext cx="2552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11279A8-EC9E-FE96-741B-B56335B87895}"/>
                  </a:ext>
                </a:extLst>
              </p14:cNvPr>
              <p14:cNvContentPartPr/>
              <p14:nvPr/>
            </p14:nvContentPartPr>
            <p14:xfrm>
              <a:off x="3424616" y="2761428"/>
              <a:ext cx="220320" cy="188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11279A8-EC9E-FE96-741B-B56335B878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06645" y="2743428"/>
                <a:ext cx="255902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65A185-AEA8-E667-E836-4458093601F4}"/>
                  </a:ext>
                </a:extLst>
              </p14:cNvPr>
              <p14:cNvContentPartPr/>
              <p14:nvPr/>
            </p14:nvContentPartPr>
            <p14:xfrm>
              <a:off x="3349016" y="3685548"/>
              <a:ext cx="176400" cy="207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65A185-AEA8-E667-E836-4458093601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31016" y="3667548"/>
                <a:ext cx="212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07EC37F-6C75-6A2F-2C63-F8C64CCA176A}"/>
                  </a:ext>
                </a:extLst>
              </p14:cNvPr>
              <p14:cNvContentPartPr/>
              <p14:nvPr/>
            </p14:nvContentPartPr>
            <p14:xfrm>
              <a:off x="2664656" y="2440308"/>
              <a:ext cx="216360" cy="194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07EC37F-6C75-6A2F-2C63-F8C64CCA17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10216" y="2241588"/>
                <a:ext cx="52524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5DAC5CC-7C09-1DDE-15EE-4E8FBCCA91F4}"/>
                  </a:ext>
                </a:extLst>
              </p14:cNvPr>
              <p14:cNvContentPartPr/>
              <p14:nvPr/>
            </p14:nvContentPartPr>
            <p14:xfrm>
              <a:off x="2638736" y="4232748"/>
              <a:ext cx="195120" cy="169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5DAC5CC-7C09-1DDE-15EE-4E8FBCCA91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20769" y="4214748"/>
                <a:ext cx="230694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3C8D73A-27D4-BE52-2BA0-74BD1C01B9FB}"/>
                  </a:ext>
                </a:extLst>
              </p14:cNvPr>
              <p14:cNvContentPartPr/>
              <p14:nvPr/>
            </p14:nvContentPartPr>
            <p14:xfrm>
              <a:off x="2789576" y="3112788"/>
              <a:ext cx="176400" cy="151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3C8D73A-27D4-BE52-2BA0-74BD1C01B9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71576" y="3094788"/>
                <a:ext cx="2120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0B082C0-2558-AFC7-708D-77E473F237A0}"/>
                  </a:ext>
                </a:extLst>
              </p14:cNvPr>
              <p14:cNvContentPartPr/>
              <p14:nvPr/>
            </p14:nvContentPartPr>
            <p14:xfrm>
              <a:off x="4330016" y="2993268"/>
              <a:ext cx="189000" cy="189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0B082C0-2558-AFC7-708D-77E473F237A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12016" y="2975268"/>
                <a:ext cx="224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B1D302E-8EE1-4B68-7029-0AC7DCE8AFFF}"/>
                  </a:ext>
                </a:extLst>
              </p14:cNvPr>
              <p14:cNvContentPartPr/>
              <p14:nvPr/>
            </p14:nvContentPartPr>
            <p14:xfrm>
              <a:off x="3922136" y="4345068"/>
              <a:ext cx="193320" cy="170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B1D302E-8EE1-4B68-7029-0AC7DCE8AF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04136" y="4327030"/>
                <a:ext cx="228960" cy="205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03F7FD4-8AAF-0B72-6E4E-A35E103D11E7}"/>
                  </a:ext>
                </a:extLst>
              </p14:cNvPr>
              <p14:cNvContentPartPr/>
              <p14:nvPr/>
            </p14:nvContentPartPr>
            <p14:xfrm>
              <a:off x="3903776" y="2127108"/>
              <a:ext cx="218880" cy="200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03F7FD4-8AAF-0B72-6E4E-A35E103D11E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85776" y="2109108"/>
                <a:ext cx="2545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8D36ECE-6EEF-9B19-44E9-175A2EAAB031}"/>
                  </a:ext>
                </a:extLst>
              </p14:cNvPr>
              <p14:cNvContentPartPr/>
              <p14:nvPr/>
            </p14:nvContentPartPr>
            <p14:xfrm>
              <a:off x="1551176" y="1833708"/>
              <a:ext cx="232920" cy="3237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8D36ECE-6EEF-9B19-44E9-175A2EAAB0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20216" y="1802748"/>
                <a:ext cx="294120" cy="32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C1C929-1C4E-ABCD-A2C8-6FB526559C65}"/>
                  </a:ext>
                </a:extLst>
              </p14:cNvPr>
              <p14:cNvContentPartPr/>
              <p14:nvPr/>
            </p14:nvContentPartPr>
            <p14:xfrm>
              <a:off x="1721456" y="4841868"/>
              <a:ext cx="3564360" cy="264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C1C929-1C4E-ABCD-A2C8-6FB526559C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90496" y="4810950"/>
                <a:ext cx="3625560" cy="325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D80123-70FF-529C-F3B3-F519B4688B8C}"/>
                  </a:ext>
                </a:extLst>
              </p14:cNvPr>
              <p14:cNvContentPartPr/>
              <p14:nvPr/>
            </p14:nvContentPartPr>
            <p14:xfrm>
              <a:off x="1764656" y="4477188"/>
              <a:ext cx="685800" cy="553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D80123-70FF-529C-F3B3-F519B4688B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33680" y="4446228"/>
                <a:ext cx="747032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79599C4-0379-4B26-E757-1375DD2033F2}"/>
                  </a:ext>
                </a:extLst>
              </p14:cNvPr>
              <p14:cNvContentPartPr/>
              <p14:nvPr/>
            </p14:nvContentPartPr>
            <p14:xfrm>
              <a:off x="2783456" y="3364428"/>
              <a:ext cx="824040" cy="666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79599C4-0379-4B26-E757-1375DD2033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52496" y="3333468"/>
                <a:ext cx="885240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5E7D819-E902-9E64-964F-2ACB5ADFB666}"/>
                  </a:ext>
                </a:extLst>
              </p14:cNvPr>
              <p14:cNvContentPartPr/>
              <p14:nvPr/>
            </p14:nvContentPartPr>
            <p14:xfrm>
              <a:off x="5160536" y="5118348"/>
              <a:ext cx="1376640" cy="3902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5E7D819-E902-9E64-964F-2ACB5ADFB6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29576" y="5087388"/>
                <a:ext cx="14378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5DD4E6F-8D11-2ACB-866D-7F5D70356628}"/>
                  </a:ext>
                </a:extLst>
              </p14:cNvPr>
              <p14:cNvContentPartPr/>
              <p14:nvPr/>
            </p14:nvContentPartPr>
            <p14:xfrm>
              <a:off x="6794576" y="5228868"/>
              <a:ext cx="151200" cy="286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5DD4E6F-8D11-2ACB-866D-7F5D7035662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63616" y="5197908"/>
                <a:ext cx="2124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3606182-874A-837F-D1E6-3AEB25CC8E03}"/>
                  </a:ext>
                </a:extLst>
              </p14:cNvPr>
              <p14:cNvContentPartPr/>
              <p14:nvPr/>
            </p14:nvContentPartPr>
            <p14:xfrm>
              <a:off x="403856" y="1767468"/>
              <a:ext cx="1079280" cy="5911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3606182-874A-837F-D1E6-3AEB25CC8E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886" y="1736527"/>
                <a:ext cx="1140500" cy="652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7911339-00D1-F9CB-4B72-ED61BE161A69}"/>
                  </a:ext>
                </a:extLst>
              </p14:cNvPr>
              <p14:cNvContentPartPr/>
              <p14:nvPr/>
            </p14:nvContentPartPr>
            <p14:xfrm>
              <a:off x="3689576" y="3499068"/>
              <a:ext cx="1414800" cy="2833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7911339-00D1-F9CB-4B72-ED61BE161A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58616" y="3468108"/>
                <a:ext cx="14760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D4ACB86-8C17-257D-550C-B3027736C670}"/>
                  </a:ext>
                </a:extLst>
              </p14:cNvPr>
              <p14:cNvContentPartPr/>
              <p14:nvPr/>
            </p14:nvContentPartPr>
            <p14:xfrm>
              <a:off x="5261336" y="3506268"/>
              <a:ext cx="151200" cy="235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D4ACB86-8C17-257D-550C-B3027736C67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30376" y="3475308"/>
                <a:ext cx="2124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25063CC-9497-B150-8BBE-CEB3B07EF9DF}"/>
                  </a:ext>
                </a:extLst>
              </p14:cNvPr>
              <p14:cNvContentPartPr/>
              <p14:nvPr/>
            </p14:nvContentPartPr>
            <p14:xfrm>
              <a:off x="6908336" y="2144388"/>
              <a:ext cx="12960" cy="684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25063CC-9497-B150-8BBE-CEB3B07EF9D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92856" y="2128908"/>
                <a:ext cx="435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015301-B25B-BAA3-36B8-AF61BF8DBCC6}"/>
                  </a:ext>
                </a:extLst>
              </p14:cNvPr>
              <p14:cNvContentPartPr/>
              <p14:nvPr/>
            </p14:nvContentPartPr>
            <p14:xfrm>
              <a:off x="4381856" y="2374428"/>
              <a:ext cx="168840" cy="15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015301-B25B-BAA3-36B8-AF61BF8DBCC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63856" y="2356428"/>
                <a:ext cx="2044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281494-6514-38F4-5CB7-C8B0796DE843}"/>
                  </a:ext>
                </a:extLst>
              </p14:cNvPr>
              <p14:cNvContentPartPr/>
              <p14:nvPr/>
            </p14:nvContentPartPr>
            <p14:xfrm>
              <a:off x="3873896" y="3151308"/>
              <a:ext cx="123480" cy="10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281494-6514-38F4-5CB7-C8B0796DE8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55896" y="3133308"/>
                <a:ext cx="1591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778E069-CB2D-040F-590B-BF02F7C43DC9}"/>
                  </a:ext>
                </a:extLst>
              </p14:cNvPr>
              <p14:cNvContentPartPr/>
              <p14:nvPr/>
            </p14:nvContentPartPr>
            <p14:xfrm>
              <a:off x="6908336" y="1975548"/>
              <a:ext cx="1251720" cy="379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778E069-CB2D-040F-590B-BF02F7C43D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77367" y="1944559"/>
                <a:ext cx="1312938" cy="441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B7B396-C0E2-57FA-2054-3890700A1651}"/>
                  </a:ext>
                </a:extLst>
              </p14:cNvPr>
              <p14:cNvContentPartPr/>
              <p14:nvPr/>
            </p14:nvContentPartPr>
            <p14:xfrm>
              <a:off x="8587016" y="1980588"/>
              <a:ext cx="151200" cy="315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B7B396-C0E2-57FA-2054-3890700A165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56056" y="1949628"/>
                <a:ext cx="2124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A6F97CB-74D6-0D64-FF26-719F9ED14DB9}"/>
                  </a:ext>
                </a:extLst>
              </p14:cNvPr>
              <p14:cNvContentPartPr/>
              <p14:nvPr/>
            </p14:nvContentPartPr>
            <p14:xfrm>
              <a:off x="8505296" y="3144468"/>
              <a:ext cx="339840" cy="258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A6F97CB-74D6-0D64-FF26-719F9ED14DB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74336" y="3113508"/>
                <a:ext cx="4010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63636AE-64F9-6FCD-A2CC-2FF109D738CD}"/>
                  </a:ext>
                </a:extLst>
              </p14:cNvPr>
              <p14:cNvContentPartPr/>
              <p14:nvPr/>
            </p14:nvContentPartPr>
            <p14:xfrm>
              <a:off x="6971336" y="3087588"/>
              <a:ext cx="1249200" cy="383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63636AE-64F9-6FCD-A2CC-2FF109D738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40385" y="3056628"/>
                <a:ext cx="1310382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8731E9D-2143-CBC4-5B7D-DFF73F2A7ED7}"/>
                  </a:ext>
                </a:extLst>
              </p14:cNvPr>
              <p14:cNvContentPartPr/>
              <p14:nvPr/>
            </p14:nvContentPartPr>
            <p14:xfrm>
              <a:off x="4611536" y="3316908"/>
              <a:ext cx="180720" cy="91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8731E9D-2143-CBC4-5B7D-DFF73F2A7ED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93536" y="3298978"/>
                <a:ext cx="216360" cy="12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5E877C3-4FDE-6AE3-659A-C80496C04F23}"/>
                  </a:ext>
                </a:extLst>
              </p14:cNvPr>
              <p14:cNvContentPartPr/>
              <p14:nvPr/>
            </p14:nvContentPartPr>
            <p14:xfrm>
              <a:off x="4629536" y="1987428"/>
              <a:ext cx="197280" cy="145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5E877C3-4FDE-6AE3-659A-C80496C04F2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11536" y="1969383"/>
                <a:ext cx="232920" cy="180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3E41839-97C5-A4E8-B7CC-48E2F8AD8B58}"/>
                  </a:ext>
                </a:extLst>
              </p14:cNvPr>
              <p14:cNvContentPartPr/>
              <p14:nvPr/>
            </p14:nvContentPartPr>
            <p14:xfrm>
              <a:off x="3850136" y="2660988"/>
              <a:ext cx="156240" cy="939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3E41839-97C5-A4E8-B7CC-48E2F8AD8B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07576" y="2457588"/>
                <a:ext cx="44064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4911FD4-CD46-B7F0-033F-DC7D899756ED}"/>
                  </a:ext>
                </a:extLst>
              </p14:cNvPr>
              <p14:cNvContentPartPr/>
              <p14:nvPr/>
            </p14:nvContentPartPr>
            <p14:xfrm>
              <a:off x="3469976" y="2088588"/>
              <a:ext cx="181440" cy="182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4911FD4-CD46-B7F0-033F-DC7D899756E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56711" y="1934203"/>
                <a:ext cx="440073" cy="511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28B270F-70A9-5EB3-6AA6-07BE54AE85B7}"/>
                  </a:ext>
                </a:extLst>
              </p14:cNvPr>
              <p14:cNvContentPartPr/>
              <p14:nvPr/>
            </p14:nvContentPartPr>
            <p14:xfrm>
              <a:off x="4827536" y="2861508"/>
              <a:ext cx="100800" cy="111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28B270F-70A9-5EB3-6AA6-07BE54AE85B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09536" y="2843566"/>
                <a:ext cx="136440" cy="147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F2DD62E-99B2-848C-FADE-2FDF950FD73B}"/>
                  </a:ext>
                </a:extLst>
              </p14:cNvPr>
              <p14:cNvContentPartPr/>
              <p14:nvPr/>
            </p14:nvContentPartPr>
            <p14:xfrm>
              <a:off x="4670216" y="3886068"/>
              <a:ext cx="163080" cy="113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F2DD62E-99B2-848C-FADE-2FDF950FD73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52256" y="3868068"/>
                <a:ext cx="198641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2BBD65F-23F2-9276-E748-8ED4795CE128}"/>
                  </a:ext>
                </a:extLst>
              </p14:cNvPr>
              <p14:cNvContentPartPr/>
              <p14:nvPr/>
            </p14:nvContentPartPr>
            <p14:xfrm>
              <a:off x="3884336" y="3880668"/>
              <a:ext cx="148320" cy="119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2BBD65F-23F2-9276-E748-8ED4795CE12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66380" y="3862668"/>
                <a:ext cx="183874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B5790D8-FF94-972A-515B-BD33441E5A7F}"/>
                  </a:ext>
                </a:extLst>
              </p14:cNvPr>
              <p14:cNvContentPartPr/>
              <p14:nvPr/>
            </p14:nvContentPartPr>
            <p14:xfrm>
              <a:off x="5110856" y="2434548"/>
              <a:ext cx="115560" cy="112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B5790D8-FF94-972A-515B-BD33441E5A7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092856" y="2416548"/>
                <a:ext cx="1512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8EEE714-BFDA-0FE8-EE71-54AC66F363E5}"/>
                  </a:ext>
                </a:extLst>
              </p14:cNvPr>
              <p14:cNvContentPartPr/>
              <p14:nvPr/>
            </p14:nvContentPartPr>
            <p14:xfrm>
              <a:off x="7857656" y="3701028"/>
              <a:ext cx="546840" cy="348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8EEE714-BFDA-0FE8-EE71-54AC66F363E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826676" y="3670068"/>
                <a:ext cx="6080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9829CB1-0BE5-8EEE-1D2F-0C58D930E6F3}"/>
                  </a:ext>
                </a:extLst>
              </p14:cNvPr>
              <p14:cNvContentPartPr/>
              <p14:nvPr/>
            </p14:nvContentPartPr>
            <p14:xfrm>
              <a:off x="8637416" y="3923868"/>
              <a:ext cx="365040" cy="2070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9829CB1-0BE5-8EEE-1D2F-0C58D930E6F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06456" y="3892908"/>
                <a:ext cx="4262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FA00CBB-C3F2-39E8-3DEF-D6228B6666C1}"/>
                  </a:ext>
                </a:extLst>
              </p14:cNvPr>
              <p14:cNvContentPartPr/>
              <p14:nvPr/>
            </p14:nvContentPartPr>
            <p14:xfrm>
              <a:off x="9310256" y="3729828"/>
              <a:ext cx="2602800" cy="6192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FA00CBB-C3F2-39E8-3DEF-D6228B6666C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79300" y="3698868"/>
                <a:ext cx="2663992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9FFD73C-F53E-C56C-6BA4-1EEC4D4B77EB}"/>
                  </a:ext>
                </a:extLst>
              </p14:cNvPr>
              <p14:cNvContentPartPr/>
              <p14:nvPr/>
            </p14:nvContentPartPr>
            <p14:xfrm>
              <a:off x="7537256" y="2516268"/>
              <a:ext cx="603000" cy="276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9FFD73C-F53E-C56C-6BA4-1EEC4D4B77E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06314" y="2485268"/>
                <a:ext cx="664163" cy="3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FFF36F7-A49B-FA38-6519-0473FB68DCDC}"/>
                  </a:ext>
                </a:extLst>
              </p14:cNvPr>
              <p14:cNvContentPartPr/>
              <p14:nvPr/>
            </p14:nvContentPartPr>
            <p14:xfrm>
              <a:off x="8398376" y="2540748"/>
              <a:ext cx="214200" cy="2894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FFF36F7-A49B-FA38-6519-0473FB68DC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367416" y="2509826"/>
                <a:ext cx="275400" cy="350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09453BF-D158-6AC7-3188-67691AFE0B0B}"/>
                  </a:ext>
                </a:extLst>
              </p14:cNvPr>
              <p14:cNvContentPartPr/>
              <p14:nvPr/>
            </p14:nvContentPartPr>
            <p14:xfrm>
              <a:off x="10304216" y="2487108"/>
              <a:ext cx="1084320" cy="5724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09453BF-D158-6AC7-3188-67691AFE0B0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73266" y="2456148"/>
                <a:ext cx="114550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60B1E49-6CB4-7D49-6725-21E7D58C46D2}"/>
                  </a:ext>
                </a:extLst>
              </p14:cNvPr>
              <p14:cNvContentPartPr/>
              <p14:nvPr/>
            </p14:nvContentPartPr>
            <p14:xfrm>
              <a:off x="8926496" y="2435988"/>
              <a:ext cx="937440" cy="4122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60B1E49-6CB4-7D49-6725-21E7D58C46D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895524" y="2405055"/>
                <a:ext cx="998664" cy="473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87ECF4E-7AD0-1F80-9754-8BDBA32D6D98}"/>
                  </a:ext>
                </a:extLst>
              </p14:cNvPr>
              <p14:cNvContentPartPr/>
              <p14:nvPr/>
            </p14:nvContentPartPr>
            <p14:xfrm>
              <a:off x="960776" y="6080268"/>
              <a:ext cx="1810800" cy="4021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87ECF4E-7AD0-1F80-9754-8BDBA32D6D9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9816" y="6049308"/>
                <a:ext cx="18720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354A471-1B24-519E-7F3E-884872162E7C}"/>
                  </a:ext>
                </a:extLst>
              </p14:cNvPr>
              <p14:cNvContentPartPr/>
              <p14:nvPr/>
            </p14:nvContentPartPr>
            <p14:xfrm>
              <a:off x="3192776" y="6149388"/>
              <a:ext cx="1056600" cy="308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354A471-1B24-519E-7F3E-884872162E7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161816" y="6118428"/>
                <a:ext cx="11178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7ECB7C0-408A-1AC3-C111-5EBA585A1037}"/>
                  </a:ext>
                </a:extLst>
              </p14:cNvPr>
              <p14:cNvContentPartPr/>
              <p14:nvPr/>
            </p14:nvContentPartPr>
            <p14:xfrm>
              <a:off x="6657056" y="6055788"/>
              <a:ext cx="440280" cy="3704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7ECB7C0-408A-1AC3-C111-5EBA585A103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626121" y="6024828"/>
                <a:ext cx="50143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76642DB-55B0-59C7-059B-27F23923D475}"/>
                  </a:ext>
                </a:extLst>
              </p14:cNvPr>
              <p14:cNvContentPartPr/>
              <p14:nvPr/>
            </p14:nvContentPartPr>
            <p14:xfrm>
              <a:off x="4663736" y="6109068"/>
              <a:ext cx="1685520" cy="3585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76642DB-55B0-59C7-059B-27F23923D47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32769" y="6078139"/>
                <a:ext cx="1746733" cy="419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169B690-1A23-4FF9-B791-61E51B46D4E3}"/>
                  </a:ext>
                </a:extLst>
              </p14:cNvPr>
              <p14:cNvContentPartPr/>
              <p14:nvPr/>
            </p14:nvContentPartPr>
            <p14:xfrm>
              <a:off x="7500176" y="6024468"/>
              <a:ext cx="2665440" cy="5997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169B690-1A23-4FF9-B791-61E51B46D4E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469216" y="5993508"/>
                <a:ext cx="272664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A332673-40A1-CD4D-9420-E6C8A1D8220E}"/>
                  </a:ext>
                </a:extLst>
              </p14:cNvPr>
              <p14:cNvContentPartPr/>
              <p14:nvPr/>
            </p14:nvContentPartPr>
            <p14:xfrm>
              <a:off x="919736" y="6545388"/>
              <a:ext cx="3321720" cy="1767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A332673-40A1-CD4D-9420-E6C8A1D8220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01738" y="6527351"/>
                <a:ext cx="3357356" cy="2124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047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CE6F7E-310C-E6AE-3CCA-E04933E049A1}"/>
                  </a:ext>
                </a:extLst>
              </p14:cNvPr>
              <p14:cNvContentPartPr/>
              <p14:nvPr/>
            </p14:nvContentPartPr>
            <p14:xfrm>
              <a:off x="242383" y="306953"/>
              <a:ext cx="924840" cy="40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CE6F7E-310C-E6AE-3CCA-E04933E049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411" y="275993"/>
                <a:ext cx="986064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098667-84A0-E43E-2B44-D292741DEED6}"/>
                  </a:ext>
                </a:extLst>
              </p14:cNvPr>
              <p14:cNvContentPartPr/>
              <p14:nvPr/>
            </p14:nvContentPartPr>
            <p14:xfrm>
              <a:off x="1669783" y="231713"/>
              <a:ext cx="1333080" cy="500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098667-84A0-E43E-2B44-D292741DEE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831" y="200775"/>
                <a:ext cx="1394263" cy="561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7EB56B-CD58-AB81-D4F5-00E39452F291}"/>
                  </a:ext>
                </a:extLst>
              </p14:cNvPr>
              <p14:cNvContentPartPr/>
              <p14:nvPr/>
            </p14:nvContentPartPr>
            <p14:xfrm>
              <a:off x="3147223" y="260153"/>
              <a:ext cx="56880" cy="358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7EB56B-CD58-AB81-D4F5-00E39452F2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16263" y="229193"/>
                <a:ext cx="1180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888F2D-3659-300D-4EA9-844A10DCA7DC}"/>
                  </a:ext>
                </a:extLst>
              </p14:cNvPr>
              <p14:cNvContentPartPr/>
              <p14:nvPr/>
            </p14:nvContentPartPr>
            <p14:xfrm>
              <a:off x="2395543" y="2880000"/>
              <a:ext cx="214200" cy="209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888F2D-3659-300D-4EA9-844A10DCA7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77543" y="2862000"/>
                <a:ext cx="2498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6E91FA9-1CFA-3F3E-0052-FE4B483EEFD4}"/>
                  </a:ext>
                </a:extLst>
              </p14:cNvPr>
              <p14:cNvContentPartPr/>
              <p14:nvPr/>
            </p14:nvContentPartPr>
            <p14:xfrm>
              <a:off x="1669783" y="3360600"/>
              <a:ext cx="1285920" cy="32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6E91FA9-1CFA-3F3E-0052-FE4B483EEF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8814" y="3329640"/>
                <a:ext cx="1347137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DF863CF-FEF8-83AB-E2BC-0AE2728B2445}"/>
                  </a:ext>
                </a:extLst>
              </p14:cNvPr>
              <p14:cNvContentPartPr/>
              <p14:nvPr/>
            </p14:nvContentPartPr>
            <p14:xfrm>
              <a:off x="3175303" y="3322080"/>
              <a:ext cx="1025280" cy="569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DF863CF-FEF8-83AB-E2BC-0AE2728B24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44343" y="3291120"/>
                <a:ext cx="1086480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03526AB-A714-D5FF-FE46-E0CD3BC60B51}"/>
                  </a:ext>
                </a:extLst>
              </p14:cNvPr>
              <p14:cNvContentPartPr/>
              <p14:nvPr/>
            </p14:nvContentPartPr>
            <p14:xfrm>
              <a:off x="2382943" y="3920040"/>
              <a:ext cx="717480" cy="327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03526AB-A714-D5FF-FE46-E0CD3BC60B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51967" y="3889080"/>
                <a:ext cx="778711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E4BF934-C27E-4A28-5468-C7AB342720A8}"/>
                  </a:ext>
                </a:extLst>
              </p14:cNvPr>
              <p14:cNvContentPartPr/>
              <p14:nvPr/>
            </p14:nvContentPartPr>
            <p14:xfrm>
              <a:off x="3641143" y="2952000"/>
              <a:ext cx="1407240" cy="138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E4BF934-C27E-4A28-5468-C7AB342720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0183" y="2921040"/>
                <a:ext cx="14684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9729317-FAAD-BAED-287B-E6064DAF5725}"/>
                  </a:ext>
                </a:extLst>
              </p14:cNvPr>
              <p14:cNvContentPartPr/>
              <p14:nvPr/>
            </p14:nvContentPartPr>
            <p14:xfrm>
              <a:off x="5407303" y="2860920"/>
              <a:ext cx="25560" cy="392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9729317-FAAD-BAED-287B-E6064DAF57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76343" y="2829960"/>
                <a:ext cx="867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F867F8-E22D-873D-E3A1-993475A54BBF}"/>
                  </a:ext>
                </a:extLst>
              </p14:cNvPr>
              <p14:cNvContentPartPr/>
              <p14:nvPr/>
            </p14:nvContentPartPr>
            <p14:xfrm>
              <a:off x="5394703" y="2777400"/>
              <a:ext cx="314640" cy="388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F867F8-E22D-873D-E3A1-993475A54B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63743" y="2746440"/>
                <a:ext cx="37584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905FAF0-7939-3B62-306E-E78F632C2954}"/>
                  </a:ext>
                </a:extLst>
              </p14:cNvPr>
              <p14:cNvContentPartPr/>
              <p14:nvPr/>
            </p14:nvContentPartPr>
            <p14:xfrm>
              <a:off x="5828503" y="2826720"/>
              <a:ext cx="866520" cy="370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905FAF0-7939-3B62-306E-E78F632C29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97543" y="2795730"/>
                <a:ext cx="927720" cy="432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56DD6CB-53C1-B5D6-DFBF-E9DA699494EC}"/>
                  </a:ext>
                </a:extLst>
              </p14:cNvPr>
              <p14:cNvContentPartPr/>
              <p14:nvPr/>
            </p14:nvContentPartPr>
            <p14:xfrm>
              <a:off x="6803023" y="2964600"/>
              <a:ext cx="1477080" cy="138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56DD6CB-53C1-B5D6-DFBF-E9DA699494E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72063" y="2933640"/>
                <a:ext cx="15382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FB2A1A1-5BE5-9FF9-22C5-491D45E3CEC0}"/>
                  </a:ext>
                </a:extLst>
              </p14:cNvPr>
              <p14:cNvContentPartPr/>
              <p14:nvPr/>
            </p14:nvContentPartPr>
            <p14:xfrm>
              <a:off x="8771503" y="2958120"/>
              <a:ext cx="238680" cy="214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FB2A1A1-5BE5-9FF9-22C5-491D45E3CE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53476" y="2940090"/>
                <a:ext cx="274374" cy="249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D54D01F-C8A8-0C1C-D10C-BB6B6E341940}"/>
                  </a:ext>
                </a:extLst>
              </p14:cNvPr>
              <p14:cNvContentPartPr/>
              <p14:nvPr/>
            </p14:nvContentPartPr>
            <p14:xfrm>
              <a:off x="8425543" y="3429000"/>
              <a:ext cx="2024280" cy="390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D54D01F-C8A8-0C1C-D10C-BB6B6E34194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94583" y="3398011"/>
                <a:ext cx="2085480" cy="451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D204969-75FB-2559-8615-310CE889F6E4}"/>
                  </a:ext>
                </a:extLst>
              </p14:cNvPr>
              <p14:cNvContentPartPr/>
              <p14:nvPr/>
            </p14:nvContentPartPr>
            <p14:xfrm>
              <a:off x="9042583" y="4020840"/>
              <a:ext cx="609120" cy="5911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D204969-75FB-2559-8615-310CE889F6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11623" y="3989899"/>
                <a:ext cx="670320" cy="6522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99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CE6F7E-310C-E6AE-3CCA-E04933E049A1}"/>
                  </a:ext>
                </a:extLst>
              </p14:cNvPr>
              <p14:cNvContentPartPr/>
              <p14:nvPr/>
            </p14:nvContentPartPr>
            <p14:xfrm>
              <a:off x="242383" y="306953"/>
              <a:ext cx="924840" cy="40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CE6F7E-310C-E6AE-3CCA-E04933E049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411" y="275993"/>
                <a:ext cx="986064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098667-84A0-E43E-2B44-D292741DEED6}"/>
                  </a:ext>
                </a:extLst>
              </p14:cNvPr>
              <p14:cNvContentPartPr/>
              <p14:nvPr/>
            </p14:nvContentPartPr>
            <p14:xfrm>
              <a:off x="1669783" y="231713"/>
              <a:ext cx="1333080" cy="500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098667-84A0-E43E-2B44-D292741DEE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831" y="200775"/>
                <a:ext cx="1394263" cy="561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7EB56B-CD58-AB81-D4F5-00E39452F291}"/>
                  </a:ext>
                </a:extLst>
              </p14:cNvPr>
              <p14:cNvContentPartPr/>
              <p14:nvPr/>
            </p14:nvContentPartPr>
            <p14:xfrm>
              <a:off x="3147223" y="260153"/>
              <a:ext cx="56880" cy="358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7EB56B-CD58-AB81-D4F5-00E39452F2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16263" y="229193"/>
                <a:ext cx="1180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888F2D-3659-300D-4EA9-844A10DCA7DC}"/>
                  </a:ext>
                </a:extLst>
              </p14:cNvPr>
              <p14:cNvContentPartPr/>
              <p14:nvPr/>
            </p14:nvContentPartPr>
            <p14:xfrm>
              <a:off x="3622327" y="1464126"/>
              <a:ext cx="142927" cy="14004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888F2D-3659-300D-4EA9-844A10DCA7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4326" y="1446172"/>
                <a:ext cx="178569" cy="1755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6E91FA9-1CFA-3F3E-0052-FE4B483EEFD4}"/>
                  </a:ext>
                </a:extLst>
              </p14:cNvPr>
              <p14:cNvContentPartPr/>
              <p14:nvPr/>
            </p14:nvContentPartPr>
            <p14:xfrm>
              <a:off x="3138056" y="1784811"/>
              <a:ext cx="858044" cy="218354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6E91FA9-1CFA-3F3E-0052-FE4B483EEF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07103" y="1753875"/>
                <a:ext cx="919230" cy="279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DF863CF-FEF8-83AB-E2BC-0AE2728B2445}"/>
                  </a:ext>
                </a:extLst>
              </p14:cNvPr>
              <p14:cNvContentPartPr/>
              <p14:nvPr/>
            </p14:nvContentPartPr>
            <p14:xfrm>
              <a:off x="4142630" y="1759108"/>
              <a:ext cx="684129" cy="380018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DF863CF-FEF8-83AB-E2BC-0AE2728B24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11680" y="1728189"/>
                <a:ext cx="745308" cy="441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03526AB-A714-D5FF-FE46-E0CD3BC60B51}"/>
                  </a:ext>
                </a:extLst>
              </p14:cNvPr>
              <p14:cNvContentPartPr/>
              <p14:nvPr/>
            </p14:nvContentPartPr>
            <p14:xfrm>
              <a:off x="3613920" y="2158103"/>
              <a:ext cx="478746" cy="21835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03526AB-A714-D5FF-FE46-E0CD3BC60B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82940" y="2127167"/>
                <a:ext cx="539985" cy="279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E4BF934-C27E-4A28-5468-C7AB342720A8}"/>
                  </a:ext>
                </a:extLst>
              </p14:cNvPr>
              <p14:cNvContentPartPr/>
              <p14:nvPr/>
            </p14:nvContentPartPr>
            <p14:xfrm>
              <a:off x="4453467" y="1512169"/>
              <a:ext cx="938996" cy="92482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E4BF934-C27E-4A28-5468-C7AB342720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22515" y="1481222"/>
                <a:ext cx="1000180" cy="153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9729317-FAAD-BAED-287B-E6064DAF5725}"/>
                  </a:ext>
                </a:extLst>
              </p14:cNvPr>
              <p14:cNvContentPartPr/>
              <p14:nvPr/>
            </p14:nvContentPartPr>
            <p14:xfrm>
              <a:off x="5631956" y="1451395"/>
              <a:ext cx="17055" cy="261833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9729317-FAAD-BAED-287B-E6064DAF57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01399" y="1420464"/>
                <a:ext cx="77458" cy="322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F867F8-E22D-873D-E3A1-993475A54BBF}"/>
                  </a:ext>
                </a:extLst>
              </p14:cNvPr>
              <p14:cNvContentPartPr/>
              <p14:nvPr/>
            </p14:nvContentPartPr>
            <p14:xfrm>
              <a:off x="5623548" y="1395665"/>
              <a:ext cx="209947" cy="25895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F867F8-E22D-873D-E3A1-993475A54B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92631" y="1364735"/>
                <a:ext cx="271062" cy="320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905FAF0-7939-3B62-306E-E78F632C2954}"/>
                  </a:ext>
                </a:extLst>
              </p14:cNvPr>
              <p14:cNvContentPartPr/>
              <p14:nvPr/>
            </p14:nvContentPartPr>
            <p14:xfrm>
              <a:off x="5913006" y="1428574"/>
              <a:ext cx="578195" cy="2474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905FAF0-7939-3B62-306E-E78F632C29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82063" y="1397601"/>
                <a:ext cx="639361" cy="308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56DD6CB-53C1-B5D6-DFBF-E9DA699494EC}"/>
                  </a:ext>
                </a:extLst>
              </p14:cNvPr>
              <p14:cNvContentPartPr/>
              <p14:nvPr/>
            </p14:nvContentPartPr>
            <p14:xfrm>
              <a:off x="6563264" y="1520576"/>
              <a:ext cx="985597" cy="92482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56DD6CB-53C1-B5D6-DFBF-E9DA699494E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32307" y="1489629"/>
                <a:ext cx="1046792" cy="153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FB2A1A1-5BE5-9FF9-22C5-491D45E3CEC0}"/>
                  </a:ext>
                </a:extLst>
              </p14:cNvPr>
              <p14:cNvContentPartPr/>
              <p14:nvPr/>
            </p14:nvContentPartPr>
            <p14:xfrm>
              <a:off x="7876753" y="1516252"/>
              <a:ext cx="159262" cy="142927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FB2A1A1-5BE5-9FF9-22C5-491D45E3CE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58778" y="1498296"/>
                <a:ext cx="194853" cy="178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D54D01F-C8A8-0C1C-D10C-BB6B6E341940}"/>
                  </a:ext>
                </a:extLst>
              </p14:cNvPr>
              <p14:cNvContentPartPr/>
              <p14:nvPr/>
            </p14:nvContentPartPr>
            <p14:xfrm>
              <a:off x="7645908" y="1830452"/>
              <a:ext cx="1350722" cy="260392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D54D01F-C8A8-0C1C-D10C-BB6B6E34194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14948" y="1799521"/>
                <a:ext cx="1411922" cy="321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D204969-75FB-2559-8615-310CE889F6E4}"/>
                  </a:ext>
                </a:extLst>
              </p14:cNvPr>
              <p14:cNvContentPartPr/>
              <p14:nvPr/>
            </p14:nvContentPartPr>
            <p14:xfrm>
              <a:off x="8057634" y="2225363"/>
              <a:ext cx="406442" cy="394431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D204969-75FB-2559-8615-310CE889F6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26674" y="2194413"/>
                <a:ext cx="467642" cy="455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0B2B1A1-AAED-6BED-1C45-1326D2498954}"/>
                  </a:ext>
                </a:extLst>
              </p14:cNvPr>
              <p14:cNvContentPartPr/>
              <p14:nvPr/>
            </p14:nvContentPartPr>
            <p14:xfrm>
              <a:off x="368182" y="3333219"/>
              <a:ext cx="207720" cy="603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0B2B1A1-AAED-6BED-1C45-1326D249895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7222" y="3302259"/>
                <a:ext cx="26892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DB27248-2BE5-9BFD-99EF-112A5AEC4917}"/>
                  </a:ext>
                </a:extLst>
              </p14:cNvPr>
              <p14:cNvContentPartPr/>
              <p14:nvPr/>
            </p14:nvContentPartPr>
            <p14:xfrm>
              <a:off x="960022" y="3502059"/>
              <a:ext cx="307800" cy="125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DB27248-2BE5-9BFD-99EF-112A5AEC491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062" y="3471010"/>
                <a:ext cx="369000" cy="187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1B614A5-A567-E76A-973A-E1D8D82DBE2A}"/>
                  </a:ext>
                </a:extLst>
              </p14:cNvPr>
              <p14:cNvContentPartPr/>
              <p14:nvPr/>
            </p14:nvContentPartPr>
            <p14:xfrm>
              <a:off x="1600462" y="3125859"/>
              <a:ext cx="289800" cy="584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1B614A5-A567-E76A-973A-E1D8D82DBE2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69463" y="3094899"/>
                <a:ext cx="351076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94956D0-AE28-DEC0-410D-709814D08A4B}"/>
                  </a:ext>
                </a:extLst>
              </p14:cNvPr>
              <p14:cNvContentPartPr/>
              <p14:nvPr/>
            </p14:nvContentPartPr>
            <p14:xfrm>
              <a:off x="2298502" y="3183099"/>
              <a:ext cx="546480" cy="4957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94956D0-AE28-DEC0-410D-709814D08A4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67562" y="3152139"/>
                <a:ext cx="60764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B51C8A4-62CF-F209-BC3C-9313C1F93A98}"/>
                  </a:ext>
                </a:extLst>
              </p14:cNvPr>
              <p14:cNvContentPartPr/>
              <p14:nvPr/>
            </p14:nvContentPartPr>
            <p14:xfrm>
              <a:off x="1870822" y="3648939"/>
              <a:ext cx="195120" cy="265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B51C8A4-62CF-F209-BC3C-9313C1F93A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39862" y="3618021"/>
                <a:ext cx="256320" cy="326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1E2D1F2-D291-6091-59A3-3547A969C7CC}"/>
                  </a:ext>
                </a:extLst>
              </p14:cNvPr>
              <p14:cNvContentPartPr/>
              <p14:nvPr/>
            </p14:nvContentPartPr>
            <p14:xfrm>
              <a:off x="1230649" y="4117564"/>
              <a:ext cx="570960" cy="4273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1E2D1F2-D291-6091-59A3-3547A969C7C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99709" y="4086604"/>
                <a:ext cx="632121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C1B92CF-531B-C6BF-3309-3D87D6F1AFC9}"/>
                  </a:ext>
                </a:extLst>
              </p14:cNvPr>
              <p14:cNvContentPartPr/>
              <p14:nvPr/>
            </p14:nvContentPartPr>
            <p14:xfrm>
              <a:off x="1218049" y="4728124"/>
              <a:ext cx="638280" cy="426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C1B92CF-531B-C6BF-3309-3D87D6F1AF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87072" y="4697190"/>
                <a:ext cx="699515" cy="488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27B11B2-32FA-B702-023D-E0CB3D72A6C4}"/>
                  </a:ext>
                </a:extLst>
              </p14:cNvPr>
              <p14:cNvContentPartPr/>
              <p14:nvPr/>
            </p14:nvContentPartPr>
            <p14:xfrm>
              <a:off x="2073049" y="4123684"/>
              <a:ext cx="1420920" cy="4204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27B11B2-32FA-B702-023D-E0CB3D72A6C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42081" y="4092697"/>
                <a:ext cx="1482136" cy="481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0FED211-25B1-ABEF-E41D-E20DAF9F0B17}"/>
                  </a:ext>
                </a:extLst>
              </p14:cNvPr>
              <p14:cNvContentPartPr/>
              <p14:nvPr/>
            </p14:nvContentPartPr>
            <p14:xfrm>
              <a:off x="2116969" y="4878244"/>
              <a:ext cx="1113120" cy="3150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0FED211-25B1-ABEF-E41D-E20DAF9F0B1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86009" y="4847284"/>
                <a:ext cx="117432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6803246-33EF-FC97-BBE8-5164CEE47E24}"/>
                  </a:ext>
                </a:extLst>
              </p14:cNvPr>
              <p14:cNvContentPartPr/>
              <p14:nvPr/>
            </p14:nvContentPartPr>
            <p14:xfrm>
              <a:off x="4135129" y="4790044"/>
              <a:ext cx="496440" cy="3085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6803246-33EF-FC97-BBE8-5164CEE47E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04169" y="4759084"/>
                <a:ext cx="55764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732A248-9B5F-EFD5-248B-D97154E18443}"/>
                  </a:ext>
                </a:extLst>
              </p14:cNvPr>
              <p14:cNvContentPartPr/>
              <p14:nvPr/>
            </p14:nvContentPartPr>
            <p14:xfrm>
              <a:off x="3506569" y="4953844"/>
              <a:ext cx="421560" cy="207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732A248-9B5F-EFD5-248B-D97154E184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475609" y="4922938"/>
                <a:ext cx="482760" cy="268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927E92D-0ED7-AFB4-6365-D418B540011F}"/>
                  </a:ext>
                </a:extLst>
              </p14:cNvPr>
              <p14:cNvContentPartPr/>
              <p14:nvPr/>
            </p14:nvContentPartPr>
            <p14:xfrm>
              <a:off x="1230649" y="5362444"/>
              <a:ext cx="647280" cy="2520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927E92D-0ED7-AFB4-6365-D418B54001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99689" y="5331484"/>
                <a:ext cx="708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E1FD957-037C-E5DC-D5B2-068D7AE31A7A}"/>
                  </a:ext>
                </a:extLst>
              </p14:cNvPr>
              <p14:cNvContentPartPr/>
              <p14:nvPr/>
            </p14:nvContentPartPr>
            <p14:xfrm>
              <a:off x="2186449" y="5538484"/>
              <a:ext cx="389880" cy="38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E1FD957-037C-E5DC-D5B2-068D7AE31A7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55518" y="5507524"/>
                <a:ext cx="451024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F204DCF-71E6-03E8-1240-DDA63C78E87A}"/>
                  </a:ext>
                </a:extLst>
              </p14:cNvPr>
              <p14:cNvContentPartPr/>
              <p14:nvPr/>
            </p14:nvContentPartPr>
            <p14:xfrm>
              <a:off x="1268449" y="5834044"/>
              <a:ext cx="716400" cy="408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F204DCF-71E6-03E8-1240-DDA63C78E8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237489" y="5803111"/>
                <a:ext cx="777600" cy="469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21A34D3-04D9-2E07-48AE-5BD6FC3BF996}"/>
                  </a:ext>
                </a:extLst>
              </p14:cNvPr>
              <p14:cNvContentPartPr/>
              <p14:nvPr/>
            </p14:nvContentPartPr>
            <p14:xfrm>
              <a:off x="2331529" y="5956084"/>
              <a:ext cx="200880" cy="3362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21A34D3-04D9-2E07-48AE-5BD6FC3BF99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00569" y="5925124"/>
                <a:ext cx="2620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3D1D154-C99D-2EEC-AABF-C1D038B13E22}"/>
                  </a:ext>
                </a:extLst>
              </p14:cNvPr>
              <p14:cNvContentPartPr/>
              <p14:nvPr/>
            </p14:nvContentPartPr>
            <p14:xfrm>
              <a:off x="2601169" y="5985604"/>
              <a:ext cx="899280" cy="2638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3D1D154-C99D-2EEC-AABF-C1D038B13E2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570209" y="5954644"/>
                <a:ext cx="9604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6FB6D24-366D-D3BB-239F-72454B9DE016}"/>
                  </a:ext>
                </a:extLst>
              </p14:cNvPr>
              <p14:cNvContentPartPr/>
              <p14:nvPr/>
            </p14:nvContentPartPr>
            <p14:xfrm>
              <a:off x="3802129" y="5953924"/>
              <a:ext cx="1597320" cy="3636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6FB6D24-366D-D3BB-239F-72454B9DE01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71169" y="5922964"/>
                <a:ext cx="165852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68A09E9-43E5-8E63-6151-BA4A284D739E}"/>
                  </a:ext>
                </a:extLst>
              </p14:cNvPr>
              <p14:cNvContentPartPr/>
              <p14:nvPr/>
            </p14:nvContentPartPr>
            <p14:xfrm>
              <a:off x="6120262" y="4043965"/>
              <a:ext cx="252000" cy="2383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68A09E9-43E5-8E63-6151-BA4A284D739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89258" y="4013005"/>
                <a:ext cx="313288" cy="24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5B25792-1AA5-A039-7092-1075A8B361B6}"/>
                  </a:ext>
                </a:extLst>
              </p14:cNvPr>
              <p14:cNvContentPartPr/>
              <p14:nvPr/>
            </p14:nvContentPartPr>
            <p14:xfrm>
              <a:off x="6447862" y="4363333"/>
              <a:ext cx="1532880" cy="1057992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5B25792-1AA5-A039-7092-1075A8B361B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16895" y="4324468"/>
                <a:ext cx="1594454" cy="1127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6EEC2DF-D228-8D16-04D6-75D03452977D}"/>
                  </a:ext>
                </a:extLst>
              </p14:cNvPr>
              <p14:cNvContentPartPr/>
              <p14:nvPr/>
            </p14:nvContentPartPr>
            <p14:xfrm>
              <a:off x="8098567" y="4209819"/>
              <a:ext cx="6480" cy="190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6EEC2DF-D228-8D16-04D6-75D03452977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67607" y="4179432"/>
                <a:ext cx="67680" cy="79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DC2F35A-7E27-2313-F84E-E6A14F310E9B}"/>
                  </a:ext>
                </a:extLst>
              </p14:cNvPr>
              <p14:cNvContentPartPr/>
              <p14:nvPr/>
            </p14:nvContentPartPr>
            <p14:xfrm>
              <a:off x="8010727" y="4197219"/>
              <a:ext cx="195120" cy="22071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DC2F35A-7E27-2313-F84E-E6A14F310E9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979767" y="4166259"/>
                <a:ext cx="256320" cy="22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74A92AE-E191-8E1D-A3FC-037B3221FBD3}"/>
                  </a:ext>
                </a:extLst>
              </p14:cNvPr>
              <p14:cNvContentPartPr/>
              <p14:nvPr/>
            </p14:nvContentPartPr>
            <p14:xfrm>
              <a:off x="8231618" y="4496759"/>
              <a:ext cx="1500858" cy="556205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74A92AE-E191-8E1D-A3FC-037B3221FBD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200658" y="4465799"/>
                <a:ext cx="1562419" cy="617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C4982E-3BAD-713F-8B66-FA2E17C74D3E}"/>
                  </a:ext>
                </a:extLst>
              </p14:cNvPr>
              <p14:cNvContentPartPr/>
              <p14:nvPr/>
            </p14:nvContentPartPr>
            <p14:xfrm>
              <a:off x="9842863" y="4158233"/>
              <a:ext cx="264240" cy="223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C4982E-3BAD-713F-8B66-FA2E17C74D3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12263" y="4127633"/>
                <a:ext cx="325800" cy="23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E5593F-118D-A59F-9825-6BBC7A3841DC}"/>
                  </a:ext>
                </a:extLst>
              </p14:cNvPr>
              <p14:cNvContentPartPr/>
              <p14:nvPr/>
            </p14:nvContentPartPr>
            <p14:xfrm>
              <a:off x="10052542" y="4611173"/>
              <a:ext cx="1995710" cy="539395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E5593F-118D-A59F-9825-6BBC7A3841D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21584" y="4580227"/>
                <a:ext cx="2056906" cy="600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8339F8E-51E6-B480-F021-544AC0330FC4}"/>
                  </a:ext>
                </a:extLst>
              </p14:cNvPr>
              <p14:cNvContentPartPr/>
              <p14:nvPr/>
            </p14:nvContentPartPr>
            <p14:xfrm>
              <a:off x="3681463" y="4221953"/>
              <a:ext cx="572760" cy="2761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8339F8E-51E6-B480-F021-544AC0330FC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50844" y="4190993"/>
                <a:ext cx="634359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3E2D864-D4DD-C2CD-7A4A-100F2AE06AB8}"/>
                  </a:ext>
                </a:extLst>
              </p14:cNvPr>
              <p14:cNvContentPartPr/>
              <p14:nvPr/>
            </p14:nvContentPartPr>
            <p14:xfrm>
              <a:off x="4259983" y="4429313"/>
              <a:ext cx="93960" cy="1191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3E2D864-D4DD-C2CD-7A4A-100F2AE06A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29383" y="4398713"/>
                <a:ext cx="155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5A6D584-BF6C-1D01-D540-10BA4175607C}"/>
                  </a:ext>
                </a:extLst>
              </p14:cNvPr>
              <p14:cNvContentPartPr/>
              <p14:nvPr/>
            </p14:nvContentPartPr>
            <p14:xfrm>
              <a:off x="4486423" y="4293953"/>
              <a:ext cx="402840" cy="2358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5A6D584-BF6C-1D01-D540-10BA4175607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55463" y="4262993"/>
                <a:ext cx="464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FA170EF-27D9-BF2D-80AB-6A65DA5CE9FA}"/>
                  </a:ext>
                </a:extLst>
              </p14:cNvPr>
              <p14:cNvContentPartPr/>
              <p14:nvPr/>
            </p14:nvContentPartPr>
            <p14:xfrm>
              <a:off x="5114983" y="4177673"/>
              <a:ext cx="365040" cy="427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FA170EF-27D9-BF2D-80AB-6A65DA5CE9F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84383" y="4147073"/>
                <a:ext cx="426240" cy="4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001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EC2D6F-F90A-D4AE-00AE-342B9A1BC571}"/>
                  </a:ext>
                </a:extLst>
              </p14:cNvPr>
              <p14:cNvContentPartPr/>
              <p14:nvPr/>
            </p14:nvContentPartPr>
            <p14:xfrm>
              <a:off x="324103" y="360953"/>
              <a:ext cx="415440" cy="44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EC2D6F-F90A-D4AE-00AE-342B9A1BC5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143" y="329993"/>
                <a:ext cx="476640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F46415-8C6C-BA0E-078F-2D36FB9FB935}"/>
                  </a:ext>
                </a:extLst>
              </p14:cNvPr>
              <p14:cNvContentPartPr/>
              <p14:nvPr/>
            </p14:nvContentPartPr>
            <p14:xfrm>
              <a:off x="1682383" y="260153"/>
              <a:ext cx="2112840" cy="558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F46415-8C6C-BA0E-078F-2D36FB9FB9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1423" y="229173"/>
                <a:ext cx="2174040" cy="619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318416A-DEF8-92A1-6752-1D352E88EDFC}"/>
                  </a:ext>
                </a:extLst>
              </p14:cNvPr>
              <p14:cNvContentPartPr/>
              <p14:nvPr/>
            </p14:nvContentPartPr>
            <p14:xfrm>
              <a:off x="984343" y="417473"/>
              <a:ext cx="244800" cy="357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318416A-DEF8-92A1-6752-1D352E88ED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3383" y="386513"/>
                <a:ext cx="30600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C57BFB4-ADEE-BCE9-2938-D8DA80F7539B}"/>
                  </a:ext>
                </a:extLst>
              </p14:cNvPr>
              <p14:cNvContentPartPr/>
              <p14:nvPr/>
            </p14:nvContentPartPr>
            <p14:xfrm>
              <a:off x="4347823" y="448793"/>
              <a:ext cx="176400" cy="232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C57BFB4-ADEE-BCE9-2938-D8DA80F753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6863" y="417833"/>
                <a:ext cx="2376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061A979-0AEC-269F-B1D7-77F7433983A6}"/>
                  </a:ext>
                </a:extLst>
              </p14:cNvPr>
              <p14:cNvContentPartPr/>
              <p14:nvPr/>
            </p14:nvContentPartPr>
            <p14:xfrm>
              <a:off x="4561663" y="518633"/>
              <a:ext cx="207000" cy="432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061A979-0AEC-269F-B1D7-77F7433983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30703" y="487673"/>
                <a:ext cx="26820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20102B0-4E53-2811-70CB-3C702BAE66B5}"/>
                  </a:ext>
                </a:extLst>
              </p14:cNvPr>
              <p14:cNvContentPartPr/>
              <p14:nvPr/>
            </p14:nvContentPartPr>
            <p14:xfrm>
              <a:off x="4888543" y="307673"/>
              <a:ext cx="75960" cy="408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20102B0-4E53-2811-70CB-3C702BAE66B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7436" y="276713"/>
                <a:ext cx="137451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AD4EA11-6DFB-982B-E7FD-C03DE79CF9C4}"/>
                  </a:ext>
                </a:extLst>
              </p14:cNvPr>
              <p14:cNvContentPartPr/>
              <p14:nvPr/>
            </p14:nvContentPartPr>
            <p14:xfrm>
              <a:off x="5008063" y="546713"/>
              <a:ext cx="25560" cy="163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AD4EA11-6DFB-982B-E7FD-C03DE79CF9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77103" y="515753"/>
                <a:ext cx="867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4FDAF56-9ED1-8B2A-A0F9-91FF82B75D21}"/>
                  </a:ext>
                </a:extLst>
              </p14:cNvPr>
              <p14:cNvContentPartPr/>
              <p14:nvPr/>
            </p14:nvContentPartPr>
            <p14:xfrm>
              <a:off x="5071063" y="376073"/>
              <a:ext cx="6480" cy="47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4FDAF56-9ED1-8B2A-A0F9-91FF82B75D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41732" y="345113"/>
                <a:ext cx="64459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9D66D2E-6B81-1149-4523-A21B27C38401}"/>
                  </a:ext>
                </a:extLst>
              </p14:cNvPr>
              <p14:cNvContentPartPr/>
              <p14:nvPr/>
            </p14:nvContentPartPr>
            <p14:xfrm>
              <a:off x="5196703" y="317393"/>
              <a:ext cx="69480" cy="370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9D66D2E-6B81-1149-4523-A21B27C3840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65743" y="286403"/>
                <a:ext cx="130680" cy="431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69C14B6-2E3E-79EF-6776-61F1B254ED00}"/>
                  </a:ext>
                </a:extLst>
              </p14:cNvPr>
              <p14:cNvContentPartPr/>
              <p14:nvPr/>
            </p14:nvContentPartPr>
            <p14:xfrm>
              <a:off x="5158903" y="480113"/>
              <a:ext cx="415440" cy="56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69C14B6-2E3E-79EF-6776-61F1B254ED0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27943" y="449153"/>
                <a:ext cx="4766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BABD17-D4B3-DC13-DB4A-8ECF52379C60}"/>
                  </a:ext>
                </a:extLst>
              </p14:cNvPr>
              <p14:cNvContentPartPr/>
              <p14:nvPr/>
            </p14:nvContentPartPr>
            <p14:xfrm>
              <a:off x="2644232" y="1296847"/>
              <a:ext cx="257760" cy="34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BABD17-D4B3-DC13-DB4A-8ECF52379C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13315" y="1265887"/>
                <a:ext cx="318875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9A213C9-C3FE-7F90-B6A8-17141CEE4581}"/>
                  </a:ext>
                </a:extLst>
              </p14:cNvPr>
              <p14:cNvContentPartPr/>
              <p14:nvPr/>
            </p14:nvContentPartPr>
            <p14:xfrm>
              <a:off x="4785872" y="1268767"/>
              <a:ext cx="813960" cy="354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9A213C9-C3FE-7F90-B6A8-17141CEE45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54898" y="1237807"/>
                <a:ext cx="875187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3785A0C-B090-013B-3A77-2077E6585723}"/>
                  </a:ext>
                </a:extLst>
              </p14:cNvPr>
              <p14:cNvContentPartPr/>
              <p14:nvPr/>
            </p14:nvContentPartPr>
            <p14:xfrm>
              <a:off x="3254072" y="1290727"/>
              <a:ext cx="1062720" cy="3650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3785A0C-B090-013B-3A77-2077E658572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23122" y="1259767"/>
                <a:ext cx="1123899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3C4ABF-FE5B-B085-A3DC-AF3323F4BF2A}"/>
                  </a:ext>
                </a:extLst>
              </p14:cNvPr>
              <p14:cNvContentPartPr/>
              <p14:nvPr/>
            </p14:nvContentPartPr>
            <p14:xfrm>
              <a:off x="6058112" y="1262647"/>
              <a:ext cx="1220040" cy="314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3C4ABF-FE5B-B085-A3DC-AF3323F4BF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27161" y="1231722"/>
                <a:ext cx="1281222" cy="375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0871FFC-4568-93B9-AD65-269439BFC06B}"/>
                  </a:ext>
                </a:extLst>
              </p14:cNvPr>
              <p14:cNvContentPartPr/>
              <p14:nvPr/>
            </p14:nvContentPartPr>
            <p14:xfrm>
              <a:off x="3235352" y="1891207"/>
              <a:ext cx="332640" cy="354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0871FFC-4568-93B9-AD65-269439BFC06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04425" y="1860247"/>
                <a:ext cx="393774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8F29861-EB04-6540-CDBE-9185A176FF5A}"/>
                  </a:ext>
                </a:extLst>
              </p14:cNvPr>
              <p14:cNvContentPartPr/>
              <p14:nvPr/>
            </p14:nvContentPartPr>
            <p14:xfrm>
              <a:off x="5982512" y="2064727"/>
              <a:ext cx="289440" cy="137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8F29861-EB04-6540-CDBE-9185A176FF5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51552" y="2033767"/>
                <a:ext cx="3506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63836FF-5687-7554-F61E-2515D9088B53}"/>
                  </a:ext>
                </a:extLst>
              </p14:cNvPr>
              <p14:cNvContentPartPr/>
              <p14:nvPr/>
            </p14:nvContentPartPr>
            <p14:xfrm>
              <a:off x="6573632" y="1919287"/>
              <a:ext cx="2194920" cy="4906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63836FF-5687-7554-F61E-2515D9088B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42667" y="1888350"/>
                <a:ext cx="2256130" cy="551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41D368B-149E-03B8-2109-9DFD76EBDC28}"/>
                  </a:ext>
                </a:extLst>
              </p14:cNvPr>
              <p14:cNvContentPartPr/>
              <p14:nvPr/>
            </p14:nvContentPartPr>
            <p14:xfrm>
              <a:off x="3889112" y="1910287"/>
              <a:ext cx="1716840" cy="6066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41D368B-149E-03B8-2109-9DFD76EBDC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58152" y="1879345"/>
                <a:ext cx="1778040" cy="667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05ED8C0-F051-A26B-6A1B-AB6FBBF4C93B}"/>
                  </a:ext>
                </a:extLst>
              </p14:cNvPr>
              <p14:cNvContentPartPr/>
              <p14:nvPr/>
            </p14:nvContentPartPr>
            <p14:xfrm>
              <a:off x="3121952" y="2636047"/>
              <a:ext cx="610560" cy="3582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05ED8C0-F051-A26B-6A1B-AB6FBBF4C93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90974" y="2605087"/>
                <a:ext cx="671796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17232E3-DB30-6290-C92F-31ADD19288C6}"/>
                  </a:ext>
                </a:extLst>
              </p14:cNvPr>
              <p14:cNvContentPartPr/>
              <p14:nvPr/>
            </p14:nvContentPartPr>
            <p14:xfrm>
              <a:off x="6913832" y="2592127"/>
              <a:ext cx="1143720" cy="4924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17232E3-DB30-6290-C92F-31ADD19288C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82872" y="2561190"/>
                <a:ext cx="1204920" cy="553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EB0A700-F5EB-6EBF-766E-82308D0A19FC}"/>
                  </a:ext>
                </a:extLst>
              </p14:cNvPr>
              <p14:cNvContentPartPr/>
              <p14:nvPr/>
            </p14:nvContentPartPr>
            <p14:xfrm>
              <a:off x="5617832" y="2573047"/>
              <a:ext cx="962640" cy="345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EB0A700-F5EB-6EBF-766E-82308D0A19F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86860" y="2542087"/>
                <a:ext cx="1023863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7ACC13C-9283-7772-711B-6F0A541F79BC}"/>
                  </a:ext>
                </a:extLst>
              </p14:cNvPr>
              <p14:cNvContentPartPr/>
              <p14:nvPr/>
            </p14:nvContentPartPr>
            <p14:xfrm>
              <a:off x="4209512" y="2655487"/>
              <a:ext cx="937440" cy="3016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7ACC13C-9283-7772-711B-6F0A541F79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78540" y="2624490"/>
                <a:ext cx="998664" cy="362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8DA271A-13EC-3D84-F2E9-921C13D24F8C}"/>
                  </a:ext>
                </a:extLst>
              </p14:cNvPr>
              <p14:cNvContentPartPr/>
              <p14:nvPr/>
            </p14:nvContentPartPr>
            <p14:xfrm>
              <a:off x="3430112" y="3742687"/>
              <a:ext cx="1999440" cy="354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8DA271A-13EC-3D84-F2E9-921C13D24F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99158" y="3711758"/>
                <a:ext cx="2060629" cy="416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0974CF2-4F8C-592C-9551-5460B96C346C}"/>
                  </a:ext>
                </a:extLst>
              </p14:cNvPr>
              <p14:cNvContentPartPr/>
              <p14:nvPr/>
            </p14:nvContentPartPr>
            <p14:xfrm>
              <a:off x="2581232" y="3818647"/>
              <a:ext cx="377640" cy="263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0974CF2-4F8C-592C-9551-5460B96C346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50272" y="3787645"/>
                <a:ext cx="438840" cy="325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19B6FCC-7524-60EE-B126-ADD31858760F}"/>
                  </a:ext>
                </a:extLst>
              </p14:cNvPr>
              <p14:cNvContentPartPr/>
              <p14:nvPr/>
            </p14:nvContentPartPr>
            <p14:xfrm>
              <a:off x="5919872" y="4037887"/>
              <a:ext cx="6480" cy="3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19B6FCC-7524-60EE-B126-ADD31858760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890541" y="4006927"/>
                <a:ext cx="64459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DBA2594-40A3-3C6A-DD54-EF3E7EF71F75}"/>
                  </a:ext>
                </a:extLst>
              </p14:cNvPr>
              <p14:cNvContentPartPr/>
              <p14:nvPr/>
            </p14:nvContentPartPr>
            <p14:xfrm>
              <a:off x="5907272" y="3725047"/>
              <a:ext cx="19080" cy="381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DBA2594-40A3-3C6A-DD54-EF3E7EF71F7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76885" y="3694087"/>
                <a:ext cx="79147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6000B51-B23E-1556-30D7-31BD106013A6}"/>
                  </a:ext>
                </a:extLst>
              </p14:cNvPr>
              <p14:cNvContentPartPr/>
              <p14:nvPr/>
            </p14:nvContentPartPr>
            <p14:xfrm>
              <a:off x="5832392" y="3774007"/>
              <a:ext cx="301320" cy="1134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6000B51-B23E-1556-30D7-31BD106013A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01432" y="3743145"/>
                <a:ext cx="362520" cy="174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904E05F-D347-C1C2-553A-F2F934EA00C5}"/>
                  </a:ext>
                </a:extLst>
              </p14:cNvPr>
              <p14:cNvContentPartPr/>
              <p14:nvPr/>
            </p14:nvContentPartPr>
            <p14:xfrm>
              <a:off x="6045512" y="3736207"/>
              <a:ext cx="176400" cy="3337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904E05F-D347-C1C2-553A-F2F934EA00C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14552" y="3705214"/>
                <a:ext cx="237600" cy="394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F88CC2C-4F53-574C-A8D3-7B2EBBD5CCDB}"/>
                  </a:ext>
                </a:extLst>
              </p14:cNvPr>
              <p14:cNvContentPartPr/>
              <p14:nvPr/>
            </p14:nvContentPartPr>
            <p14:xfrm>
              <a:off x="6271952" y="3924847"/>
              <a:ext cx="226800" cy="1630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F88CC2C-4F53-574C-A8D3-7B2EBBD5CCD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40992" y="3893887"/>
                <a:ext cx="2880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FCF6AC1-707C-780E-422D-2259187CAEED}"/>
                  </a:ext>
                </a:extLst>
              </p14:cNvPr>
              <p14:cNvContentPartPr/>
              <p14:nvPr/>
            </p14:nvContentPartPr>
            <p14:xfrm>
              <a:off x="6850112" y="3907567"/>
              <a:ext cx="182520" cy="3956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FCF6AC1-707C-780E-422D-2259187CAEE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19152" y="3876607"/>
                <a:ext cx="24372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4C986F8-CF69-6301-13DA-D66A73E8B3CE}"/>
                  </a:ext>
                </a:extLst>
              </p14:cNvPr>
              <p14:cNvContentPartPr/>
              <p14:nvPr/>
            </p14:nvContentPartPr>
            <p14:xfrm>
              <a:off x="7089152" y="3918727"/>
              <a:ext cx="214200" cy="1386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4C986F8-CF69-6301-13DA-D66A73E8B3C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58140" y="3887767"/>
                <a:ext cx="275503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D35D70A-1A72-F515-57D1-A96C3A4AEFB7}"/>
                  </a:ext>
                </a:extLst>
              </p14:cNvPr>
              <p14:cNvContentPartPr/>
              <p14:nvPr/>
            </p14:nvContentPartPr>
            <p14:xfrm>
              <a:off x="7315592" y="3874447"/>
              <a:ext cx="170280" cy="2008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D35D70A-1A72-F515-57D1-A96C3A4AEFB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284632" y="3843487"/>
                <a:ext cx="231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5EF6F27-5369-0984-817B-C2CD567336E0}"/>
                  </a:ext>
                </a:extLst>
              </p14:cNvPr>
              <p14:cNvContentPartPr/>
              <p14:nvPr/>
            </p14:nvContentPartPr>
            <p14:xfrm>
              <a:off x="7479752" y="3711727"/>
              <a:ext cx="188280" cy="358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5EF6F27-5369-0984-817B-C2CD567336E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448792" y="3680736"/>
                <a:ext cx="249480" cy="419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FF71C40-C105-B7B9-1CE7-0CCBBA05CC54}"/>
                  </a:ext>
                </a:extLst>
              </p14:cNvPr>
              <p14:cNvContentPartPr/>
              <p14:nvPr/>
            </p14:nvContentPartPr>
            <p14:xfrm>
              <a:off x="7444832" y="3937447"/>
              <a:ext cx="179280" cy="507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FF71C40-C105-B7B9-1CE7-0CCBBA05CC5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13872" y="3906487"/>
                <a:ext cx="240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28746BF-F29A-988B-3A54-D0AA9E5BE00C}"/>
                  </a:ext>
                </a:extLst>
              </p14:cNvPr>
              <p14:cNvContentPartPr/>
              <p14:nvPr/>
            </p14:nvContentPartPr>
            <p14:xfrm>
              <a:off x="7655792" y="3930967"/>
              <a:ext cx="137160" cy="1072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28746BF-F29A-988B-3A54-D0AA9E5BE00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24913" y="3900007"/>
                <a:ext cx="1982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1BE5365-3EBC-4E9A-846A-490A296B5974}"/>
                  </a:ext>
                </a:extLst>
              </p14:cNvPr>
              <p14:cNvContentPartPr/>
              <p14:nvPr/>
            </p14:nvContentPartPr>
            <p14:xfrm>
              <a:off x="7887632" y="3880927"/>
              <a:ext cx="170280" cy="1504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1BE5365-3EBC-4E9A-846A-490A296B59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856606" y="3849967"/>
                <a:ext cx="23161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0586D14-D173-C5A9-F8BD-0CDD3D802AE5}"/>
                  </a:ext>
                </a:extLst>
              </p14:cNvPr>
              <p14:cNvContentPartPr/>
              <p14:nvPr/>
            </p14:nvContentPartPr>
            <p14:xfrm>
              <a:off x="8094992" y="3907567"/>
              <a:ext cx="321120" cy="1587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0586D14-D173-C5A9-F8BD-0CDD3D802AE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64032" y="3876607"/>
                <a:ext cx="382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85246F5-FC0A-1774-A41F-0BBFD70001E1}"/>
                  </a:ext>
                </a:extLst>
              </p14:cNvPr>
              <p14:cNvContentPartPr/>
              <p14:nvPr/>
            </p14:nvContentPartPr>
            <p14:xfrm>
              <a:off x="8440952" y="3918727"/>
              <a:ext cx="232920" cy="1324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85246F5-FC0A-1774-A41F-0BBFD70001E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10040" y="3887767"/>
                <a:ext cx="294026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FFA6FDB-4F86-AFBD-AA98-EE8038F9D6CB}"/>
                  </a:ext>
                </a:extLst>
              </p14:cNvPr>
              <p14:cNvContentPartPr/>
              <p14:nvPr/>
            </p14:nvContentPartPr>
            <p14:xfrm>
              <a:off x="8673512" y="3918727"/>
              <a:ext cx="214200" cy="1638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FFA6FDB-4F86-AFBD-AA98-EE8038F9D6C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42500" y="3887767"/>
                <a:ext cx="275503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77807BC1-1BDB-2A71-2CE1-94DA3A29EFA3}"/>
                  </a:ext>
                </a:extLst>
              </p14:cNvPr>
              <p14:cNvContentPartPr/>
              <p14:nvPr/>
            </p14:nvContentPartPr>
            <p14:xfrm>
              <a:off x="8899952" y="3962647"/>
              <a:ext cx="252000" cy="1576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77807BC1-1BDB-2A71-2CE1-94DA3A29EF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68992" y="3931687"/>
                <a:ext cx="313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BD1F441-AAE4-2183-B9D3-3F93E89C9A45}"/>
                  </a:ext>
                </a:extLst>
              </p14:cNvPr>
              <p14:cNvContentPartPr/>
              <p14:nvPr/>
            </p14:nvContentPartPr>
            <p14:xfrm>
              <a:off x="3417512" y="4409047"/>
              <a:ext cx="176400" cy="1702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BD1F441-AAE4-2183-B9D3-3F93E89C9A4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386552" y="4378087"/>
                <a:ext cx="2376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EBA495CD-0F57-27E7-A1A8-73C9F1F181FB}"/>
                  </a:ext>
                </a:extLst>
              </p14:cNvPr>
              <p14:cNvContentPartPr/>
              <p14:nvPr/>
            </p14:nvContentPartPr>
            <p14:xfrm>
              <a:off x="3700472" y="4316167"/>
              <a:ext cx="214200" cy="307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EBA495CD-0F57-27E7-A1A8-73C9F1F181F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69512" y="4285207"/>
                <a:ext cx="2754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5B9E221-B96B-4304-DE8F-A7B7F80895A8}"/>
                  </a:ext>
                </a:extLst>
              </p14:cNvPr>
              <p14:cNvContentPartPr/>
              <p14:nvPr/>
            </p14:nvContentPartPr>
            <p14:xfrm>
              <a:off x="3669152" y="4515967"/>
              <a:ext cx="163800" cy="19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5B9E221-B96B-4304-DE8F-A7B7F80895A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38192" y="4485580"/>
                <a:ext cx="225000" cy="79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9CFB85A-974B-65F8-8DC3-54B57D8F65FB}"/>
                  </a:ext>
                </a:extLst>
              </p14:cNvPr>
              <p14:cNvContentPartPr/>
              <p14:nvPr/>
            </p14:nvContentPartPr>
            <p14:xfrm>
              <a:off x="4348112" y="4328047"/>
              <a:ext cx="50760" cy="3070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9CFB85A-974B-65F8-8DC3-54B57D8F65F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317152" y="4297087"/>
                <a:ext cx="1119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1292488-03B7-2E91-DCF5-7866E65758A6}"/>
                  </a:ext>
                </a:extLst>
              </p14:cNvPr>
              <p14:cNvContentPartPr/>
              <p14:nvPr/>
            </p14:nvContentPartPr>
            <p14:xfrm>
              <a:off x="4266392" y="4415167"/>
              <a:ext cx="226800" cy="50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1292488-03B7-2E91-DCF5-7866E65758A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35432" y="4383986"/>
                <a:ext cx="288000" cy="112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D33BC2C-ADFC-D9E8-710D-C07C5F557C3C}"/>
                  </a:ext>
                </a:extLst>
              </p14:cNvPr>
              <p14:cNvContentPartPr/>
              <p14:nvPr/>
            </p14:nvContentPartPr>
            <p14:xfrm>
              <a:off x="4542872" y="4333447"/>
              <a:ext cx="541080" cy="2642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D33BC2C-ADFC-D9E8-710D-C07C5F557C3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11891" y="4302487"/>
                <a:ext cx="602321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F1417A8-7880-E0C9-4427-D98ADF16A8FD}"/>
                  </a:ext>
                </a:extLst>
              </p14:cNvPr>
              <p14:cNvContentPartPr/>
              <p14:nvPr/>
            </p14:nvContentPartPr>
            <p14:xfrm>
              <a:off x="5486072" y="4474567"/>
              <a:ext cx="365040" cy="117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F1417A8-7880-E0C9-4427-D98ADF16A8F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55112" y="4443607"/>
                <a:ext cx="4262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D594231-5FCE-6988-B715-A4BF9860B35F}"/>
                  </a:ext>
                </a:extLst>
              </p14:cNvPr>
              <p14:cNvContentPartPr/>
              <p14:nvPr/>
            </p14:nvContentPartPr>
            <p14:xfrm>
              <a:off x="5900792" y="4484287"/>
              <a:ext cx="156240" cy="1260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D594231-5FCE-6988-B715-A4BF9860B35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69832" y="4453327"/>
                <a:ext cx="2174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C3150EF-2377-700F-7CB1-C72CCC3CD41C}"/>
                  </a:ext>
                </a:extLst>
              </p14:cNvPr>
              <p14:cNvContentPartPr/>
              <p14:nvPr/>
            </p14:nvContentPartPr>
            <p14:xfrm>
              <a:off x="6116072" y="4320847"/>
              <a:ext cx="307080" cy="2880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C3150EF-2377-700F-7CB1-C72CCC3CD41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85076" y="4289887"/>
                <a:ext cx="368352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BBE64D2-B65C-F00D-4025-AB5F0D58B968}"/>
                  </a:ext>
                </a:extLst>
              </p14:cNvPr>
              <p14:cNvContentPartPr/>
              <p14:nvPr/>
            </p14:nvContentPartPr>
            <p14:xfrm>
              <a:off x="6448712" y="4472407"/>
              <a:ext cx="213480" cy="1443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BBE64D2-B65C-F00D-4025-AB5F0D58B96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417752" y="4441447"/>
                <a:ext cx="2746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8FD87B1-8F30-6AF1-BFA7-2D8127F85506}"/>
                  </a:ext>
                </a:extLst>
              </p14:cNvPr>
              <p14:cNvContentPartPr/>
              <p14:nvPr/>
            </p14:nvContentPartPr>
            <p14:xfrm>
              <a:off x="6686672" y="4348927"/>
              <a:ext cx="56880" cy="324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8FD87B1-8F30-6AF1-BFA7-2D8127F8550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55712" y="4318001"/>
                <a:ext cx="118080" cy="385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B581217-F6E0-37B7-647D-7588A0E3DE3D}"/>
                  </a:ext>
                </a:extLst>
              </p14:cNvPr>
              <p14:cNvContentPartPr/>
              <p14:nvPr/>
            </p14:nvContentPartPr>
            <p14:xfrm>
              <a:off x="3354512" y="5402287"/>
              <a:ext cx="1213920" cy="6530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B581217-F6E0-37B7-647D-7588A0E3DE3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323543" y="5371310"/>
                <a:ext cx="1275138" cy="714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87B32D4-4ADC-CBB5-F2FD-C6EEB7454E19}"/>
                  </a:ext>
                </a:extLst>
              </p14:cNvPr>
              <p14:cNvContentPartPr/>
              <p14:nvPr/>
            </p14:nvContentPartPr>
            <p14:xfrm>
              <a:off x="2685272" y="5484007"/>
              <a:ext cx="317520" cy="3085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87B32D4-4ADC-CBB5-F2FD-C6EEB7454E1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54312" y="5453011"/>
                <a:ext cx="378720" cy="369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B8BFA35-1853-395A-4ADE-CA3DE6EB682D}"/>
                  </a:ext>
                </a:extLst>
              </p14:cNvPr>
              <p14:cNvContentPartPr/>
              <p14:nvPr/>
            </p14:nvContentPartPr>
            <p14:xfrm>
              <a:off x="4976672" y="5440087"/>
              <a:ext cx="836640" cy="35748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B8BFA35-1853-395A-4ADE-CA3DE6EB682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945699" y="5409127"/>
                <a:ext cx="897866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3D9170E-4D76-FB9B-E15B-61C4152712EF}"/>
                  </a:ext>
                </a:extLst>
              </p14:cNvPr>
              <p14:cNvContentPartPr/>
              <p14:nvPr/>
            </p14:nvContentPartPr>
            <p14:xfrm>
              <a:off x="6202832" y="5459527"/>
              <a:ext cx="1408680" cy="3610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3D9170E-4D76-FB9B-E15B-61C4152712E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71872" y="5428536"/>
                <a:ext cx="1469880" cy="422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74EFE24-6390-7FC3-A36D-5B7BF34C65FE}"/>
                  </a:ext>
                </a:extLst>
              </p14:cNvPr>
              <p14:cNvContentPartPr/>
              <p14:nvPr/>
            </p14:nvContentPartPr>
            <p14:xfrm>
              <a:off x="3336512" y="6075127"/>
              <a:ext cx="483840" cy="1828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74EFE24-6390-7FC3-A36D-5B7BF34C65F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305552" y="6044167"/>
                <a:ext cx="5450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AF15776-2686-E189-93CA-2B5B6BE07124}"/>
                  </a:ext>
                </a:extLst>
              </p14:cNvPr>
              <p14:cNvContentPartPr/>
              <p14:nvPr/>
            </p14:nvContentPartPr>
            <p14:xfrm>
              <a:off x="4448552" y="6153967"/>
              <a:ext cx="949680" cy="1854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AF15776-2686-E189-93CA-2B5B6BE0712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17592" y="6123007"/>
                <a:ext cx="10108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D0605A0-DE12-7AAE-F713-DE91924A3AE5}"/>
                  </a:ext>
                </a:extLst>
              </p14:cNvPr>
              <p14:cNvContentPartPr/>
              <p14:nvPr/>
            </p14:nvContentPartPr>
            <p14:xfrm>
              <a:off x="5888192" y="5987647"/>
              <a:ext cx="1226520" cy="3517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D0605A0-DE12-7AAE-F713-DE91924A3AE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57223" y="5956687"/>
                <a:ext cx="1287738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60DFE970-6C45-F326-CD7F-B34C29775BBA}"/>
                  </a:ext>
                </a:extLst>
              </p14:cNvPr>
              <p14:cNvContentPartPr/>
              <p14:nvPr/>
            </p14:nvContentPartPr>
            <p14:xfrm>
              <a:off x="2229152" y="3284407"/>
              <a:ext cx="6727680" cy="1810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60DFE970-6C45-F326-CD7F-B34C29775BB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11151" y="3266411"/>
                <a:ext cx="6763322" cy="18457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11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EF58E0-4D38-ED13-D9FF-6303F54D624B}"/>
                  </a:ext>
                </a:extLst>
              </p14:cNvPr>
              <p14:cNvContentPartPr/>
              <p14:nvPr/>
            </p14:nvContentPartPr>
            <p14:xfrm>
              <a:off x="336703" y="295073"/>
              <a:ext cx="864720" cy="383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EF58E0-4D38-ED13-D9FF-6303F54D62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730" y="264113"/>
                <a:ext cx="925945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9B2348-E1F3-BA96-AC47-4D3632E8EFE4}"/>
                  </a:ext>
                </a:extLst>
              </p14:cNvPr>
              <p14:cNvContentPartPr/>
              <p14:nvPr/>
            </p14:nvContentPartPr>
            <p14:xfrm>
              <a:off x="4360423" y="263753"/>
              <a:ext cx="1276920" cy="640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9B2348-E1F3-BA96-AC47-4D3632E8EF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9454" y="232793"/>
                <a:ext cx="1338137" cy="7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3068108-A4A4-7118-EF23-2F62113BC991}"/>
                  </a:ext>
                </a:extLst>
              </p14:cNvPr>
              <p14:cNvContentPartPr/>
              <p14:nvPr/>
            </p14:nvContentPartPr>
            <p14:xfrm>
              <a:off x="1632703" y="223793"/>
              <a:ext cx="2231640" cy="513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3068108-A4A4-7118-EF23-2F62113BC9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1663" y="192833"/>
                <a:ext cx="230328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CC24F97-949E-3B49-6FB8-DE1E03159C20}"/>
                  </a:ext>
                </a:extLst>
              </p14:cNvPr>
              <p14:cNvContentPartPr/>
              <p14:nvPr/>
            </p14:nvContentPartPr>
            <p14:xfrm>
              <a:off x="4906183" y="2306393"/>
              <a:ext cx="1372320" cy="358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CC24F97-949E-3B49-6FB8-DE1E03159C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5231" y="2275464"/>
                <a:ext cx="1433504" cy="419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198888-76FA-B6A2-BB22-A1A304107C37}"/>
                  </a:ext>
                </a:extLst>
              </p14:cNvPr>
              <p14:cNvContentPartPr/>
              <p14:nvPr/>
            </p14:nvContentPartPr>
            <p14:xfrm>
              <a:off x="3725743" y="2529953"/>
              <a:ext cx="666720" cy="194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198888-76FA-B6A2-BB22-A1A304107C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94783" y="2499050"/>
                <a:ext cx="727920" cy="255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60B8829-D9FA-4461-88BA-614FCD07D01B}"/>
                  </a:ext>
                </a:extLst>
              </p14:cNvPr>
              <p14:cNvContentPartPr/>
              <p14:nvPr/>
            </p14:nvContentPartPr>
            <p14:xfrm>
              <a:off x="1997383" y="2265713"/>
              <a:ext cx="1036800" cy="459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60B8829-D9FA-4461-88BA-614FCD07D0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66434" y="2234753"/>
                <a:ext cx="1097979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5AC014D-5003-BB60-71E6-21F9F3340D13}"/>
                  </a:ext>
                </a:extLst>
              </p14:cNvPr>
              <p14:cNvContentPartPr/>
              <p14:nvPr/>
            </p14:nvContentPartPr>
            <p14:xfrm>
              <a:off x="6713383" y="2486033"/>
              <a:ext cx="344880" cy="163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5AC014D-5003-BB60-71E6-21F9F3340D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82423" y="2455073"/>
                <a:ext cx="4060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A376707-BA61-2312-4D9A-F229F44D6129}"/>
                  </a:ext>
                </a:extLst>
              </p14:cNvPr>
              <p14:cNvContentPartPr/>
              <p14:nvPr/>
            </p14:nvContentPartPr>
            <p14:xfrm>
              <a:off x="7529143" y="2342033"/>
              <a:ext cx="1515600" cy="376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A376707-BA61-2312-4D9A-F229F44D61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98183" y="2311073"/>
                <a:ext cx="157680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CD4B438-8311-3D07-722D-0BA10C00685A}"/>
                  </a:ext>
                </a:extLst>
              </p14:cNvPr>
              <p14:cNvContentPartPr/>
              <p14:nvPr/>
            </p14:nvContentPartPr>
            <p14:xfrm>
              <a:off x="7541743" y="2951873"/>
              <a:ext cx="1628640" cy="642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CD4B438-8311-3D07-722D-0BA10C0068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10783" y="2920930"/>
                <a:ext cx="1689840" cy="704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6C4A891-C638-C66C-0E62-FD8CC560C63F}"/>
                  </a:ext>
                </a:extLst>
              </p14:cNvPr>
              <p14:cNvContentPartPr/>
              <p14:nvPr/>
            </p14:nvContentPartPr>
            <p14:xfrm>
              <a:off x="6555343" y="2970593"/>
              <a:ext cx="514800" cy="394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6C4A891-C638-C66C-0E62-FD8CC560C6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24361" y="2939633"/>
                <a:ext cx="57604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E674897-38F2-212A-5F24-5AF3E61BA084}"/>
                  </a:ext>
                </a:extLst>
              </p14:cNvPr>
              <p14:cNvContentPartPr/>
              <p14:nvPr/>
            </p14:nvContentPartPr>
            <p14:xfrm>
              <a:off x="3851383" y="3017393"/>
              <a:ext cx="2213280" cy="385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E674897-38F2-212A-5F24-5AF3E61BA08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0428" y="2986433"/>
                <a:ext cx="227447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44ABF2F-6F83-EBFD-B7F6-AC7445EB7DC7}"/>
                  </a:ext>
                </a:extLst>
              </p14:cNvPr>
              <p14:cNvContentPartPr/>
              <p14:nvPr/>
            </p14:nvContentPartPr>
            <p14:xfrm>
              <a:off x="2103583" y="3139793"/>
              <a:ext cx="1024920" cy="321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44ABF2F-6F83-EBFD-B7F6-AC7445EB7D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72634" y="3108833"/>
                <a:ext cx="1086099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44C6E23-3142-85EC-E4E5-7340849A37F1}"/>
                  </a:ext>
                </a:extLst>
              </p14:cNvPr>
              <p14:cNvContentPartPr/>
              <p14:nvPr/>
            </p14:nvContentPartPr>
            <p14:xfrm>
              <a:off x="9296023" y="3215033"/>
              <a:ext cx="1672560" cy="263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44C6E23-3142-85EC-E4E5-7340849A37F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65070" y="3184073"/>
                <a:ext cx="1733747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0752405-929D-F3D5-5862-9B80254215D4}"/>
                  </a:ext>
                </a:extLst>
              </p14:cNvPr>
              <p14:cNvContentPartPr/>
              <p14:nvPr/>
            </p14:nvContentPartPr>
            <p14:xfrm>
              <a:off x="8353543" y="3771953"/>
              <a:ext cx="1137600" cy="379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0752405-929D-F3D5-5862-9B80254215D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22583" y="3740993"/>
                <a:ext cx="119880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F482E21-D828-4AB7-AF80-294ED1A08FAF}"/>
                  </a:ext>
                </a:extLst>
              </p14:cNvPr>
              <p14:cNvContentPartPr/>
              <p14:nvPr/>
            </p14:nvContentPartPr>
            <p14:xfrm>
              <a:off x="7434823" y="3743153"/>
              <a:ext cx="522360" cy="377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F482E21-D828-4AB7-AF80-294ED1A08F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03842" y="3712193"/>
                <a:ext cx="583602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AC77543-2AC8-B929-F820-ACF0F856A7E2}"/>
                  </a:ext>
                </a:extLst>
              </p14:cNvPr>
              <p14:cNvContentPartPr/>
              <p14:nvPr/>
            </p14:nvContentPartPr>
            <p14:xfrm>
              <a:off x="6385063" y="3758633"/>
              <a:ext cx="666720" cy="3499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AC77543-2AC8-B929-F820-ACF0F856A7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54120" y="3727641"/>
                <a:ext cx="727887" cy="411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8626CCA-1028-4333-D3C6-3FDE9A1E6535}"/>
                  </a:ext>
                </a:extLst>
              </p14:cNvPr>
              <p14:cNvContentPartPr/>
              <p14:nvPr/>
            </p14:nvContentPartPr>
            <p14:xfrm>
              <a:off x="4706383" y="3894353"/>
              <a:ext cx="1238760" cy="2520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8626CCA-1028-4333-D3C6-3FDE9A1E65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75432" y="3863393"/>
                <a:ext cx="1299942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F3B372D-9B46-66B5-9592-EFA4EDD23498}"/>
                  </a:ext>
                </a:extLst>
              </p14:cNvPr>
              <p14:cNvContentPartPr/>
              <p14:nvPr/>
            </p14:nvContentPartPr>
            <p14:xfrm>
              <a:off x="3235063" y="3778073"/>
              <a:ext cx="930960" cy="3618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F3B372D-9B46-66B5-9592-EFA4EDD2349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4103" y="3747082"/>
                <a:ext cx="992160" cy="4230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C8B3E93-B5C2-9662-4396-F82DE755F6AA}"/>
                  </a:ext>
                </a:extLst>
              </p14:cNvPr>
              <p14:cNvContentPartPr/>
              <p14:nvPr/>
            </p14:nvContentPartPr>
            <p14:xfrm>
              <a:off x="2091703" y="4048433"/>
              <a:ext cx="527760" cy="1846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C8B3E93-B5C2-9662-4396-F82DE755F6A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60743" y="4017473"/>
                <a:ext cx="5889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1829F7A-B786-C42D-2629-84CDDD08FDFC}"/>
                  </a:ext>
                </a:extLst>
              </p14:cNvPr>
              <p14:cNvContentPartPr/>
              <p14:nvPr/>
            </p14:nvContentPartPr>
            <p14:xfrm>
              <a:off x="9792823" y="3699953"/>
              <a:ext cx="200880" cy="370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1829F7A-B786-C42D-2629-84CDDD08FDF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61863" y="3668993"/>
                <a:ext cx="2620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5183E04-7E7A-9A28-15C4-E0CDB496915D}"/>
                  </a:ext>
                </a:extLst>
              </p14:cNvPr>
              <p14:cNvContentPartPr/>
              <p14:nvPr/>
            </p14:nvContentPartPr>
            <p14:xfrm>
              <a:off x="9886783" y="4214753"/>
              <a:ext cx="82080" cy="759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5183E04-7E7A-9A28-15C4-E0CDB496915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55823" y="4183646"/>
                <a:ext cx="143280" cy="1374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371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14:cNvPr>
              <p14:cNvContentPartPr/>
              <p14:nvPr/>
            </p14:nvContentPartPr>
            <p14:xfrm>
              <a:off x="300599" y="324986"/>
              <a:ext cx="382680" cy="35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999" y="294386"/>
                <a:ext cx="4438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14:cNvPr>
              <p14:cNvContentPartPr/>
              <p14:nvPr/>
            </p14:nvContentPartPr>
            <p14:xfrm>
              <a:off x="911159" y="346226"/>
              <a:ext cx="191520" cy="320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199" y="315626"/>
                <a:ext cx="2527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14:cNvPr>
              <p14:cNvContentPartPr/>
              <p14:nvPr/>
            </p14:nvContentPartPr>
            <p14:xfrm>
              <a:off x="1823399" y="252986"/>
              <a:ext cx="1837440" cy="43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799" y="222386"/>
                <a:ext cx="189900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14:cNvPr>
              <p14:cNvContentPartPr/>
              <p14:nvPr/>
            </p14:nvContentPartPr>
            <p14:xfrm>
              <a:off x="4227839" y="229226"/>
              <a:ext cx="1067040" cy="656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97239" y="198626"/>
                <a:ext cx="112824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14:cNvPr>
              <p14:cNvContentPartPr/>
              <p14:nvPr/>
            </p14:nvContentPartPr>
            <p14:xfrm>
              <a:off x="1700279" y="1659506"/>
              <a:ext cx="209880" cy="160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69319" y="1628906"/>
                <a:ext cx="2714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14:cNvPr>
              <p14:cNvContentPartPr/>
              <p14:nvPr/>
            </p14:nvContentPartPr>
            <p14:xfrm>
              <a:off x="5658119" y="1586066"/>
              <a:ext cx="474840" cy="191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27542" y="1555408"/>
                <a:ext cx="535994" cy="25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14:cNvPr>
              <p14:cNvContentPartPr/>
              <p14:nvPr/>
            </p14:nvContentPartPr>
            <p14:xfrm>
              <a:off x="3828599" y="1404626"/>
              <a:ext cx="1293480" cy="376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97639" y="1374055"/>
                <a:ext cx="1355040" cy="437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14:cNvPr>
              <p14:cNvContentPartPr/>
              <p14:nvPr/>
            </p14:nvContentPartPr>
            <p14:xfrm>
              <a:off x="2458439" y="1456826"/>
              <a:ext cx="974520" cy="357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7839" y="1425866"/>
                <a:ext cx="10357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14:cNvPr>
              <p14:cNvContentPartPr/>
              <p14:nvPr/>
            </p14:nvContentPartPr>
            <p14:xfrm>
              <a:off x="510119" y="1514786"/>
              <a:ext cx="863640" cy="372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519" y="1484186"/>
                <a:ext cx="92484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14:cNvPr>
              <p14:cNvContentPartPr/>
              <p14:nvPr/>
            </p14:nvContentPartPr>
            <p14:xfrm>
              <a:off x="6225119" y="1401026"/>
              <a:ext cx="228600" cy="326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94519" y="1370426"/>
                <a:ext cx="2898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14:cNvPr>
              <p14:cNvContentPartPr/>
              <p14:nvPr/>
            </p14:nvContentPartPr>
            <p14:xfrm>
              <a:off x="6897239" y="1529906"/>
              <a:ext cx="222480" cy="166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66639" y="1499306"/>
                <a:ext cx="2836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14:cNvPr>
              <p14:cNvContentPartPr/>
              <p14:nvPr/>
            </p14:nvContentPartPr>
            <p14:xfrm>
              <a:off x="7446599" y="1492826"/>
              <a:ext cx="905760" cy="3204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5999" y="1462226"/>
                <a:ext cx="9673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14:cNvPr>
              <p14:cNvContentPartPr/>
              <p14:nvPr/>
            </p14:nvContentPartPr>
            <p14:xfrm>
              <a:off x="9407159" y="1303106"/>
              <a:ext cx="1288440" cy="337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76550" y="1272473"/>
                <a:ext cx="1350017" cy="399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14:cNvPr>
              <p14:cNvContentPartPr/>
              <p14:nvPr/>
            </p14:nvContentPartPr>
            <p14:xfrm>
              <a:off x="8450999" y="1305266"/>
              <a:ext cx="481320" cy="391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20039" y="1274666"/>
                <a:ext cx="54252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14:cNvPr>
              <p14:cNvContentPartPr/>
              <p14:nvPr/>
            </p14:nvContentPartPr>
            <p14:xfrm>
              <a:off x="608759" y="2226506"/>
              <a:ext cx="610920" cy="214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8141" y="2195906"/>
                <a:ext cx="672516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14:cNvPr>
              <p14:cNvContentPartPr/>
              <p14:nvPr/>
            </p14:nvContentPartPr>
            <p14:xfrm>
              <a:off x="1829519" y="2208866"/>
              <a:ext cx="869760" cy="375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8919" y="2178266"/>
                <a:ext cx="93096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14:cNvPr>
              <p14:cNvContentPartPr/>
              <p14:nvPr/>
            </p14:nvContentPartPr>
            <p14:xfrm>
              <a:off x="3179879" y="2054066"/>
              <a:ext cx="1522800" cy="376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48926" y="2023466"/>
                <a:ext cx="1583986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14:cNvPr>
              <p14:cNvContentPartPr/>
              <p14:nvPr/>
            </p14:nvContentPartPr>
            <p14:xfrm>
              <a:off x="5032799" y="2047946"/>
              <a:ext cx="761400" cy="345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01839" y="2017346"/>
                <a:ext cx="8226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14:cNvPr>
              <p14:cNvContentPartPr/>
              <p14:nvPr/>
            </p14:nvContentPartPr>
            <p14:xfrm>
              <a:off x="6305399" y="2017706"/>
              <a:ext cx="1005480" cy="3697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74788" y="1987106"/>
                <a:ext cx="1067062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14:cNvPr>
              <p14:cNvContentPartPr/>
              <p14:nvPr/>
            </p14:nvContentPartPr>
            <p14:xfrm>
              <a:off x="3327839" y="2793866"/>
              <a:ext cx="277560" cy="3434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96919" y="2763269"/>
                <a:ext cx="338681" cy="3495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14:cNvPr>
              <p14:cNvContentPartPr/>
              <p14:nvPr/>
            </p14:nvContentPartPr>
            <p14:xfrm>
              <a:off x="3635999" y="6116666"/>
              <a:ext cx="4308480" cy="117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05399" y="6086066"/>
                <a:ext cx="4369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14:cNvPr>
              <p14:cNvContentPartPr/>
              <p14:nvPr/>
            </p14:nvContentPartPr>
            <p14:xfrm>
              <a:off x="4141439" y="3336386"/>
              <a:ext cx="153720" cy="135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10839" y="3305786"/>
                <a:ext cx="2152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14:cNvPr>
              <p14:cNvContentPartPr/>
              <p14:nvPr/>
            </p14:nvContentPartPr>
            <p14:xfrm>
              <a:off x="4339439" y="4131626"/>
              <a:ext cx="147600" cy="1238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08839" y="4101026"/>
                <a:ext cx="2091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14:cNvPr>
              <p14:cNvContentPartPr/>
              <p14:nvPr/>
            </p14:nvContentPartPr>
            <p14:xfrm>
              <a:off x="5627159" y="3780266"/>
              <a:ext cx="148320" cy="123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96559" y="3749666"/>
                <a:ext cx="2095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14:cNvPr>
              <p14:cNvContentPartPr/>
              <p14:nvPr/>
            </p14:nvContentPartPr>
            <p14:xfrm>
              <a:off x="4893479" y="4847306"/>
              <a:ext cx="160560" cy="159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62879" y="4816706"/>
                <a:ext cx="2221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14:cNvPr>
              <p14:cNvContentPartPr/>
              <p14:nvPr/>
            </p14:nvContentPartPr>
            <p14:xfrm>
              <a:off x="6410159" y="3410186"/>
              <a:ext cx="153720" cy="1299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79559" y="3379586"/>
                <a:ext cx="2152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14:cNvPr>
              <p14:cNvContentPartPr/>
              <p14:nvPr/>
            </p14:nvContentPartPr>
            <p14:xfrm>
              <a:off x="4092119" y="5765306"/>
              <a:ext cx="123120" cy="136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61519" y="5734706"/>
                <a:ext cx="1843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14:cNvPr>
              <p14:cNvContentPartPr/>
              <p14:nvPr/>
            </p14:nvContentPartPr>
            <p14:xfrm>
              <a:off x="5843159" y="4698986"/>
              <a:ext cx="123840" cy="990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12199" y="4668026"/>
                <a:ext cx="1850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14:cNvPr>
              <p14:cNvContentPartPr/>
              <p14:nvPr/>
            </p14:nvContentPartPr>
            <p14:xfrm>
              <a:off x="6761519" y="2682986"/>
              <a:ext cx="1233720" cy="302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30910" y="2652026"/>
                <a:ext cx="1294938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14:cNvPr>
              <p14:cNvContentPartPr/>
              <p14:nvPr/>
            </p14:nvContentPartPr>
            <p14:xfrm>
              <a:off x="5220359" y="4353746"/>
              <a:ext cx="129960" cy="1051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89759" y="4322786"/>
                <a:ext cx="1911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14:cNvPr>
              <p14:cNvContentPartPr/>
              <p14:nvPr/>
            </p14:nvContentPartPr>
            <p14:xfrm>
              <a:off x="6780239" y="4021466"/>
              <a:ext cx="136080" cy="123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49639" y="3990506"/>
                <a:ext cx="1972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14:cNvPr>
              <p14:cNvContentPartPr/>
              <p14:nvPr/>
            </p14:nvContentPartPr>
            <p14:xfrm>
              <a:off x="5460839" y="5691506"/>
              <a:ext cx="129240" cy="154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30239" y="5660546"/>
                <a:ext cx="190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14:cNvPr>
              <p14:cNvContentPartPr/>
              <p14:nvPr/>
            </p14:nvContentPartPr>
            <p14:xfrm>
              <a:off x="6971399" y="5506466"/>
              <a:ext cx="135360" cy="1299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40439" y="5475866"/>
                <a:ext cx="196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14:cNvPr>
              <p14:cNvContentPartPr/>
              <p14:nvPr/>
            </p14:nvContentPartPr>
            <p14:xfrm>
              <a:off x="6995879" y="4643186"/>
              <a:ext cx="123840" cy="129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65279" y="4612586"/>
                <a:ext cx="1850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14:cNvPr>
              <p14:cNvContentPartPr/>
              <p14:nvPr/>
            </p14:nvContentPartPr>
            <p14:xfrm>
              <a:off x="4869719" y="5494226"/>
              <a:ext cx="141480" cy="1299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39119" y="5463266"/>
                <a:ext cx="202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14:cNvPr>
              <p14:cNvContentPartPr/>
              <p14:nvPr/>
            </p14:nvContentPartPr>
            <p14:xfrm>
              <a:off x="6212879" y="5253746"/>
              <a:ext cx="140760" cy="153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82279" y="5223146"/>
                <a:ext cx="2023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14:cNvPr>
              <p14:cNvContentPartPr/>
              <p14:nvPr/>
            </p14:nvContentPartPr>
            <p14:xfrm>
              <a:off x="6225119" y="4168706"/>
              <a:ext cx="123840" cy="123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94519" y="4138106"/>
                <a:ext cx="1850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14:cNvPr>
              <p14:cNvContentPartPr/>
              <p14:nvPr/>
            </p14:nvContentPartPr>
            <p14:xfrm>
              <a:off x="8864639" y="5278226"/>
              <a:ext cx="19692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834039" y="5247626"/>
                <a:ext cx="25848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14:cNvPr>
              <p14:cNvContentPartPr/>
              <p14:nvPr/>
            </p14:nvContentPartPr>
            <p14:xfrm>
              <a:off x="7718039" y="5173466"/>
              <a:ext cx="904680" cy="3812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687079" y="5142866"/>
                <a:ext cx="965880" cy="44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9248191-AED0-013C-54FB-D24F35206463}"/>
              </a:ext>
            </a:extLst>
          </p:cNvPr>
          <p:cNvGrpSpPr/>
          <p:nvPr/>
        </p:nvGrpSpPr>
        <p:grpSpPr>
          <a:xfrm>
            <a:off x="3728519" y="2967026"/>
            <a:ext cx="8347680" cy="3168720"/>
            <a:chOff x="3728519" y="2967026"/>
            <a:chExt cx="8347680" cy="31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6155203-B8C2-65D8-E462-4FD0DE8162BE}"/>
                    </a:ext>
                  </a:extLst>
                </p14:cNvPr>
                <p14:cNvContentPartPr/>
                <p14:nvPr/>
              </p14:nvContentPartPr>
              <p14:xfrm>
                <a:off x="3728519" y="2991146"/>
                <a:ext cx="3002760" cy="3144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6155203-B8C2-65D8-E462-4FD0DE8162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97559" y="2960186"/>
                  <a:ext cx="3063960" cy="32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13DEC7E-15E7-A2D4-15BD-594E1B2CD657}"/>
                    </a:ext>
                  </a:extLst>
                </p14:cNvPr>
                <p14:cNvContentPartPr/>
                <p14:nvPr/>
              </p14:nvContentPartPr>
              <p14:xfrm>
                <a:off x="6804719" y="3028226"/>
                <a:ext cx="2904120" cy="37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13DEC7E-15E7-A2D4-15BD-594E1B2CD6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73759" y="2997296"/>
                  <a:ext cx="2965320" cy="437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456C3DE-BF24-5675-9716-9E46A1F775BD}"/>
                    </a:ext>
                  </a:extLst>
                </p14:cNvPr>
                <p14:cNvContentPartPr/>
                <p14:nvPr/>
              </p14:nvContentPartPr>
              <p14:xfrm>
                <a:off x="10121759" y="2967026"/>
                <a:ext cx="1479600" cy="308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456C3DE-BF24-5675-9716-9E46A1F775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90807" y="2936030"/>
                  <a:ext cx="1540785" cy="369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8DCB3BC-DD8F-E6B1-9603-D15112D19138}"/>
                    </a:ext>
                  </a:extLst>
                </p14:cNvPr>
                <p14:cNvContentPartPr/>
                <p14:nvPr/>
              </p14:nvContentPartPr>
              <p14:xfrm>
                <a:off x="11662919" y="3058826"/>
                <a:ext cx="413280" cy="234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8DCB3BC-DD8F-E6B1-9603-D15112D191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31986" y="3027866"/>
                  <a:ext cx="474427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8316C3C-982B-479E-803A-1EC5552B01B1}"/>
                    </a:ext>
                  </a:extLst>
                </p14:cNvPr>
                <p14:cNvContentPartPr/>
                <p14:nvPr/>
              </p14:nvContentPartPr>
              <p14:xfrm>
                <a:off x="8900999" y="3459506"/>
                <a:ext cx="2904120" cy="4654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8316C3C-982B-479E-803A-1EC5552B01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70039" y="3428546"/>
                  <a:ext cx="29653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AC15D93-33C3-57F8-55A0-5666EE910257}"/>
                    </a:ext>
                  </a:extLst>
                </p14:cNvPr>
                <p14:cNvContentPartPr/>
                <p14:nvPr/>
              </p14:nvContentPartPr>
              <p14:xfrm>
                <a:off x="8987399" y="3971426"/>
                <a:ext cx="937440" cy="280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AC15D93-33C3-57F8-55A0-5666EE9102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56439" y="3940506"/>
                  <a:ext cx="998640" cy="341562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262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14:cNvPr>
              <p14:cNvContentPartPr/>
              <p14:nvPr/>
            </p14:nvContentPartPr>
            <p14:xfrm>
              <a:off x="300599" y="324986"/>
              <a:ext cx="382680" cy="35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610" y="294026"/>
                <a:ext cx="443938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14:cNvPr>
              <p14:cNvContentPartPr/>
              <p14:nvPr/>
            </p14:nvContentPartPr>
            <p14:xfrm>
              <a:off x="911159" y="346226"/>
              <a:ext cx="191520" cy="320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199" y="315231"/>
                <a:ext cx="252720" cy="381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14:cNvPr>
              <p14:cNvContentPartPr/>
              <p14:nvPr/>
            </p14:nvContentPartPr>
            <p14:xfrm>
              <a:off x="1823399" y="252986"/>
              <a:ext cx="1837440" cy="43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439" y="222026"/>
                <a:ext cx="189864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14:cNvPr>
              <p14:cNvContentPartPr/>
              <p14:nvPr/>
            </p14:nvContentPartPr>
            <p14:xfrm>
              <a:off x="4227839" y="229226"/>
              <a:ext cx="1067040" cy="656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96879" y="198266"/>
                <a:ext cx="112824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14:cNvPr>
              <p14:cNvContentPartPr/>
              <p14:nvPr/>
            </p14:nvContentPartPr>
            <p14:xfrm>
              <a:off x="1700279" y="1659506"/>
              <a:ext cx="209880" cy="160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69319" y="1628615"/>
                <a:ext cx="271080" cy="221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14:cNvPr>
              <p14:cNvContentPartPr/>
              <p14:nvPr/>
            </p14:nvContentPartPr>
            <p14:xfrm>
              <a:off x="5658119" y="1586066"/>
              <a:ext cx="474840" cy="191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27182" y="1555048"/>
                <a:ext cx="535994" cy="25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14:cNvPr>
              <p14:cNvContentPartPr/>
              <p14:nvPr/>
            </p14:nvContentPartPr>
            <p14:xfrm>
              <a:off x="3828599" y="1404626"/>
              <a:ext cx="1293480" cy="376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97648" y="1373666"/>
                <a:ext cx="1354663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14:cNvPr>
              <p14:cNvContentPartPr/>
              <p14:nvPr/>
            </p14:nvContentPartPr>
            <p14:xfrm>
              <a:off x="2458439" y="1456826"/>
              <a:ext cx="974520" cy="357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7468" y="1425866"/>
                <a:ext cx="1035743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14:cNvPr>
              <p14:cNvContentPartPr/>
              <p14:nvPr/>
            </p14:nvContentPartPr>
            <p14:xfrm>
              <a:off x="510119" y="1514786"/>
              <a:ext cx="863640" cy="372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146" y="1483826"/>
                <a:ext cx="924866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14:cNvPr>
              <p14:cNvContentPartPr/>
              <p14:nvPr/>
            </p14:nvContentPartPr>
            <p14:xfrm>
              <a:off x="6225119" y="1401026"/>
              <a:ext cx="228600" cy="326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94159" y="1370066"/>
                <a:ext cx="2898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14:cNvPr>
              <p14:cNvContentPartPr/>
              <p14:nvPr/>
            </p14:nvContentPartPr>
            <p14:xfrm>
              <a:off x="6897239" y="1529906"/>
              <a:ext cx="222480" cy="166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66229" y="1498946"/>
                <a:ext cx="283779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14:cNvPr>
              <p14:cNvContentPartPr/>
              <p14:nvPr/>
            </p14:nvContentPartPr>
            <p14:xfrm>
              <a:off x="7446599" y="1492826"/>
              <a:ext cx="905760" cy="3204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5639" y="1461866"/>
                <a:ext cx="9669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14:cNvPr>
              <p14:cNvContentPartPr/>
              <p14:nvPr/>
            </p14:nvContentPartPr>
            <p14:xfrm>
              <a:off x="9407159" y="1303106"/>
              <a:ext cx="1288440" cy="337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76199" y="1272113"/>
                <a:ext cx="1349640" cy="398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14:cNvPr>
              <p14:cNvContentPartPr/>
              <p14:nvPr/>
            </p14:nvContentPartPr>
            <p14:xfrm>
              <a:off x="8450999" y="1305266"/>
              <a:ext cx="481320" cy="391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20039" y="1274306"/>
                <a:ext cx="54252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14:cNvPr>
              <p14:cNvContentPartPr/>
              <p14:nvPr/>
            </p14:nvContentPartPr>
            <p14:xfrm>
              <a:off x="608759" y="2226506"/>
              <a:ext cx="610920" cy="214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7781" y="2195494"/>
                <a:ext cx="672156" cy="276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14:cNvPr>
              <p14:cNvContentPartPr/>
              <p14:nvPr/>
            </p14:nvContentPartPr>
            <p14:xfrm>
              <a:off x="1829519" y="2208866"/>
              <a:ext cx="869760" cy="375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8546" y="2177906"/>
                <a:ext cx="930985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14:cNvPr>
              <p14:cNvContentPartPr/>
              <p14:nvPr/>
            </p14:nvContentPartPr>
            <p14:xfrm>
              <a:off x="3179879" y="2054066"/>
              <a:ext cx="1522800" cy="376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48926" y="2023106"/>
                <a:ext cx="1583986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14:cNvPr>
              <p14:cNvContentPartPr/>
              <p14:nvPr/>
            </p14:nvContentPartPr>
            <p14:xfrm>
              <a:off x="5032799" y="2047946"/>
              <a:ext cx="761400" cy="345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01839" y="2016986"/>
                <a:ext cx="8226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14:cNvPr>
              <p14:cNvContentPartPr/>
              <p14:nvPr/>
            </p14:nvContentPartPr>
            <p14:xfrm>
              <a:off x="6305399" y="2017706"/>
              <a:ext cx="1005480" cy="3697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74428" y="1986716"/>
                <a:ext cx="1066702" cy="430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14:cNvPr>
              <p14:cNvContentPartPr/>
              <p14:nvPr/>
            </p14:nvContentPartPr>
            <p14:xfrm>
              <a:off x="3327839" y="2793866"/>
              <a:ext cx="277560" cy="3434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96919" y="2762909"/>
                <a:ext cx="338681" cy="3495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14:cNvPr>
              <p14:cNvContentPartPr/>
              <p14:nvPr/>
            </p14:nvContentPartPr>
            <p14:xfrm>
              <a:off x="3635999" y="6116666"/>
              <a:ext cx="4308480" cy="117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05039" y="6085706"/>
                <a:ext cx="43696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14:cNvPr>
              <p14:cNvContentPartPr/>
              <p14:nvPr/>
            </p14:nvContentPartPr>
            <p14:xfrm>
              <a:off x="4141439" y="3336386"/>
              <a:ext cx="153720" cy="135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10479" y="3305426"/>
                <a:ext cx="2149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14:cNvPr>
              <p14:cNvContentPartPr/>
              <p14:nvPr/>
            </p14:nvContentPartPr>
            <p14:xfrm>
              <a:off x="4339439" y="4131626"/>
              <a:ext cx="147600" cy="1238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08479" y="4100576"/>
                <a:ext cx="208800" cy="185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14:cNvPr>
              <p14:cNvContentPartPr/>
              <p14:nvPr/>
            </p14:nvContentPartPr>
            <p14:xfrm>
              <a:off x="5627159" y="3780266"/>
              <a:ext cx="148320" cy="123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96199" y="3749306"/>
                <a:ext cx="2095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14:cNvPr>
              <p14:cNvContentPartPr/>
              <p14:nvPr/>
            </p14:nvContentPartPr>
            <p14:xfrm>
              <a:off x="4893479" y="4847306"/>
              <a:ext cx="160560" cy="159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62519" y="4816346"/>
                <a:ext cx="2217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14:cNvPr>
              <p14:cNvContentPartPr/>
              <p14:nvPr/>
            </p14:nvContentPartPr>
            <p14:xfrm>
              <a:off x="6410159" y="3410186"/>
              <a:ext cx="153720" cy="1299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79199" y="3379226"/>
                <a:ext cx="2149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14:cNvPr>
              <p14:cNvContentPartPr/>
              <p14:nvPr/>
            </p14:nvContentPartPr>
            <p14:xfrm>
              <a:off x="4092119" y="5765306"/>
              <a:ext cx="123120" cy="136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61068" y="5734264"/>
                <a:ext cx="184499" cy="197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14:cNvPr>
              <p14:cNvContentPartPr/>
              <p14:nvPr/>
            </p14:nvContentPartPr>
            <p14:xfrm>
              <a:off x="5843159" y="4698986"/>
              <a:ext cx="123840" cy="990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12199" y="4668026"/>
                <a:ext cx="1850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14:cNvPr>
              <p14:cNvContentPartPr/>
              <p14:nvPr/>
            </p14:nvContentPartPr>
            <p14:xfrm>
              <a:off x="6761519" y="2682986"/>
              <a:ext cx="1233720" cy="302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30550" y="2652026"/>
                <a:ext cx="1294938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14:cNvPr>
              <p14:cNvContentPartPr/>
              <p14:nvPr/>
            </p14:nvContentPartPr>
            <p14:xfrm>
              <a:off x="5220359" y="4353746"/>
              <a:ext cx="129960" cy="1051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89313" y="4322786"/>
                <a:ext cx="19133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14:cNvPr>
              <p14:cNvContentPartPr/>
              <p14:nvPr/>
            </p14:nvContentPartPr>
            <p14:xfrm>
              <a:off x="6780239" y="4021466"/>
              <a:ext cx="136080" cy="123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49279" y="3990506"/>
                <a:ext cx="1972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14:cNvPr>
              <p14:cNvContentPartPr/>
              <p14:nvPr/>
            </p14:nvContentPartPr>
            <p14:xfrm>
              <a:off x="5460839" y="5691506"/>
              <a:ext cx="129240" cy="154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29879" y="5660546"/>
                <a:ext cx="1904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14:cNvPr>
              <p14:cNvContentPartPr/>
              <p14:nvPr/>
            </p14:nvContentPartPr>
            <p14:xfrm>
              <a:off x="6971399" y="5506466"/>
              <a:ext cx="135360" cy="1299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40439" y="5475506"/>
                <a:ext cx="196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14:cNvPr>
              <p14:cNvContentPartPr/>
              <p14:nvPr/>
            </p14:nvContentPartPr>
            <p14:xfrm>
              <a:off x="6995879" y="4643186"/>
              <a:ext cx="123840" cy="129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64829" y="4612226"/>
                <a:ext cx="185218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14:cNvPr>
              <p14:cNvContentPartPr/>
              <p14:nvPr/>
            </p14:nvContentPartPr>
            <p14:xfrm>
              <a:off x="4869719" y="5494226"/>
              <a:ext cx="141480" cy="1299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38759" y="5463266"/>
                <a:ext cx="202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14:cNvPr>
              <p14:cNvContentPartPr/>
              <p14:nvPr/>
            </p14:nvContentPartPr>
            <p14:xfrm>
              <a:off x="6212879" y="5253746"/>
              <a:ext cx="140760" cy="153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81919" y="5222859"/>
                <a:ext cx="201960" cy="214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14:cNvPr>
              <p14:cNvContentPartPr/>
              <p14:nvPr/>
            </p14:nvContentPartPr>
            <p14:xfrm>
              <a:off x="6225119" y="4168706"/>
              <a:ext cx="123840" cy="123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94069" y="4137746"/>
                <a:ext cx="185218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14:cNvPr>
              <p14:cNvContentPartPr/>
              <p14:nvPr/>
            </p14:nvContentPartPr>
            <p14:xfrm>
              <a:off x="8864639" y="5278226"/>
              <a:ext cx="19692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833735" y="5247266"/>
                <a:ext cx="258008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14:cNvPr>
              <p14:cNvContentPartPr/>
              <p14:nvPr/>
            </p14:nvContentPartPr>
            <p14:xfrm>
              <a:off x="7718039" y="5173466"/>
              <a:ext cx="904680" cy="3812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687079" y="5142506"/>
                <a:ext cx="96588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6155203-B8C2-65D8-E462-4FD0DE8162BE}"/>
                  </a:ext>
                </a:extLst>
              </p14:cNvPr>
              <p14:cNvContentPartPr/>
              <p14:nvPr/>
            </p14:nvContentPartPr>
            <p14:xfrm>
              <a:off x="3728519" y="2991146"/>
              <a:ext cx="3002760" cy="31446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6155203-B8C2-65D8-E462-4FD0DE8162B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97559" y="2960186"/>
                <a:ext cx="3063960" cy="32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13DEC7E-15E7-A2D4-15BD-594E1B2CD657}"/>
                  </a:ext>
                </a:extLst>
              </p14:cNvPr>
              <p14:cNvContentPartPr/>
              <p14:nvPr/>
            </p14:nvContentPartPr>
            <p14:xfrm>
              <a:off x="6804719" y="3028226"/>
              <a:ext cx="2904120" cy="3762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13DEC7E-15E7-A2D4-15BD-594E1B2CD65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73759" y="2997296"/>
                <a:ext cx="2965320" cy="437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456C3DE-BF24-5675-9716-9E46A1F775BD}"/>
                  </a:ext>
                </a:extLst>
              </p14:cNvPr>
              <p14:cNvContentPartPr/>
              <p14:nvPr/>
            </p14:nvContentPartPr>
            <p14:xfrm>
              <a:off x="10121759" y="2967026"/>
              <a:ext cx="1479600" cy="3081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456C3DE-BF24-5675-9716-9E46A1F775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90807" y="2936030"/>
                <a:ext cx="1540785" cy="369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8DCB3BC-DD8F-E6B1-9603-D15112D19138}"/>
                  </a:ext>
                </a:extLst>
              </p14:cNvPr>
              <p14:cNvContentPartPr/>
              <p14:nvPr/>
            </p14:nvContentPartPr>
            <p14:xfrm>
              <a:off x="11662919" y="3058826"/>
              <a:ext cx="413280" cy="2347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8DCB3BC-DD8F-E6B1-9603-D15112D1913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631986" y="3027866"/>
                <a:ext cx="474427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48316C3C-982B-479E-803A-1EC5552B01B1}"/>
                  </a:ext>
                </a:extLst>
              </p14:cNvPr>
              <p14:cNvContentPartPr/>
              <p14:nvPr/>
            </p14:nvContentPartPr>
            <p14:xfrm>
              <a:off x="8900999" y="3459506"/>
              <a:ext cx="2904120" cy="465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48316C3C-982B-479E-803A-1EC5552B01B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870039" y="3428546"/>
                <a:ext cx="296532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CAC15D93-33C3-57F8-55A0-5666EE910257}"/>
                  </a:ext>
                </a:extLst>
              </p14:cNvPr>
              <p14:cNvContentPartPr/>
              <p14:nvPr/>
            </p14:nvContentPartPr>
            <p14:xfrm>
              <a:off x="8987399" y="3971426"/>
              <a:ext cx="937440" cy="280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CAC15D93-33C3-57F8-55A0-5666EE91025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56439" y="3940506"/>
                <a:ext cx="998640" cy="341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FB7225-167B-7ADA-9880-5E8D4DE6B804}"/>
                  </a:ext>
                </a:extLst>
              </p14:cNvPr>
              <p14:cNvContentPartPr/>
              <p14:nvPr/>
            </p14:nvContentPartPr>
            <p14:xfrm>
              <a:off x="5812199" y="3200666"/>
              <a:ext cx="209880" cy="197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FB7225-167B-7ADA-9880-5E8D4DE6B80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81599" y="3170066"/>
                <a:ext cx="2714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B5B265-3D15-681C-613A-9F61EB8F4C99}"/>
                  </a:ext>
                </a:extLst>
              </p14:cNvPr>
              <p14:cNvContentPartPr/>
              <p14:nvPr/>
            </p14:nvContentPartPr>
            <p14:xfrm>
              <a:off x="6268319" y="3866666"/>
              <a:ext cx="185400" cy="166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B5B265-3D15-681C-613A-9F61EB8F4C9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237719" y="3835706"/>
                <a:ext cx="246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437930-ADEC-06D8-E8C9-C2BF0C97CAD5}"/>
                  </a:ext>
                </a:extLst>
              </p14:cNvPr>
              <p14:cNvContentPartPr/>
              <p14:nvPr/>
            </p14:nvContentPartPr>
            <p14:xfrm>
              <a:off x="5590439" y="4199306"/>
              <a:ext cx="154440" cy="173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437930-ADEC-06D8-E8C9-C2BF0C97CAD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559479" y="4168706"/>
                <a:ext cx="2160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B656ED-960A-4BA5-DDBE-A2FC0D4E43CC}"/>
                  </a:ext>
                </a:extLst>
              </p14:cNvPr>
              <p14:cNvContentPartPr/>
              <p14:nvPr/>
            </p14:nvContentPartPr>
            <p14:xfrm>
              <a:off x="4271039" y="4982306"/>
              <a:ext cx="203760" cy="197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B656ED-960A-4BA5-DDBE-A2FC0D4E43C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240439" y="4951706"/>
                <a:ext cx="2653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1EFAFD-78D7-4364-13C1-8A66264E4ED6}"/>
                  </a:ext>
                </a:extLst>
              </p14:cNvPr>
              <p14:cNvContentPartPr/>
              <p14:nvPr/>
            </p14:nvContentPartPr>
            <p14:xfrm>
              <a:off x="4480559" y="5509706"/>
              <a:ext cx="166680" cy="225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1EFAFD-78D7-4364-13C1-8A66264E4ED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49959" y="5479106"/>
                <a:ext cx="2282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A60DD4-E131-64A7-0495-2DEDC4432FB1}"/>
                  </a:ext>
                </a:extLst>
              </p14:cNvPr>
              <p14:cNvContentPartPr/>
              <p14:nvPr/>
            </p14:nvContentPartPr>
            <p14:xfrm>
              <a:off x="1040399" y="3407666"/>
              <a:ext cx="765000" cy="211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A60DD4-E131-64A7-0495-2DEDC4432FB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09799" y="3377066"/>
                <a:ext cx="8262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68F4C2-E921-F729-0273-0C173240BFC1}"/>
                  </a:ext>
                </a:extLst>
              </p14:cNvPr>
              <p14:cNvContentPartPr/>
              <p14:nvPr/>
            </p14:nvContentPartPr>
            <p14:xfrm>
              <a:off x="491759" y="3428906"/>
              <a:ext cx="172800" cy="265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68F4C2-E921-F729-0273-0C173240BFC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1223" y="3398306"/>
                <a:ext cx="233873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FAF6128-9A89-1394-D567-6AC404CBB5B7}"/>
                  </a:ext>
                </a:extLst>
              </p14:cNvPr>
              <p14:cNvContentPartPr/>
              <p14:nvPr/>
            </p14:nvContentPartPr>
            <p14:xfrm>
              <a:off x="1083599" y="3721946"/>
              <a:ext cx="832680" cy="335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FAF6128-9A89-1394-D567-6AC404CBB5B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52999" y="3691346"/>
                <a:ext cx="8938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08B605-0D13-B0E0-8715-A188ECE33E06}"/>
                  </a:ext>
                </a:extLst>
              </p14:cNvPr>
              <p14:cNvContentPartPr/>
              <p14:nvPr/>
            </p14:nvContentPartPr>
            <p14:xfrm>
              <a:off x="2168639" y="3660386"/>
              <a:ext cx="974520" cy="542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08B605-0D13-B0E0-8715-A188ECE33E0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138039" y="3629786"/>
                <a:ext cx="103572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53CC503-F189-70D8-EBAA-DAB1A2E8D0AE}"/>
                  </a:ext>
                </a:extLst>
              </p14:cNvPr>
              <p14:cNvContentPartPr/>
              <p14:nvPr/>
            </p14:nvContentPartPr>
            <p14:xfrm>
              <a:off x="5152679" y="5118026"/>
              <a:ext cx="185400" cy="148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53CC503-F189-70D8-EBAA-DAB1A2E8D0A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21719" y="5087426"/>
                <a:ext cx="2466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38DDAA5-ABFF-235D-712E-4BCACA6BC7BA}"/>
                  </a:ext>
                </a:extLst>
              </p14:cNvPr>
              <p14:cNvContentPartPr/>
              <p14:nvPr/>
            </p14:nvContentPartPr>
            <p14:xfrm>
              <a:off x="5577839" y="5192186"/>
              <a:ext cx="203760" cy="185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38DDAA5-ABFF-235D-712E-4BCACA6BC7B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547239" y="5161226"/>
                <a:ext cx="265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6A2B69D-5476-05F4-01BB-E4B5E88471F8}"/>
                  </a:ext>
                </a:extLst>
              </p14:cNvPr>
              <p14:cNvContentPartPr/>
              <p14:nvPr/>
            </p14:nvContentPartPr>
            <p14:xfrm>
              <a:off x="5473079" y="4686386"/>
              <a:ext cx="499680" cy="333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6A2B69D-5476-05F4-01BB-E4B5E88471F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42479" y="4655786"/>
                <a:ext cx="5612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A6B627F-9F7B-0986-C5E1-F3459A0FA7F0}"/>
                  </a:ext>
                </a:extLst>
              </p14:cNvPr>
              <p14:cNvContentPartPr/>
              <p14:nvPr/>
            </p14:nvContentPartPr>
            <p14:xfrm>
              <a:off x="6422399" y="4720586"/>
              <a:ext cx="191520" cy="268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A6B627F-9F7B-0986-C5E1-F3459A0FA7F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91799" y="4689986"/>
                <a:ext cx="25272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6B81A01-D6F5-CEFE-AF34-21007E43B55B}"/>
                  </a:ext>
                </a:extLst>
              </p14:cNvPr>
              <p14:cNvContentPartPr/>
              <p14:nvPr/>
            </p14:nvContentPartPr>
            <p14:xfrm>
              <a:off x="5078519" y="4593866"/>
              <a:ext cx="635400" cy="777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6B81A01-D6F5-CEFE-AF34-21007E43B55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63399" y="4578746"/>
                <a:ext cx="666000" cy="8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3F9CFF7-8359-2A3F-6D4B-EFF8EF9C0C1A}"/>
                  </a:ext>
                </a:extLst>
              </p14:cNvPr>
              <p14:cNvContentPartPr/>
              <p14:nvPr/>
            </p14:nvContentPartPr>
            <p14:xfrm>
              <a:off x="5725799" y="4822106"/>
              <a:ext cx="308520" cy="308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3F9CFF7-8359-2A3F-6D4B-EFF8EF9C0C1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710679" y="4806986"/>
                <a:ext cx="3391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61C6E4E-FE15-C159-5464-C215D3DB728E}"/>
                  </a:ext>
                </a:extLst>
              </p14:cNvPr>
              <p14:cNvContentPartPr/>
              <p14:nvPr/>
            </p14:nvContentPartPr>
            <p14:xfrm>
              <a:off x="4381919" y="5401706"/>
              <a:ext cx="394920" cy="450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61C6E4E-FE15-C159-5464-C215D3DB728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366799" y="5386226"/>
                <a:ext cx="42552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75380A0-FB1A-FEE9-9D53-FDE8D4B90888}"/>
                  </a:ext>
                </a:extLst>
              </p14:cNvPr>
              <p14:cNvContentPartPr/>
              <p14:nvPr/>
            </p14:nvContentPartPr>
            <p14:xfrm>
              <a:off x="5485319" y="3743186"/>
              <a:ext cx="1067400" cy="765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75380A0-FB1A-FEE9-9D53-FDE8D4B9088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70194" y="3728066"/>
                <a:ext cx="1097650" cy="79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2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14:cNvPr>
              <p14:cNvContentPartPr/>
              <p14:nvPr/>
            </p14:nvContentPartPr>
            <p14:xfrm>
              <a:off x="300599" y="324986"/>
              <a:ext cx="382680" cy="35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708365-29D7-3D6B-1220-0DC2528844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610" y="294026"/>
                <a:ext cx="443938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14:cNvPr>
              <p14:cNvContentPartPr/>
              <p14:nvPr/>
            </p14:nvContentPartPr>
            <p14:xfrm>
              <a:off x="911159" y="346226"/>
              <a:ext cx="191520" cy="320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2FEFB8-CB75-FB53-512F-1B793A130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199" y="315231"/>
                <a:ext cx="252720" cy="381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14:cNvPr>
              <p14:cNvContentPartPr/>
              <p14:nvPr/>
            </p14:nvContentPartPr>
            <p14:xfrm>
              <a:off x="1823399" y="252986"/>
              <a:ext cx="1837440" cy="43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6C8D9A-8796-B365-B30B-E765954BA9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439" y="222026"/>
                <a:ext cx="189864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14:cNvPr>
              <p14:cNvContentPartPr/>
              <p14:nvPr/>
            </p14:nvContentPartPr>
            <p14:xfrm>
              <a:off x="4227839" y="229226"/>
              <a:ext cx="1067040" cy="656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A66D447-B52A-631C-6E7A-506739FE08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96879" y="198266"/>
                <a:ext cx="112824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14:cNvPr>
              <p14:cNvContentPartPr/>
              <p14:nvPr/>
            </p14:nvContentPartPr>
            <p14:xfrm>
              <a:off x="1700279" y="1659506"/>
              <a:ext cx="209880" cy="160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25F657-242E-47CF-ECC0-AF86D5FE2D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69319" y="1628615"/>
                <a:ext cx="271080" cy="221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14:cNvPr>
              <p14:cNvContentPartPr/>
              <p14:nvPr/>
            </p14:nvContentPartPr>
            <p14:xfrm>
              <a:off x="5658119" y="1586066"/>
              <a:ext cx="474840" cy="191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72ED074-F569-7BDD-D079-3C78C1154A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27182" y="1555048"/>
                <a:ext cx="535994" cy="25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14:cNvPr>
              <p14:cNvContentPartPr/>
              <p14:nvPr/>
            </p14:nvContentPartPr>
            <p14:xfrm>
              <a:off x="3828599" y="1404626"/>
              <a:ext cx="1293480" cy="376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B80494-72DB-6E58-3208-3B994C5333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97648" y="1373666"/>
                <a:ext cx="1354663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14:cNvPr>
              <p14:cNvContentPartPr/>
              <p14:nvPr/>
            </p14:nvContentPartPr>
            <p14:xfrm>
              <a:off x="2458439" y="1456826"/>
              <a:ext cx="974520" cy="357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4D3E5B-92AD-AD03-7EE7-D9CFB1AF6A1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7468" y="1425866"/>
                <a:ext cx="1035743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14:cNvPr>
              <p14:cNvContentPartPr/>
              <p14:nvPr/>
            </p14:nvContentPartPr>
            <p14:xfrm>
              <a:off x="510119" y="1514786"/>
              <a:ext cx="863640" cy="372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FCC1DB-8A25-A699-44C4-BF6BE5383B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146" y="1483826"/>
                <a:ext cx="924866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14:cNvPr>
              <p14:cNvContentPartPr/>
              <p14:nvPr/>
            </p14:nvContentPartPr>
            <p14:xfrm>
              <a:off x="6225119" y="1401026"/>
              <a:ext cx="228600" cy="326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DFB6666-FB68-2204-51B3-F5DE1874E1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94159" y="1370066"/>
                <a:ext cx="2898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14:cNvPr>
              <p14:cNvContentPartPr/>
              <p14:nvPr/>
            </p14:nvContentPartPr>
            <p14:xfrm>
              <a:off x="6897239" y="1529906"/>
              <a:ext cx="222480" cy="166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0AD4A6F-109B-5DCA-8E53-55E4992E4D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66229" y="1498946"/>
                <a:ext cx="283779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14:cNvPr>
              <p14:cNvContentPartPr/>
              <p14:nvPr/>
            </p14:nvContentPartPr>
            <p14:xfrm>
              <a:off x="7446599" y="1492826"/>
              <a:ext cx="905760" cy="3204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C8246FD-793C-5F30-4565-8BC6690D2C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5639" y="1461866"/>
                <a:ext cx="9669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14:cNvPr>
              <p14:cNvContentPartPr/>
              <p14:nvPr/>
            </p14:nvContentPartPr>
            <p14:xfrm>
              <a:off x="9407159" y="1303106"/>
              <a:ext cx="1288440" cy="337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5CB294-037F-8F26-27E5-C767CE8461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76199" y="1272113"/>
                <a:ext cx="1349640" cy="398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14:cNvPr>
              <p14:cNvContentPartPr/>
              <p14:nvPr/>
            </p14:nvContentPartPr>
            <p14:xfrm>
              <a:off x="8450999" y="1305266"/>
              <a:ext cx="481320" cy="391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B1182B-CC71-41D8-22CF-D37491859AD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20039" y="1274306"/>
                <a:ext cx="54252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14:cNvPr>
              <p14:cNvContentPartPr/>
              <p14:nvPr/>
            </p14:nvContentPartPr>
            <p14:xfrm>
              <a:off x="608759" y="2226506"/>
              <a:ext cx="610920" cy="214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08BC69C-5D6F-B039-03DA-1FDC1A4CF0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7781" y="2195494"/>
                <a:ext cx="672156" cy="276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14:cNvPr>
              <p14:cNvContentPartPr/>
              <p14:nvPr/>
            </p14:nvContentPartPr>
            <p14:xfrm>
              <a:off x="1829519" y="2208866"/>
              <a:ext cx="869760" cy="375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C4030A-0295-CAF2-707E-D2108C5F27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8546" y="2177906"/>
                <a:ext cx="930985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14:cNvPr>
              <p14:cNvContentPartPr/>
              <p14:nvPr/>
            </p14:nvContentPartPr>
            <p14:xfrm>
              <a:off x="3179879" y="2054066"/>
              <a:ext cx="1522800" cy="376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19D3C99-CD61-7BC4-B4F8-62A507361F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48926" y="2023106"/>
                <a:ext cx="1583986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14:cNvPr>
              <p14:cNvContentPartPr/>
              <p14:nvPr/>
            </p14:nvContentPartPr>
            <p14:xfrm>
              <a:off x="5032799" y="2047946"/>
              <a:ext cx="761400" cy="345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BD319A1-9D3C-73E5-88EE-7CDBF81B23F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01839" y="2016986"/>
                <a:ext cx="8226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14:cNvPr>
              <p14:cNvContentPartPr/>
              <p14:nvPr/>
            </p14:nvContentPartPr>
            <p14:xfrm>
              <a:off x="6305399" y="2017706"/>
              <a:ext cx="1005480" cy="3697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4AEEA13-259D-CA3F-8F16-BC313497A2D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74428" y="1986716"/>
                <a:ext cx="1066702" cy="430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14:cNvPr>
              <p14:cNvContentPartPr/>
              <p14:nvPr/>
            </p14:nvContentPartPr>
            <p14:xfrm>
              <a:off x="3327839" y="2793866"/>
              <a:ext cx="277560" cy="3434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6291C59-3C00-A0CB-53E3-ADC043D5F0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96919" y="2762909"/>
                <a:ext cx="338681" cy="3495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14:cNvPr>
              <p14:cNvContentPartPr/>
              <p14:nvPr/>
            </p14:nvContentPartPr>
            <p14:xfrm>
              <a:off x="3635999" y="6116666"/>
              <a:ext cx="4308480" cy="117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39D2B-BF0C-C600-FF9D-5538353E06A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05039" y="6085706"/>
                <a:ext cx="43696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14:cNvPr>
              <p14:cNvContentPartPr/>
              <p14:nvPr/>
            </p14:nvContentPartPr>
            <p14:xfrm>
              <a:off x="4141439" y="3336386"/>
              <a:ext cx="153720" cy="135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14B8AB-C970-EC37-AAA0-74DEC120F6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10479" y="3305426"/>
                <a:ext cx="2149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14:cNvPr>
              <p14:cNvContentPartPr/>
              <p14:nvPr/>
            </p14:nvContentPartPr>
            <p14:xfrm>
              <a:off x="4339439" y="4131626"/>
              <a:ext cx="147600" cy="1238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09599A1-D3D2-77BF-89AE-75B04F786D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08479" y="4100576"/>
                <a:ext cx="208800" cy="185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14:cNvPr>
              <p14:cNvContentPartPr/>
              <p14:nvPr/>
            </p14:nvContentPartPr>
            <p14:xfrm>
              <a:off x="5627159" y="3780266"/>
              <a:ext cx="148320" cy="123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6CF9965-CCC2-0E42-9D79-3E2A38BE527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96199" y="3749306"/>
                <a:ext cx="2095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14:cNvPr>
              <p14:cNvContentPartPr/>
              <p14:nvPr/>
            </p14:nvContentPartPr>
            <p14:xfrm>
              <a:off x="4893479" y="4847306"/>
              <a:ext cx="160560" cy="159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BCF7A5B-C2FC-DF1E-302A-5AB9B36034D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62519" y="4816346"/>
                <a:ext cx="2217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14:cNvPr>
              <p14:cNvContentPartPr/>
              <p14:nvPr/>
            </p14:nvContentPartPr>
            <p14:xfrm>
              <a:off x="6410159" y="3410186"/>
              <a:ext cx="153720" cy="1299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524A2BC-5451-F984-15CB-4E88997600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79199" y="3379226"/>
                <a:ext cx="2149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14:cNvPr>
              <p14:cNvContentPartPr/>
              <p14:nvPr/>
            </p14:nvContentPartPr>
            <p14:xfrm>
              <a:off x="4092119" y="5765306"/>
              <a:ext cx="123120" cy="136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CE6E89C-AAD1-FC54-EB46-722EA9DA0E5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61068" y="5734264"/>
                <a:ext cx="184499" cy="197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14:cNvPr>
              <p14:cNvContentPartPr/>
              <p14:nvPr/>
            </p14:nvContentPartPr>
            <p14:xfrm>
              <a:off x="5843159" y="4698986"/>
              <a:ext cx="123840" cy="990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ADFB506-FC0B-811C-1F80-3BAA8708C57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12199" y="4668026"/>
                <a:ext cx="1850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14:cNvPr>
              <p14:cNvContentPartPr/>
              <p14:nvPr/>
            </p14:nvContentPartPr>
            <p14:xfrm>
              <a:off x="6761519" y="2682986"/>
              <a:ext cx="1233720" cy="302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013E4D7-A922-1B21-5AD7-79360A7E55B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30550" y="2652026"/>
                <a:ext cx="1294938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14:cNvPr>
              <p14:cNvContentPartPr/>
              <p14:nvPr/>
            </p14:nvContentPartPr>
            <p14:xfrm>
              <a:off x="5220359" y="4353746"/>
              <a:ext cx="129960" cy="1051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4A89FDA-289C-EE1E-02EE-A435291B612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89313" y="4322786"/>
                <a:ext cx="19133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14:cNvPr>
              <p14:cNvContentPartPr/>
              <p14:nvPr/>
            </p14:nvContentPartPr>
            <p14:xfrm>
              <a:off x="6780239" y="4021466"/>
              <a:ext cx="136080" cy="123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10AE672-8DAD-B646-6A78-049C8EC2B8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49279" y="3990506"/>
                <a:ext cx="1972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14:cNvPr>
              <p14:cNvContentPartPr/>
              <p14:nvPr/>
            </p14:nvContentPartPr>
            <p14:xfrm>
              <a:off x="5460839" y="5691506"/>
              <a:ext cx="129240" cy="154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D5DC790-E7F3-A34B-AD94-46B7E27B18F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29879" y="5660546"/>
                <a:ext cx="1904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14:cNvPr>
              <p14:cNvContentPartPr/>
              <p14:nvPr/>
            </p14:nvContentPartPr>
            <p14:xfrm>
              <a:off x="6971399" y="5506466"/>
              <a:ext cx="135360" cy="1299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F51201C-CD9F-CA21-962C-D5CD2BF3C96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40439" y="5475506"/>
                <a:ext cx="196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14:cNvPr>
              <p14:cNvContentPartPr/>
              <p14:nvPr/>
            </p14:nvContentPartPr>
            <p14:xfrm>
              <a:off x="6995879" y="4643186"/>
              <a:ext cx="123840" cy="129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41FFABD-EAB8-ACE5-B5C3-C5C065A2996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64829" y="4612226"/>
                <a:ext cx="185218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14:cNvPr>
              <p14:cNvContentPartPr/>
              <p14:nvPr/>
            </p14:nvContentPartPr>
            <p14:xfrm>
              <a:off x="4869719" y="5494226"/>
              <a:ext cx="141480" cy="1299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F780E50-DC5C-2329-09AA-A6AABFEDE24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38759" y="5463266"/>
                <a:ext cx="202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14:cNvPr>
              <p14:cNvContentPartPr/>
              <p14:nvPr/>
            </p14:nvContentPartPr>
            <p14:xfrm>
              <a:off x="6212879" y="5253746"/>
              <a:ext cx="140760" cy="153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C5A6CE0-0A00-2344-AE71-87480789740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81919" y="5222859"/>
                <a:ext cx="201960" cy="214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14:cNvPr>
              <p14:cNvContentPartPr/>
              <p14:nvPr/>
            </p14:nvContentPartPr>
            <p14:xfrm>
              <a:off x="6225119" y="4168706"/>
              <a:ext cx="123840" cy="123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7B73FDE-E5A8-6682-C901-2B554CB3EF8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94069" y="4137746"/>
                <a:ext cx="185218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14:cNvPr>
              <p14:cNvContentPartPr/>
              <p14:nvPr/>
            </p14:nvContentPartPr>
            <p14:xfrm>
              <a:off x="8864639" y="5278226"/>
              <a:ext cx="196920" cy="265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B65615C-7BED-B7CE-6125-4DD3C26AFE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833735" y="5247266"/>
                <a:ext cx="258008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14:cNvPr>
              <p14:cNvContentPartPr/>
              <p14:nvPr/>
            </p14:nvContentPartPr>
            <p14:xfrm>
              <a:off x="7718039" y="5173466"/>
              <a:ext cx="904680" cy="3812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73383EF-8DA0-3A6C-6B61-496ED05E059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687079" y="5142506"/>
                <a:ext cx="96588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FB7225-167B-7ADA-9880-5E8D4DE6B804}"/>
                  </a:ext>
                </a:extLst>
              </p14:cNvPr>
              <p14:cNvContentPartPr/>
              <p14:nvPr/>
            </p14:nvContentPartPr>
            <p14:xfrm>
              <a:off x="5812199" y="3200666"/>
              <a:ext cx="209880" cy="197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FB7225-167B-7ADA-9880-5E8D4DE6B80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81239" y="3169706"/>
                <a:ext cx="271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B5B265-3D15-681C-613A-9F61EB8F4C99}"/>
                  </a:ext>
                </a:extLst>
              </p14:cNvPr>
              <p14:cNvContentPartPr/>
              <p14:nvPr/>
            </p14:nvContentPartPr>
            <p14:xfrm>
              <a:off x="6268319" y="3866666"/>
              <a:ext cx="185400" cy="166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B5B265-3D15-681C-613A-9F61EB8F4C9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37359" y="3835773"/>
                <a:ext cx="246600" cy="227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437930-ADEC-06D8-E8C9-C2BF0C97CAD5}"/>
                  </a:ext>
                </a:extLst>
              </p14:cNvPr>
              <p14:cNvContentPartPr/>
              <p14:nvPr/>
            </p14:nvContentPartPr>
            <p14:xfrm>
              <a:off x="5590439" y="4199306"/>
              <a:ext cx="154440" cy="173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437930-ADEC-06D8-E8C9-C2BF0C97CAD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559479" y="4168281"/>
                <a:ext cx="215640" cy="234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1B656ED-960A-4BA5-DDBE-A2FC0D4E43CC}"/>
                  </a:ext>
                </a:extLst>
              </p14:cNvPr>
              <p14:cNvContentPartPr/>
              <p14:nvPr/>
            </p14:nvContentPartPr>
            <p14:xfrm>
              <a:off x="4271039" y="4982306"/>
              <a:ext cx="203760" cy="197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1B656ED-960A-4BA5-DDBE-A2FC0D4E43C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40079" y="4951346"/>
                <a:ext cx="2649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1EFAFD-78D7-4364-13C1-8A66264E4ED6}"/>
                  </a:ext>
                </a:extLst>
              </p14:cNvPr>
              <p14:cNvContentPartPr/>
              <p14:nvPr/>
            </p14:nvContentPartPr>
            <p14:xfrm>
              <a:off x="4480559" y="5509706"/>
              <a:ext cx="166680" cy="225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1EFAFD-78D7-4364-13C1-8A66264E4ED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449599" y="5478746"/>
                <a:ext cx="2278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A60DD4-E131-64A7-0495-2DEDC4432FB1}"/>
                  </a:ext>
                </a:extLst>
              </p14:cNvPr>
              <p14:cNvContentPartPr/>
              <p14:nvPr/>
            </p14:nvContentPartPr>
            <p14:xfrm>
              <a:off x="1040399" y="3407666"/>
              <a:ext cx="765000" cy="211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A60DD4-E131-64A7-0495-2DEDC4432FB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9424" y="3376706"/>
                <a:ext cx="826229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68F4C2-E921-F729-0273-0C173240BFC1}"/>
                  </a:ext>
                </a:extLst>
              </p14:cNvPr>
              <p14:cNvContentPartPr/>
              <p14:nvPr/>
            </p14:nvContentPartPr>
            <p14:xfrm>
              <a:off x="491759" y="3428906"/>
              <a:ext cx="172800" cy="265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68F4C2-E921-F729-0273-0C173240BFC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60799" y="3397988"/>
                <a:ext cx="234000" cy="326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FAF6128-9A89-1394-D567-6AC404CBB5B7}"/>
                  </a:ext>
                </a:extLst>
              </p14:cNvPr>
              <p14:cNvContentPartPr/>
              <p14:nvPr/>
            </p14:nvContentPartPr>
            <p14:xfrm>
              <a:off x="1083599" y="3721946"/>
              <a:ext cx="832680" cy="335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FAF6128-9A89-1394-D567-6AC404CBB5B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52626" y="3690986"/>
                <a:ext cx="893906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08B605-0D13-B0E0-8715-A188ECE33E06}"/>
                  </a:ext>
                </a:extLst>
              </p14:cNvPr>
              <p14:cNvContentPartPr/>
              <p14:nvPr/>
            </p14:nvContentPartPr>
            <p14:xfrm>
              <a:off x="2168639" y="3660386"/>
              <a:ext cx="974520" cy="542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08B605-0D13-B0E0-8715-A188ECE33E0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37668" y="3629426"/>
                <a:ext cx="1035743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53CC503-F189-70D8-EBAA-DAB1A2E8D0AE}"/>
                  </a:ext>
                </a:extLst>
              </p14:cNvPr>
              <p14:cNvContentPartPr/>
              <p14:nvPr/>
            </p14:nvContentPartPr>
            <p14:xfrm>
              <a:off x="5152679" y="5118026"/>
              <a:ext cx="185400" cy="148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53CC503-F189-70D8-EBAA-DAB1A2E8D0A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121719" y="5087066"/>
                <a:ext cx="2466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38DDAA5-ABFF-235D-712E-4BCACA6BC7BA}"/>
                  </a:ext>
                </a:extLst>
              </p14:cNvPr>
              <p14:cNvContentPartPr/>
              <p14:nvPr/>
            </p14:nvContentPartPr>
            <p14:xfrm>
              <a:off x="5577839" y="5192186"/>
              <a:ext cx="203760" cy="185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38DDAA5-ABFF-235D-712E-4BCACA6BC7B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546879" y="5161226"/>
                <a:ext cx="2649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6A2B69D-5476-05F4-01BB-E4B5E88471F8}"/>
                  </a:ext>
                </a:extLst>
              </p14:cNvPr>
              <p14:cNvContentPartPr/>
              <p14:nvPr/>
            </p14:nvContentPartPr>
            <p14:xfrm>
              <a:off x="5473079" y="4686386"/>
              <a:ext cx="499680" cy="333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6A2B69D-5476-05F4-01BB-E4B5E88471F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42119" y="4655426"/>
                <a:ext cx="5608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A6B627F-9F7B-0986-C5E1-F3459A0FA7F0}"/>
                  </a:ext>
                </a:extLst>
              </p14:cNvPr>
              <p14:cNvContentPartPr/>
              <p14:nvPr/>
            </p14:nvContentPartPr>
            <p14:xfrm>
              <a:off x="6422399" y="4720586"/>
              <a:ext cx="191520" cy="268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A6B627F-9F7B-0986-C5E1-F3459A0FA7F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391439" y="4689626"/>
                <a:ext cx="25272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874AFE-9CA7-7433-85EB-F75AD85A2DD9}"/>
                  </a:ext>
                </a:extLst>
              </p14:cNvPr>
              <p14:cNvContentPartPr/>
              <p14:nvPr/>
            </p14:nvContentPartPr>
            <p14:xfrm>
              <a:off x="4252319" y="5968706"/>
              <a:ext cx="216000" cy="228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874AFE-9CA7-7433-85EB-F75AD85A2DD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37199" y="5953586"/>
                <a:ext cx="2466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BEFF0D1-2051-BB30-49AA-32040FE7C8D9}"/>
                  </a:ext>
                </a:extLst>
              </p14:cNvPr>
              <p14:cNvContentPartPr/>
              <p14:nvPr/>
            </p14:nvContentPartPr>
            <p14:xfrm>
              <a:off x="4646879" y="5130266"/>
              <a:ext cx="543240" cy="640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BEFF0D1-2051-BB30-49AA-32040FE7C8D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31749" y="5115146"/>
                <a:ext cx="57386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A15B257-19D4-26A1-BEAA-2A0B9C9D510B}"/>
                  </a:ext>
                </a:extLst>
              </p14:cNvPr>
              <p14:cNvContentPartPr/>
              <p14:nvPr/>
            </p14:nvContentPartPr>
            <p14:xfrm>
              <a:off x="5275799" y="4754426"/>
              <a:ext cx="191520" cy="222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A15B257-19D4-26A1-BEAA-2A0B9C9D510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60679" y="4738946"/>
                <a:ext cx="2221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FCE4A0B-C306-4F1E-F963-9B0321762056}"/>
                  </a:ext>
                </a:extLst>
              </p14:cNvPr>
              <p14:cNvContentPartPr/>
              <p14:nvPr/>
            </p14:nvContentPartPr>
            <p14:xfrm>
              <a:off x="5744519" y="4255106"/>
              <a:ext cx="265320" cy="271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FCE4A0B-C306-4F1E-F963-9B032176205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29039" y="4239626"/>
                <a:ext cx="2959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8E4BFF1-BAFA-73F2-0347-625D6EB71845}"/>
                  </a:ext>
                </a:extLst>
              </p14:cNvPr>
              <p14:cNvContentPartPr/>
              <p14:nvPr/>
            </p14:nvContentPartPr>
            <p14:xfrm>
              <a:off x="6453359" y="3699986"/>
              <a:ext cx="240840" cy="228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8E4BFF1-BAFA-73F2-0347-625D6EB7184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38239" y="3684866"/>
                <a:ext cx="2714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D1D997A-DAA6-A5AC-6E25-F8347F1B39A5}"/>
                  </a:ext>
                </a:extLst>
              </p14:cNvPr>
              <p14:cNvContentPartPr/>
              <p14:nvPr/>
            </p14:nvContentPartPr>
            <p14:xfrm>
              <a:off x="7001999" y="3269066"/>
              <a:ext cx="243360" cy="227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D1D997A-DAA6-A5AC-6E25-F8347F1B39A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986879" y="3253946"/>
                <a:ext cx="2739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764A8F0-D190-95FA-B3AD-3E3F7F72843E}"/>
                  </a:ext>
                </a:extLst>
              </p14:cNvPr>
              <p14:cNvContentPartPr/>
              <p14:nvPr/>
            </p14:nvContentPartPr>
            <p14:xfrm>
              <a:off x="7347239" y="3318386"/>
              <a:ext cx="1548000" cy="295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764A8F0-D190-95FA-B3AD-3E3F7F72843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332115" y="3303248"/>
                <a:ext cx="1578607" cy="326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3E3108E-C9F2-14E5-2A41-0EC00A7249ED}"/>
                  </a:ext>
                </a:extLst>
              </p14:cNvPr>
              <p14:cNvContentPartPr/>
              <p14:nvPr/>
            </p14:nvContentPartPr>
            <p14:xfrm>
              <a:off x="9529919" y="3228746"/>
              <a:ext cx="770760" cy="2977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3E3108E-C9F2-14E5-2A41-0EC00A7249E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14446" y="3213626"/>
                <a:ext cx="800986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355F3FA-39F9-FB3C-42BE-6C6B735B28C6}"/>
                  </a:ext>
                </a:extLst>
              </p14:cNvPr>
              <p14:cNvContentPartPr/>
              <p14:nvPr/>
            </p14:nvContentPartPr>
            <p14:xfrm>
              <a:off x="8858519" y="3397946"/>
              <a:ext cx="319320" cy="185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355F3FA-39F9-FB3C-42BE-6C6B735B28C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43056" y="3382826"/>
                <a:ext cx="349526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86F88BA-4225-C26F-0141-4DDA7DAEE72E}"/>
                  </a:ext>
                </a:extLst>
              </p14:cNvPr>
              <p14:cNvContentPartPr/>
              <p14:nvPr/>
            </p14:nvContentPartPr>
            <p14:xfrm>
              <a:off x="10355759" y="3195266"/>
              <a:ext cx="986040" cy="313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86F88BA-4225-C26F-0141-4DDA7DAEE72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40639" y="3180146"/>
                <a:ext cx="10166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9080C7B-4A78-9B01-C4C1-D1DA4879736C}"/>
                  </a:ext>
                </a:extLst>
              </p14:cNvPr>
              <p14:cNvContentPartPr/>
              <p14:nvPr/>
            </p14:nvContentPartPr>
            <p14:xfrm>
              <a:off x="9498959" y="3854066"/>
              <a:ext cx="271800" cy="165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9080C7B-4A78-9B01-C4C1-D1DA4879736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483839" y="3838946"/>
                <a:ext cx="302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5B553DA-967B-123A-8534-44A262116026}"/>
                  </a:ext>
                </a:extLst>
              </p14:cNvPr>
              <p14:cNvContentPartPr/>
              <p14:nvPr/>
            </p14:nvContentPartPr>
            <p14:xfrm>
              <a:off x="8290439" y="3694586"/>
              <a:ext cx="851400" cy="3661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5B553DA-967B-123A-8534-44A26211602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275313" y="3679466"/>
                <a:ext cx="882013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79471E9-A6A6-0517-4FC2-9740964AD145}"/>
                  </a:ext>
                </a:extLst>
              </p14:cNvPr>
              <p14:cNvContentPartPr/>
              <p14:nvPr/>
            </p14:nvContentPartPr>
            <p14:xfrm>
              <a:off x="9974159" y="3817346"/>
              <a:ext cx="153000" cy="1915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79471E9-A6A6-0517-4FC2-9740964AD14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59039" y="3801866"/>
                <a:ext cx="183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E5C8BF3-9158-34C7-3903-BD0DF2E0216A}"/>
                  </a:ext>
                </a:extLst>
              </p14:cNvPr>
              <p14:cNvContentPartPr/>
              <p14:nvPr/>
            </p14:nvContentPartPr>
            <p14:xfrm>
              <a:off x="10195559" y="3832826"/>
              <a:ext cx="6480" cy="1537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E5C8BF3-9158-34C7-3903-BD0DF2E0216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180439" y="3817706"/>
                <a:ext cx="370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9571E58-71A5-3B18-63FA-5F373581C294}"/>
                  </a:ext>
                </a:extLst>
              </p14:cNvPr>
              <p14:cNvContentPartPr/>
              <p14:nvPr/>
            </p14:nvContentPartPr>
            <p14:xfrm>
              <a:off x="10232639" y="3721946"/>
              <a:ext cx="360" cy="338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9571E58-71A5-3B18-63FA-5F373581C29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17159" y="3706826"/>
                <a:ext cx="309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8EA449E-E9A2-DF16-8624-FDDB80FAC75F}"/>
                  </a:ext>
                </a:extLst>
              </p14:cNvPr>
              <p14:cNvContentPartPr/>
              <p14:nvPr/>
            </p14:nvContentPartPr>
            <p14:xfrm>
              <a:off x="10300319" y="3857666"/>
              <a:ext cx="345600" cy="1749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8EA449E-E9A2-DF16-8624-FDDB80FAC75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285199" y="3842546"/>
                <a:ext cx="376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604F3AF-8AEC-1A74-3721-7946FEC7B527}"/>
                  </a:ext>
                </a:extLst>
              </p14:cNvPr>
              <p14:cNvContentPartPr/>
              <p14:nvPr/>
            </p14:nvContentPartPr>
            <p14:xfrm>
              <a:off x="10670399" y="3836426"/>
              <a:ext cx="188640" cy="311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604F3AF-8AEC-1A74-3721-7946FEC7B52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654919" y="3821306"/>
                <a:ext cx="2192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9EF0C82-DC07-4C4A-496F-BD7AA937ACA6}"/>
                  </a:ext>
                </a:extLst>
              </p14:cNvPr>
              <p14:cNvContentPartPr/>
              <p14:nvPr/>
            </p14:nvContentPartPr>
            <p14:xfrm>
              <a:off x="10941479" y="3676226"/>
              <a:ext cx="43560" cy="263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9EF0C82-DC07-4C4A-496F-BD7AA937ACA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926359" y="3660746"/>
                <a:ext cx="741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40C5C82-4545-0C02-C945-0E0220AE226C}"/>
                  </a:ext>
                </a:extLst>
              </p14:cNvPr>
              <p14:cNvContentPartPr/>
              <p14:nvPr/>
            </p14:nvContentPartPr>
            <p14:xfrm>
              <a:off x="10996919" y="3787106"/>
              <a:ext cx="240840" cy="159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40C5C82-4545-0C02-C945-0E0220AE226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981799" y="3771986"/>
                <a:ext cx="2714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9DC7B1B-2784-AF15-2D75-1EB305C87C35}"/>
                  </a:ext>
                </a:extLst>
              </p14:cNvPr>
              <p14:cNvContentPartPr/>
              <p14:nvPr/>
            </p14:nvContentPartPr>
            <p14:xfrm>
              <a:off x="8512559" y="4242506"/>
              <a:ext cx="296280" cy="2217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9DC7B1B-2784-AF15-2D75-1EB305C87C3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97439" y="4227386"/>
                <a:ext cx="3268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6F13842-A42E-063C-3E81-66BE65932BC1}"/>
                  </a:ext>
                </a:extLst>
              </p14:cNvPr>
              <p14:cNvContentPartPr/>
              <p14:nvPr/>
            </p14:nvContentPartPr>
            <p14:xfrm>
              <a:off x="8863919" y="4297946"/>
              <a:ext cx="179280" cy="142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6F13842-A42E-063C-3E81-66BE65932BC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848799" y="4282826"/>
                <a:ext cx="2095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1CD4B51-B92A-2A81-E26E-3DBD53E50FD0}"/>
                  </a:ext>
                </a:extLst>
              </p14:cNvPr>
              <p14:cNvContentPartPr/>
              <p14:nvPr/>
            </p14:nvContentPartPr>
            <p14:xfrm>
              <a:off x="9073439" y="4153586"/>
              <a:ext cx="290160" cy="280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1CD4B51-B92A-2A81-E26E-3DBD53E50FD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58319" y="4138466"/>
                <a:ext cx="3207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134DE8D-C6E9-9973-4DBD-4561F3EF5096}"/>
                  </a:ext>
                </a:extLst>
              </p14:cNvPr>
              <p14:cNvContentPartPr/>
              <p14:nvPr/>
            </p14:nvContentPartPr>
            <p14:xfrm>
              <a:off x="9369359" y="4261226"/>
              <a:ext cx="259200" cy="1591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134DE8D-C6E9-9973-4DBD-4561F3EF509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354239" y="4245746"/>
                <a:ext cx="289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A40557D-94A6-230F-AD6B-58417B2C24BD}"/>
                  </a:ext>
                </a:extLst>
              </p14:cNvPr>
              <p14:cNvContentPartPr/>
              <p14:nvPr/>
            </p14:nvContentPartPr>
            <p14:xfrm>
              <a:off x="9646919" y="4147466"/>
              <a:ext cx="43560" cy="279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A40557D-94A6-230F-AD6B-58417B2C24B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631799" y="4131986"/>
                <a:ext cx="741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4523245-8B3E-35F1-2538-661107C2F704}"/>
                  </a:ext>
                </a:extLst>
              </p14:cNvPr>
              <p14:cNvContentPartPr/>
              <p14:nvPr/>
            </p14:nvContentPartPr>
            <p14:xfrm>
              <a:off x="5744519" y="4600346"/>
              <a:ext cx="302400" cy="2836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4523245-8B3E-35F1-2538-661107C2F70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29039" y="4584886"/>
                <a:ext cx="333000" cy="313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F182C95-3B4D-2954-0D5C-DC68E8D6B0EB}"/>
                  </a:ext>
                </a:extLst>
              </p14:cNvPr>
              <p14:cNvContentPartPr/>
              <p14:nvPr/>
            </p14:nvContentPartPr>
            <p14:xfrm>
              <a:off x="5109479" y="4180946"/>
              <a:ext cx="351720" cy="432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F182C95-3B4D-2954-0D5C-DC68E8D6B0E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093999" y="4165826"/>
                <a:ext cx="382320" cy="46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856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9674CA8-74D8-4886-239C-DEA12B10564D}"/>
                  </a:ext>
                </a:extLst>
              </p14:cNvPr>
              <p14:cNvContentPartPr/>
              <p14:nvPr/>
            </p14:nvContentPartPr>
            <p14:xfrm>
              <a:off x="242383" y="272753"/>
              <a:ext cx="207720" cy="434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9674CA8-74D8-4886-239C-DEA12B1056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423" y="241793"/>
                <a:ext cx="26892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B58FF37-0DE6-9AD1-7CD0-1176D84E68EF}"/>
                  </a:ext>
                </a:extLst>
              </p14:cNvPr>
              <p14:cNvContentPartPr/>
              <p14:nvPr/>
            </p14:nvContentPartPr>
            <p14:xfrm>
              <a:off x="557023" y="662633"/>
              <a:ext cx="6480" cy="12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B58FF37-0DE6-9AD1-7CD0-1176D84E6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692" y="631673"/>
                <a:ext cx="64459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301E5D1-7DD9-2C49-CFF7-4A34F650014B}"/>
                  </a:ext>
                </a:extLst>
              </p14:cNvPr>
              <p14:cNvContentPartPr/>
              <p14:nvPr/>
            </p14:nvContentPartPr>
            <p14:xfrm>
              <a:off x="797143" y="285353"/>
              <a:ext cx="231480" cy="408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301E5D1-7DD9-2C49-CFF7-4A34F65001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6183" y="254393"/>
                <a:ext cx="29268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171F758-0936-59A2-0BFA-6D2F0CE0232E}"/>
                  </a:ext>
                </a:extLst>
              </p14:cNvPr>
              <p14:cNvContentPartPr/>
              <p14:nvPr/>
            </p14:nvContentPartPr>
            <p14:xfrm>
              <a:off x="4033543" y="247553"/>
              <a:ext cx="1150920" cy="631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171F758-0936-59A2-0BFA-6D2F0CE023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2583" y="216593"/>
                <a:ext cx="121212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763D598-A68D-8B20-2416-F579B28C9B5A}"/>
                  </a:ext>
                </a:extLst>
              </p14:cNvPr>
              <p14:cNvContentPartPr/>
              <p14:nvPr/>
            </p14:nvContentPartPr>
            <p14:xfrm>
              <a:off x="1625503" y="314153"/>
              <a:ext cx="1830240" cy="4305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763D598-A68D-8B20-2416-F579B28C9B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4537" y="283193"/>
                <a:ext cx="1891452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D0A1862-2223-A857-FFC5-DB46E69CB8CF}"/>
                  </a:ext>
                </a:extLst>
              </p14:cNvPr>
              <p14:cNvContentPartPr/>
              <p14:nvPr/>
            </p14:nvContentPartPr>
            <p14:xfrm>
              <a:off x="1543783" y="1618073"/>
              <a:ext cx="8475480" cy="7866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D0A1862-2223-A857-FFC5-DB46E69CB8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2823" y="1587099"/>
                <a:ext cx="8536680" cy="847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3DF3E7C-C777-CB8C-4E08-DFC9F372C515}"/>
                  </a:ext>
                </a:extLst>
              </p14:cNvPr>
              <p14:cNvContentPartPr/>
              <p14:nvPr/>
            </p14:nvContentPartPr>
            <p14:xfrm>
              <a:off x="1543783" y="1700153"/>
              <a:ext cx="8620200" cy="10062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3DF3E7C-C777-CB8C-4E08-DFC9F372C5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2822" y="1669193"/>
                <a:ext cx="8681403" cy="10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E32603E-C84A-7F93-C984-E8D857BAAE2C}"/>
                  </a:ext>
                </a:extLst>
              </p14:cNvPr>
              <p14:cNvContentPartPr/>
              <p14:nvPr/>
            </p14:nvContentPartPr>
            <p14:xfrm>
              <a:off x="3310663" y="1247273"/>
              <a:ext cx="553320" cy="276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E32603E-C84A-7F93-C984-E8D857BAAE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79723" y="1216313"/>
                <a:ext cx="61448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4944992-DDE7-916D-3C35-438FF1602480}"/>
                  </a:ext>
                </a:extLst>
              </p14:cNvPr>
              <p14:cNvContentPartPr/>
              <p14:nvPr/>
            </p14:nvContentPartPr>
            <p14:xfrm>
              <a:off x="4222183" y="1166993"/>
              <a:ext cx="1459080" cy="3322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4944992-DDE7-916D-3C35-438FF16024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91215" y="1136033"/>
                <a:ext cx="1520295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7BEC32B-AAC9-6525-56F4-613E06B94B74}"/>
                  </a:ext>
                </a:extLst>
              </p14:cNvPr>
              <p14:cNvContentPartPr/>
              <p14:nvPr/>
            </p14:nvContentPartPr>
            <p14:xfrm>
              <a:off x="1601383" y="1724993"/>
              <a:ext cx="4617360" cy="839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7BEC32B-AAC9-6525-56F4-613E06B94B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83383" y="1512142"/>
                <a:ext cx="4753440" cy="1157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85C38DC-1E58-72FF-FFC9-B1CDD943F59A}"/>
                  </a:ext>
                </a:extLst>
              </p14:cNvPr>
              <p14:cNvContentPartPr/>
              <p14:nvPr/>
            </p14:nvContentPartPr>
            <p14:xfrm>
              <a:off x="6309463" y="1659473"/>
              <a:ext cx="12960" cy="773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85C38DC-1E58-72FF-FFC9-B1CDD943F5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91463" y="1641481"/>
                <a:ext cx="48600" cy="809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F177095-B1BA-39AB-FE55-D2BF09B23C61}"/>
                  </a:ext>
                </a:extLst>
              </p14:cNvPr>
              <p14:cNvContentPartPr/>
              <p14:nvPr/>
            </p14:nvContentPartPr>
            <p14:xfrm>
              <a:off x="3750583" y="3435353"/>
              <a:ext cx="182520" cy="9118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F177095-B1BA-39AB-FE55-D2BF09B23C6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19623" y="3404393"/>
                <a:ext cx="243720" cy="9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DDA06F1-CF89-CD30-EE37-5D5B0271E5FE}"/>
                  </a:ext>
                </a:extLst>
              </p14:cNvPr>
              <p14:cNvContentPartPr/>
              <p14:nvPr/>
            </p14:nvContentPartPr>
            <p14:xfrm>
              <a:off x="3335863" y="5085233"/>
              <a:ext cx="811440" cy="267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DDA06F1-CF89-CD30-EE37-5D5B0271E5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04903" y="5054273"/>
                <a:ext cx="8726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AD7041B8-654E-3AD0-FA18-FF1D2661BDEF}"/>
                  </a:ext>
                </a:extLst>
              </p14:cNvPr>
              <p14:cNvContentPartPr/>
              <p14:nvPr/>
            </p14:nvContentPartPr>
            <p14:xfrm>
              <a:off x="1990183" y="5076233"/>
              <a:ext cx="981360" cy="3272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AD7041B8-654E-3AD0-FA18-FF1D2661BDE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59212" y="5045273"/>
                <a:ext cx="1042582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3F7A7E1-C3CA-5166-6267-D85F0DCB1437}"/>
                  </a:ext>
                </a:extLst>
              </p14:cNvPr>
              <p14:cNvContentPartPr/>
              <p14:nvPr/>
            </p14:nvContentPartPr>
            <p14:xfrm>
              <a:off x="4165663" y="4574033"/>
              <a:ext cx="786240" cy="3258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3F7A7E1-C3CA-5166-6267-D85F0DCB14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34703" y="4543073"/>
                <a:ext cx="8474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6F690C3-B091-1EBC-D381-1F08264A1377}"/>
                  </a:ext>
                </a:extLst>
              </p14:cNvPr>
              <p14:cNvContentPartPr/>
              <p14:nvPr/>
            </p14:nvContentPartPr>
            <p14:xfrm>
              <a:off x="3574543" y="4617233"/>
              <a:ext cx="352440" cy="2574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6F690C3-B091-1EBC-D381-1F08264A137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43583" y="4586316"/>
                <a:ext cx="413640" cy="318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F31AA597-3EED-C2C3-07E2-F60B7A2F6518}"/>
                  </a:ext>
                </a:extLst>
              </p14:cNvPr>
              <p14:cNvContentPartPr/>
              <p14:nvPr/>
            </p14:nvContentPartPr>
            <p14:xfrm>
              <a:off x="1745023" y="4529033"/>
              <a:ext cx="1546920" cy="376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F31AA597-3EED-C2C3-07E2-F60B7A2F65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14063" y="4498073"/>
                <a:ext cx="160812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2C82330-DAC8-1E77-95C6-095C1C1961FF}"/>
                  </a:ext>
                </a:extLst>
              </p14:cNvPr>
              <p14:cNvContentPartPr/>
              <p14:nvPr/>
            </p14:nvContentPartPr>
            <p14:xfrm>
              <a:off x="4479943" y="5042033"/>
              <a:ext cx="399960" cy="2916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2C82330-DAC8-1E77-95C6-095C1C1961F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48983" y="5011073"/>
                <a:ext cx="4611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95CED8B-5DE9-4357-6F68-1A1791E1E46C}"/>
                  </a:ext>
                </a:extLst>
              </p14:cNvPr>
              <p14:cNvContentPartPr/>
              <p14:nvPr/>
            </p14:nvContentPartPr>
            <p14:xfrm>
              <a:off x="3757063" y="5614793"/>
              <a:ext cx="660240" cy="3063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95CED8B-5DE9-4357-6F68-1A1791E1E46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26120" y="5583833"/>
                <a:ext cx="721407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186F6000-D4B0-A474-C193-B32D30D77876}"/>
                  </a:ext>
                </a:extLst>
              </p14:cNvPr>
              <p14:cNvContentPartPr/>
              <p14:nvPr/>
            </p14:nvContentPartPr>
            <p14:xfrm>
              <a:off x="2279623" y="5623073"/>
              <a:ext cx="1125360" cy="3038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186F6000-D4B0-A474-C193-B32D30D7787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48673" y="5592076"/>
                <a:ext cx="1186540" cy="365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18D95ADE-71DD-818E-4592-F6AF31817DCB}"/>
                  </a:ext>
                </a:extLst>
              </p14:cNvPr>
              <p14:cNvContentPartPr/>
              <p14:nvPr/>
            </p14:nvContentPartPr>
            <p14:xfrm>
              <a:off x="2336143" y="6101153"/>
              <a:ext cx="1081800" cy="2941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18D95ADE-71DD-818E-4592-F6AF31817DC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05183" y="6070231"/>
                <a:ext cx="1143000" cy="355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F5BC43F6-8422-FE9E-0C5C-C1216B81383C}"/>
                  </a:ext>
                </a:extLst>
              </p14:cNvPr>
              <p14:cNvContentPartPr/>
              <p14:nvPr/>
            </p14:nvContentPartPr>
            <p14:xfrm>
              <a:off x="6491983" y="1720313"/>
              <a:ext cx="1700640" cy="7063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F5BC43F6-8422-FE9E-0C5C-C1216B81383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73983" y="1702322"/>
                <a:ext cx="1736280" cy="741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6A80B19-7B24-D9CB-7DBC-2525A1608CB9}"/>
                  </a:ext>
                </a:extLst>
              </p14:cNvPr>
              <p14:cNvContentPartPr/>
              <p14:nvPr/>
            </p14:nvContentPartPr>
            <p14:xfrm>
              <a:off x="3310663" y="2963753"/>
              <a:ext cx="1270440" cy="3330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6A80B19-7B24-D9CB-7DBC-2525A1608C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79703" y="2932793"/>
                <a:ext cx="13316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FACEEBE-FFAB-A2D4-45C0-1FF2FEBBA797}"/>
                  </a:ext>
                </a:extLst>
              </p14:cNvPr>
              <p14:cNvContentPartPr/>
              <p14:nvPr/>
            </p14:nvContentPartPr>
            <p14:xfrm>
              <a:off x="6485503" y="2787713"/>
              <a:ext cx="1829880" cy="4842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FACEEBE-FFAB-A2D4-45C0-1FF2FEBBA7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54543" y="2756776"/>
                <a:ext cx="1891080" cy="54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A3CCF60-3E53-F35B-3752-78DEAB4C0EF0}"/>
                  </a:ext>
                </a:extLst>
              </p14:cNvPr>
              <p14:cNvContentPartPr/>
              <p14:nvPr/>
            </p14:nvContentPartPr>
            <p14:xfrm>
              <a:off x="7020103" y="3511313"/>
              <a:ext cx="220320" cy="8640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A3CCF60-3E53-F35B-3752-78DEAB4C0E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89194" y="3480340"/>
                <a:ext cx="281420" cy="925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F482BDC-F643-78E4-BA33-47ACC3DE68C2}"/>
                  </a:ext>
                </a:extLst>
              </p14:cNvPr>
              <p14:cNvContentPartPr/>
              <p14:nvPr/>
            </p14:nvContentPartPr>
            <p14:xfrm>
              <a:off x="6234223" y="5510753"/>
              <a:ext cx="3043080" cy="7351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F482BDC-F643-78E4-BA33-47ACC3DE68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03267" y="5479808"/>
                <a:ext cx="3104273" cy="796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1C5AFC2-D7ED-BA59-9497-1A45EB723E56}"/>
                  </a:ext>
                </a:extLst>
              </p14:cNvPr>
              <p14:cNvContentPartPr/>
              <p14:nvPr/>
            </p14:nvContentPartPr>
            <p14:xfrm>
              <a:off x="7240063" y="4918913"/>
              <a:ext cx="2301480" cy="56556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1C5AFC2-D7ED-BA59-9497-1A45EB723E5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09098" y="4887953"/>
                <a:ext cx="2362690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F2E4D27-0F38-73CD-55EA-0BFE18FFBF64}"/>
                  </a:ext>
                </a:extLst>
              </p14:cNvPr>
              <p14:cNvContentPartPr/>
              <p14:nvPr/>
            </p14:nvContentPartPr>
            <p14:xfrm>
              <a:off x="6171223" y="5019713"/>
              <a:ext cx="798840" cy="3243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F2E4D27-0F38-73CD-55EA-0BFE18FFBF6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40263" y="4988787"/>
                <a:ext cx="860040" cy="385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C1EDF78F-552D-0AF0-A111-28EBBA42259C}"/>
                  </a:ext>
                </a:extLst>
              </p14:cNvPr>
              <p14:cNvContentPartPr/>
              <p14:nvPr/>
            </p14:nvContentPartPr>
            <p14:xfrm>
              <a:off x="6146023" y="4450913"/>
              <a:ext cx="1868040" cy="3866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C1EDF78F-552D-0AF0-A111-28EBBA42259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15057" y="4419953"/>
                <a:ext cx="1929252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4439674-0198-BA3A-B441-F679C4F767CE}"/>
                  </a:ext>
                </a:extLst>
              </p14:cNvPr>
              <p14:cNvContentPartPr/>
              <p14:nvPr/>
            </p14:nvContentPartPr>
            <p14:xfrm>
              <a:off x="8351383" y="1760633"/>
              <a:ext cx="1649160" cy="57024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4439674-0198-BA3A-B441-F679C4F767C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33379" y="1742633"/>
                <a:ext cx="1684808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C5A5D13D-546B-6394-D2EC-A32912C62CE0}"/>
                  </a:ext>
                </a:extLst>
              </p14:cNvPr>
              <p14:cNvContentPartPr/>
              <p14:nvPr/>
            </p14:nvContentPartPr>
            <p14:xfrm>
              <a:off x="8893543" y="2775833"/>
              <a:ext cx="68760" cy="3844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C5A5D13D-546B-6394-D2EC-A32912C62CE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62583" y="2744902"/>
                <a:ext cx="129960" cy="445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D7958A36-E4F7-CD1D-B632-299EBEFC8879}"/>
                  </a:ext>
                </a:extLst>
              </p14:cNvPr>
              <p14:cNvContentPartPr/>
              <p14:nvPr/>
            </p14:nvContentPartPr>
            <p14:xfrm>
              <a:off x="8742703" y="2737313"/>
              <a:ext cx="415440" cy="2556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D7958A36-E4F7-CD1D-B632-299EBEFC887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11743" y="2705911"/>
                <a:ext cx="476640" cy="87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415A3B0C-9D92-CFCA-EC00-B0BED38E8A93}"/>
                  </a:ext>
                </a:extLst>
              </p14:cNvPr>
              <p14:cNvContentPartPr/>
              <p14:nvPr/>
            </p14:nvContentPartPr>
            <p14:xfrm>
              <a:off x="9108103" y="2925953"/>
              <a:ext cx="200880" cy="1825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415A3B0C-9D92-CFCA-EC00-B0BED38E8A9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77143" y="2894993"/>
                <a:ext cx="2620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3508B743-E6A1-6987-2969-BA16AC925507}"/>
                  </a:ext>
                </a:extLst>
              </p14:cNvPr>
              <p14:cNvContentPartPr/>
              <p14:nvPr/>
            </p14:nvContentPartPr>
            <p14:xfrm>
              <a:off x="9328063" y="2894633"/>
              <a:ext cx="150480" cy="2268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3508B743-E6A1-6987-2969-BA16AC92550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297103" y="2863673"/>
                <a:ext cx="2116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68E926D8-0AF8-9D5B-DBED-C3BA025C3ED2}"/>
                  </a:ext>
                </a:extLst>
              </p14:cNvPr>
              <p14:cNvContentPartPr/>
              <p14:nvPr/>
            </p14:nvContentPartPr>
            <p14:xfrm>
              <a:off x="9572503" y="2740193"/>
              <a:ext cx="31680" cy="38448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68E926D8-0AF8-9D5B-DBED-C3BA025C3ED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541543" y="2709262"/>
                <a:ext cx="92880" cy="445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8FB7122E-29BF-9033-ED5C-5DE398BC3697}"/>
                  </a:ext>
                </a:extLst>
              </p14:cNvPr>
              <p14:cNvContentPartPr/>
              <p14:nvPr/>
            </p14:nvContentPartPr>
            <p14:xfrm>
              <a:off x="9497263" y="2882033"/>
              <a:ext cx="333720" cy="3816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8FB7122E-29BF-9033-ED5C-5DE398BC369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66303" y="2851073"/>
                <a:ext cx="3949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1D57935B-BE84-77CF-A3FD-4CD2C2511280}"/>
                  </a:ext>
                </a:extLst>
              </p14:cNvPr>
              <p14:cNvContentPartPr/>
              <p14:nvPr/>
            </p14:nvContentPartPr>
            <p14:xfrm>
              <a:off x="9056983" y="3397553"/>
              <a:ext cx="408600" cy="434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1D57935B-BE84-77CF-A3FD-4CD2C251128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025996" y="3366593"/>
                <a:ext cx="469854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CAE33D63-B4EF-94A3-51C7-142B55E7F9C6}"/>
                  </a:ext>
                </a:extLst>
              </p14:cNvPr>
              <p14:cNvContentPartPr/>
              <p14:nvPr/>
            </p14:nvContentPartPr>
            <p14:xfrm>
              <a:off x="9736663" y="3463793"/>
              <a:ext cx="1936080" cy="36108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CAE33D63-B4EF-94A3-51C7-142B55E7F9C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05703" y="3432802"/>
                <a:ext cx="1997280" cy="422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AD4AEE13-4A2D-FD3E-6CF3-AFE5789886D3}"/>
                  </a:ext>
                </a:extLst>
              </p14:cNvPr>
              <p14:cNvContentPartPr/>
              <p14:nvPr/>
            </p14:nvContentPartPr>
            <p14:xfrm>
              <a:off x="9641623" y="3988673"/>
              <a:ext cx="717120" cy="2577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AD4AEE13-4A2D-FD3E-6CF3-AFE5789886D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610663" y="3957756"/>
                <a:ext cx="778320" cy="318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255CFCEC-6C82-3CE5-834F-0FFFF084F8A5}"/>
                  </a:ext>
                </a:extLst>
              </p14:cNvPr>
              <p14:cNvContentPartPr/>
              <p14:nvPr/>
            </p14:nvContentPartPr>
            <p14:xfrm>
              <a:off x="9698503" y="4459913"/>
              <a:ext cx="73080" cy="3560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255CFCEC-6C82-3CE5-834F-0FFFF084F8A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667543" y="4428953"/>
                <a:ext cx="1342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5F4861CF-729C-FD2E-836D-F363032D63E1}"/>
                  </a:ext>
                </a:extLst>
              </p14:cNvPr>
              <p14:cNvContentPartPr/>
              <p14:nvPr/>
            </p14:nvContentPartPr>
            <p14:xfrm>
              <a:off x="9661423" y="4429313"/>
              <a:ext cx="206280" cy="1720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5F4861CF-729C-FD2E-836D-F363032D63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630517" y="4398418"/>
                <a:ext cx="267373" cy="233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1CF90E4-9C07-7042-4683-20B93D64DFA8}"/>
                  </a:ext>
                </a:extLst>
              </p14:cNvPr>
              <p14:cNvContentPartPr/>
              <p14:nvPr/>
            </p14:nvContentPartPr>
            <p14:xfrm>
              <a:off x="9871663" y="4434713"/>
              <a:ext cx="267120" cy="1630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1CF90E4-9C07-7042-4683-20B93D64DFA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840745" y="4403753"/>
                <a:ext cx="328238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6BC552CA-F312-2DCF-FD72-880555531207}"/>
                  </a:ext>
                </a:extLst>
              </p14:cNvPr>
              <p14:cNvContentPartPr/>
              <p14:nvPr/>
            </p14:nvContentPartPr>
            <p14:xfrm>
              <a:off x="10100623" y="4467833"/>
              <a:ext cx="119880" cy="14436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6BC552CA-F312-2DCF-FD72-88055553120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69663" y="4436873"/>
                <a:ext cx="1810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AAB81767-E98A-297D-9400-E291CC521328}"/>
                  </a:ext>
                </a:extLst>
              </p14:cNvPr>
              <p14:cNvContentPartPr/>
              <p14:nvPr/>
            </p14:nvContentPartPr>
            <p14:xfrm>
              <a:off x="10301863" y="4277753"/>
              <a:ext cx="189000" cy="33084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AAB81767-E98A-297D-9400-E291CC52132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270903" y="4246793"/>
                <a:ext cx="25020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C0A6F316-EF90-FA6E-616E-7266D36E84D7}"/>
                  </a:ext>
                </a:extLst>
              </p14:cNvPr>
              <p14:cNvContentPartPr/>
              <p14:nvPr/>
            </p14:nvContentPartPr>
            <p14:xfrm>
              <a:off x="10279543" y="4453793"/>
              <a:ext cx="142200" cy="316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C0A6F316-EF90-FA6E-616E-7266D36E84D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248504" y="4423181"/>
                <a:ext cx="203555" cy="9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5E3F5735-14D9-8184-89CC-93539387F2A5}"/>
                  </a:ext>
                </a:extLst>
              </p14:cNvPr>
              <p14:cNvContentPartPr/>
              <p14:nvPr/>
            </p14:nvContentPartPr>
            <p14:xfrm>
              <a:off x="10434703" y="4453793"/>
              <a:ext cx="144360" cy="13860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5E3F5735-14D9-8184-89CC-93539387F2A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403743" y="4422913"/>
                <a:ext cx="205560" cy="199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91178A0D-5286-6062-221B-750BD44A398F}"/>
                  </a:ext>
                </a:extLst>
              </p14:cNvPr>
              <p14:cNvContentPartPr/>
              <p14:nvPr/>
            </p14:nvContentPartPr>
            <p14:xfrm>
              <a:off x="10673023" y="4453793"/>
              <a:ext cx="119880" cy="10440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91178A0D-5286-6062-221B-750BD44A398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642063" y="4422939"/>
                <a:ext cx="181080" cy="165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C3718287-348A-73EA-14E6-C0AAE59B359A}"/>
                  </a:ext>
                </a:extLst>
              </p14:cNvPr>
              <p14:cNvContentPartPr/>
              <p14:nvPr/>
            </p14:nvContentPartPr>
            <p14:xfrm>
              <a:off x="10873903" y="4460633"/>
              <a:ext cx="245520" cy="11844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C3718287-348A-73EA-14E6-C0AAE59B359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842943" y="4429673"/>
                <a:ext cx="3067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B4FBE4E1-64C1-1BAF-E932-0F96202FC1DE}"/>
                  </a:ext>
                </a:extLst>
              </p14:cNvPr>
              <p14:cNvContentPartPr/>
              <p14:nvPr/>
            </p14:nvContentPartPr>
            <p14:xfrm>
              <a:off x="11163343" y="4422473"/>
              <a:ext cx="276840" cy="1576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B4FBE4E1-64C1-1BAF-E932-0F96202FC1D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132423" y="4391513"/>
                <a:ext cx="337961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E64CD91D-3D09-85E3-EB26-F04E18CE15EA}"/>
                  </a:ext>
                </a:extLst>
              </p14:cNvPr>
              <p14:cNvContentPartPr/>
              <p14:nvPr/>
            </p14:nvContentPartPr>
            <p14:xfrm>
              <a:off x="11458903" y="4432193"/>
              <a:ext cx="270720" cy="1540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E64CD91D-3D09-85E3-EB26-F04E18CE15E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427943" y="4401233"/>
                <a:ext cx="3319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642F72F2-77F4-3CEC-5FD0-5FFC8063C8F3}"/>
                  </a:ext>
                </a:extLst>
              </p14:cNvPr>
              <p14:cNvContentPartPr/>
              <p14:nvPr/>
            </p14:nvContentPartPr>
            <p14:xfrm>
              <a:off x="11710183" y="4415993"/>
              <a:ext cx="176400" cy="16380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642F72F2-77F4-3CEC-5FD0-5FFC8063C8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679223" y="4385033"/>
                <a:ext cx="237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47B3AF38-BF65-7D35-25DA-173439CD8F9C}"/>
                  </a:ext>
                </a:extLst>
              </p14:cNvPr>
              <p14:cNvContentPartPr/>
              <p14:nvPr/>
            </p14:nvContentPartPr>
            <p14:xfrm>
              <a:off x="11886223" y="4434713"/>
              <a:ext cx="182520" cy="13860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47B3AF38-BF65-7D35-25DA-173439CD8F9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855263" y="4403753"/>
                <a:ext cx="2437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0BE75975-6F3C-6C3F-8AFC-20DD7389D809}"/>
                  </a:ext>
                </a:extLst>
              </p14:cNvPr>
              <p14:cNvContentPartPr/>
              <p14:nvPr/>
            </p14:nvContentPartPr>
            <p14:xfrm>
              <a:off x="9943663" y="4881113"/>
              <a:ext cx="138600" cy="17640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0BE75975-6F3C-6C3F-8AFC-20DD7389D80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912703" y="4850153"/>
                <a:ext cx="1998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4638371A-DC4A-3EE5-CD39-CBD28EA42B91}"/>
                  </a:ext>
                </a:extLst>
              </p14:cNvPr>
              <p14:cNvContentPartPr/>
              <p14:nvPr/>
            </p14:nvContentPartPr>
            <p14:xfrm>
              <a:off x="10138423" y="4922513"/>
              <a:ext cx="283320" cy="11016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4638371A-DC4A-3EE5-CD39-CBD28EA42B9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107424" y="4891553"/>
                <a:ext cx="344598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7DDD1E1A-FB8D-6698-F2A3-5E7C636BFB6E}"/>
                  </a:ext>
                </a:extLst>
              </p14:cNvPr>
              <p14:cNvContentPartPr/>
              <p14:nvPr/>
            </p14:nvContentPartPr>
            <p14:xfrm>
              <a:off x="10786063" y="4845113"/>
              <a:ext cx="195120" cy="17496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7DDD1E1A-FB8D-6698-F2A3-5E7C636BFB6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755160" y="4814153"/>
                <a:ext cx="256207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2C5F3AD1-87FC-6957-3E58-CA50069C585F}"/>
                  </a:ext>
                </a:extLst>
              </p14:cNvPr>
              <p14:cNvContentPartPr/>
              <p14:nvPr/>
            </p14:nvContentPartPr>
            <p14:xfrm>
              <a:off x="11025103" y="4881113"/>
              <a:ext cx="214200" cy="15768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2C5F3AD1-87FC-6957-3E58-CA50069C585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994143" y="4850153"/>
                <a:ext cx="2754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29A37A24-B69C-8063-7236-4E766666750F}"/>
                  </a:ext>
                </a:extLst>
              </p14:cNvPr>
              <p14:cNvContentPartPr/>
              <p14:nvPr/>
            </p14:nvContentPartPr>
            <p14:xfrm>
              <a:off x="11245063" y="4831073"/>
              <a:ext cx="333720" cy="19512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29A37A24-B69C-8063-7236-4E766666750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214103" y="4800170"/>
                <a:ext cx="394920" cy="256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1028C208-64DE-3856-D455-176F71784452}"/>
                  </a:ext>
                </a:extLst>
              </p14:cNvPr>
              <p14:cNvContentPartPr/>
              <p14:nvPr/>
            </p14:nvContentPartPr>
            <p14:xfrm>
              <a:off x="10164343" y="5171273"/>
              <a:ext cx="263880" cy="2952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1028C208-64DE-3856-D455-176F7178445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33383" y="5140313"/>
                <a:ext cx="3250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1BAEDCA4-2A4B-21DA-4E11-B580BB6D7B7D}"/>
                  </a:ext>
                </a:extLst>
              </p14:cNvPr>
              <p14:cNvContentPartPr/>
              <p14:nvPr/>
            </p14:nvContentPartPr>
            <p14:xfrm>
              <a:off x="10471783" y="5314913"/>
              <a:ext cx="302040" cy="13248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1BAEDCA4-2A4B-21DA-4E11-B580BB6D7B7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40823" y="5283953"/>
                <a:ext cx="3632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415BF713-A7F4-3A25-E880-6C58415E078C}"/>
                  </a:ext>
                </a:extLst>
              </p14:cNvPr>
              <p14:cNvContentPartPr/>
              <p14:nvPr/>
            </p14:nvContentPartPr>
            <p14:xfrm>
              <a:off x="10798663" y="5133473"/>
              <a:ext cx="63360" cy="32652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415BF713-A7F4-3A25-E880-6C58415E078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767703" y="5102547"/>
                <a:ext cx="124560" cy="38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48EB626-4BE7-A6FB-C35D-3476CCB4477A}"/>
                  </a:ext>
                </a:extLst>
              </p14:cNvPr>
              <p14:cNvContentPartPr/>
              <p14:nvPr/>
            </p14:nvContentPartPr>
            <p14:xfrm>
              <a:off x="10730263" y="5302673"/>
              <a:ext cx="175680" cy="1908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48EB626-4BE7-A6FB-C35D-3476CCB4477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699303" y="5271713"/>
                <a:ext cx="2368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D7341298-75E3-18D4-C83A-B740E138DC9A}"/>
                  </a:ext>
                </a:extLst>
              </p14:cNvPr>
              <p14:cNvContentPartPr/>
              <p14:nvPr/>
            </p14:nvContentPartPr>
            <p14:xfrm>
              <a:off x="10974703" y="5252273"/>
              <a:ext cx="264240" cy="15768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D7341298-75E3-18D4-C83A-B740E138DC9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943785" y="5221313"/>
                <a:ext cx="325357" cy="2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16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7B8FAD-BC66-B292-C02D-6CBD0240091C}"/>
                  </a:ext>
                </a:extLst>
              </p14:cNvPr>
              <p14:cNvContentPartPr/>
              <p14:nvPr/>
            </p14:nvContentPartPr>
            <p14:xfrm>
              <a:off x="883903" y="354473"/>
              <a:ext cx="201600" cy="421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7B8FAD-BC66-B292-C02D-6CBD024009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943" y="323513"/>
                <a:ext cx="26280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C5FBD2-ACE0-2EB6-8C28-6F22AB4A4D7A}"/>
                  </a:ext>
                </a:extLst>
              </p14:cNvPr>
              <p14:cNvContentPartPr/>
              <p14:nvPr/>
            </p14:nvContentPartPr>
            <p14:xfrm>
              <a:off x="3643663" y="311273"/>
              <a:ext cx="1401120" cy="417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C5FBD2-ACE0-2EB6-8C28-6F22AB4A4D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2703" y="280340"/>
                <a:ext cx="1462320" cy="479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038E7D-9B72-2694-8AD5-E30A9D462B93}"/>
                  </a:ext>
                </a:extLst>
              </p14:cNvPr>
              <p14:cNvContentPartPr/>
              <p14:nvPr/>
            </p14:nvContentPartPr>
            <p14:xfrm>
              <a:off x="1638823" y="316673"/>
              <a:ext cx="1508760" cy="593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038E7D-9B72-2694-8AD5-E30A9D462B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07856" y="285713"/>
                <a:ext cx="1569975" cy="65448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EA2763F-21A5-00F8-4898-A8F581EFB7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823" y="1675855"/>
            <a:ext cx="11215977" cy="42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7B8FAD-BC66-B292-C02D-6CBD0240091C}"/>
                  </a:ext>
                </a:extLst>
              </p14:cNvPr>
              <p14:cNvContentPartPr/>
              <p14:nvPr/>
            </p14:nvContentPartPr>
            <p14:xfrm>
              <a:off x="883903" y="354473"/>
              <a:ext cx="201600" cy="421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7B8FAD-BC66-B292-C02D-6CBD024009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943" y="323513"/>
                <a:ext cx="26280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C5FBD2-ACE0-2EB6-8C28-6F22AB4A4D7A}"/>
                  </a:ext>
                </a:extLst>
              </p14:cNvPr>
              <p14:cNvContentPartPr/>
              <p14:nvPr/>
            </p14:nvContentPartPr>
            <p14:xfrm>
              <a:off x="3643663" y="311273"/>
              <a:ext cx="1401120" cy="417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C5FBD2-ACE0-2EB6-8C28-6F22AB4A4D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2703" y="280340"/>
                <a:ext cx="1462320" cy="479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038E7D-9B72-2694-8AD5-E30A9D462B93}"/>
                  </a:ext>
                </a:extLst>
              </p14:cNvPr>
              <p14:cNvContentPartPr/>
              <p14:nvPr/>
            </p14:nvContentPartPr>
            <p14:xfrm>
              <a:off x="1638823" y="316673"/>
              <a:ext cx="1508760" cy="593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038E7D-9B72-2694-8AD5-E30A9D462B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07856" y="285713"/>
                <a:ext cx="1569975" cy="6544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349901E-B522-84CE-D508-F25DAE9E123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8756"/>
          <a:stretch/>
        </p:blipFill>
        <p:spPr>
          <a:xfrm>
            <a:off x="285235" y="1563586"/>
            <a:ext cx="11621529" cy="435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75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FE1E0C6-E5AA-7604-9281-1CF99318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583" y="292913"/>
            <a:ext cx="9472612" cy="777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078C2-EAF3-19AB-43CE-016D95C81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3404"/>
            <a:ext cx="4091769" cy="9823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D5D90F-2EFD-5455-1D80-9BDDE64236C0}"/>
                  </a:ext>
                </a:extLst>
              </p14:cNvPr>
              <p14:cNvContentPartPr/>
              <p14:nvPr/>
            </p14:nvContentPartPr>
            <p14:xfrm>
              <a:off x="3643663" y="311273"/>
              <a:ext cx="1401120" cy="417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D5D90F-2EFD-5455-1D80-9BDDE64236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2703" y="280340"/>
                <a:ext cx="1462320" cy="479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0E1AD18-1418-2C89-4D33-2A40992FF8E5}"/>
                  </a:ext>
                </a:extLst>
              </p14:cNvPr>
              <p14:cNvContentPartPr/>
              <p14:nvPr/>
            </p14:nvContentPartPr>
            <p14:xfrm>
              <a:off x="1638823" y="316673"/>
              <a:ext cx="1508760" cy="593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0E1AD18-1418-2C89-4D33-2A40992FF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7856" y="285713"/>
                <a:ext cx="1569975" cy="6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14F5DF-D68A-94EA-2FF3-6CA66D41ADB5}"/>
                  </a:ext>
                </a:extLst>
              </p14:cNvPr>
              <p14:cNvContentPartPr/>
              <p14:nvPr/>
            </p14:nvContentPartPr>
            <p14:xfrm>
              <a:off x="324103" y="292913"/>
              <a:ext cx="761400" cy="486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14F5DF-D68A-94EA-2FF3-6CA66D41AD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143" y="261930"/>
                <a:ext cx="822600" cy="5479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418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E0B272-3B0F-7180-A00A-EBE09CB330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E3299F-2463-B1D8-6DF8-44DFCCD56D38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E3299F-2463-B1D8-6DF8-44DFCCD56D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F81266-763B-EA9F-378E-E5E72B5BD19D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431640" cy="43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F81266-763B-EA9F-378E-E5E72B5BD1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5333" y="229586"/>
                <a:ext cx="492891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6CA4239-9382-8C0E-75ED-EDAF64BDFCB4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6CA4239-9382-8C0E-75ED-EDAF64BDFC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EB28A9D-112D-196F-072D-65222969483D}"/>
                  </a:ext>
                </a:extLst>
              </p14:cNvPr>
              <p14:cNvContentPartPr/>
              <p14:nvPr/>
            </p14:nvContentPartPr>
            <p14:xfrm>
              <a:off x="2261159" y="267746"/>
              <a:ext cx="1362600" cy="748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EB28A9D-112D-196F-072D-6522296948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0199" y="236786"/>
                <a:ext cx="1423800" cy="809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6975836-1816-22CD-D723-C05A3D71E86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832" b="1832"/>
          <a:stretch/>
        </p:blipFill>
        <p:spPr>
          <a:xfrm>
            <a:off x="1625905" y="996026"/>
            <a:ext cx="8940189" cy="54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9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6E99C0-C331-8E76-4900-FD099F1B2F8C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6E99C0-C331-8E76-4900-FD099F1B2F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FFF8CF-8D61-47EE-BE33-465B6442F8FF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FFF8CF-8D61-47EE-BE33-465B6442F8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46EECE-FCA1-3F91-8642-33A127A9D226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46EECE-FCA1-3F91-8642-33A127A9D2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DCB879D-706D-3073-6295-944939F40A9B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DCB879D-706D-3073-6295-944939F40A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E861C46-2E6C-C471-BC1F-6E04F166475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9451" b="11522"/>
          <a:stretch/>
        </p:blipFill>
        <p:spPr>
          <a:xfrm>
            <a:off x="892439" y="1159029"/>
            <a:ext cx="11101543" cy="56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28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343EDE-249E-7CBA-AA0D-DF39A42C6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23" y="1724128"/>
            <a:ext cx="8851900" cy="4660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EB16893-0EB2-5BDE-EA67-DB45D538CDF2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EB16893-0EB2-5BDE-EA67-DB45D538CD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F8354A-9E2E-8F5A-3BE3-35D8B6E2E53C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F8354A-9E2E-8F5A-3BE3-35D8B6E2E5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D3B302-8751-20F7-A041-A2F6EB439CE3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D3B302-8751-20F7-A041-A2F6EB439C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AF82E57-0A73-4B2C-8641-4AC2375DD7EB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AF82E57-0A73-4B2C-8641-4AC2375DD7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32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C9A7C7-0F3D-C4C5-5604-91B64A79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1" y="818704"/>
            <a:ext cx="11156326" cy="6202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CED2BC-B037-B837-A4BB-522159272A9C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CED2BC-B037-B837-A4BB-522159272A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61376E-FC41-0505-5851-E42A26EE1441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61376E-FC41-0505-5851-E42A26EE14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C3A4C5-2318-0B46-7B3C-B5D1E46093A1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C3A4C5-2318-0B46-7B3C-B5D1E46093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68BF603-94FA-2A9A-10DD-5DE8CA61017E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68BF603-94FA-2A9A-10DD-5DE8CA6101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866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F2807E-82D3-6616-07AB-FFD79BBC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8" y="1686758"/>
            <a:ext cx="10058400" cy="5944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7385C0-AEC1-C34D-5D72-14F20EC7D676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7385C0-AEC1-C34D-5D72-14F20EC7D6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B62274-C8B3-986E-672C-5FFBED396F5B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B62274-C8B3-986E-672C-5FFBED396F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2865D3-70B1-FB89-7288-02699A407080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2865D3-70B1-FB89-7288-02699A4070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28EAB05-4725-95DA-4DFA-A6BA5489A3C2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28EAB05-4725-95DA-4DFA-A6BA5489A3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9766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0097C-B467-AB03-4315-1B94F4BB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22" b="6667"/>
          <a:stretch/>
        </p:blipFill>
        <p:spPr>
          <a:xfrm>
            <a:off x="892439" y="1276732"/>
            <a:ext cx="10058400" cy="55812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761995-CC27-FF56-F4E2-95387CD95309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761995-CC27-FF56-F4E2-95387CD953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628770-CD1D-D01D-7D78-21435B29A5CF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628770-CD1D-D01D-7D78-21435B29A5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370441-67C6-D4F8-AA7E-6778F55FF783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9370441-67C6-D4F8-AA7E-6778F55FF7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D1E6C6B-1B31-81C8-CA42-496FA0861082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D1E6C6B-1B31-81C8-CA42-496FA08610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29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DE9B6B-D139-3775-F307-791F48B68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54" y="1319021"/>
            <a:ext cx="10058400" cy="57527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DFA369-4999-78AA-86D5-6C617E09FEC2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DFA369-4999-78AA-86D5-6C617E09FE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0533A9-754F-7A74-8B7E-E7E05A923049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0533A9-754F-7A74-8B7E-E7E05A9230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67B68F-BF67-AA0E-E74E-068011C7CF20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67B68F-BF67-AA0E-E74E-068011C7CF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A5414E-AE1E-9A0C-9711-70906907A72A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A5414E-AE1E-9A0C-9711-70906907A7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7964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10C5E4-C6C3-D07C-5F77-D7F060EEFBE1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10C5E4-C6C3-D07C-5F77-D7F060EEFB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FB9A4E-D7F2-F578-5925-57B64AB8E762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FB9A4E-D7F2-F578-5925-57B64AB8E7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3DCA78-8E92-F543-24A0-763659BE43EE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3DCA78-8E92-F543-24A0-763659BE43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8495E4-73C0-E49F-4FC8-99EC667EE389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8495E4-73C0-E49F-4FC8-99EC667EE3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4DA7AB1-D997-E937-2224-EC05440449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859" y="1222243"/>
            <a:ext cx="10822540" cy="607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21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D2E4DE-3866-A7B6-284D-4B9F1609FD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8" t="14539" r="6789" b="17567"/>
          <a:stretch/>
        </p:blipFill>
        <p:spPr>
          <a:xfrm>
            <a:off x="2055495" y="1668779"/>
            <a:ext cx="8081010" cy="4766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6E0EF9-9ADF-A734-BD89-73909EB87FC3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6E0EF9-9ADF-A734-BD89-73909EB87F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4697CB-D296-5F98-E9AD-58B83B80913C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4697CB-D296-5F98-E9AD-58B83B8091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A59D0B0-79D2-AA31-BF8B-21D427F0FD31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A59D0B0-79D2-AA31-BF8B-21D427F0FD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9AB2E3C-FF93-0B82-C5A8-5312FC3FE1B1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9AB2E3C-FF93-0B82-C5A8-5312FC3FE1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0062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D6288B-EADA-D9B0-9513-6D609053E198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D6288B-EADA-D9B0-9513-6D609053E1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FAD222-A8A1-3D57-89D4-321DDEE1E096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FAD222-A8A1-3D57-89D4-321DDEE1E0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D35F94-DFED-C63E-65B0-6AA30DBE4889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D35F94-DFED-C63E-65B0-6AA30DBE48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8F3A1E-3139-913C-02B8-414BE66F891D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8F3A1E-3139-913C-02B8-414BE66F89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00AF023-F4AE-14B0-39A3-2A05DBF5CB4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9051" b="8876"/>
          <a:stretch/>
        </p:blipFill>
        <p:spPr>
          <a:xfrm>
            <a:off x="490963" y="1183689"/>
            <a:ext cx="10810076" cy="567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3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D6288B-EADA-D9B0-9513-6D609053E198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D6288B-EADA-D9B0-9513-6D609053E1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FAD222-A8A1-3D57-89D4-321DDEE1E096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FAD222-A8A1-3D57-89D4-321DDEE1E0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D35F94-DFED-C63E-65B0-6AA30DBE4889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D35F94-DFED-C63E-65B0-6AA30DBE48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8F3A1E-3139-913C-02B8-414BE66F891D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8F3A1E-3139-913C-02B8-414BE66F89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174040E-DC4B-688C-9BE5-25D74DAED0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1750" y="1415854"/>
            <a:ext cx="95885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4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48C354-62F8-C0D7-DFEE-3CA1A329D161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48C354-62F8-C0D7-DFEE-3CA1A329D1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211EF8-A5B9-1D54-C12E-DE9B10DC9131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211EF8-A5B9-1D54-C12E-DE9B10DC91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25EC34-AAB5-72BB-F11E-28A95E7E3838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25EC34-AAB5-72BB-F11E-28A95E7E38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0B020AC-C2C1-BD6F-E849-AE898FAC9301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1837440" cy="755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0B020AC-C2C1-BD6F-E849-AE898FAC93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5359" y="229586"/>
                <a:ext cx="1898640" cy="816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46D9001-957E-2585-732C-6FB838A2BB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823" y="1353166"/>
            <a:ext cx="10441977" cy="605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3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6944C1-F0B8-F45C-8BD0-CBA7925A692D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6944C1-F0B8-F45C-8BD0-CBA7925A69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65E3DA-343A-54D1-9B9E-4216B2DA87F9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65E3DA-343A-54D1-9B9E-4216B2DA87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D689575-055B-F716-A5B6-504B0BC41B07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431640" cy="43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D689575-055B-F716-A5B6-504B0BC41B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5333" y="229586"/>
                <a:ext cx="492891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E981664-26FE-87DC-C10F-2BECAD8938EA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E981664-26FE-87DC-C10F-2BECAD8938E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077616D-EB82-EDBB-799D-8E20747DA65B}"/>
                  </a:ext>
                </a:extLst>
              </p14:cNvPr>
              <p14:cNvContentPartPr/>
              <p14:nvPr/>
            </p14:nvContentPartPr>
            <p14:xfrm>
              <a:off x="2261159" y="267746"/>
              <a:ext cx="1362600" cy="74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077616D-EB82-EDBB-799D-8E20747DA65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0199" y="236786"/>
                <a:ext cx="1423800" cy="809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34A67D9-DF95-44A3-0248-2BFBFBF8E3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093" y="1016186"/>
            <a:ext cx="10637813" cy="49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28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B64E7D-1B91-77B9-B537-F11C78EE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79"/>
          <a:stretch/>
        </p:blipFill>
        <p:spPr>
          <a:xfrm>
            <a:off x="2133600" y="147961"/>
            <a:ext cx="10058400" cy="67100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31AEA56-BDB7-9981-DB55-DC4A935BB427}"/>
                  </a:ext>
                </a:extLst>
              </p14:cNvPr>
              <p14:cNvContentPartPr/>
              <p14:nvPr/>
            </p14:nvContentPartPr>
            <p14:xfrm>
              <a:off x="324103" y="292913"/>
              <a:ext cx="333720" cy="48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31AEA56-BDB7-9981-DB55-DC4A935BB4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110" y="261930"/>
                <a:ext cx="394986" cy="54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93BE99-006F-A7F4-5658-DA72052FEE99}"/>
                  </a:ext>
                </a:extLst>
              </p14:cNvPr>
              <p14:cNvContentPartPr/>
              <p14:nvPr/>
            </p14:nvContentPartPr>
            <p14:xfrm>
              <a:off x="892439" y="306986"/>
              <a:ext cx="265680" cy="42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93BE99-006F-A7F4-5658-DA72052FEE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1437" y="276052"/>
                <a:ext cx="326963" cy="489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2E6A84-257A-0EC1-1B26-782ACF81FD8E}"/>
                  </a:ext>
                </a:extLst>
              </p14:cNvPr>
              <p14:cNvContentPartPr/>
              <p14:nvPr/>
            </p14:nvContentPartPr>
            <p14:xfrm>
              <a:off x="1786319" y="260546"/>
              <a:ext cx="431640" cy="43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2E6A84-257A-0EC1-1B26-782ACF81FD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5333" y="229586"/>
                <a:ext cx="492891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A650522-E321-451D-751C-ADA6793D6F16}"/>
                  </a:ext>
                </a:extLst>
              </p14:cNvPr>
              <p14:cNvContentPartPr/>
              <p14:nvPr/>
            </p14:nvContentPartPr>
            <p14:xfrm>
              <a:off x="4067639" y="316706"/>
              <a:ext cx="2589840" cy="679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A650522-E321-451D-751C-ADA6793D6F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6599" y="285746"/>
                <a:ext cx="266148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A22FF2F-866D-AACB-CC7A-B51E42736BC9}"/>
                  </a:ext>
                </a:extLst>
              </p14:cNvPr>
              <p14:cNvContentPartPr/>
              <p14:nvPr/>
            </p14:nvContentPartPr>
            <p14:xfrm>
              <a:off x="2261159" y="267746"/>
              <a:ext cx="1362600" cy="74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A22FF2F-866D-AACB-CC7A-B51E42736B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0199" y="236786"/>
                <a:ext cx="1423800" cy="80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153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25D0BD-F376-D7E5-FD07-F861EFB6F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39" y="1259567"/>
            <a:ext cx="10058400" cy="48096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3B1ACB0-6D40-B68F-BE98-6B3413BD17EE}"/>
                  </a:ext>
                </a:extLst>
              </p14:cNvPr>
              <p14:cNvContentPartPr/>
              <p14:nvPr/>
            </p14:nvContentPartPr>
            <p14:xfrm>
              <a:off x="1535759" y="223106"/>
              <a:ext cx="3148560" cy="411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3B1ACB0-6D40-B68F-BE98-6B3413BD17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4803" y="192173"/>
                <a:ext cx="3209753" cy="472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2FD2E6E-96D1-0A52-B67C-4D03D1829636}"/>
                  </a:ext>
                </a:extLst>
              </p14:cNvPr>
              <p14:cNvContentPartPr/>
              <p14:nvPr/>
            </p14:nvContentPartPr>
            <p14:xfrm>
              <a:off x="263519" y="291506"/>
              <a:ext cx="771120" cy="40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2FD2E6E-96D1-0A52-B67C-4D03D18296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559" y="260546"/>
                <a:ext cx="832320" cy="46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110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5CA933-3BB1-08DF-C77E-6FCFCECFF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68"/>
          <a:stretch/>
        </p:blipFill>
        <p:spPr>
          <a:xfrm>
            <a:off x="1228025" y="1058633"/>
            <a:ext cx="10058400" cy="57993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EF58E0-4D38-ED13-D9FF-6303F54D624B}"/>
                  </a:ext>
                </a:extLst>
              </p14:cNvPr>
              <p14:cNvContentPartPr/>
              <p14:nvPr/>
            </p14:nvContentPartPr>
            <p14:xfrm>
              <a:off x="336703" y="295073"/>
              <a:ext cx="452880" cy="383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EF58E0-4D38-ED13-D9FF-6303F54D6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743" y="264113"/>
                <a:ext cx="51408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310C34D-BD00-0DD5-AFA9-975AA470089E}"/>
                  </a:ext>
                </a:extLst>
              </p14:cNvPr>
              <p14:cNvContentPartPr/>
              <p14:nvPr/>
            </p14:nvContentPartPr>
            <p14:xfrm>
              <a:off x="6728864" y="904193"/>
              <a:ext cx="1031400" cy="4186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310C34D-BD00-0DD5-AFA9-975AA47008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3384" y="888713"/>
                <a:ext cx="106200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91F4DB6-F279-98AA-9F41-C51966B3BF37}"/>
                  </a:ext>
                </a:extLst>
              </p14:cNvPr>
              <p14:cNvContentPartPr/>
              <p14:nvPr/>
            </p14:nvContentPartPr>
            <p14:xfrm>
              <a:off x="5213624" y="1092833"/>
              <a:ext cx="1025280" cy="2361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91F4DB6-F279-98AA-9F41-C51966B3BF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98139" y="1077329"/>
                <a:ext cx="1055891" cy="266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0CF6F40-D4AF-877A-92BA-32090E551134}"/>
                  </a:ext>
                </a:extLst>
              </p14:cNvPr>
              <p14:cNvContentPartPr/>
              <p14:nvPr/>
            </p14:nvContentPartPr>
            <p14:xfrm>
              <a:off x="3780104" y="1058633"/>
              <a:ext cx="1000080" cy="2944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0CF6F40-D4AF-877A-92BA-32090E5511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4624" y="1043153"/>
                <a:ext cx="10306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0DD6A61-667B-FBDC-F8FB-14714D60CAC9}"/>
                  </a:ext>
                </a:extLst>
              </p14:cNvPr>
              <p14:cNvContentPartPr/>
              <p14:nvPr/>
            </p14:nvContentPartPr>
            <p14:xfrm>
              <a:off x="2422184" y="1011833"/>
              <a:ext cx="981360" cy="3679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0DD6A61-667B-FBDC-F8FB-14714D60CA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06704" y="996338"/>
                <a:ext cx="101196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F6664A0-7446-D893-9E79-52E61D410815}"/>
                  </a:ext>
                </a:extLst>
              </p14:cNvPr>
              <p14:cNvContentPartPr/>
              <p14:nvPr/>
            </p14:nvContentPartPr>
            <p14:xfrm>
              <a:off x="1435064" y="1241873"/>
              <a:ext cx="547560" cy="4892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F6664A0-7446-D893-9E79-52E61D4108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19574" y="1226393"/>
                <a:ext cx="57818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8909119-6234-D6F9-FEAB-E8CB09D45C41}"/>
                  </a:ext>
                </a:extLst>
              </p14:cNvPr>
              <p14:cNvContentPartPr/>
              <p14:nvPr/>
            </p14:nvContentPartPr>
            <p14:xfrm>
              <a:off x="442544" y="1071953"/>
              <a:ext cx="584280" cy="3700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8909119-6234-D6F9-FEAB-E8CB09D45C4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7064" y="1056458"/>
                <a:ext cx="614880" cy="400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BF55135-D8A6-0290-65C9-4F66FAF46B58}"/>
                  </a:ext>
                </a:extLst>
              </p14:cNvPr>
              <p14:cNvContentPartPr/>
              <p14:nvPr/>
            </p14:nvContentPartPr>
            <p14:xfrm>
              <a:off x="9639824" y="972233"/>
              <a:ext cx="1364760" cy="2880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BF55135-D8A6-0290-65C9-4F66FAF46B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24344" y="956753"/>
                <a:ext cx="13953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4A2A58D-AC19-587F-ACF5-021D558B17B4}"/>
                  </a:ext>
                </a:extLst>
              </p14:cNvPr>
              <p14:cNvContentPartPr/>
              <p14:nvPr/>
            </p14:nvContentPartPr>
            <p14:xfrm>
              <a:off x="8285144" y="998513"/>
              <a:ext cx="807840" cy="3614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4A2A58D-AC19-587F-ACF5-021D558B17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69664" y="983033"/>
                <a:ext cx="8384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8EBCA09-639D-97F0-0119-B7091AF2E293}"/>
                  </a:ext>
                </a:extLst>
              </p14:cNvPr>
              <p14:cNvContentPartPr/>
              <p14:nvPr/>
            </p14:nvContentPartPr>
            <p14:xfrm>
              <a:off x="10860944" y="967193"/>
              <a:ext cx="367200" cy="2916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8EBCA09-639D-97F0-0119-B7091AF2E2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845464" y="951732"/>
                <a:ext cx="397800" cy="322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342AF40-491F-FEA4-2D93-9E3DC28B7DEE}"/>
                  </a:ext>
                </a:extLst>
              </p14:cNvPr>
              <p14:cNvContentPartPr/>
              <p14:nvPr/>
            </p14:nvContentPartPr>
            <p14:xfrm>
              <a:off x="3742304" y="1581353"/>
              <a:ext cx="767520" cy="3481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342AF40-491F-FEA4-2D93-9E3DC28B7DE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26824" y="1565873"/>
                <a:ext cx="7981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2255EED-53D6-06EE-41EB-4E1211D04DB4}"/>
                  </a:ext>
                </a:extLst>
              </p14:cNvPr>
              <p14:cNvContentPartPr/>
              <p14:nvPr/>
            </p14:nvContentPartPr>
            <p14:xfrm>
              <a:off x="1862744" y="1581353"/>
              <a:ext cx="1257480" cy="3636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2255EED-53D6-06EE-41EB-4E1211D04DB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47268" y="1565873"/>
                <a:ext cx="1288071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11B4EFE-5C8D-DB76-69FA-3F6A91E86887}"/>
                  </a:ext>
                </a:extLst>
              </p14:cNvPr>
              <p14:cNvContentPartPr/>
              <p14:nvPr/>
            </p14:nvContentPartPr>
            <p14:xfrm>
              <a:off x="504464" y="1618793"/>
              <a:ext cx="742320" cy="3394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11B4EFE-5C8D-DB76-69FA-3F6A91E8688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8984" y="1603297"/>
                <a:ext cx="772920" cy="370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C424C284-5584-3EF8-8489-311CF3689E7B}"/>
                  </a:ext>
                </a:extLst>
              </p14:cNvPr>
              <p14:cNvContentPartPr/>
              <p14:nvPr/>
            </p14:nvContentPartPr>
            <p14:xfrm>
              <a:off x="8596184" y="1505033"/>
              <a:ext cx="1396080" cy="3614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C424C284-5584-3EF8-8489-311CF3689E7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565224" y="1474073"/>
                <a:ext cx="14572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3533AD57-2017-DC7B-285F-0A9641DEF957}"/>
                  </a:ext>
                </a:extLst>
              </p14:cNvPr>
              <p14:cNvContentPartPr/>
              <p14:nvPr/>
            </p14:nvContentPartPr>
            <p14:xfrm>
              <a:off x="7345184" y="1539953"/>
              <a:ext cx="811440" cy="3049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3533AD57-2017-DC7B-285F-0A9641DEF95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14224" y="1508993"/>
                <a:ext cx="8726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E857D46-32D2-5433-7ABC-B0CAD2ACA6A9}"/>
                  </a:ext>
                </a:extLst>
              </p14:cNvPr>
              <p14:cNvContentPartPr/>
              <p14:nvPr/>
            </p14:nvContentPartPr>
            <p14:xfrm>
              <a:off x="1009799" y="266306"/>
              <a:ext cx="202320" cy="442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E857D46-32D2-5433-7ABC-B0CAD2ACA6A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8839" y="235346"/>
                <a:ext cx="26388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83A7E01-E10F-C8C0-E635-F6D523B1D40A}"/>
                  </a:ext>
                </a:extLst>
              </p14:cNvPr>
              <p14:cNvContentPartPr/>
              <p14:nvPr/>
            </p14:nvContentPartPr>
            <p14:xfrm>
              <a:off x="1707839" y="167666"/>
              <a:ext cx="3358800" cy="4802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83A7E01-E10F-C8C0-E635-F6D523B1D40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76879" y="136729"/>
                <a:ext cx="3420360" cy="541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99A6BA8-9FED-6831-140C-FC0844DD3BBE}"/>
                  </a:ext>
                </a:extLst>
              </p14:cNvPr>
              <p14:cNvContentPartPr/>
              <p14:nvPr/>
            </p14:nvContentPartPr>
            <p14:xfrm>
              <a:off x="4924439" y="1470506"/>
              <a:ext cx="1899360" cy="426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99A6BA8-9FED-6831-140C-FC0844DD3BB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09319" y="1455039"/>
                <a:ext cx="1929600" cy="4564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335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11</Words>
  <Application>Microsoft Macintosh PowerPoint</Application>
  <PresentationFormat>Widescreen</PresentationFormat>
  <Paragraphs>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Flavie Lavoie-Cardinal</dc:creator>
  <cp:lastModifiedBy>Flavie Lavoie-Cardinal</cp:lastModifiedBy>
  <cp:revision>5</cp:revision>
  <dcterms:created xsi:type="dcterms:W3CDTF">2025-01-13T22:45:50Z</dcterms:created>
  <dcterms:modified xsi:type="dcterms:W3CDTF">2026-07-11T14:48:03Z</dcterms:modified>
</cp:coreProperties>
</file>